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1" r:id="rId1"/>
  </p:sldMasterIdLst>
  <p:notesMasterIdLst>
    <p:notesMasterId r:id="rId9"/>
  </p:notesMasterIdLst>
  <p:sldIdLst>
    <p:sldId id="256" r:id="rId2"/>
    <p:sldId id="271" r:id="rId3"/>
    <p:sldId id="272" r:id="rId4"/>
    <p:sldId id="274" r:id="rId5"/>
    <p:sldId id="275" r:id="rId6"/>
    <p:sldId id="277" r:id="rId7"/>
    <p:sldId id="28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6545" autoAdjust="0"/>
  </p:normalViewPr>
  <p:slideViewPr>
    <p:cSldViewPr snapToGrid="0">
      <p:cViewPr varScale="1">
        <p:scale>
          <a:sx n="64" d="100"/>
          <a:sy n="64" d="100"/>
        </p:scale>
        <p:origin x="14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BB7B4A-420D-411F-9B09-47D0E51B98FF}" type="datetimeFigureOut">
              <a:rPr lang="zh-HK" altLang="en-US" smtClean="0"/>
              <a:t>31/10/2023</a:t>
            </a:fld>
            <a:endParaRPr lang="zh-HK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K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7DB07F-1779-41BC-BD34-D238F375ED69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64403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B) Checksum</a:t>
            </a:r>
          </a:p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2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379259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HK" dirty="0"/>
              <a:t>A) ACK</a:t>
            </a:r>
          </a:p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3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1800461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C &amp; D</a:t>
            </a:r>
          </a:p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4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208736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B</a:t>
            </a:r>
          </a:p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5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19970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buFont typeface="Arial" pitchFamily="34" charset="0"/>
              <a:buNone/>
              <a:defRPr/>
            </a:pPr>
            <a:r>
              <a:rPr lang="en-US" altLang="zh-TW" dirty="0">
                <a:solidFill>
                  <a:srgbClr val="000000"/>
                </a:solidFill>
                <a:ea typeface="ＭＳ Ｐゴシック" charset="0"/>
                <a:cs typeface="+mn-cs"/>
              </a:rPr>
              <a:t>D</a:t>
            </a:r>
          </a:p>
          <a:p>
            <a:pPr lvl="1">
              <a:buFont typeface="Arial" pitchFamily="34" charset="0"/>
              <a:buNone/>
              <a:defRPr/>
            </a:pPr>
            <a:endParaRPr lang="en-US" altLang="zh-TW" dirty="0">
              <a:solidFill>
                <a:srgbClr val="000000"/>
              </a:solidFill>
              <a:ea typeface="ＭＳ Ｐゴシック" charset="0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6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42242894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buFont typeface="Arial" pitchFamily="34" charset="0"/>
              <a:buNone/>
              <a:defRPr/>
            </a:pPr>
            <a:r>
              <a:rPr lang="en-US" altLang="zh-TW" dirty="0">
                <a:solidFill>
                  <a:srgbClr val="000000"/>
                </a:solidFill>
                <a:ea typeface="ＭＳ Ｐゴシック" charset="0"/>
                <a:cs typeface="+mn-cs"/>
              </a:rPr>
              <a:t>A</a:t>
            </a: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7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687732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6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854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34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61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589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420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255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553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10/31/2023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868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10/31/2023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503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097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6287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91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1024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841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241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711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10/31/2023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878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2FDC0F-AD5D-46F7-8FF0-065D11CDFA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HK" dirty="0"/>
              <a:t>CS5222 Q&amp;A </a:t>
            </a:r>
            <a:br>
              <a:rPr lang="en-US" altLang="zh-HK" dirty="0"/>
            </a:br>
            <a:r>
              <a:rPr lang="en-US" altLang="zh-HK" dirty="0"/>
              <a:t>(Chapter 3)</a:t>
            </a:r>
            <a:endParaRPr lang="zh-HK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FABD1C0-59BA-452E-9B84-1E27EFFAF2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943050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A85F8F-B730-4696-96ED-07C5EA349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20448C6-7C11-4659-8D4C-217D01D09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Suppose a sender sends a packet to the receiver. Which of the following mechanism can a </a:t>
            </a:r>
            <a:r>
              <a:rPr lang="en-US" altLang="zh-HK" b="1" dirty="0"/>
              <a:t>receiver</a:t>
            </a:r>
            <a:r>
              <a:rPr lang="en-US" altLang="zh-HK" dirty="0"/>
              <a:t> use to determine whether the packet has been </a:t>
            </a:r>
            <a:r>
              <a:rPr lang="en-US" altLang="zh-HK" b="1" dirty="0"/>
              <a:t>corrupted</a:t>
            </a:r>
            <a:r>
              <a:rPr lang="en-US" altLang="zh-HK" dirty="0"/>
              <a:t>? (Choose one)</a:t>
            </a:r>
          </a:p>
          <a:p>
            <a:r>
              <a:rPr lang="en-US" altLang="zh-HK" dirty="0"/>
              <a:t>A) ACK</a:t>
            </a:r>
          </a:p>
          <a:p>
            <a:r>
              <a:rPr lang="en-US" altLang="zh-HK" dirty="0"/>
              <a:t>B) Checksum</a:t>
            </a:r>
          </a:p>
          <a:p>
            <a:r>
              <a:rPr lang="en-US" altLang="zh-HK" dirty="0"/>
              <a:t>C) Timeout</a:t>
            </a:r>
          </a:p>
          <a:p>
            <a:r>
              <a:rPr lang="en-US" altLang="zh-HK" dirty="0"/>
              <a:t>D) None of the above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1193487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A85F8F-B730-4696-96ED-07C5EA349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20448C6-7C11-4659-8D4C-217D01D09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HK" dirty="0"/>
              <a:t>Suppose a sender sends a packet to the receiver. Which of the following mechanism can a </a:t>
            </a:r>
            <a:r>
              <a:rPr lang="en-US" altLang="zh-HK" b="1" dirty="0"/>
              <a:t>sender</a:t>
            </a:r>
            <a:r>
              <a:rPr lang="en-US" altLang="zh-HK" dirty="0"/>
              <a:t> use to determine whether the packet has been </a:t>
            </a:r>
            <a:r>
              <a:rPr lang="en-US" altLang="zh-HK" b="1" dirty="0"/>
              <a:t>corrupted</a:t>
            </a:r>
            <a:r>
              <a:rPr lang="en-US" altLang="zh-HK" dirty="0"/>
              <a:t>? (Choose one)</a:t>
            </a:r>
          </a:p>
          <a:p>
            <a:r>
              <a:rPr lang="en-US" altLang="zh-HK" dirty="0"/>
              <a:t>A) ACK</a:t>
            </a:r>
          </a:p>
          <a:p>
            <a:r>
              <a:rPr lang="en-US" altLang="zh-HK" dirty="0"/>
              <a:t>B) Checksum</a:t>
            </a:r>
          </a:p>
          <a:p>
            <a:r>
              <a:rPr lang="en-US" altLang="zh-HK" dirty="0"/>
              <a:t>C) Timeout</a:t>
            </a:r>
          </a:p>
          <a:p>
            <a:r>
              <a:rPr lang="en-US" altLang="zh-HK" dirty="0"/>
              <a:t>D) None of the above</a:t>
            </a:r>
            <a:endParaRPr lang="zh-HK" altLang="en-US" dirty="0"/>
          </a:p>
          <a:p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278788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A85F8F-B730-4696-96ED-07C5EA349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20448C6-7C11-4659-8D4C-217D01D09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Which of the following statement(s) about </a:t>
            </a:r>
            <a:r>
              <a:rPr lang="en-US" altLang="zh-HK" b="1" dirty="0"/>
              <a:t>GBN</a:t>
            </a:r>
            <a:r>
              <a:rPr lang="en-US" altLang="zh-HK" dirty="0"/>
              <a:t> is/are NOT true?</a:t>
            </a:r>
          </a:p>
          <a:p>
            <a:r>
              <a:rPr lang="en-US" altLang="zh-HK" dirty="0"/>
              <a:t>A) It is a pipelined protocol.</a:t>
            </a:r>
          </a:p>
          <a:p>
            <a:r>
              <a:rPr lang="en-US" altLang="zh-HK" dirty="0"/>
              <a:t>B) The sender needs one timer for its operation.</a:t>
            </a:r>
          </a:p>
          <a:p>
            <a:r>
              <a:rPr lang="en-US" altLang="zh-HK" dirty="0"/>
              <a:t>C) The receiver needs one buffer to hold some out-of-order packet.</a:t>
            </a:r>
          </a:p>
          <a:p>
            <a:r>
              <a:rPr lang="en-US" altLang="zh-HK" dirty="0"/>
              <a:t>D) When timeout, the sender just retransmits that </a:t>
            </a:r>
            <a:r>
              <a:rPr lang="en-US" altLang="zh-HK" dirty="0" err="1"/>
              <a:t>unacked</a:t>
            </a:r>
            <a:r>
              <a:rPr lang="en-US" altLang="zh-HK" dirty="0"/>
              <a:t> packet causing the timeout.</a:t>
            </a:r>
          </a:p>
          <a:p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2040062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Which of the following statement(s) about </a:t>
            </a:r>
            <a:r>
              <a:rPr lang="en-US" altLang="zh-HK" b="1" dirty="0"/>
              <a:t>SR</a:t>
            </a:r>
            <a:r>
              <a:rPr lang="en-US" altLang="zh-HK" dirty="0"/>
              <a:t> is/are NOT true?</a:t>
            </a:r>
          </a:p>
          <a:p>
            <a:r>
              <a:rPr lang="en-US" altLang="zh-HK" dirty="0"/>
              <a:t>A) It is a pipelined protocol.</a:t>
            </a:r>
          </a:p>
          <a:p>
            <a:r>
              <a:rPr lang="en-US" altLang="zh-HK" dirty="0"/>
              <a:t>B) The sender needs one timer for its operation.</a:t>
            </a:r>
          </a:p>
          <a:p>
            <a:r>
              <a:rPr lang="en-US" altLang="zh-HK" dirty="0"/>
              <a:t>C) The receiver needs one buffer to hold some out-of-order packet.</a:t>
            </a:r>
          </a:p>
          <a:p>
            <a:r>
              <a:rPr lang="en-US" altLang="zh-HK" dirty="0"/>
              <a:t>D) When timeout, the sender just retransmits that </a:t>
            </a:r>
            <a:r>
              <a:rPr lang="en-US" altLang="zh-HK" dirty="0" err="1"/>
              <a:t>unacked</a:t>
            </a:r>
            <a:r>
              <a:rPr lang="en-US" altLang="zh-HK" dirty="0"/>
              <a:t> packet causing the timeout.</a:t>
            </a:r>
          </a:p>
          <a:p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2834904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Consider </a:t>
            </a:r>
            <a:r>
              <a:rPr lang="en-US" altLang="zh-HK" b="1" dirty="0"/>
              <a:t>TCP Reno</a:t>
            </a:r>
            <a:r>
              <a:rPr lang="en-US" altLang="zh-HK" dirty="0"/>
              <a:t>. Suppose the sender observes </a:t>
            </a:r>
            <a:r>
              <a:rPr lang="en-US" altLang="zh-HK" b="1" dirty="0"/>
              <a:t>three duplicated ACKs</a:t>
            </a:r>
            <a:r>
              <a:rPr lang="en-US" altLang="zh-HK" dirty="0"/>
              <a:t> at around 15. What will be the congestion window size at around 16?</a:t>
            </a:r>
          </a:p>
          <a:p>
            <a:r>
              <a:rPr lang="en-US" altLang="zh-HK" dirty="0"/>
              <a:t>A) 1</a:t>
            </a:r>
          </a:p>
          <a:p>
            <a:r>
              <a:rPr lang="en-US" altLang="zh-HK" dirty="0"/>
              <a:t>B) 3</a:t>
            </a:r>
          </a:p>
          <a:p>
            <a:r>
              <a:rPr lang="en-US" altLang="zh-HK" dirty="0"/>
              <a:t>C) 7</a:t>
            </a:r>
          </a:p>
          <a:p>
            <a:r>
              <a:rPr lang="en-US" altLang="zh-HK" dirty="0"/>
              <a:t>D) 10</a:t>
            </a:r>
            <a:endParaRPr lang="zh-HK" altLang="en-US" dirty="0"/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6A3209E9-4873-495C-7364-FA3358412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335" y="3465097"/>
            <a:ext cx="4162425" cy="272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2364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Consider </a:t>
            </a:r>
            <a:r>
              <a:rPr lang="en-US" altLang="zh-HK" b="1" dirty="0"/>
              <a:t>TCP Reno</a:t>
            </a:r>
            <a:r>
              <a:rPr lang="en-US" altLang="zh-HK" dirty="0"/>
              <a:t>. Suppose the sender experiences </a:t>
            </a:r>
            <a:r>
              <a:rPr lang="en-US" altLang="zh-HK" b="1" dirty="0"/>
              <a:t>a timeout </a:t>
            </a:r>
            <a:r>
              <a:rPr lang="en-US" altLang="zh-HK" dirty="0"/>
              <a:t>at around 15. What will be the congestion window size at around 16?</a:t>
            </a:r>
          </a:p>
          <a:p>
            <a:r>
              <a:rPr lang="en-US" altLang="zh-HK" dirty="0"/>
              <a:t>A) 1</a:t>
            </a:r>
          </a:p>
          <a:p>
            <a:r>
              <a:rPr lang="en-US" altLang="zh-HK" dirty="0"/>
              <a:t>B) 3</a:t>
            </a:r>
          </a:p>
          <a:p>
            <a:r>
              <a:rPr lang="en-US" altLang="zh-HK" dirty="0"/>
              <a:t>C) 7</a:t>
            </a:r>
          </a:p>
          <a:p>
            <a:r>
              <a:rPr lang="en-US" altLang="zh-HK" dirty="0"/>
              <a:t>D) 10</a:t>
            </a:r>
            <a:endParaRPr lang="zh-HK" altLang="en-US" dirty="0"/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6A3209E9-4873-495C-7364-FA3358412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335" y="3465097"/>
            <a:ext cx="4162425" cy="2728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200696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有機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有機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有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131</TotalTime>
  <Words>324</Words>
  <Application>Microsoft Office PowerPoint</Application>
  <PresentationFormat>寬螢幕</PresentationFormat>
  <Paragraphs>43</Paragraphs>
  <Slides>7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Arial</vt:lpstr>
      <vt:lpstr>Calibri</vt:lpstr>
      <vt:lpstr>Garamond</vt:lpstr>
      <vt:lpstr>有機</vt:lpstr>
      <vt:lpstr>CS5222 Q&amp;A  (Chapter 3)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Q&amp;a (Chapter 1)</dc:title>
  <dc:creator>Man Hon Cheung (IEG)</dc:creator>
  <cp:lastModifiedBy>Prof. CHEUNG Man Hon Michael</cp:lastModifiedBy>
  <cp:revision>19</cp:revision>
  <dcterms:created xsi:type="dcterms:W3CDTF">2020-09-10T03:56:12Z</dcterms:created>
  <dcterms:modified xsi:type="dcterms:W3CDTF">2023-10-31T01:21:07Z</dcterms:modified>
</cp:coreProperties>
</file>