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theme/theme3.xml" ContentType="application/vnd.openxmlformats-officedocument.theme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theme/theme4.xml" ContentType="application/vnd.openxmlformats-officedocument.theme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theme/theme5.xml" ContentType="application/vnd.openxmlformats-officedocument.theme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theme/theme6.xml" ContentType="application/vnd.openxmlformats-officedocument.theme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media/audio1.bin" ContentType="audio/unknown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  <p:sldMasterId id="2147483680" r:id="rId2"/>
    <p:sldMasterId id="2147483726" r:id="rId3"/>
    <p:sldMasterId id="2147484354" r:id="rId4"/>
    <p:sldMasterId id="2147484622" r:id="rId5"/>
    <p:sldMasterId id="2147485322" r:id="rId6"/>
    <p:sldMasterId id="2147485626" r:id="rId7"/>
  </p:sldMasterIdLst>
  <p:notesMasterIdLst>
    <p:notesMasterId r:id="rId115"/>
  </p:notesMasterIdLst>
  <p:handoutMasterIdLst>
    <p:handoutMasterId r:id="rId116"/>
  </p:handoutMasterIdLst>
  <p:sldIdLst>
    <p:sldId id="500" r:id="rId8"/>
    <p:sldId id="402" r:id="rId9"/>
    <p:sldId id="379" r:id="rId10"/>
    <p:sldId id="450" r:id="rId11"/>
    <p:sldId id="380" r:id="rId12"/>
    <p:sldId id="381" r:id="rId13"/>
    <p:sldId id="382" r:id="rId14"/>
    <p:sldId id="291" r:id="rId15"/>
    <p:sldId id="327" r:id="rId16"/>
    <p:sldId id="540" r:id="rId17"/>
    <p:sldId id="577" r:id="rId18"/>
    <p:sldId id="326" r:id="rId19"/>
    <p:sldId id="260" r:id="rId20"/>
    <p:sldId id="579" r:id="rId21"/>
    <p:sldId id="262" r:id="rId22"/>
    <p:sldId id="277" r:id="rId23"/>
    <p:sldId id="505" r:id="rId24"/>
    <p:sldId id="452" r:id="rId25"/>
    <p:sldId id="329" r:id="rId26"/>
    <p:sldId id="263" r:id="rId27"/>
    <p:sldId id="264" r:id="rId28"/>
    <p:sldId id="523" r:id="rId29"/>
    <p:sldId id="331" r:id="rId30"/>
    <p:sldId id="265" r:id="rId31"/>
    <p:sldId id="266" r:id="rId32"/>
    <p:sldId id="330" r:id="rId33"/>
    <p:sldId id="541" r:id="rId34"/>
    <p:sldId id="545" r:id="rId35"/>
    <p:sldId id="544" r:id="rId36"/>
    <p:sldId id="267" r:id="rId37"/>
    <p:sldId id="269" r:id="rId38"/>
    <p:sldId id="546" r:id="rId39"/>
    <p:sldId id="547" r:id="rId40"/>
    <p:sldId id="273" r:id="rId41"/>
    <p:sldId id="334" r:id="rId42"/>
    <p:sldId id="374" r:id="rId43"/>
    <p:sldId id="375" r:id="rId44"/>
    <p:sldId id="457" r:id="rId45"/>
    <p:sldId id="281" r:id="rId46"/>
    <p:sldId id="282" r:id="rId47"/>
    <p:sldId id="283" r:id="rId48"/>
    <p:sldId id="548" r:id="rId49"/>
    <p:sldId id="563" r:id="rId50"/>
    <p:sldId id="285" r:id="rId51"/>
    <p:sldId id="286" r:id="rId52"/>
    <p:sldId id="289" r:id="rId53"/>
    <p:sldId id="553" r:id="rId54"/>
    <p:sldId id="550" r:id="rId55"/>
    <p:sldId id="554" r:id="rId56"/>
    <p:sldId id="339" r:id="rId57"/>
    <p:sldId id="555" r:id="rId58"/>
    <p:sldId id="458" r:id="rId59"/>
    <p:sldId id="296" r:id="rId60"/>
    <p:sldId id="297" r:id="rId61"/>
    <p:sldId id="556" r:id="rId62"/>
    <p:sldId id="557" r:id="rId63"/>
    <p:sldId id="562" r:id="rId64"/>
    <p:sldId id="559" r:id="rId65"/>
    <p:sldId id="560" r:id="rId66"/>
    <p:sldId id="390" r:id="rId67"/>
    <p:sldId id="536" r:id="rId68"/>
    <p:sldId id="391" r:id="rId69"/>
    <p:sldId id="302" r:id="rId70"/>
    <p:sldId id="303" r:id="rId71"/>
    <p:sldId id="537" r:id="rId72"/>
    <p:sldId id="551" r:id="rId73"/>
    <p:sldId id="552" r:id="rId74"/>
    <p:sldId id="561" r:id="rId75"/>
    <p:sldId id="506" r:id="rId76"/>
    <p:sldId id="459" r:id="rId77"/>
    <p:sldId id="432" r:id="rId78"/>
    <p:sldId id="416" r:id="rId79"/>
    <p:sldId id="418" r:id="rId80"/>
    <p:sldId id="460" r:id="rId81"/>
    <p:sldId id="417" r:id="rId82"/>
    <p:sldId id="420" r:id="rId83"/>
    <p:sldId id="421" r:id="rId84"/>
    <p:sldId id="580" r:id="rId85"/>
    <p:sldId id="581" r:id="rId86"/>
    <p:sldId id="434" r:id="rId87"/>
    <p:sldId id="564" r:id="rId88"/>
    <p:sldId id="565" r:id="rId89"/>
    <p:sldId id="566" r:id="rId90"/>
    <p:sldId id="567" r:id="rId91"/>
    <p:sldId id="578" r:id="rId92"/>
    <p:sldId id="568" r:id="rId93"/>
    <p:sldId id="569" r:id="rId94"/>
    <p:sldId id="570" r:id="rId95"/>
    <p:sldId id="571" r:id="rId96"/>
    <p:sldId id="572" r:id="rId97"/>
    <p:sldId id="454" r:id="rId98"/>
    <p:sldId id="573" r:id="rId99"/>
    <p:sldId id="576" r:id="rId100"/>
    <p:sldId id="526" r:id="rId101"/>
    <p:sldId id="527" r:id="rId102"/>
    <p:sldId id="528" r:id="rId103"/>
    <p:sldId id="529" r:id="rId104"/>
    <p:sldId id="530" r:id="rId105"/>
    <p:sldId id="538" r:id="rId106"/>
    <p:sldId id="539" r:id="rId107"/>
    <p:sldId id="531" r:id="rId108"/>
    <p:sldId id="532" r:id="rId109"/>
    <p:sldId id="533" r:id="rId110"/>
    <p:sldId id="534" r:id="rId111"/>
    <p:sldId id="535" r:id="rId112"/>
    <p:sldId id="494" r:id="rId113"/>
    <p:sldId id="495" r:id="rId114"/>
  </p:sldIdLst>
  <p:sldSz cx="9144000" cy="6858000" type="screen4x3"/>
  <p:notesSz cx="7315200" cy="96012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5pPr>
    <a:lvl6pPr marL="2286000" algn="l" defTabSz="914400" rtl="0" eaLnBrk="1" latinLnBrk="0" hangingPunct="1">
      <a:defRPr sz="20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6pPr>
    <a:lvl7pPr marL="2743200" algn="l" defTabSz="914400" rtl="0" eaLnBrk="1" latinLnBrk="0" hangingPunct="1">
      <a:defRPr sz="20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7pPr>
    <a:lvl8pPr marL="3200400" algn="l" defTabSz="914400" rtl="0" eaLnBrk="1" latinLnBrk="0" hangingPunct="1">
      <a:defRPr sz="20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8pPr>
    <a:lvl9pPr marL="3657600" algn="l" defTabSz="914400" rtl="0" eaLnBrk="1" latinLnBrk="0" hangingPunct="1">
      <a:defRPr sz="20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CC0000"/>
    <a:srgbClr val="000099"/>
    <a:srgbClr val="FFFF00"/>
    <a:srgbClr val="DDDDDD"/>
    <a:srgbClr val="FFCCFF"/>
    <a:srgbClr val="FF99CC"/>
    <a:srgbClr val="00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13" autoAdjust="0"/>
    <p:restoredTop sz="70744" autoAdjust="0"/>
  </p:normalViewPr>
  <p:slideViewPr>
    <p:cSldViewPr snapToGrid="0">
      <p:cViewPr varScale="1">
        <p:scale>
          <a:sx n="59" d="100"/>
          <a:sy n="59" d="100"/>
        </p:scale>
        <p:origin x="2155" y="27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10242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19.xml"/><Relationship Id="rId117" Type="http://schemas.openxmlformats.org/officeDocument/2006/relationships/presProps" Target="presProps.xml"/><Relationship Id="rId21" Type="http://schemas.openxmlformats.org/officeDocument/2006/relationships/slide" Target="slides/slide14.xml"/><Relationship Id="rId42" Type="http://schemas.openxmlformats.org/officeDocument/2006/relationships/slide" Target="slides/slide35.xml"/><Relationship Id="rId47" Type="http://schemas.openxmlformats.org/officeDocument/2006/relationships/slide" Target="slides/slide40.xml"/><Relationship Id="rId63" Type="http://schemas.openxmlformats.org/officeDocument/2006/relationships/slide" Target="slides/slide56.xml"/><Relationship Id="rId68" Type="http://schemas.openxmlformats.org/officeDocument/2006/relationships/slide" Target="slides/slide61.xml"/><Relationship Id="rId84" Type="http://schemas.openxmlformats.org/officeDocument/2006/relationships/slide" Target="slides/slide77.xml"/><Relationship Id="rId89" Type="http://schemas.openxmlformats.org/officeDocument/2006/relationships/slide" Target="slides/slide82.xml"/><Relationship Id="rId112" Type="http://schemas.openxmlformats.org/officeDocument/2006/relationships/slide" Target="slides/slide105.xml"/><Relationship Id="rId16" Type="http://schemas.openxmlformats.org/officeDocument/2006/relationships/slide" Target="slides/slide9.xml"/><Relationship Id="rId107" Type="http://schemas.openxmlformats.org/officeDocument/2006/relationships/slide" Target="slides/slide100.xml"/><Relationship Id="rId11" Type="http://schemas.openxmlformats.org/officeDocument/2006/relationships/slide" Target="slides/slide4.xml"/><Relationship Id="rId32" Type="http://schemas.openxmlformats.org/officeDocument/2006/relationships/slide" Target="slides/slide25.xml"/><Relationship Id="rId37" Type="http://schemas.openxmlformats.org/officeDocument/2006/relationships/slide" Target="slides/slide30.xml"/><Relationship Id="rId53" Type="http://schemas.openxmlformats.org/officeDocument/2006/relationships/slide" Target="slides/slide46.xml"/><Relationship Id="rId58" Type="http://schemas.openxmlformats.org/officeDocument/2006/relationships/slide" Target="slides/slide51.xml"/><Relationship Id="rId74" Type="http://schemas.openxmlformats.org/officeDocument/2006/relationships/slide" Target="slides/slide67.xml"/><Relationship Id="rId79" Type="http://schemas.openxmlformats.org/officeDocument/2006/relationships/slide" Target="slides/slide72.xml"/><Relationship Id="rId102" Type="http://schemas.openxmlformats.org/officeDocument/2006/relationships/slide" Target="slides/slide95.xml"/><Relationship Id="rId5" Type="http://schemas.openxmlformats.org/officeDocument/2006/relationships/slideMaster" Target="slideMasters/slideMaster5.xml"/><Relationship Id="rId90" Type="http://schemas.openxmlformats.org/officeDocument/2006/relationships/slide" Target="slides/slide83.xml"/><Relationship Id="rId95" Type="http://schemas.openxmlformats.org/officeDocument/2006/relationships/slide" Target="slides/slide88.xml"/><Relationship Id="rId22" Type="http://schemas.openxmlformats.org/officeDocument/2006/relationships/slide" Target="slides/slide15.xml"/><Relationship Id="rId27" Type="http://schemas.openxmlformats.org/officeDocument/2006/relationships/slide" Target="slides/slide20.xml"/><Relationship Id="rId43" Type="http://schemas.openxmlformats.org/officeDocument/2006/relationships/slide" Target="slides/slide36.xml"/><Relationship Id="rId48" Type="http://schemas.openxmlformats.org/officeDocument/2006/relationships/slide" Target="slides/slide41.xml"/><Relationship Id="rId64" Type="http://schemas.openxmlformats.org/officeDocument/2006/relationships/slide" Target="slides/slide57.xml"/><Relationship Id="rId69" Type="http://schemas.openxmlformats.org/officeDocument/2006/relationships/slide" Target="slides/slide62.xml"/><Relationship Id="rId113" Type="http://schemas.openxmlformats.org/officeDocument/2006/relationships/slide" Target="slides/slide106.xml"/><Relationship Id="rId118" Type="http://schemas.openxmlformats.org/officeDocument/2006/relationships/viewProps" Target="viewProps.xml"/><Relationship Id="rId80" Type="http://schemas.openxmlformats.org/officeDocument/2006/relationships/slide" Target="slides/slide73.xml"/><Relationship Id="rId85" Type="http://schemas.openxmlformats.org/officeDocument/2006/relationships/slide" Target="slides/slide78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33" Type="http://schemas.openxmlformats.org/officeDocument/2006/relationships/slide" Target="slides/slide26.xml"/><Relationship Id="rId38" Type="http://schemas.openxmlformats.org/officeDocument/2006/relationships/slide" Target="slides/slide31.xml"/><Relationship Id="rId59" Type="http://schemas.openxmlformats.org/officeDocument/2006/relationships/slide" Target="slides/slide52.xml"/><Relationship Id="rId103" Type="http://schemas.openxmlformats.org/officeDocument/2006/relationships/slide" Target="slides/slide96.xml"/><Relationship Id="rId108" Type="http://schemas.openxmlformats.org/officeDocument/2006/relationships/slide" Target="slides/slide101.xml"/><Relationship Id="rId54" Type="http://schemas.openxmlformats.org/officeDocument/2006/relationships/slide" Target="slides/slide47.xml"/><Relationship Id="rId70" Type="http://schemas.openxmlformats.org/officeDocument/2006/relationships/slide" Target="slides/slide63.xml"/><Relationship Id="rId75" Type="http://schemas.openxmlformats.org/officeDocument/2006/relationships/slide" Target="slides/slide68.xml"/><Relationship Id="rId91" Type="http://schemas.openxmlformats.org/officeDocument/2006/relationships/slide" Target="slides/slide84.xml"/><Relationship Id="rId96" Type="http://schemas.openxmlformats.org/officeDocument/2006/relationships/slide" Target="slides/slide89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23" Type="http://schemas.openxmlformats.org/officeDocument/2006/relationships/slide" Target="slides/slide16.xml"/><Relationship Id="rId28" Type="http://schemas.openxmlformats.org/officeDocument/2006/relationships/slide" Target="slides/slide21.xml"/><Relationship Id="rId49" Type="http://schemas.openxmlformats.org/officeDocument/2006/relationships/slide" Target="slides/slide42.xml"/><Relationship Id="rId114" Type="http://schemas.openxmlformats.org/officeDocument/2006/relationships/slide" Target="slides/slide107.xml"/><Relationship Id="rId119" Type="http://schemas.openxmlformats.org/officeDocument/2006/relationships/theme" Target="theme/theme1.xml"/><Relationship Id="rId10" Type="http://schemas.openxmlformats.org/officeDocument/2006/relationships/slide" Target="slides/slide3.xml"/><Relationship Id="rId31" Type="http://schemas.openxmlformats.org/officeDocument/2006/relationships/slide" Target="slides/slide24.xml"/><Relationship Id="rId44" Type="http://schemas.openxmlformats.org/officeDocument/2006/relationships/slide" Target="slides/slide37.xml"/><Relationship Id="rId52" Type="http://schemas.openxmlformats.org/officeDocument/2006/relationships/slide" Target="slides/slide45.xml"/><Relationship Id="rId60" Type="http://schemas.openxmlformats.org/officeDocument/2006/relationships/slide" Target="slides/slide53.xml"/><Relationship Id="rId65" Type="http://schemas.openxmlformats.org/officeDocument/2006/relationships/slide" Target="slides/slide58.xml"/><Relationship Id="rId73" Type="http://schemas.openxmlformats.org/officeDocument/2006/relationships/slide" Target="slides/slide66.xml"/><Relationship Id="rId78" Type="http://schemas.openxmlformats.org/officeDocument/2006/relationships/slide" Target="slides/slide71.xml"/><Relationship Id="rId81" Type="http://schemas.openxmlformats.org/officeDocument/2006/relationships/slide" Target="slides/slide74.xml"/><Relationship Id="rId86" Type="http://schemas.openxmlformats.org/officeDocument/2006/relationships/slide" Target="slides/slide79.xml"/><Relationship Id="rId94" Type="http://schemas.openxmlformats.org/officeDocument/2006/relationships/slide" Target="slides/slide87.xml"/><Relationship Id="rId99" Type="http://schemas.openxmlformats.org/officeDocument/2006/relationships/slide" Target="slides/slide92.xml"/><Relationship Id="rId101" Type="http://schemas.openxmlformats.org/officeDocument/2006/relationships/slide" Target="slides/slide94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2.xml"/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39" Type="http://schemas.openxmlformats.org/officeDocument/2006/relationships/slide" Target="slides/slide32.xml"/><Relationship Id="rId109" Type="http://schemas.openxmlformats.org/officeDocument/2006/relationships/slide" Target="slides/slide102.xml"/><Relationship Id="rId34" Type="http://schemas.openxmlformats.org/officeDocument/2006/relationships/slide" Target="slides/slide27.xml"/><Relationship Id="rId50" Type="http://schemas.openxmlformats.org/officeDocument/2006/relationships/slide" Target="slides/slide43.xml"/><Relationship Id="rId55" Type="http://schemas.openxmlformats.org/officeDocument/2006/relationships/slide" Target="slides/slide48.xml"/><Relationship Id="rId76" Type="http://schemas.openxmlformats.org/officeDocument/2006/relationships/slide" Target="slides/slide69.xml"/><Relationship Id="rId97" Type="http://schemas.openxmlformats.org/officeDocument/2006/relationships/slide" Target="slides/slide90.xml"/><Relationship Id="rId104" Type="http://schemas.openxmlformats.org/officeDocument/2006/relationships/slide" Target="slides/slide97.xml"/><Relationship Id="rId120" Type="http://schemas.openxmlformats.org/officeDocument/2006/relationships/tableStyles" Target="tableStyles.xml"/><Relationship Id="rId7" Type="http://schemas.openxmlformats.org/officeDocument/2006/relationships/slideMaster" Target="slideMasters/slideMaster7.xml"/><Relationship Id="rId71" Type="http://schemas.openxmlformats.org/officeDocument/2006/relationships/slide" Target="slides/slide64.xml"/><Relationship Id="rId92" Type="http://schemas.openxmlformats.org/officeDocument/2006/relationships/slide" Target="slides/slide85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2.xml"/><Relationship Id="rId24" Type="http://schemas.openxmlformats.org/officeDocument/2006/relationships/slide" Target="slides/slide17.xml"/><Relationship Id="rId40" Type="http://schemas.openxmlformats.org/officeDocument/2006/relationships/slide" Target="slides/slide33.xml"/><Relationship Id="rId45" Type="http://schemas.openxmlformats.org/officeDocument/2006/relationships/slide" Target="slides/slide38.xml"/><Relationship Id="rId66" Type="http://schemas.openxmlformats.org/officeDocument/2006/relationships/slide" Target="slides/slide59.xml"/><Relationship Id="rId87" Type="http://schemas.openxmlformats.org/officeDocument/2006/relationships/slide" Target="slides/slide80.xml"/><Relationship Id="rId110" Type="http://schemas.openxmlformats.org/officeDocument/2006/relationships/slide" Target="slides/slide103.xml"/><Relationship Id="rId115" Type="http://schemas.openxmlformats.org/officeDocument/2006/relationships/notesMaster" Target="notesMasters/notesMaster1.xml"/><Relationship Id="rId61" Type="http://schemas.openxmlformats.org/officeDocument/2006/relationships/slide" Target="slides/slide54.xml"/><Relationship Id="rId82" Type="http://schemas.openxmlformats.org/officeDocument/2006/relationships/slide" Target="slides/slide75.xml"/><Relationship Id="rId19" Type="http://schemas.openxmlformats.org/officeDocument/2006/relationships/slide" Target="slides/slide12.xml"/><Relationship Id="rId14" Type="http://schemas.openxmlformats.org/officeDocument/2006/relationships/slide" Target="slides/slide7.xml"/><Relationship Id="rId30" Type="http://schemas.openxmlformats.org/officeDocument/2006/relationships/slide" Target="slides/slide23.xml"/><Relationship Id="rId35" Type="http://schemas.openxmlformats.org/officeDocument/2006/relationships/slide" Target="slides/slide28.xml"/><Relationship Id="rId56" Type="http://schemas.openxmlformats.org/officeDocument/2006/relationships/slide" Target="slides/slide49.xml"/><Relationship Id="rId77" Type="http://schemas.openxmlformats.org/officeDocument/2006/relationships/slide" Target="slides/slide70.xml"/><Relationship Id="rId100" Type="http://schemas.openxmlformats.org/officeDocument/2006/relationships/slide" Target="slides/slide93.xml"/><Relationship Id="rId105" Type="http://schemas.openxmlformats.org/officeDocument/2006/relationships/slide" Target="slides/slide98.xml"/><Relationship Id="rId8" Type="http://schemas.openxmlformats.org/officeDocument/2006/relationships/slide" Target="slides/slide1.xml"/><Relationship Id="rId51" Type="http://schemas.openxmlformats.org/officeDocument/2006/relationships/slide" Target="slides/slide44.xml"/><Relationship Id="rId72" Type="http://schemas.openxmlformats.org/officeDocument/2006/relationships/slide" Target="slides/slide65.xml"/><Relationship Id="rId93" Type="http://schemas.openxmlformats.org/officeDocument/2006/relationships/slide" Target="slides/slide86.xml"/><Relationship Id="rId98" Type="http://schemas.openxmlformats.org/officeDocument/2006/relationships/slide" Target="slides/slide91.xml"/><Relationship Id="rId3" Type="http://schemas.openxmlformats.org/officeDocument/2006/relationships/slideMaster" Target="slideMasters/slideMaster3.xml"/><Relationship Id="rId25" Type="http://schemas.openxmlformats.org/officeDocument/2006/relationships/slide" Target="slides/slide18.xml"/><Relationship Id="rId46" Type="http://schemas.openxmlformats.org/officeDocument/2006/relationships/slide" Target="slides/slide39.xml"/><Relationship Id="rId67" Type="http://schemas.openxmlformats.org/officeDocument/2006/relationships/slide" Target="slides/slide60.xml"/><Relationship Id="rId116" Type="http://schemas.openxmlformats.org/officeDocument/2006/relationships/handoutMaster" Target="handoutMasters/handoutMaster1.xml"/><Relationship Id="rId20" Type="http://schemas.openxmlformats.org/officeDocument/2006/relationships/slide" Target="slides/slide13.xml"/><Relationship Id="rId41" Type="http://schemas.openxmlformats.org/officeDocument/2006/relationships/slide" Target="slides/slide34.xml"/><Relationship Id="rId62" Type="http://schemas.openxmlformats.org/officeDocument/2006/relationships/slide" Target="slides/slide55.xml"/><Relationship Id="rId83" Type="http://schemas.openxmlformats.org/officeDocument/2006/relationships/slide" Target="slides/slide76.xml"/><Relationship Id="rId88" Type="http://schemas.openxmlformats.org/officeDocument/2006/relationships/slide" Target="slides/slide81.xml"/><Relationship Id="rId111" Type="http://schemas.openxmlformats.org/officeDocument/2006/relationships/slide" Target="slides/slide104.xml"/><Relationship Id="rId15" Type="http://schemas.openxmlformats.org/officeDocument/2006/relationships/slide" Target="slides/slide8.xml"/><Relationship Id="rId36" Type="http://schemas.openxmlformats.org/officeDocument/2006/relationships/slide" Target="slides/slide29.xml"/><Relationship Id="rId57" Type="http://schemas.openxmlformats.org/officeDocument/2006/relationships/slide" Target="slides/slide50.xml"/><Relationship Id="rId106" Type="http://schemas.openxmlformats.org/officeDocument/2006/relationships/slide" Target="slides/slide99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9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98" name="Rectangle 2">
            <a:extLst>
              <a:ext uri="{FF2B5EF4-FFF2-40B4-BE49-F238E27FC236}">
                <a16:creationId xmlns:a16="http://schemas.microsoft.com/office/drawing/2014/main" id="{93A49FEF-8C39-44F9-BE5C-DA5DD293EA8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0238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defTabSz="966788">
              <a:spcBef>
                <a:spcPct val="0"/>
              </a:spcBef>
              <a:buClrTx/>
              <a:buSzTx/>
              <a:buFontTx/>
              <a:buNone/>
              <a:defRPr sz="1300">
                <a:latin typeface="Times New Roman" pitchFamily="18" charset="0"/>
              </a:defRPr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106499" name="Rectangle 3">
            <a:extLst>
              <a:ext uri="{FF2B5EF4-FFF2-40B4-BE49-F238E27FC236}">
                <a16:creationId xmlns:a16="http://schemas.microsoft.com/office/drawing/2014/main" id="{4CA9BD48-C151-48DC-B397-124F902EDFA9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43375" y="0"/>
            <a:ext cx="3170238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algn="r" defTabSz="966788">
              <a:spcBef>
                <a:spcPct val="0"/>
              </a:spcBef>
              <a:buClrTx/>
              <a:buSzTx/>
              <a:buFontTx/>
              <a:buNone/>
              <a:defRPr sz="1300">
                <a:latin typeface="Times New Roman" pitchFamily="18" charset="0"/>
              </a:defRPr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106500" name="Rectangle 4">
            <a:extLst>
              <a:ext uri="{FF2B5EF4-FFF2-40B4-BE49-F238E27FC236}">
                <a16:creationId xmlns:a16="http://schemas.microsoft.com/office/drawing/2014/main" id="{7373CCBA-E246-4319-AD0F-19001D30F665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0188"/>
            <a:ext cx="3170238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defTabSz="966788">
              <a:spcBef>
                <a:spcPct val="0"/>
              </a:spcBef>
              <a:buClrTx/>
              <a:buSzTx/>
              <a:buFontTx/>
              <a:buNone/>
              <a:defRPr sz="1300">
                <a:latin typeface="Times New Roman" pitchFamily="18" charset="0"/>
              </a:defRPr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106501" name="Rectangle 5">
            <a:extLst>
              <a:ext uri="{FF2B5EF4-FFF2-40B4-BE49-F238E27FC236}">
                <a16:creationId xmlns:a16="http://schemas.microsoft.com/office/drawing/2014/main" id="{8D9B5F75-766C-49EC-818F-49E0F3CD0C1A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3375" y="9120188"/>
            <a:ext cx="3170238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algn="r" defTabSz="966788">
              <a:defRPr sz="130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fld id="{75F3DBBC-4409-488B-BCF1-5B0F4C62B166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8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>
            <a:extLst>
              <a:ext uri="{FF2B5EF4-FFF2-40B4-BE49-F238E27FC236}">
                <a16:creationId xmlns:a16="http://schemas.microsoft.com/office/drawing/2014/main" id="{9114DEAA-DB7B-48BE-B1B6-6C9043096C8B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0238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defTabSz="966788">
              <a:spcBef>
                <a:spcPct val="0"/>
              </a:spcBef>
              <a:buClrTx/>
              <a:buSzTx/>
              <a:buFontTx/>
              <a:buNone/>
              <a:defRPr sz="1300">
                <a:latin typeface="Times New Roman" pitchFamily="18" charset="0"/>
              </a:defRPr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3075" name="Rectangle 3">
            <a:extLst>
              <a:ext uri="{FF2B5EF4-FFF2-40B4-BE49-F238E27FC236}">
                <a16:creationId xmlns:a16="http://schemas.microsoft.com/office/drawing/2014/main" id="{7252A18B-503E-41CC-A41E-0601901A4F42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4144963" y="0"/>
            <a:ext cx="3170237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algn="r" defTabSz="966788">
              <a:spcBef>
                <a:spcPct val="0"/>
              </a:spcBef>
              <a:buClrTx/>
              <a:buSzTx/>
              <a:buFontTx/>
              <a:buNone/>
              <a:defRPr sz="1300">
                <a:latin typeface="Times New Roman" pitchFamily="18" charset="0"/>
              </a:defRPr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81924" name="Rectangle 4">
            <a:extLst>
              <a:ext uri="{FF2B5EF4-FFF2-40B4-BE49-F238E27FC236}">
                <a16:creationId xmlns:a16="http://schemas.microsoft.com/office/drawing/2014/main" id="{7900A4B6-9396-4AF9-A38E-EAD7E46D332B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257300" y="720725"/>
            <a:ext cx="4800600" cy="36004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077" name="Rectangle 5">
            <a:extLst>
              <a:ext uri="{FF2B5EF4-FFF2-40B4-BE49-F238E27FC236}">
                <a16:creationId xmlns:a16="http://schemas.microsoft.com/office/drawing/2014/main" id="{200324EA-A398-4C69-95CB-EACC50A016E2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74725" y="4560888"/>
            <a:ext cx="5365750" cy="43195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078" name="Rectangle 6">
            <a:extLst>
              <a:ext uri="{FF2B5EF4-FFF2-40B4-BE49-F238E27FC236}">
                <a16:creationId xmlns:a16="http://schemas.microsoft.com/office/drawing/2014/main" id="{AEE32593-2C8B-421E-8AD8-DC1F59B807E0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121775"/>
            <a:ext cx="3170238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defTabSz="966788">
              <a:spcBef>
                <a:spcPct val="0"/>
              </a:spcBef>
              <a:buClrTx/>
              <a:buSzTx/>
              <a:buFontTx/>
              <a:buNone/>
              <a:defRPr sz="1300">
                <a:latin typeface="Times New Roman" pitchFamily="18" charset="0"/>
              </a:defRPr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3079" name="Rectangle 7">
            <a:extLst>
              <a:ext uri="{FF2B5EF4-FFF2-40B4-BE49-F238E27FC236}">
                <a16:creationId xmlns:a16="http://schemas.microsoft.com/office/drawing/2014/main" id="{02E491A6-FFC9-48DE-8C5C-FED9B9BF867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4963" y="9121775"/>
            <a:ext cx="3170237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algn="r" defTabSz="966788">
              <a:defRPr sz="130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fld id="{CB7F9EEE-A982-4800-A44C-C49151D4A294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ＭＳ Ｐゴシック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38" name="投影片圖像版面配置區 1">
            <a:extLst>
              <a:ext uri="{FF2B5EF4-FFF2-40B4-BE49-F238E27FC236}">
                <a16:creationId xmlns:a16="http://schemas.microsoft.com/office/drawing/2014/main" id="{A3E4163E-828C-4BFA-B5D8-2D2C92637C4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1139" name="備忘稿版面配置區 2">
            <a:extLst>
              <a:ext uri="{FF2B5EF4-FFF2-40B4-BE49-F238E27FC236}">
                <a16:creationId xmlns:a16="http://schemas.microsoft.com/office/drawing/2014/main" id="{AEA4D46A-49E3-408B-9745-892301FCF5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en-US">
              <a:ea typeface="ＭＳ Ｐゴシック" panose="020B0600070205080204" pitchFamily="34" charset="-128"/>
            </a:endParaRPr>
          </a:p>
        </p:txBody>
      </p:sp>
      <p:sp>
        <p:nvSpPr>
          <p:cNvPr id="91140" name="投影片編號版面配置區 3">
            <a:extLst>
              <a:ext uri="{FF2B5EF4-FFF2-40B4-BE49-F238E27FC236}">
                <a16:creationId xmlns:a16="http://schemas.microsoft.com/office/drawing/2014/main" id="{CB2A129A-334C-406C-A4CE-700A274002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F8C510EF-F8A2-4AB7-9A90-E90940A15412}" type="slidenum">
              <a:rPr lang="en-US" altLang="zh-TW" sz="1300" smtClean="0">
                <a:latin typeface="Times New Roman" panose="02020603050405020304" pitchFamily="18" charset="0"/>
              </a:rPr>
              <a:pPr/>
              <a:t>1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34" name="Slide Image Placeholder 1">
            <a:extLst>
              <a:ext uri="{FF2B5EF4-FFF2-40B4-BE49-F238E27FC236}">
                <a16:creationId xmlns:a16="http://schemas.microsoft.com/office/drawing/2014/main" id="{3704E4F0-771E-428F-8C75-DB0FB09A492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5235" name="Notes Placeholder 2">
            <a:extLst>
              <a:ext uri="{FF2B5EF4-FFF2-40B4-BE49-F238E27FC236}">
                <a16:creationId xmlns:a16="http://schemas.microsoft.com/office/drawing/2014/main" id="{0632F300-651D-43E8-9B3D-384BD7EBAF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  <p:sp>
        <p:nvSpPr>
          <p:cNvPr id="95236" name="Slide Number Placeholder 3">
            <a:extLst>
              <a:ext uri="{FF2B5EF4-FFF2-40B4-BE49-F238E27FC236}">
                <a16:creationId xmlns:a16="http://schemas.microsoft.com/office/drawing/2014/main" id="{B5A75068-25BF-4A39-B98D-01156B64D1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F3E266F9-6F87-43DC-B963-143304AE4F06}" type="slidenum">
              <a:rPr lang="en-US" altLang="zh-TW" sz="1300" smtClean="0">
                <a:latin typeface="Times New Roman" panose="02020603050405020304" pitchFamily="18" charset="0"/>
              </a:rPr>
              <a:pPr/>
              <a:t>2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82" name="Slide Image Placeholder 1">
            <a:extLst>
              <a:ext uri="{FF2B5EF4-FFF2-40B4-BE49-F238E27FC236}">
                <a16:creationId xmlns:a16="http://schemas.microsoft.com/office/drawing/2014/main" id="{23AAB921-99F8-4856-B0CC-C4A57889B61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7283" name="Notes Placeholder 2">
            <a:extLst>
              <a:ext uri="{FF2B5EF4-FFF2-40B4-BE49-F238E27FC236}">
                <a16:creationId xmlns:a16="http://schemas.microsoft.com/office/drawing/2014/main" id="{581F623D-55F0-4018-BF55-E78BCD462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  <p:sp>
        <p:nvSpPr>
          <p:cNvPr id="97284" name="Slide Number Placeholder 3">
            <a:extLst>
              <a:ext uri="{FF2B5EF4-FFF2-40B4-BE49-F238E27FC236}">
                <a16:creationId xmlns:a16="http://schemas.microsoft.com/office/drawing/2014/main" id="{6ABAA7F6-C226-4A11-8D71-FC14F8A105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C5C8AD57-F40D-4097-BECD-118594C7AB15}" type="slidenum">
              <a:rPr lang="en-US" altLang="zh-TW" sz="1300" smtClean="0">
                <a:latin typeface="Times New Roman" panose="02020603050405020304" pitchFamily="18" charset="0"/>
              </a:rPr>
              <a:pPr/>
              <a:t>3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Slide Image Placeholder 1">
            <a:extLst>
              <a:ext uri="{FF2B5EF4-FFF2-40B4-BE49-F238E27FC236}">
                <a16:creationId xmlns:a16="http://schemas.microsoft.com/office/drawing/2014/main" id="{F3D04E5F-71F2-431D-824B-BED6E0B1F00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9331" name="Notes Placeholder 2">
            <a:extLst>
              <a:ext uri="{FF2B5EF4-FFF2-40B4-BE49-F238E27FC236}">
                <a16:creationId xmlns:a16="http://schemas.microsoft.com/office/drawing/2014/main" id="{844AD165-118C-43DE-8586-D949E5F0B2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  <p:sp>
        <p:nvSpPr>
          <p:cNvPr id="99332" name="Slide Number Placeholder 3">
            <a:extLst>
              <a:ext uri="{FF2B5EF4-FFF2-40B4-BE49-F238E27FC236}">
                <a16:creationId xmlns:a16="http://schemas.microsoft.com/office/drawing/2014/main" id="{FA5CF590-0ABA-43E0-981C-175C18EA4C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CDF866E8-4FAA-49C9-A44B-3318E2527CAF}" type="slidenum">
              <a:rPr lang="en-US" altLang="zh-TW" sz="1300" smtClean="0">
                <a:latin typeface="Times New Roman" panose="02020603050405020304" pitchFamily="18" charset="0"/>
              </a:rPr>
              <a:pPr/>
              <a:t>4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78" name="Slide Image Placeholder 1">
            <a:extLst>
              <a:ext uri="{FF2B5EF4-FFF2-40B4-BE49-F238E27FC236}">
                <a16:creationId xmlns:a16="http://schemas.microsoft.com/office/drawing/2014/main" id="{9183FACA-521C-4420-BDBA-E916C68F871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1379" name="Notes Placeholder 2">
            <a:extLst>
              <a:ext uri="{FF2B5EF4-FFF2-40B4-BE49-F238E27FC236}">
                <a16:creationId xmlns:a16="http://schemas.microsoft.com/office/drawing/2014/main" id="{04389297-1AA8-4FB9-ACC2-21ABF03F97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>
              <a:ea typeface="ＭＳ Ｐゴシック" panose="020B0600070205080204" pitchFamily="34" charset="-128"/>
            </a:endParaRPr>
          </a:p>
        </p:txBody>
      </p:sp>
      <p:sp>
        <p:nvSpPr>
          <p:cNvPr id="101380" name="Slide Number Placeholder 3">
            <a:extLst>
              <a:ext uri="{FF2B5EF4-FFF2-40B4-BE49-F238E27FC236}">
                <a16:creationId xmlns:a16="http://schemas.microsoft.com/office/drawing/2014/main" id="{6E14E79D-F137-47C8-B3C5-785353AC8E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DA2BD873-423D-4E3E-8820-B1DE4211E2BF}" type="slidenum">
              <a:rPr lang="en-US" altLang="zh-TW" sz="1300" smtClean="0">
                <a:latin typeface="Times New Roman" panose="02020603050405020304" pitchFamily="18" charset="0"/>
              </a:rPr>
              <a:pPr/>
              <a:t>5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26" name="Slide Image Placeholder 1">
            <a:extLst>
              <a:ext uri="{FF2B5EF4-FFF2-40B4-BE49-F238E27FC236}">
                <a16:creationId xmlns:a16="http://schemas.microsoft.com/office/drawing/2014/main" id="{0075F99B-AC50-4C91-BC83-8F71BF3FA67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3427" name="Notes Placeholder 2">
            <a:extLst>
              <a:ext uri="{FF2B5EF4-FFF2-40B4-BE49-F238E27FC236}">
                <a16:creationId xmlns:a16="http://schemas.microsoft.com/office/drawing/2014/main" id="{B792526F-3ABD-46A7-8109-AC14E7B7E4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zh-TW" dirty="0"/>
          </a:p>
        </p:txBody>
      </p:sp>
      <p:sp>
        <p:nvSpPr>
          <p:cNvPr id="103428" name="Slide Number Placeholder 3">
            <a:extLst>
              <a:ext uri="{FF2B5EF4-FFF2-40B4-BE49-F238E27FC236}">
                <a16:creationId xmlns:a16="http://schemas.microsoft.com/office/drawing/2014/main" id="{5EE79336-B09A-4A8B-A9AB-3319A403C7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DB1D5997-2538-411F-A17E-452A610EB4A3}" type="slidenum">
              <a:rPr lang="en-US" altLang="zh-TW" sz="1300" smtClean="0">
                <a:latin typeface="Times New Roman" panose="02020603050405020304" pitchFamily="18" charset="0"/>
              </a:rPr>
              <a:pPr/>
              <a:t>6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74" name="Slide Image Placeholder 1">
            <a:extLst>
              <a:ext uri="{FF2B5EF4-FFF2-40B4-BE49-F238E27FC236}">
                <a16:creationId xmlns:a16="http://schemas.microsoft.com/office/drawing/2014/main" id="{E62AC99D-5CBC-473E-A938-74BCFBF6B89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2515" name="Notes Placeholder 2">
            <a:extLst>
              <a:ext uri="{FF2B5EF4-FFF2-40B4-BE49-F238E27FC236}">
                <a16:creationId xmlns:a16="http://schemas.microsoft.com/office/drawing/2014/main" id="{48AC3AE2-C49C-4A15-881E-BF3FACB0CC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ln/>
        </p:spPr>
        <p:txBody>
          <a:bodyPr/>
          <a:lstStyle/>
          <a:p>
            <a:pPr>
              <a:defRPr/>
            </a:pPr>
            <a:endParaRPr lang="zh-TW" altLang="zh-TW" dirty="0"/>
          </a:p>
        </p:txBody>
      </p:sp>
      <p:sp>
        <p:nvSpPr>
          <p:cNvPr id="105476" name="Slide Number Placeholder 3">
            <a:extLst>
              <a:ext uri="{FF2B5EF4-FFF2-40B4-BE49-F238E27FC236}">
                <a16:creationId xmlns:a16="http://schemas.microsoft.com/office/drawing/2014/main" id="{2A56034C-55D2-41FA-A7BB-5475B9E3F3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AFD153B6-32AC-4796-8C1D-669F8E917C27}" type="slidenum">
              <a:rPr lang="en-US" altLang="zh-TW" sz="1300" smtClean="0">
                <a:latin typeface="Times New Roman" panose="02020603050405020304" pitchFamily="18" charset="0"/>
              </a:rPr>
              <a:pPr/>
              <a:t>7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Slide Image Placeholder 1">
            <a:extLst>
              <a:ext uri="{FF2B5EF4-FFF2-40B4-BE49-F238E27FC236}">
                <a16:creationId xmlns:a16="http://schemas.microsoft.com/office/drawing/2014/main" id="{65EB6B58-A0A7-40AE-A74B-130640F97B3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7523" name="Notes Placeholder 2">
            <a:extLst>
              <a:ext uri="{FF2B5EF4-FFF2-40B4-BE49-F238E27FC236}">
                <a16:creationId xmlns:a16="http://schemas.microsoft.com/office/drawing/2014/main" id="{238471DF-260F-4C24-BCA4-FB9F1CE314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zh-TW" dirty="0"/>
          </a:p>
        </p:txBody>
      </p:sp>
      <p:sp>
        <p:nvSpPr>
          <p:cNvPr id="107524" name="Slide Number Placeholder 3">
            <a:extLst>
              <a:ext uri="{FF2B5EF4-FFF2-40B4-BE49-F238E27FC236}">
                <a16:creationId xmlns:a16="http://schemas.microsoft.com/office/drawing/2014/main" id="{A3C6EA43-E227-4A43-B829-C7F2EB159A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93A4C316-FF08-4594-B70D-BB6D76D03618}" type="slidenum">
              <a:rPr lang="en-US" altLang="zh-TW" sz="1300" smtClean="0">
                <a:latin typeface="Times New Roman" panose="02020603050405020304" pitchFamily="18" charset="0"/>
              </a:rPr>
              <a:pPr/>
              <a:t>8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70" name="Slide Image Placeholder 1">
            <a:extLst>
              <a:ext uri="{FF2B5EF4-FFF2-40B4-BE49-F238E27FC236}">
                <a16:creationId xmlns:a16="http://schemas.microsoft.com/office/drawing/2014/main" id="{28617145-8B83-4E69-9149-4DB1C7D23B8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9571" name="Notes Placeholder 2">
            <a:extLst>
              <a:ext uri="{FF2B5EF4-FFF2-40B4-BE49-F238E27FC236}">
                <a16:creationId xmlns:a16="http://schemas.microsoft.com/office/drawing/2014/main" id="{6033ABBF-C927-4932-B4BE-D7320104CF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  <p:sp>
        <p:nvSpPr>
          <p:cNvPr id="109572" name="Slide Number Placeholder 3">
            <a:extLst>
              <a:ext uri="{FF2B5EF4-FFF2-40B4-BE49-F238E27FC236}">
                <a16:creationId xmlns:a16="http://schemas.microsoft.com/office/drawing/2014/main" id="{C1B3CBE8-91C1-41F5-94EA-C8CF6CFD93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408A7D83-C4B8-4AF8-BD0E-96EE100B362D}" type="slidenum">
              <a:rPr lang="en-US" altLang="zh-TW" sz="1300" smtClean="0">
                <a:latin typeface="Times New Roman" panose="02020603050405020304" pitchFamily="18" charset="0"/>
              </a:rPr>
              <a:pPr/>
              <a:t>9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18" name="Slide Image Placeholder 1">
            <a:extLst>
              <a:ext uri="{FF2B5EF4-FFF2-40B4-BE49-F238E27FC236}">
                <a16:creationId xmlns:a16="http://schemas.microsoft.com/office/drawing/2014/main" id="{6923FCD6-3351-4822-A46A-EB484F78F50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1619" name="Notes Placeholder 2">
            <a:extLst>
              <a:ext uri="{FF2B5EF4-FFF2-40B4-BE49-F238E27FC236}">
                <a16:creationId xmlns:a16="http://schemas.microsoft.com/office/drawing/2014/main" id="{CB502D4A-5504-4509-B34E-EDC7BF5E00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11620" name="Slide Number Placeholder 3">
            <a:extLst>
              <a:ext uri="{FF2B5EF4-FFF2-40B4-BE49-F238E27FC236}">
                <a16:creationId xmlns:a16="http://schemas.microsoft.com/office/drawing/2014/main" id="{1DD4CD3C-14C4-4CA4-A4B1-EA89A537E4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4F425778-7F22-490F-BD59-2DE7AD5DAB4B}" type="slidenum">
              <a:rPr lang="en-US" altLang="en-US" sz="1300" smtClean="0">
                <a:latin typeface="Times New Roman" panose="02020603050405020304" pitchFamily="18" charset="0"/>
              </a:rPr>
              <a:pPr/>
              <a:t>10</a:t>
            </a:fld>
            <a:endParaRPr lang="en-US" altLang="en-US" sz="13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14" name="Slide Image Placeholder 1">
            <a:extLst>
              <a:ext uri="{FF2B5EF4-FFF2-40B4-BE49-F238E27FC236}">
                <a16:creationId xmlns:a16="http://schemas.microsoft.com/office/drawing/2014/main" id="{056020C6-75B7-4DD4-A400-65D195F2814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5715" name="Notes Placeholder 2">
            <a:extLst>
              <a:ext uri="{FF2B5EF4-FFF2-40B4-BE49-F238E27FC236}">
                <a16:creationId xmlns:a16="http://schemas.microsoft.com/office/drawing/2014/main" id="{F98DEA91-01E2-4F19-974F-BF52F6CEF8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  <p:sp>
        <p:nvSpPr>
          <p:cNvPr id="115716" name="Slide Number Placeholder 3">
            <a:extLst>
              <a:ext uri="{FF2B5EF4-FFF2-40B4-BE49-F238E27FC236}">
                <a16:creationId xmlns:a16="http://schemas.microsoft.com/office/drawing/2014/main" id="{7DB961E4-ED7C-46C1-90AC-1A794332CF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C9A056C2-3504-4937-A92C-AFE0C135BD78}" type="slidenum">
              <a:rPr lang="en-US" altLang="zh-TW" sz="1300" smtClean="0">
                <a:latin typeface="Times New Roman" panose="02020603050405020304" pitchFamily="18" charset="0"/>
              </a:rPr>
              <a:pPr/>
              <a:t>11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689408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14" name="Slide Image Placeholder 1">
            <a:extLst>
              <a:ext uri="{FF2B5EF4-FFF2-40B4-BE49-F238E27FC236}">
                <a16:creationId xmlns:a16="http://schemas.microsoft.com/office/drawing/2014/main" id="{056020C6-75B7-4DD4-A400-65D195F2814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5715" name="Notes Placeholder 2">
            <a:extLst>
              <a:ext uri="{FF2B5EF4-FFF2-40B4-BE49-F238E27FC236}">
                <a16:creationId xmlns:a16="http://schemas.microsoft.com/office/drawing/2014/main" id="{F98DEA91-01E2-4F19-974F-BF52F6CEF8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  <p:sp>
        <p:nvSpPr>
          <p:cNvPr id="115716" name="Slide Number Placeholder 3">
            <a:extLst>
              <a:ext uri="{FF2B5EF4-FFF2-40B4-BE49-F238E27FC236}">
                <a16:creationId xmlns:a16="http://schemas.microsoft.com/office/drawing/2014/main" id="{7DB961E4-ED7C-46C1-90AC-1A794332CF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C9A056C2-3504-4937-A92C-AFE0C135BD78}" type="slidenum">
              <a:rPr lang="en-US" altLang="zh-TW" sz="1300" smtClean="0">
                <a:latin typeface="Times New Roman" panose="02020603050405020304" pitchFamily="18" charset="0"/>
              </a:rPr>
              <a:pPr/>
              <a:t>12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762" name="Slide Image Placeholder 1">
            <a:extLst>
              <a:ext uri="{FF2B5EF4-FFF2-40B4-BE49-F238E27FC236}">
                <a16:creationId xmlns:a16="http://schemas.microsoft.com/office/drawing/2014/main" id="{22AB4ABA-5563-4562-A24C-B3AA29F93F6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7763" name="Notes Placeholder 2">
            <a:extLst>
              <a:ext uri="{FF2B5EF4-FFF2-40B4-BE49-F238E27FC236}">
                <a16:creationId xmlns:a16="http://schemas.microsoft.com/office/drawing/2014/main" id="{06660B9A-D04A-45C6-A828-D9F41063AA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  <p:sp>
        <p:nvSpPr>
          <p:cNvPr id="117764" name="Slide Number Placeholder 3">
            <a:extLst>
              <a:ext uri="{FF2B5EF4-FFF2-40B4-BE49-F238E27FC236}">
                <a16:creationId xmlns:a16="http://schemas.microsoft.com/office/drawing/2014/main" id="{F1381B0A-CF2F-4D4A-8F95-5EDF22A4C0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CD158B2F-FAD0-48E4-899C-177A1F069B50}" type="slidenum">
              <a:rPr lang="en-US" altLang="zh-TW" sz="1300" smtClean="0">
                <a:latin typeface="Times New Roman" panose="02020603050405020304" pitchFamily="18" charset="0"/>
              </a:rPr>
              <a:pPr/>
              <a:t>13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810" name="Slide Image Placeholder 1">
            <a:extLst>
              <a:ext uri="{FF2B5EF4-FFF2-40B4-BE49-F238E27FC236}">
                <a16:creationId xmlns:a16="http://schemas.microsoft.com/office/drawing/2014/main" id="{5D948041-8841-462A-8667-EDBD6ED1B2D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9811" name="Notes Placeholder 2">
            <a:extLst>
              <a:ext uri="{FF2B5EF4-FFF2-40B4-BE49-F238E27FC236}">
                <a16:creationId xmlns:a16="http://schemas.microsoft.com/office/drawing/2014/main" id="{E8FB6A07-5071-4636-96D2-6842B2C185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zh-TW" altLang="zh-TW" dirty="0"/>
          </a:p>
        </p:txBody>
      </p:sp>
      <p:sp>
        <p:nvSpPr>
          <p:cNvPr id="119812" name="Slide Number Placeholder 3">
            <a:extLst>
              <a:ext uri="{FF2B5EF4-FFF2-40B4-BE49-F238E27FC236}">
                <a16:creationId xmlns:a16="http://schemas.microsoft.com/office/drawing/2014/main" id="{98A40315-A3D6-4FDB-BDF3-9FDFD81493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773CADCF-7026-4E27-8E3A-6F238A633375}" type="slidenum">
              <a:rPr lang="en-US" altLang="zh-TW" sz="1300" smtClean="0">
                <a:latin typeface="Times New Roman" panose="02020603050405020304" pitchFamily="18" charset="0"/>
              </a:rPr>
              <a:pPr/>
              <a:t>14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175062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Slide Image Placeholder 1">
            <a:extLst>
              <a:ext uri="{FF2B5EF4-FFF2-40B4-BE49-F238E27FC236}">
                <a16:creationId xmlns:a16="http://schemas.microsoft.com/office/drawing/2014/main" id="{6D85187C-492C-48E7-B4FB-8B0F569562A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1859" name="Notes Placeholder 2">
            <a:extLst>
              <a:ext uri="{FF2B5EF4-FFF2-40B4-BE49-F238E27FC236}">
                <a16:creationId xmlns:a16="http://schemas.microsoft.com/office/drawing/2014/main" id="{2ADC28D6-2C27-40AC-904A-8A3AC7D2D2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  <p:sp>
        <p:nvSpPr>
          <p:cNvPr id="121860" name="Slide Number Placeholder 3">
            <a:extLst>
              <a:ext uri="{FF2B5EF4-FFF2-40B4-BE49-F238E27FC236}">
                <a16:creationId xmlns:a16="http://schemas.microsoft.com/office/drawing/2014/main" id="{5E3F8F3D-32B7-4A6C-940E-A13400797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49332C70-0641-465D-9FB8-013D68270448}" type="slidenum">
              <a:rPr lang="en-US" altLang="zh-TW" sz="1300" smtClean="0">
                <a:latin typeface="Times New Roman" panose="02020603050405020304" pitchFamily="18" charset="0"/>
              </a:rPr>
              <a:pPr/>
              <a:t>15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06" name="Slide Image Placeholder 1">
            <a:extLst>
              <a:ext uri="{FF2B5EF4-FFF2-40B4-BE49-F238E27FC236}">
                <a16:creationId xmlns:a16="http://schemas.microsoft.com/office/drawing/2014/main" id="{71C80FEF-5A29-4F26-93DC-A17D2BD2808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3907" name="Notes Placeholder 2">
            <a:extLst>
              <a:ext uri="{FF2B5EF4-FFF2-40B4-BE49-F238E27FC236}">
                <a16:creationId xmlns:a16="http://schemas.microsoft.com/office/drawing/2014/main" id="{9C25D0A8-8668-4B20-8A76-6CD1D5F297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  <p:sp>
        <p:nvSpPr>
          <p:cNvPr id="123908" name="Slide Number Placeholder 3">
            <a:extLst>
              <a:ext uri="{FF2B5EF4-FFF2-40B4-BE49-F238E27FC236}">
                <a16:creationId xmlns:a16="http://schemas.microsoft.com/office/drawing/2014/main" id="{0AB64513-05FD-460A-A803-47A857347D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C4403735-65B2-4E78-B0EB-FA1479CBABB3}" type="slidenum">
              <a:rPr lang="en-US" altLang="zh-TW" sz="1300" smtClean="0">
                <a:latin typeface="Times New Roman" panose="02020603050405020304" pitchFamily="18" charset="0"/>
              </a:rPr>
              <a:pPr/>
              <a:t>16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B7F9EEE-A982-4800-A44C-C49151D4A294}" type="slidenum">
              <a:rPr lang="en-US" altLang="zh-TW" smtClean="0"/>
              <a:pPr>
                <a:defRPr/>
              </a:pPr>
              <a:t>17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10815305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78" name="Slide Image Placeholder 1">
            <a:extLst>
              <a:ext uri="{FF2B5EF4-FFF2-40B4-BE49-F238E27FC236}">
                <a16:creationId xmlns:a16="http://schemas.microsoft.com/office/drawing/2014/main" id="{367C7B0C-E92A-4D58-9C02-60B10AC7F25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6979" name="Notes Placeholder 2">
            <a:extLst>
              <a:ext uri="{FF2B5EF4-FFF2-40B4-BE49-F238E27FC236}">
                <a16:creationId xmlns:a16="http://schemas.microsoft.com/office/drawing/2014/main" id="{D8D85B3E-9204-4B01-BA41-3BBBE07424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>
              <a:ea typeface="ＭＳ Ｐゴシック" panose="020B0600070205080204" pitchFamily="34" charset="-128"/>
            </a:endParaRPr>
          </a:p>
        </p:txBody>
      </p:sp>
      <p:sp>
        <p:nvSpPr>
          <p:cNvPr id="126980" name="Slide Number Placeholder 3">
            <a:extLst>
              <a:ext uri="{FF2B5EF4-FFF2-40B4-BE49-F238E27FC236}">
                <a16:creationId xmlns:a16="http://schemas.microsoft.com/office/drawing/2014/main" id="{D3D4C340-CA72-4F69-B8A3-5C1486A7FB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868DD769-B794-455B-BBC7-64C1CC34C543}" type="slidenum">
              <a:rPr lang="en-US" altLang="zh-TW" sz="1300" smtClean="0">
                <a:latin typeface="Times New Roman" panose="02020603050405020304" pitchFamily="18" charset="0"/>
              </a:rPr>
              <a:pPr/>
              <a:t>18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026" name="Slide Image Placeholder 1">
            <a:extLst>
              <a:ext uri="{FF2B5EF4-FFF2-40B4-BE49-F238E27FC236}">
                <a16:creationId xmlns:a16="http://schemas.microsoft.com/office/drawing/2014/main" id="{F4303338-9F84-475E-83EB-4ADDBC04981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9027" name="Notes Placeholder 2">
            <a:extLst>
              <a:ext uri="{FF2B5EF4-FFF2-40B4-BE49-F238E27FC236}">
                <a16:creationId xmlns:a16="http://schemas.microsoft.com/office/drawing/2014/main" id="{D14001F5-9284-47A4-9A70-48454A2F43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  <p:sp>
        <p:nvSpPr>
          <p:cNvPr id="129028" name="Slide Number Placeholder 3">
            <a:extLst>
              <a:ext uri="{FF2B5EF4-FFF2-40B4-BE49-F238E27FC236}">
                <a16:creationId xmlns:a16="http://schemas.microsoft.com/office/drawing/2014/main" id="{8CF46F95-2C28-4CCD-9143-55E91D6809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F45AE5A9-E4DB-431B-BD31-3B26E5121D3D}" type="slidenum">
              <a:rPr lang="en-US" altLang="zh-TW" sz="1300" smtClean="0">
                <a:latin typeface="Times New Roman" panose="02020603050405020304" pitchFamily="18" charset="0"/>
              </a:rPr>
              <a:pPr/>
              <a:t>19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074" name="Slide Image Placeholder 1">
            <a:extLst>
              <a:ext uri="{FF2B5EF4-FFF2-40B4-BE49-F238E27FC236}">
                <a16:creationId xmlns:a16="http://schemas.microsoft.com/office/drawing/2014/main" id="{E02EDBCA-D993-4C84-9979-3E82FA03384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4803" name="Notes Placeholder 2">
            <a:extLst>
              <a:ext uri="{FF2B5EF4-FFF2-40B4-BE49-F238E27FC236}">
                <a16:creationId xmlns:a16="http://schemas.microsoft.com/office/drawing/2014/main" id="{53A9AC57-F4E6-44EC-A2F6-7BD3E52330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ln/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zh-TW" altLang="zh-TW" dirty="0"/>
          </a:p>
        </p:txBody>
      </p:sp>
      <p:sp>
        <p:nvSpPr>
          <p:cNvPr id="131076" name="Slide Number Placeholder 3">
            <a:extLst>
              <a:ext uri="{FF2B5EF4-FFF2-40B4-BE49-F238E27FC236}">
                <a16:creationId xmlns:a16="http://schemas.microsoft.com/office/drawing/2014/main" id="{E0AEBBD7-3BA9-46BE-951B-2AC40AF446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F1353E7E-9ACD-43BC-9300-2B52662CA15D}" type="slidenum">
              <a:rPr lang="en-US" altLang="zh-TW" sz="1300" smtClean="0">
                <a:latin typeface="Times New Roman" panose="02020603050405020304" pitchFamily="18" charset="0"/>
              </a:rPr>
              <a:pPr/>
              <a:t>20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22" name="Slide Image Placeholder 1">
            <a:extLst>
              <a:ext uri="{FF2B5EF4-FFF2-40B4-BE49-F238E27FC236}">
                <a16:creationId xmlns:a16="http://schemas.microsoft.com/office/drawing/2014/main" id="{D71917CA-86C3-4C01-A71E-14413F7C173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3123" name="Notes Placeholder 2">
            <a:extLst>
              <a:ext uri="{FF2B5EF4-FFF2-40B4-BE49-F238E27FC236}">
                <a16:creationId xmlns:a16="http://schemas.microsoft.com/office/drawing/2014/main" id="{AE895616-D0E0-49FB-B90B-DEC00CC76B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indent="0">
              <a:buFontTx/>
              <a:buNone/>
            </a:pPr>
            <a:endParaRPr lang="zh-TW" altLang="zh-TW" dirty="0"/>
          </a:p>
        </p:txBody>
      </p:sp>
      <p:sp>
        <p:nvSpPr>
          <p:cNvPr id="133124" name="Slide Number Placeholder 3">
            <a:extLst>
              <a:ext uri="{FF2B5EF4-FFF2-40B4-BE49-F238E27FC236}">
                <a16:creationId xmlns:a16="http://schemas.microsoft.com/office/drawing/2014/main" id="{AA21B95A-5025-4D0E-AF12-CF9D3AA881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AF28ED01-A59A-40ED-BF56-1972C07AA231}" type="slidenum">
              <a:rPr lang="en-US" altLang="zh-TW" sz="1300" smtClean="0">
                <a:latin typeface="Times New Roman" panose="02020603050405020304" pitchFamily="18" charset="0"/>
              </a:rPr>
              <a:pPr/>
              <a:t>21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70" name="Slide Image Placeholder 1">
            <a:extLst>
              <a:ext uri="{FF2B5EF4-FFF2-40B4-BE49-F238E27FC236}">
                <a16:creationId xmlns:a16="http://schemas.microsoft.com/office/drawing/2014/main" id="{5CEBCF68-0F35-4A5E-B90F-225D3C910BF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5171" name="Notes Placeholder 2">
            <a:extLst>
              <a:ext uri="{FF2B5EF4-FFF2-40B4-BE49-F238E27FC236}">
                <a16:creationId xmlns:a16="http://schemas.microsoft.com/office/drawing/2014/main" id="{89CE4561-B5B1-41CA-810D-769DA4EF89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75000"/>
              </a:lnSpc>
              <a:buFont typeface="Wingdings" panose="05000000000000000000" pitchFamily="2" charset="2"/>
              <a:buNone/>
            </a:pPr>
            <a:endParaRPr lang="zh-TW" altLang="zh-TW" dirty="0"/>
          </a:p>
        </p:txBody>
      </p:sp>
      <p:sp>
        <p:nvSpPr>
          <p:cNvPr id="135172" name="Slide Number Placeholder 3">
            <a:extLst>
              <a:ext uri="{FF2B5EF4-FFF2-40B4-BE49-F238E27FC236}">
                <a16:creationId xmlns:a16="http://schemas.microsoft.com/office/drawing/2014/main" id="{BB7671F9-0028-4D5F-9F02-586814F307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1450E8A6-524F-4D1F-BF8E-9CE8F2EC88C2}" type="slidenum">
              <a:rPr lang="en-US" altLang="zh-TW" sz="1300" smtClean="0">
                <a:latin typeface="Times New Roman" panose="02020603050405020304" pitchFamily="18" charset="0"/>
              </a:rPr>
              <a:pPr/>
              <a:t>22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218" name="Slide Image Placeholder 1">
            <a:extLst>
              <a:ext uri="{FF2B5EF4-FFF2-40B4-BE49-F238E27FC236}">
                <a16:creationId xmlns:a16="http://schemas.microsoft.com/office/drawing/2014/main" id="{6E6AB2A5-2CE3-4667-B65D-AF4983DC613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7219" name="Notes Placeholder 2">
            <a:extLst>
              <a:ext uri="{FF2B5EF4-FFF2-40B4-BE49-F238E27FC236}">
                <a16:creationId xmlns:a16="http://schemas.microsoft.com/office/drawing/2014/main" id="{C7692F50-7A81-4235-87E8-6724110A39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  <p:sp>
        <p:nvSpPr>
          <p:cNvPr id="137220" name="Slide Number Placeholder 3">
            <a:extLst>
              <a:ext uri="{FF2B5EF4-FFF2-40B4-BE49-F238E27FC236}">
                <a16:creationId xmlns:a16="http://schemas.microsoft.com/office/drawing/2014/main" id="{9DCB9B3A-FE9C-408F-8EC0-881DF8FA97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5EE896B1-80A9-4C00-AE87-3E75560CDD48}" type="slidenum">
              <a:rPr lang="en-US" altLang="zh-TW" sz="1300" smtClean="0">
                <a:latin typeface="Times New Roman" panose="02020603050405020304" pitchFamily="18" charset="0"/>
              </a:rPr>
              <a:pPr/>
              <a:t>23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266" name="Slide Image Placeholder 1">
            <a:extLst>
              <a:ext uri="{FF2B5EF4-FFF2-40B4-BE49-F238E27FC236}">
                <a16:creationId xmlns:a16="http://schemas.microsoft.com/office/drawing/2014/main" id="{3044AE74-4030-4521-B761-3F598FFD40B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9267" name="Notes Placeholder 2">
            <a:extLst>
              <a:ext uri="{FF2B5EF4-FFF2-40B4-BE49-F238E27FC236}">
                <a16:creationId xmlns:a16="http://schemas.microsoft.com/office/drawing/2014/main" id="{F6AF5F2F-69DA-4434-A7B0-20DA7C8A79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  <p:sp>
        <p:nvSpPr>
          <p:cNvPr id="139268" name="Slide Number Placeholder 3">
            <a:extLst>
              <a:ext uri="{FF2B5EF4-FFF2-40B4-BE49-F238E27FC236}">
                <a16:creationId xmlns:a16="http://schemas.microsoft.com/office/drawing/2014/main" id="{74EE2F28-5F7D-422B-976F-440AD7A97E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8F09B22D-8CFD-4D5A-AA00-BD9C09EB4B12}" type="slidenum">
              <a:rPr lang="en-US" altLang="zh-TW" sz="1300" smtClean="0">
                <a:latin typeface="Times New Roman" panose="02020603050405020304" pitchFamily="18" charset="0"/>
              </a:rPr>
              <a:pPr/>
              <a:t>24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314" name="Slide Image Placeholder 1">
            <a:extLst>
              <a:ext uri="{FF2B5EF4-FFF2-40B4-BE49-F238E27FC236}">
                <a16:creationId xmlns:a16="http://schemas.microsoft.com/office/drawing/2014/main" id="{27388AEA-EC9B-43D3-9353-BD68161004E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1315" name="Notes Placeholder 2">
            <a:extLst>
              <a:ext uri="{FF2B5EF4-FFF2-40B4-BE49-F238E27FC236}">
                <a16:creationId xmlns:a16="http://schemas.microsoft.com/office/drawing/2014/main" id="{0B5A1FF6-F06A-4084-8898-5BB0D72436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  <p:sp>
        <p:nvSpPr>
          <p:cNvPr id="141316" name="Slide Number Placeholder 3">
            <a:extLst>
              <a:ext uri="{FF2B5EF4-FFF2-40B4-BE49-F238E27FC236}">
                <a16:creationId xmlns:a16="http://schemas.microsoft.com/office/drawing/2014/main" id="{BBE1095F-A0D2-47CD-A840-456B581163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1277ED15-22A5-40A0-B3CC-6601EE708D7F}" type="slidenum">
              <a:rPr lang="en-US" altLang="zh-TW" sz="1300" smtClean="0">
                <a:latin typeface="Times New Roman" panose="02020603050405020304" pitchFamily="18" charset="0"/>
              </a:rPr>
              <a:pPr/>
              <a:t>25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62" name="Slide Image Placeholder 1">
            <a:extLst>
              <a:ext uri="{FF2B5EF4-FFF2-40B4-BE49-F238E27FC236}">
                <a16:creationId xmlns:a16="http://schemas.microsoft.com/office/drawing/2014/main" id="{1271E9DC-8FD7-405A-8E18-5792CBC3CCB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3363" name="Notes Placeholder 2">
            <a:extLst>
              <a:ext uri="{FF2B5EF4-FFF2-40B4-BE49-F238E27FC236}">
                <a16:creationId xmlns:a16="http://schemas.microsoft.com/office/drawing/2014/main" id="{262DC354-6025-43CD-964E-858AF8E813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  <p:sp>
        <p:nvSpPr>
          <p:cNvPr id="143364" name="Slide Number Placeholder 3">
            <a:extLst>
              <a:ext uri="{FF2B5EF4-FFF2-40B4-BE49-F238E27FC236}">
                <a16:creationId xmlns:a16="http://schemas.microsoft.com/office/drawing/2014/main" id="{638EE744-C5D4-4FF7-A473-F575B2349C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B2B475AC-4081-4A60-9A01-E399E3B158D3}" type="slidenum">
              <a:rPr lang="en-US" altLang="zh-TW" sz="1300" smtClean="0">
                <a:latin typeface="Times New Roman" panose="02020603050405020304" pitchFamily="18" charset="0"/>
              </a:rPr>
              <a:pPr/>
              <a:t>26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10" name="Slide Image Placeholder 1">
            <a:extLst>
              <a:ext uri="{FF2B5EF4-FFF2-40B4-BE49-F238E27FC236}">
                <a16:creationId xmlns:a16="http://schemas.microsoft.com/office/drawing/2014/main" id="{24432BE8-3BEE-44AD-B387-FA06EB7BD1D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5411" name="Notes Placeholder 2">
            <a:extLst>
              <a:ext uri="{FF2B5EF4-FFF2-40B4-BE49-F238E27FC236}">
                <a16:creationId xmlns:a16="http://schemas.microsoft.com/office/drawing/2014/main" id="{6CDEECF7-C308-4623-8E65-2C473E362D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endParaRPr lang="en-US" altLang="en-US" dirty="0"/>
          </a:p>
        </p:txBody>
      </p:sp>
      <p:sp>
        <p:nvSpPr>
          <p:cNvPr id="145412" name="Slide Number Placeholder 3">
            <a:extLst>
              <a:ext uri="{FF2B5EF4-FFF2-40B4-BE49-F238E27FC236}">
                <a16:creationId xmlns:a16="http://schemas.microsoft.com/office/drawing/2014/main" id="{943F1C76-24A7-48D9-8EDE-F4A20914A4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38C9FF40-950E-4C0C-AF45-606033792AD8}" type="slidenum">
              <a:rPr lang="en-US" altLang="en-US" sz="1300" smtClean="0">
                <a:solidFill>
                  <a:srgbClr val="000000"/>
                </a:solidFill>
                <a:latin typeface="Times New Roman" panose="02020603050405020304" pitchFamily="18" charset="0"/>
              </a:rPr>
              <a:pPr/>
              <a:t>27</a:t>
            </a:fld>
            <a:endParaRPr lang="en-US" altLang="en-US" sz="13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458" name="Slide Image Placeholder 1">
            <a:extLst>
              <a:ext uri="{FF2B5EF4-FFF2-40B4-BE49-F238E27FC236}">
                <a16:creationId xmlns:a16="http://schemas.microsoft.com/office/drawing/2014/main" id="{D6D224B4-6C8B-49BF-9686-54262589C21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7459" name="Notes Placeholder 2">
            <a:extLst>
              <a:ext uri="{FF2B5EF4-FFF2-40B4-BE49-F238E27FC236}">
                <a16:creationId xmlns:a16="http://schemas.microsoft.com/office/drawing/2014/main" id="{1E1A26FC-7FA2-44FC-933B-F48C1E1EF5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  <p:sp>
        <p:nvSpPr>
          <p:cNvPr id="147460" name="Slide Number Placeholder 3">
            <a:extLst>
              <a:ext uri="{FF2B5EF4-FFF2-40B4-BE49-F238E27FC236}">
                <a16:creationId xmlns:a16="http://schemas.microsoft.com/office/drawing/2014/main" id="{8620B5A6-D977-45D7-AA6B-3C9081E84B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1C0AED62-8D2C-4E44-AFB5-0FBF9CD4B4B5}" type="slidenum">
              <a:rPr lang="en-US" altLang="zh-TW" sz="1300" smtClean="0">
                <a:latin typeface="Times New Roman" panose="02020603050405020304" pitchFamily="18" charset="0"/>
              </a:rPr>
              <a:pPr/>
              <a:t>28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506" name="Slide Image Placeholder 1">
            <a:extLst>
              <a:ext uri="{FF2B5EF4-FFF2-40B4-BE49-F238E27FC236}">
                <a16:creationId xmlns:a16="http://schemas.microsoft.com/office/drawing/2014/main" id="{3F2646F2-F144-4A79-8C4F-459A6CE36C1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9507" name="Notes Placeholder 2">
            <a:extLst>
              <a:ext uri="{FF2B5EF4-FFF2-40B4-BE49-F238E27FC236}">
                <a16:creationId xmlns:a16="http://schemas.microsoft.com/office/drawing/2014/main" id="{EB49BD62-01F3-4B29-86EF-0C0A9785B4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9508" name="Slide Number Placeholder 3">
            <a:extLst>
              <a:ext uri="{FF2B5EF4-FFF2-40B4-BE49-F238E27FC236}">
                <a16:creationId xmlns:a16="http://schemas.microsoft.com/office/drawing/2014/main" id="{E8F149D9-E341-4131-BE87-44668408BD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93AEE23F-C9C5-47F1-BB09-969234AD45A0}" type="slidenum">
              <a:rPr lang="en-US" altLang="en-US" sz="1300" smtClean="0">
                <a:solidFill>
                  <a:srgbClr val="000000"/>
                </a:solidFill>
                <a:latin typeface="Times New Roman" panose="02020603050405020304" pitchFamily="18" charset="0"/>
              </a:rPr>
              <a:pPr/>
              <a:t>29</a:t>
            </a:fld>
            <a:endParaRPr lang="en-US" altLang="en-US" sz="13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3" name="Slide Image Placeholder 1">
            <a:extLst>
              <a:ext uri="{FF2B5EF4-FFF2-40B4-BE49-F238E27FC236}">
                <a16:creationId xmlns:a16="http://schemas.microsoft.com/office/drawing/2014/main" id="{4DED4E40-41AA-436C-A43A-B74BBC559C8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4994" name="Notes Placeholder 2">
            <a:extLst>
              <a:ext uri="{FF2B5EF4-FFF2-40B4-BE49-F238E27FC236}">
                <a16:creationId xmlns:a16="http://schemas.microsoft.com/office/drawing/2014/main" id="{9DEA1722-D6E0-45A7-B5A0-41543AA8E4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84995" name="Slide Number Placeholder 3">
            <a:extLst>
              <a:ext uri="{FF2B5EF4-FFF2-40B4-BE49-F238E27FC236}">
                <a16:creationId xmlns:a16="http://schemas.microsoft.com/office/drawing/2014/main" id="{4F2D5A2C-3E94-4982-95EA-671D507A8C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DD6FD285-9D59-40F1-8BA3-0F9623450BAF}" type="slidenum">
              <a:rPr lang="en-US" altLang="en-US" sz="1300">
                <a:latin typeface="Times New Roman" panose="02020603050405020304" pitchFamily="18" charset="0"/>
              </a:rPr>
              <a:pPr/>
              <a:t>30</a:t>
            </a:fld>
            <a:endParaRPr lang="en-US" altLang="en-US" sz="13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1" name="Slide Image Placeholder 1">
            <a:extLst>
              <a:ext uri="{FF2B5EF4-FFF2-40B4-BE49-F238E27FC236}">
                <a16:creationId xmlns:a16="http://schemas.microsoft.com/office/drawing/2014/main" id="{02D5A824-B3C2-494A-BB51-74B09E33C69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7042" name="Notes Placeholder 2">
            <a:extLst>
              <a:ext uri="{FF2B5EF4-FFF2-40B4-BE49-F238E27FC236}">
                <a16:creationId xmlns:a16="http://schemas.microsoft.com/office/drawing/2014/main" id="{D274F56B-0E51-405A-961A-F5E8F386BA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87043" name="Slide Number Placeholder 3">
            <a:extLst>
              <a:ext uri="{FF2B5EF4-FFF2-40B4-BE49-F238E27FC236}">
                <a16:creationId xmlns:a16="http://schemas.microsoft.com/office/drawing/2014/main" id="{A3F90AAC-FB49-427C-8F43-C70A43AD3D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45DEAE0D-5827-45EC-A405-C63644C2B431}" type="slidenum">
              <a:rPr lang="en-US" altLang="en-US" sz="1300">
                <a:latin typeface="Times New Roman" panose="02020603050405020304" pitchFamily="18" charset="0"/>
              </a:rPr>
              <a:pPr/>
              <a:t>31</a:t>
            </a:fld>
            <a:endParaRPr lang="en-US" altLang="en-US" sz="13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554" name="Slide Image Placeholder 1">
            <a:extLst>
              <a:ext uri="{FF2B5EF4-FFF2-40B4-BE49-F238E27FC236}">
                <a16:creationId xmlns:a16="http://schemas.microsoft.com/office/drawing/2014/main" id="{84ECD09C-E466-4C70-AFCC-2F40E73406C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1555" name="Notes Placeholder 2">
            <a:extLst>
              <a:ext uri="{FF2B5EF4-FFF2-40B4-BE49-F238E27FC236}">
                <a16:creationId xmlns:a16="http://schemas.microsoft.com/office/drawing/2014/main" id="{6F4EADDB-1C6E-4F1C-871A-FAC6547B02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  <p:sp>
        <p:nvSpPr>
          <p:cNvPr id="151556" name="Slide Number Placeholder 3">
            <a:extLst>
              <a:ext uri="{FF2B5EF4-FFF2-40B4-BE49-F238E27FC236}">
                <a16:creationId xmlns:a16="http://schemas.microsoft.com/office/drawing/2014/main" id="{F66E6ECA-F446-4649-B821-DB8F19091F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36EAA226-2EC1-42E7-BB74-3BAD95DA30F2}" type="slidenum">
              <a:rPr lang="en-US" altLang="zh-TW" sz="1300" smtClean="0">
                <a:latin typeface="Times New Roman" panose="02020603050405020304" pitchFamily="18" charset="0"/>
              </a:rPr>
              <a:pPr/>
              <a:t>32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02" name="Slide Image Placeholder 1">
            <a:extLst>
              <a:ext uri="{FF2B5EF4-FFF2-40B4-BE49-F238E27FC236}">
                <a16:creationId xmlns:a16="http://schemas.microsoft.com/office/drawing/2014/main" id="{5F80CE10-F054-4466-BCBF-8CE63878D85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3603" name="Notes Placeholder 2">
            <a:extLst>
              <a:ext uri="{FF2B5EF4-FFF2-40B4-BE49-F238E27FC236}">
                <a16:creationId xmlns:a16="http://schemas.microsoft.com/office/drawing/2014/main" id="{9364B2DD-B397-4902-A287-E1D8BFE6C1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zh-TW" dirty="0"/>
          </a:p>
        </p:txBody>
      </p:sp>
      <p:sp>
        <p:nvSpPr>
          <p:cNvPr id="153604" name="Slide Number Placeholder 3">
            <a:extLst>
              <a:ext uri="{FF2B5EF4-FFF2-40B4-BE49-F238E27FC236}">
                <a16:creationId xmlns:a16="http://schemas.microsoft.com/office/drawing/2014/main" id="{E90C405A-FC98-4BCD-8537-3A887328D8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7E76873D-956B-4914-B5EE-785790B9AA63}" type="slidenum">
              <a:rPr lang="en-US" altLang="zh-TW" sz="1300" smtClean="0">
                <a:latin typeface="Times New Roman" panose="02020603050405020304" pitchFamily="18" charset="0"/>
              </a:rPr>
              <a:pPr/>
              <a:t>33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698" name="Slide Image Placeholder 1">
            <a:extLst>
              <a:ext uri="{FF2B5EF4-FFF2-40B4-BE49-F238E27FC236}">
                <a16:creationId xmlns:a16="http://schemas.microsoft.com/office/drawing/2014/main" id="{7098E7DE-C9FD-4BA4-8FB7-5B36ED26E1A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7699" name="Notes Placeholder 2">
            <a:extLst>
              <a:ext uri="{FF2B5EF4-FFF2-40B4-BE49-F238E27FC236}">
                <a16:creationId xmlns:a16="http://schemas.microsoft.com/office/drawing/2014/main" id="{3075E883-7FA2-43A4-9963-A5CC62F54D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  <p:sp>
        <p:nvSpPr>
          <p:cNvPr id="157700" name="Slide Number Placeholder 3">
            <a:extLst>
              <a:ext uri="{FF2B5EF4-FFF2-40B4-BE49-F238E27FC236}">
                <a16:creationId xmlns:a16="http://schemas.microsoft.com/office/drawing/2014/main" id="{60C83778-18B0-4FA7-B927-5DD83A67A9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3F04B503-5FD7-423F-8FF7-2A043C71467F}" type="slidenum">
              <a:rPr lang="en-US" altLang="zh-TW" sz="1300" smtClean="0">
                <a:latin typeface="Times New Roman" panose="02020603050405020304" pitchFamily="18" charset="0"/>
              </a:rPr>
              <a:pPr/>
              <a:t>34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650" name="Slide Image Placeholder 1">
            <a:extLst>
              <a:ext uri="{FF2B5EF4-FFF2-40B4-BE49-F238E27FC236}">
                <a16:creationId xmlns:a16="http://schemas.microsoft.com/office/drawing/2014/main" id="{65450887-47F2-4D6C-A825-749AD8D111E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5651" name="Notes Placeholder 2">
            <a:extLst>
              <a:ext uri="{FF2B5EF4-FFF2-40B4-BE49-F238E27FC236}">
                <a16:creationId xmlns:a16="http://schemas.microsoft.com/office/drawing/2014/main" id="{3B15618B-F58A-4136-8419-A974F468C2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228600" indent="-228600">
              <a:buAutoNum type="arabicParenR"/>
            </a:pPr>
            <a:endParaRPr lang="en-US" altLang="zh-TW" dirty="0"/>
          </a:p>
        </p:txBody>
      </p:sp>
      <p:sp>
        <p:nvSpPr>
          <p:cNvPr id="155652" name="Slide Number Placeholder 3">
            <a:extLst>
              <a:ext uri="{FF2B5EF4-FFF2-40B4-BE49-F238E27FC236}">
                <a16:creationId xmlns:a16="http://schemas.microsoft.com/office/drawing/2014/main" id="{9D892092-6B57-4C5B-948C-C3653664A6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A941B477-D447-4A19-A837-8756763BB756}" type="slidenum">
              <a:rPr lang="en-US" altLang="zh-TW" sz="1300" smtClean="0">
                <a:latin typeface="Times New Roman" panose="02020603050405020304" pitchFamily="18" charset="0"/>
              </a:rPr>
              <a:pPr/>
              <a:t>35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002790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746" name="Slide Image Placeholder 1">
            <a:extLst>
              <a:ext uri="{FF2B5EF4-FFF2-40B4-BE49-F238E27FC236}">
                <a16:creationId xmlns:a16="http://schemas.microsoft.com/office/drawing/2014/main" id="{B041A40E-A755-4490-82B9-CF947B4DDA8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9747" name="Notes Placeholder 2">
            <a:extLst>
              <a:ext uri="{FF2B5EF4-FFF2-40B4-BE49-F238E27FC236}">
                <a16:creationId xmlns:a16="http://schemas.microsoft.com/office/drawing/2014/main" id="{C890B52B-B432-499F-924D-F8232E2524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  <p:sp>
        <p:nvSpPr>
          <p:cNvPr id="159748" name="Slide Number Placeholder 3">
            <a:extLst>
              <a:ext uri="{FF2B5EF4-FFF2-40B4-BE49-F238E27FC236}">
                <a16:creationId xmlns:a16="http://schemas.microsoft.com/office/drawing/2014/main" id="{14CD616D-0BF7-403F-9D15-BBB169CA8C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5D9BFFD4-6352-48E9-A467-D3678ED492CE}" type="slidenum">
              <a:rPr lang="en-US" altLang="zh-TW" sz="1300" smtClean="0">
                <a:latin typeface="Times New Roman" panose="02020603050405020304" pitchFamily="18" charset="0"/>
              </a:rPr>
              <a:pPr/>
              <a:t>36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794" name="Slide Image Placeholder 1">
            <a:extLst>
              <a:ext uri="{FF2B5EF4-FFF2-40B4-BE49-F238E27FC236}">
                <a16:creationId xmlns:a16="http://schemas.microsoft.com/office/drawing/2014/main" id="{753D09D1-5807-47B9-B395-AEAA4089D45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1795" name="Notes Placeholder 2">
            <a:extLst>
              <a:ext uri="{FF2B5EF4-FFF2-40B4-BE49-F238E27FC236}">
                <a16:creationId xmlns:a16="http://schemas.microsoft.com/office/drawing/2014/main" id="{E621A676-BE04-48F2-ABC2-E05EDB771F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  <p:sp>
        <p:nvSpPr>
          <p:cNvPr id="161796" name="Slide Number Placeholder 3">
            <a:extLst>
              <a:ext uri="{FF2B5EF4-FFF2-40B4-BE49-F238E27FC236}">
                <a16:creationId xmlns:a16="http://schemas.microsoft.com/office/drawing/2014/main" id="{7F50300C-C461-48FC-8CD8-8D79C94902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42A51F1B-F02E-4165-BB9A-84669B225AAF}" type="slidenum">
              <a:rPr lang="en-US" altLang="zh-TW" sz="1300" smtClean="0">
                <a:latin typeface="Times New Roman" panose="02020603050405020304" pitchFamily="18" charset="0"/>
              </a:rPr>
              <a:pPr/>
              <a:t>37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034" name="Slide Image Placeholder 1">
            <a:extLst>
              <a:ext uri="{FF2B5EF4-FFF2-40B4-BE49-F238E27FC236}">
                <a16:creationId xmlns:a16="http://schemas.microsoft.com/office/drawing/2014/main" id="{A8BD5B34-BBC3-4A49-9803-DCA9D109F2D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2035" name="Notes Placeholder 2">
            <a:extLst>
              <a:ext uri="{FF2B5EF4-FFF2-40B4-BE49-F238E27FC236}">
                <a16:creationId xmlns:a16="http://schemas.microsoft.com/office/drawing/2014/main" id="{D7253C08-DADB-4040-B958-EFCF8EF166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>
              <a:ea typeface="ＭＳ Ｐゴシック" panose="020B0600070205080204" pitchFamily="34" charset="-128"/>
            </a:endParaRPr>
          </a:p>
        </p:txBody>
      </p:sp>
      <p:sp>
        <p:nvSpPr>
          <p:cNvPr id="172036" name="Slide Number Placeholder 3">
            <a:extLst>
              <a:ext uri="{FF2B5EF4-FFF2-40B4-BE49-F238E27FC236}">
                <a16:creationId xmlns:a16="http://schemas.microsoft.com/office/drawing/2014/main" id="{21EEA919-6CA2-4418-A36B-824B62C360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B2062157-474D-4225-9C7D-22A02D0181B5}" type="slidenum">
              <a:rPr lang="en-US" altLang="zh-TW" sz="1300" smtClean="0">
                <a:latin typeface="Times New Roman" panose="02020603050405020304" pitchFamily="18" charset="0"/>
              </a:rPr>
              <a:pPr/>
              <a:t>38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82" name="Slide Image Placeholder 1">
            <a:extLst>
              <a:ext uri="{FF2B5EF4-FFF2-40B4-BE49-F238E27FC236}">
                <a16:creationId xmlns:a16="http://schemas.microsoft.com/office/drawing/2014/main" id="{263D9F08-0E0B-4D1B-A240-351952BABF8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4083" name="Notes Placeholder 2">
            <a:extLst>
              <a:ext uri="{FF2B5EF4-FFF2-40B4-BE49-F238E27FC236}">
                <a16:creationId xmlns:a16="http://schemas.microsoft.com/office/drawing/2014/main" id="{0FE71D1F-B014-462F-80A4-2678F9B88E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  <p:sp>
        <p:nvSpPr>
          <p:cNvPr id="174084" name="Slide Number Placeholder 3">
            <a:extLst>
              <a:ext uri="{FF2B5EF4-FFF2-40B4-BE49-F238E27FC236}">
                <a16:creationId xmlns:a16="http://schemas.microsoft.com/office/drawing/2014/main" id="{BEE23F33-8795-4CBD-88BA-47E7A6FD43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3E3B6A85-F9F7-47F7-ADE7-07E0E455ADEB}" type="slidenum">
              <a:rPr lang="en-US" altLang="zh-TW" sz="1300" smtClean="0">
                <a:latin typeface="Times New Roman" panose="02020603050405020304" pitchFamily="18" charset="0"/>
              </a:rPr>
              <a:pPr/>
              <a:t>39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130" name="Slide Image Placeholder 1">
            <a:extLst>
              <a:ext uri="{FF2B5EF4-FFF2-40B4-BE49-F238E27FC236}">
                <a16:creationId xmlns:a16="http://schemas.microsoft.com/office/drawing/2014/main" id="{88757BAE-1002-42C6-A493-699619F03D2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6131" name="Notes Placeholder 2">
            <a:extLst>
              <a:ext uri="{FF2B5EF4-FFF2-40B4-BE49-F238E27FC236}">
                <a16:creationId xmlns:a16="http://schemas.microsoft.com/office/drawing/2014/main" id="{7BDC20BF-70E6-4546-A859-3B5ADB00CC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  <p:sp>
        <p:nvSpPr>
          <p:cNvPr id="176132" name="Slide Number Placeholder 3">
            <a:extLst>
              <a:ext uri="{FF2B5EF4-FFF2-40B4-BE49-F238E27FC236}">
                <a16:creationId xmlns:a16="http://schemas.microsoft.com/office/drawing/2014/main" id="{F54FE8FE-94C3-47D0-9111-7A861E484B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F84E14A5-433A-4811-8C1E-53C33AD0D1F4}" type="slidenum">
              <a:rPr lang="en-US" altLang="zh-TW" sz="1300" smtClean="0">
                <a:latin typeface="Times New Roman" panose="02020603050405020304" pitchFamily="18" charset="0"/>
              </a:rPr>
              <a:pPr/>
              <a:t>40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178" name="Slide Image Placeholder 1">
            <a:extLst>
              <a:ext uri="{FF2B5EF4-FFF2-40B4-BE49-F238E27FC236}">
                <a16:creationId xmlns:a16="http://schemas.microsoft.com/office/drawing/2014/main" id="{4E96A608-84D1-43DE-8CB2-853F6E96329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8179" name="Notes Placeholder 2">
            <a:extLst>
              <a:ext uri="{FF2B5EF4-FFF2-40B4-BE49-F238E27FC236}">
                <a16:creationId xmlns:a16="http://schemas.microsoft.com/office/drawing/2014/main" id="{08DE8585-C527-4689-88BA-4083DF568D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  <p:sp>
        <p:nvSpPr>
          <p:cNvPr id="178180" name="Slide Number Placeholder 3">
            <a:extLst>
              <a:ext uri="{FF2B5EF4-FFF2-40B4-BE49-F238E27FC236}">
                <a16:creationId xmlns:a16="http://schemas.microsoft.com/office/drawing/2014/main" id="{E7E8FC04-490F-4AE5-A2AF-1C5F9804E6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E04247B0-B41B-4BA8-9F25-97DA7F263B70}" type="slidenum">
              <a:rPr lang="en-US" altLang="zh-TW" sz="1300" smtClean="0">
                <a:latin typeface="Times New Roman" panose="02020603050405020304" pitchFamily="18" charset="0"/>
              </a:rPr>
              <a:pPr/>
              <a:t>41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226" name="Slide Image Placeholder 1">
            <a:extLst>
              <a:ext uri="{FF2B5EF4-FFF2-40B4-BE49-F238E27FC236}">
                <a16:creationId xmlns:a16="http://schemas.microsoft.com/office/drawing/2014/main" id="{30984290-4519-4100-AF97-97CC65B28CB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0227" name="Notes Placeholder 2">
            <a:extLst>
              <a:ext uri="{FF2B5EF4-FFF2-40B4-BE49-F238E27FC236}">
                <a16:creationId xmlns:a16="http://schemas.microsoft.com/office/drawing/2014/main" id="{ACB56FF4-3458-4E3B-A8EB-BEC0D17B8B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80228" name="Slide Number Placeholder 3">
            <a:extLst>
              <a:ext uri="{FF2B5EF4-FFF2-40B4-BE49-F238E27FC236}">
                <a16:creationId xmlns:a16="http://schemas.microsoft.com/office/drawing/2014/main" id="{4BA2B7E1-C40A-4B08-A32D-3422F73FFB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0E867621-E8F1-40E8-B335-9D5C222E1E0F}" type="slidenum">
              <a:rPr lang="en-US" altLang="en-US" sz="1300" smtClean="0">
                <a:latin typeface="Times New Roman" panose="02020603050405020304" pitchFamily="18" charset="0"/>
              </a:rPr>
              <a:pPr/>
              <a:t>42</a:t>
            </a:fld>
            <a:endParaRPr lang="en-US" altLang="en-US" sz="13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274" name="Slide Image Placeholder 1">
            <a:extLst>
              <a:ext uri="{FF2B5EF4-FFF2-40B4-BE49-F238E27FC236}">
                <a16:creationId xmlns:a16="http://schemas.microsoft.com/office/drawing/2014/main" id="{EB91B880-0BEB-4C8D-B7F5-2179B44C439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2275" name="Notes Placeholder 2">
            <a:extLst>
              <a:ext uri="{FF2B5EF4-FFF2-40B4-BE49-F238E27FC236}">
                <a16:creationId xmlns:a16="http://schemas.microsoft.com/office/drawing/2014/main" id="{6C8536D7-BAE2-4D7D-BEE0-F3803C9A05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  <p:sp>
        <p:nvSpPr>
          <p:cNvPr id="182276" name="Slide Number Placeholder 3">
            <a:extLst>
              <a:ext uri="{FF2B5EF4-FFF2-40B4-BE49-F238E27FC236}">
                <a16:creationId xmlns:a16="http://schemas.microsoft.com/office/drawing/2014/main" id="{79915999-FE53-4DCE-B0C2-0FDEDF2C94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0AC47AC2-750C-4AEC-A4D2-6E296E7B0E66}" type="slidenum">
              <a:rPr lang="en-US" altLang="zh-TW" sz="1300" smtClean="0">
                <a:latin typeface="Times New Roman" panose="02020603050405020304" pitchFamily="18" charset="0"/>
              </a:rPr>
              <a:pPr/>
              <a:t>43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22" name="Slide Image Placeholder 1">
            <a:extLst>
              <a:ext uri="{FF2B5EF4-FFF2-40B4-BE49-F238E27FC236}">
                <a16:creationId xmlns:a16="http://schemas.microsoft.com/office/drawing/2014/main" id="{3C301A05-0C46-47E3-85CA-F73349B6E39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4323" name="Notes Placeholder 2">
            <a:extLst>
              <a:ext uri="{FF2B5EF4-FFF2-40B4-BE49-F238E27FC236}">
                <a16:creationId xmlns:a16="http://schemas.microsoft.com/office/drawing/2014/main" id="{F2F3C615-DF9A-4FE0-8FD3-550BE3302B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  <p:sp>
        <p:nvSpPr>
          <p:cNvPr id="184324" name="Slide Number Placeholder 3">
            <a:extLst>
              <a:ext uri="{FF2B5EF4-FFF2-40B4-BE49-F238E27FC236}">
                <a16:creationId xmlns:a16="http://schemas.microsoft.com/office/drawing/2014/main" id="{A56C4756-98A6-4BDD-AC78-D25091B1B3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771C2179-27D5-4ACF-A6CF-43A34A6EE533}" type="slidenum">
              <a:rPr lang="en-US" altLang="zh-TW" sz="1300" smtClean="0">
                <a:latin typeface="Times New Roman" panose="02020603050405020304" pitchFamily="18" charset="0"/>
              </a:rPr>
              <a:pPr/>
              <a:t>44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370" name="Slide Image Placeholder 1">
            <a:extLst>
              <a:ext uri="{FF2B5EF4-FFF2-40B4-BE49-F238E27FC236}">
                <a16:creationId xmlns:a16="http://schemas.microsoft.com/office/drawing/2014/main" id="{2BB72329-5A2A-4B4F-A73F-E164335764C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6371" name="Notes Placeholder 2">
            <a:extLst>
              <a:ext uri="{FF2B5EF4-FFF2-40B4-BE49-F238E27FC236}">
                <a16:creationId xmlns:a16="http://schemas.microsoft.com/office/drawing/2014/main" id="{999D08D8-C1E7-4544-8CC1-A5A55C159E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  <p:sp>
        <p:nvSpPr>
          <p:cNvPr id="186372" name="Slide Number Placeholder 3">
            <a:extLst>
              <a:ext uri="{FF2B5EF4-FFF2-40B4-BE49-F238E27FC236}">
                <a16:creationId xmlns:a16="http://schemas.microsoft.com/office/drawing/2014/main" id="{C91A62B4-ADE4-441F-8BC2-E20727724C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ECF7413A-AFE8-4F2F-923F-05BF873199A6}" type="slidenum">
              <a:rPr lang="en-US" altLang="zh-TW" sz="1300" smtClean="0">
                <a:latin typeface="Times New Roman" panose="02020603050405020304" pitchFamily="18" charset="0"/>
              </a:rPr>
              <a:pPr/>
              <a:t>45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418" name="Slide Image Placeholder 1">
            <a:extLst>
              <a:ext uri="{FF2B5EF4-FFF2-40B4-BE49-F238E27FC236}">
                <a16:creationId xmlns:a16="http://schemas.microsoft.com/office/drawing/2014/main" id="{13600718-2FB1-4E63-97A0-B5DB60B4675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8419" name="Notes Placeholder 2">
            <a:extLst>
              <a:ext uri="{FF2B5EF4-FFF2-40B4-BE49-F238E27FC236}">
                <a16:creationId xmlns:a16="http://schemas.microsoft.com/office/drawing/2014/main" id="{3ACE8BBF-486C-4FDB-A085-5B5F7F2E56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  <p:sp>
        <p:nvSpPr>
          <p:cNvPr id="188420" name="Slide Number Placeholder 3">
            <a:extLst>
              <a:ext uri="{FF2B5EF4-FFF2-40B4-BE49-F238E27FC236}">
                <a16:creationId xmlns:a16="http://schemas.microsoft.com/office/drawing/2014/main" id="{EB6CBE3E-EB35-4B31-9CEB-ABF7539A18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7BA1676B-6264-47B6-9CFC-D5B3F73FB98D}" type="slidenum">
              <a:rPr lang="en-US" altLang="zh-TW" sz="1300" smtClean="0">
                <a:latin typeface="Times New Roman" panose="02020603050405020304" pitchFamily="18" charset="0"/>
              </a:rPr>
              <a:pPr/>
              <a:t>46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466" name="Slide Image Placeholder 1">
            <a:extLst>
              <a:ext uri="{FF2B5EF4-FFF2-40B4-BE49-F238E27FC236}">
                <a16:creationId xmlns:a16="http://schemas.microsoft.com/office/drawing/2014/main" id="{31BA733A-7524-4578-8835-1BA7A0DD8B6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0467" name="Notes Placeholder 2">
            <a:extLst>
              <a:ext uri="{FF2B5EF4-FFF2-40B4-BE49-F238E27FC236}">
                <a16:creationId xmlns:a16="http://schemas.microsoft.com/office/drawing/2014/main" id="{024367BB-7119-4927-8423-DA5EF0B1AB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  <p:sp>
        <p:nvSpPr>
          <p:cNvPr id="190468" name="Slide Number Placeholder 3">
            <a:extLst>
              <a:ext uri="{FF2B5EF4-FFF2-40B4-BE49-F238E27FC236}">
                <a16:creationId xmlns:a16="http://schemas.microsoft.com/office/drawing/2014/main" id="{4B6BB144-7FF1-4839-BAB9-BE72666EAF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5200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5200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5200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5200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buClr>
                <a:srgbClr val="C0504D"/>
              </a:buClr>
            </a:pPr>
            <a:fld id="{76C9F90A-CF9F-40D8-912C-796474817345}" type="slidenum">
              <a:rPr lang="en-US" altLang="zh-TW" sz="1300" smtClean="0">
                <a:solidFill>
                  <a:srgbClr val="000000"/>
                </a:solidFill>
                <a:latin typeface="Times New Roman" panose="02020603050405020304" pitchFamily="18" charset="0"/>
              </a:rPr>
              <a:pPr>
                <a:buClr>
                  <a:srgbClr val="C0504D"/>
                </a:buClr>
              </a:pPr>
              <a:t>47</a:t>
            </a:fld>
            <a:endParaRPr lang="en-US" altLang="zh-TW" sz="13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514" name="Slide Image Placeholder 1">
            <a:extLst>
              <a:ext uri="{FF2B5EF4-FFF2-40B4-BE49-F238E27FC236}">
                <a16:creationId xmlns:a16="http://schemas.microsoft.com/office/drawing/2014/main" id="{2D47DCFD-FCB2-4BAB-ABA1-B64D0669EA4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2515" name="Notes Placeholder 2">
            <a:extLst>
              <a:ext uri="{FF2B5EF4-FFF2-40B4-BE49-F238E27FC236}">
                <a16:creationId xmlns:a16="http://schemas.microsoft.com/office/drawing/2014/main" id="{6FCA2398-DC17-46F9-91DE-D364E8DCCE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zh-TW" altLang="zh-TW" dirty="0"/>
          </a:p>
        </p:txBody>
      </p:sp>
      <p:sp>
        <p:nvSpPr>
          <p:cNvPr id="192516" name="Slide Number Placeholder 3">
            <a:extLst>
              <a:ext uri="{FF2B5EF4-FFF2-40B4-BE49-F238E27FC236}">
                <a16:creationId xmlns:a16="http://schemas.microsoft.com/office/drawing/2014/main" id="{AF72E10D-18D0-4BF1-9BE8-F7124A468E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buClr>
                <a:srgbClr val="C0504D"/>
              </a:buClr>
            </a:pPr>
            <a:fld id="{5F9431AD-8DEA-4A5A-A838-76D3969DB07C}" type="slidenum">
              <a:rPr lang="en-US" altLang="zh-TW" sz="1300" smtClean="0">
                <a:solidFill>
                  <a:srgbClr val="000000"/>
                </a:solidFill>
                <a:latin typeface="Times New Roman" panose="02020603050405020304" pitchFamily="18" charset="0"/>
              </a:rPr>
              <a:pPr>
                <a:buClr>
                  <a:srgbClr val="C0504D"/>
                </a:buClr>
              </a:pPr>
              <a:t>48</a:t>
            </a:fld>
            <a:endParaRPr lang="en-US" altLang="zh-TW" sz="13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62" name="Slide Image Placeholder 1">
            <a:extLst>
              <a:ext uri="{FF2B5EF4-FFF2-40B4-BE49-F238E27FC236}">
                <a16:creationId xmlns:a16="http://schemas.microsoft.com/office/drawing/2014/main" id="{E7BB406D-16A2-44E5-A962-BA39009A223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4563" name="Notes Placeholder 2">
            <a:extLst>
              <a:ext uri="{FF2B5EF4-FFF2-40B4-BE49-F238E27FC236}">
                <a16:creationId xmlns:a16="http://schemas.microsoft.com/office/drawing/2014/main" id="{1A43F4C0-C2EA-4F5F-8CCD-F095A93898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zh-TW" dirty="0"/>
          </a:p>
        </p:txBody>
      </p:sp>
      <p:sp>
        <p:nvSpPr>
          <p:cNvPr id="194564" name="Slide Number Placeholder 3">
            <a:extLst>
              <a:ext uri="{FF2B5EF4-FFF2-40B4-BE49-F238E27FC236}">
                <a16:creationId xmlns:a16="http://schemas.microsoft.com/office/drawing/2014/main" id="{7440A43A-3DFE-41AF-85AA-1C43F343DE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5200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5200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5200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5200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buClr>
                <a:srgbClr val="C0504D"/>
              </a:buClr>
            </a:pPr>
            <a:fld id="{B2B39F32-3235-44B0-9C11-F57486AD4240}" type="slidenum">
              <a:rPr lang="en-US" altLang="zh-TW" sz="1300" smtClean="0">
                <a:solidFill>
                  <a:srgbClr val="000000"/>
                </a:solidFill>
                <a:latin typeface="Times New Roman" panose="02020603050405020304" pitchFamily="18" charset="0"/>
              </a:rPr>
              <a:pPr>
                <a:buClr>
                  <a:srgbClr val="C0504D"/>
                </a:buClr>
              </a:pPr>
              <a:t>49</a:t>
            </a:fld>
            <a:endParaRPr lang="en-US" altLang="zh-TW" sz="13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610" name="Slide Image Placeholder 1">
            <a:extLst>
              <a:ext uri="{FF2B5EF4-FFF2-40B4-BE49-F238E27FC236}">
                <a16:creationId xmlns:a16="http://schemas.microsoft.com/office/drawing/2014/main" id="{FFA43C5A-A2EA-495C-85F3-1EB14A56731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6611" name="Notes Placeholder 2">
            <a:extLst>
              <a:ext uri="{FF2B5EF4-FFF2-40B4-BE49-F238E27FC236}">
                <a16:creationId xmlns:a16="http://schemas.microsoft.com/office/drawing/2014/main" id="{C99D6D7F-ECCF-45E2-9342-3739837C99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  <p:sp>
        <p:nvSpPr>
          <p:cNvPr id="196612" name="Slide Number Placeholder 3">
            <a:extLst>
              <a:ext uri="{FF2B5EF4-FFF2-40B4-BE49-F238E27FC236}">
                <a16:creationId xmlns:a16="http://schemas.microsoft.com/office/drawing/2014/main" id="{92F688E3-1810-491B-9775-2A98E39ACC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FA60766A-0820-4025-939A-CFFE5C1ABDF0}" type="slidenum">
              <a:rPr lang="en-US" altLang="zh-TW" sz="1300" smtClean="0">
                <a:latin typeface="Times New Roman" panose="02020603050405020304" pitchFamily="18" charset="0"/>
              </a:rPr>
              <a:pPr/>
              <a:t>50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658" name="Slide Image Placeholder 1">
            <a:extLst>
              <a:ext uri="{FF2B5EF4-FFF2-40B4-BE49-F238E27FC236}">
                <a16:creationId xmlns:a16="http://schemas.microsoft.com/office/drawing/2014/main" id="{D87334C1-0BA7-42E3-A182-410149549B9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8659" name="Notes Placeholder 2">
            <a:extLst>
              <a:ext uri="{FF2B5EF4-FFF2-40B4-BE49-F238E27FC236}">
                <a16:creationId xmlns:a16="http://schemas.microsoft.com/office/drawing/2014/main" id="{060F3DF1-2DAA-4B2F-9E7B-2F03C8E1BA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  <p:sp>
        <p:nvSpPr>
          <p:cNvPr id="198660" name="Slide Number Placeholder 3">
            <a:extLst>
              <a:ext uri="{FF2B5EF4-FFF2-40B4-BE49-F238E27FC236}">
                <a16:creationId xmlns:a16="http://schemas.microsoft.com/office/drawing/2014/main" id="{0A81EEBB-1DED-49AB-AC28-5673D109EA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buClr>
                <a:srgbClr val="C0504D"/>
              </a:buClr>
            </a:pPr>
            <a:fld id="{94E9DB63-CB91-42BB-A93F-861A5870A463}" type="slidenum">
              <a:rPr lang="en-US" altLang="zh-TW" sz="1300" smtClean="0">
                <a:solidFill>
                  <a:srgbClr val="000000"/>
                </a:solidFill>
                <a:latin typeface="Times New Roman" panose="02020603050405020304" pitchFamily="18" charset="0"/>
              </a:rPr>
              <a:pPr eaLnBrk="1" hangingPunct="1">
                <a:buClr>
                  <a:srgbClr val="C0504D"/>
                </a:buClr>
              </a:pPr>
              <a:t>51</a:t>
            </a:fld>
            <a:endParaRPr lang="en-US" altLang="zh-TW" sz="13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706" name="Slide Image Placeholder 1">
            <a:extLst>
              <a:ext uri="{FF2B5EF4-FFF2-40B4-BE49-F238E27FC236}">
                <a16:creationId xmlns:a16="http://schemas.microsoft.com/office/drawing/2014/main" id="{4A1E6907-9B62-4006-AEE9-BD5B5916ABD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0707" name="Notes Placeholder 2">
            <a:extLst>
              <a:ext uri="{FF2B5EF4-FFF2-40B4-BE49-F238E27FC236}">
                <a16:creationId xmlns:a16="http://schemas.microsoft.com/office/drawing/2014/main" id="{93D8DB29-0541-4AD6-B08A-1584183C36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>
              <a:ea typeface="ＭＳ Ｐゴシック" panose="020B0600070205080204" pitchFamily="34" charset="-128"/>
            </a:endParaRPr>
          </a:p>
        </p:txBody>
      </p:sp>
      <p:sp>
        <p:nvSpPr>
          <p:cNvPr id="200708" name="Slide Number Placeholder 3">
            <a:extLst>
              <a:ext uri="{FF2B5EF4-FFF2-40B4-BE49-F238E27FC236}">
                <a16:creationId xmlns:a16="http://schemas.microsoft.com/office/drawing/2014/main" id="{9AC770AD-5BD0-432D-8468-CD088A643E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413FC2D7-7616-41D6-BF5F-004C4BCA6E52}" type="slidenum">
              <a:rPr lang="en-US" altLang="zh-TW" sz="1300" smtClean="0">
                <a:latin typeface="Times New Roman" panose="02020603050405020304" pitchFamily="18" charset="0"/>
              </a:rPr>
              <a:pPr/>
              <a:t>52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754" name="Slide Image Placeholder 1">
            <a:extLst>
              <a:ext uri="{FF2B5EF4-FFF2-40B4-BE49-F238E27FC236}">
                <a16:creationId xmlns:a16="http://schemas.microsoft.com/office/drawing/2014/main" id="{F253D2E2-3424-4E59-A568-63B082A2AB2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2755" name="Notes Placeholder 2">
            <a:extLst>
              <a:ext uri="{FF2B5EF4-FFF2-40B4-BE49-F238E27FC236}">
                <a16:creationId xmlns:a16="http://schemas.microsoft.com/office/drawing/2014/main" id="{206906BA-63EE-46A8-9CCA-389278A003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  <p:sp>
        <p:nvSpPr>
          <p:cNvPr id="202756" name="Slide Number Placeholder 3">
            <a:extLst>
              <a:ext uri="{FF2B5EF4-FFF2-40B4-BE49-F238E27FC236}">
                <a16:creationId xmlns:a16="http://schemas.microsoft.com/office/drawing/2014/main" id="{3554A733-847F-414D-8BE2-BB06E360C3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05D4ED10-E82A-4F58-B0AE-8D7AFA2BCF48}" type="slidenum">
              <a:rPr lang="en-US" altLang="zh-TW" sz="1300" smtClean="0">
                <a:latin typeface="Times New Roman" panose="02020603050405020304" pitchFamily="18" charset="0"/>
              </a:rPr>
              <a:pPr/>
              <a:t>53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02" name="Slide Image Placeholder 1">
            <a:extLst>
              <a:ext uri="{FF2B5EF4-FFF2-40B4-BE49-F238E27FC236}">
                <a16:creationId xmlns:a16="http://schemas.microsoft.com/office/drawing/2014/main" id="{2E46C11A-CCC4-4F50-8899-084D7DD6717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4803" name="Notes Placeholder 2">
            <a:extLst>
              <a:ext uri="{FF2B5EF4-FFF2-40B4-BE49-F238E27FC236}">
                <a16:creationId xmlns:a16="http://schemas.microsoft.com/office/drawing/2014/main" id="{52E28D36-3DD3-4949-B6CC-A16875A980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</p:txBody>
      </p:sp>
      <p:sp>
        <p:nvSpPr>
          <p:cNvPr id="204804" name="Slide Number Placeholder 3">
            <a:extLst>
              <a:ext uri="{FF2B5EF4-FFF2-40B4-BE49-F238E27FC236}">
                <a16:creationId xmlns:a16="http://schemas.microsoft.com/office/drawing/2014/main" id="{95F2911C-7B10-42B0-A33C-F2B95C32F5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E48B8087-C191-4064-8AF4-9D4FA574F2D4}" type="slidenum">
              <a:rPr lang="en-US" altLang="zh-TW" sz="1300" smtClean="0">
                <a:latin typeface="Times New Roman" panose="02020603050405020304" pitchFamily="18" charset="0"/>
              </a:rPr>
              <a:pPr/>
              <a:t>54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850" name="Slide Image Placeholder 1">
            <a:extLst>
              <a:ext uri="{FF2B5EF4-FFF2-40B4-BE49-F238E27FC236}">
                <a16:creationId xmlns:a16="http://schemas.microsoft.com/office/drawing/2014/main" id="{FFFD3831-81F9-4CA5-ACF4-74B14938EF6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6851" name="Notes Placeholder 2">
            <a:extLst>
              <a:ext uri="{FF2B5EF4-FFF2-40B4-BE49-F238E27FC236}">
                <a16:creationId xmlns:a16="http://schemas.microsoft.com/office/drawing/2014/main" id="{E93B1EC6-17C2-44CC-A4E0-25DAAABFB7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  <p:sp>
        <p:nvSpPr>
          <p:cNvPr id="206852" name="Slide Number Placeholder 3">
            <a:extLst>
              <a:ext uri="{FF2B5EF4-FFF2-40B4-BE49-F238E27FC236}">
                <a16:creationId xmlns:a16="http://schemas.microsoft.com/office/drawing/2014/main" id="{B31C839C-7AED-4FCD-9020-5B0CF49956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525C581A-BBB9-4F93-8D6B-AD1F649D0DC5}" type="slidenum">
              <a:rPr lang="en-US" altLang="zh-TW" sz="1300" smtClean="0">
                <a:latin typeface="Times New Roman" panose="02020603050405020304" pitchFamily="18" charset="0"/>
              </a:rPr>
              <a:pPr/>
              <a:t>55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898" name="Slide Image Placeholder 1">
            <a:extLst>
              <a:ext uri="{FF2B5EF4-FFF2-40B4-BE49-F238E27FC236}">
                <a16:creationId xmlns:a16="http://schemas.microsoft.com/office/drawing/2014/main" id="{97B9FCDA-3B02-4431-B952-AF443179764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8899" name="Notes Placeholder 2">
            <a:extLst>
              <a:ext uri="{FF2B5EF4-FFF2-40B4-BE49-F238E27FC236}">
                <a16:creationId xmlns:a16="http://schemas.microsoft.com/office/drawing/2014/main" id="{246E3D37-C054-4B63-909A-FC5201C35E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208900" name="Slide Number Placeholder 3">
            <a:extLst>
              <a:ext uri="{FF2B5EF4-FFF2-40B4-BE49-F238E27FC236}">
                <a16:creationId xmlns:a16="http://schemas.microsoft.com/office/drawing/2014/main" id="{8122586B-9E31-46B6-86BE-56D300D980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1D52258C-EA1D-479E-920B-9E81A9D3DF00}" type="slidenum">
              <a:rPr lang="en-US" altLang="en-US" sz="1300" smtClean="0">
                <a:latin typeface="Times New Roman" panose="02020603050405020304" pitchFamily="18" charset="0"/>
              </a:rPr>
              <a:pPr/>
              <a:t>56</a:t>
            </a:fld>
            <a:endParaRPr lang="en-US" altLang="en-US" sz="13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946" name="Slide Image Placeholder 1">
            <a:extLst>
              <a:ext uri="{FF2B5EF4-FFF2-40B4-BE49-F238E27FC236}">
                <a16:creationId xmlns:a16="http://schemas.microsoft.com/office/drawing/2014/main" id="{267F9CF2-75B2-4C39-B7F0-E97EB2CC566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0947" name="Notes Placeholder 2">
            <a:extLst>
              <a:ext uri="{FF2B5EF4-FFF2-40B4-BE49-F238E27FC236}">
                <a16:creationId xmlns:a16="http://schemas.microsoft.com/office/drawing/2014/main" id="{54BF0AA1-2086-4F67-8091-AD0B8324CF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  <p:sp>
        <p:nvSpPr>
          <p:cNvPr id="210948" name="Slide Number Placeholder 3">
            <a:extLst>
              <a:ext uri="{FF2B5EF4-FFF2-40B4-BE49-F238E27FC236}">
                <a16:creationId xmlns:a16="http://schemas.microsoft.com/office/drawing/2014/main" id="{9313C6AE-109C-4298-82B6-444F472D1D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buClr>
                <a:srgbClr val="C0504D"/>
              </a:buClr>
            </a:pPr>
            <a:fld id="{39F7809B-5819-4F41-B34C-D5341240FB9F}" type="slidenum">
              <a:rPr lang="en-US" altLang="zh-TW" sz="1300" smtClean="0">
                <a:solidFill>
                  <a:srgbClr val="000000"/>
                </a:solidFill>
                <a:latin typeface="Times New Roman" panose="02020603050405020304" pitchFamily="18" charset="0"/>
              </a:rPr>
              <a:pPr>
                <a:buClr>
                  <a:srgbClr val="C0504D"/>
                </a:buClr>
              </a:pPr>
              <a:t>57</a:t>
            </a:fld>
            <a:endParaRPr lang="en-US" altLang="zh-TW" sz="13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994" name="Slide Image Placeholder 1">
            <a:extLst>
              <a:ext uri="{FF2B5EF4-FFF2-40B4-BE49-F238E27FC236}">
                <a16:creationId xmlns:a16="http://schemas.microsoft.com/office/drawing/2014/main" id="{8A516AC3-DA9A-4307-A5A4-AA522E8F805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2995" name="Notes Placeholder 2">
            <a:extLst>
              <a:ext uri="{FF2B5EF4-FFF2-40B4-BE49-F238E27FC236}">
                <a16:creationId xmlns:a16="http://schemas.microsoft.com/office/drawing/2014/main" id="{F84E1760-EFAA-4F44-AFF9-9D246DE7A7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212996" name="Slide Number Placeholder 3">
            <a:extLst>
              <a:ext uri="{FF2B5EF4-FFF2-40B4-BE49-F238E27FC236}">
                <a16:creationId xmlns:a16="http://schemas.microsoft.com/office/drawing/2014/main" id="{A068656C-E028-4EF3-BDEC-E14EEB254B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077A7BEC-0528-4F2D-B92B-95B5D7CD8FC7}" type="slidenum">
              <a:rPr lang="en-US" altLang="en-US" sz="1300" smtClean="0">
                <a:solidFill>
                  <a:srgbClr val="000000"/>
                </a:solidFill>
                <a:latin typeface="Times New Roman" panose="02020603050405020304" pitchFamily="18" charset="0"/>
              </a:rPr>
              <a:pPr/>
              <a:t>58</a:t>
            </a:fld>
            <a:endParaRPr lang="en-US" altLang="en-US" sz="13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42" name="Slide Image Placeholder 1">
            <a:extLst>
              <a:ext uri="{FF2B5EF4-FFF2-40B4-BE49-F238E27FC236}">
                <a16:creationId xmlns:a16="http://schemas.microsoft.com/office/drawing/2014/main" id="{43521D40-E0ED-4AE9-A521-C6389E6A4AF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43" name="Notes Placeholder 2">
            <a:extLst>
              <a:ext uri="{FF2B5EF4-FFF2-40B4-BE49-F238E27FC236}">
                <a16:creationId xmlns:a16="http://schemas.microsoft.com/office/drawing/2014/main" id="{948802A0-1A26-415E-9E0E-5B443A3493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215044" name="Slide Number Placeholder 3">
            <a:extLst>
              <a:ext uri="{FF2B5EF4-FFF2-40B4-BE49-F238E27FC236}">
                <a16:creationId xmlns:a16="http://schemas.microsoft.com/office/drawing/2014/main" id="{F552189E-BB42-499A-90FE-A995B1299E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9C79A189-A095-4865-9DCD-75CB61465887}" type="slidenum">
              <a:rPr lang="en-US" altLang="en-US" sz="1300" smtClean="0">
                <a:solidFill>
                  <a:srgbClr val="000000"/>
                </a:solidFill>
                <a:latin typeface="Times New Roman" panose="02020603050405020304" pitchFamily="18" charset="0"/>
              </a:rPr>
              <a:pPr/>
              <a:t>59</a:t>
            </a:fld>
            <a:endParaRPr lang="en-US" altLang="en-US" sz="13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090" name="Slide Image Placeholder 1">
            <a:extLst>
              <a:ext uri="{FF2B5EF4-FFF2-40B4-BE49-F238E27FC236}">
                <a16:creationId xmlns:a16="http://schemas.microsoft.com/office/drawing/2014/main" id="{DB9C0D40-1E11-40ED-ADC1-55CDD789472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7091" name="Notes Placeholder 2">
            <a:extLst>
              <a:ext uri="{FF2B5EF4-FFF2-40B4-BE49-F238E27FC236}">
                <a16:creationId xmlns:a16="http://schemas.microsoft.com/office/drawing/2014/main" id="{A1623563-B05F-4FD8-A728-68DC22D68B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  <p:sp>
        <p:nvSpPr>
          <p:cNvPr id="217092" name="Slide Number Placeholder 3">
            <a:extLst>
              <a:ext uri="{FF2B5EF4-FFF2-40B4-BE49-F238E27FC236}">
                <a16:creationId xmlns:a16="http://schemas.microsoft.com/office/drawing/2014/main" id="{15F7FF1B-C702-490A-A088-7390DFCE1F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AB25458F-DAA6-408B-AFB8-5280E489752A}" type="slidenum">
              <a:rPr lang="en-US" altLang="zh-TW" sz="1300" smtClean="0">
                <a:latin typeface="Times New Roman" panose="02020603050405020304" pitchFamily="18" charset="0"/>
              </a:rPr>
              <a:pPr/>
              <a:t>60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138" name="Slide Image Placeholder 1">
            <a:extLst>
              <a:ext uri="{FF2B5EF4-FFF2-40B4-BE49-F238E27FC236}">
                <a16:creationId xmlns:a16="http://schemas.microsoft.com/office/drawing/2014/main" id="{A16F1753-5DAC-4E9A-A32F-08362489D8F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9139" name="Notes Placeholder 2">
            <a:extLst>
              <a:ext uri="{FF2B5EF4-FFF2-40B4-BE49-F238E27FC236}">
                <a16:creationId xmlns:a16="http://schemas.microsoft.com/office/drawing/2014/main" id="{1249425B-70DA-4597-BA7A-0D8550F18F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zh-TW" altLang="zh-TW" dirty="0"/>
          </a:p>
        </p:txBody>
      </p:sp>
      <p:sp>
        <p:nvSpPr>
          <p:cNvPr id="219140" name="Slide Number Placeholder 3">
            <a:extLst>
              <a:ext uri="{FF2B5EF4-FFF2-40B4-BE49-F238E27FC236}">
                <a16:creationId xmlns:a16="http://schemas.microsoft.com/office/drawing/2014/main" id="{51397C61-8BF8-41B6-BAFE-EBC2367DE9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8F143FF4-BBE8-4AD6-A0DB-C144F471252F}" type="slidenum">
              <a:rPr lang="en-US" altLang="zh-TW" sz="1300" smtClean="0">
                <a:latin typeface="Times New Roman" panose="02020603050405020304" pitchFamily="18" charset="0"/>
              </a:rPr>
              <a:pPr/>
              <a:t>61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186" name="Slide Image Placeholder 1">
            <a:extLst>
              <a:ext uri="{FF2B5EF4-FFF2-40B4-BE49-F238E27FC236}">
                <a16:creationId xmlns:a16="http://schemas.microsoft.com/office/drawing/2014/main" id="{7EC58ACC-C61B-4D71-892A-34DE9D07065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1187" name="Notes Placeholder 2">
            <a:extLst>
              <a:ext uri="{FF2B5EF4-FFF2-40B4-BE49-F238E27FC236}">
                <a16:creationId xmlns:a16="http://schemas.microsoft.com/office/drawing/2014/main" id="{5E8DE61E-0E9E-4AB6-87DB-E4DB4F30CE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  <p:sp>
        <p:nvSpPr>
          <p:cNvPr id="221188" name="Slide Number Placeholder 3">
            <a:extLst>
              <a:ext uri="{FF2B5EF4-FFF2-40B4-BE49-F238E27FC236}">
                <a16:creationId xmlns:a16="http://schemas.microsoft.com/office/drawing/2014/main" id="{DEB92967-760F-4D35-A503-D1A41FF2A5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70148C7A-0085-4C50-A560-0F9D7F43E00B}" type="slidenum">
              <a:rPr lang="en-US" altLang="zh-TW" sz="1300" smtClean="0">
                <a:latin typeface="Times New Roman" panose="02020603050405020304" pitchFamily="18" charset="0"/>
              </a:rPr>
              <a:pPr/>
              <a:t>62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234" name="Slide Image Placeholder 1">
            <a:extLst>
              <a:ext uri="{FF2B5EF4-FFF2-40B4-BE49-F238E27FC236}">
                <a16:creationId xmlns:a16="http://schemas.microsoft.com/office/drawing/2014/main" id="{A7A18FA5-5195-44AD-9836-695D44B93D2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3235" name="Notes Placeholder 2">
            <a:extLst>
              <a:ext uri="{FF2B5EF4-FFF2-40B4-BE49-F238E27FC236}">
                <a16:creationId xmlns:a16="http://schemas.microsoft.com/office/drawing/2014/main" id="{27C6A34D-61CE-44BF-B33C-8072BDD730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  <p:sp>
        <p:nvSpPr>
          <p:cNvPr id="223236" name="Slide Number Placeholder 3">
            <a:extLst>
              <a:ext uri="{FF2B5EF4-FFF2-40B4-BE49-F238E27FC236}">
                <a16:creationId xmlns:a16="http://schemas.microsoft.com/office/drawing/2014/main" id="{331A014B-F53E-44CF-A126-6A7C47A990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A07AB03B-397D-49C1-9FE3-779F6F80A72A}" type="slidenum">
              <a:rPr lang="en-US" altLang="zh-TW" sz="1300" smtClean="0">
                <a:latin typeface="Times New Roman" panose="02020603050405020304" pitchFamily="18" charset="0"/>
              </a:rPr>
              <a:pPr/>
              <a:t>63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82" name="Slide Image Placeholder 1">
            <a:extLst>
              <a:ext uri="{FF2B5EF4-FFF2-40B4-BE49-F238E27FC236}">
                <a16:creationId xmlns:a16="http://schemas.microsoft.com/office/drawing/2014/main" id="{3655C2A1-06DF-41FA-A6B9-8C25352541E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283" name="Notes Placeholder 2">
            <a:extLst>
              <a:ext uri="{FF2B5EF4-FFF2-40B4-BE49-F238E27FC236}">
                <a16:creationId xmlns:a16="http://schemas.microsoft.com/office/drawing/2014/main" id="{0D798E8A-2F76-4D2D-93F9-83B4281413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zh-TW" altLang="zh-TW" dirty="0"/>
          </a:p>
        </p:txBody>
      </p:sp>
      <p:sp>
        <p:nvSpPr>
          <p:cNvPr id="225284" name="Slide Number Placeholder 3">
            <a:extLst>
              <a:ext uri="{FF2B5EF4-FFF2-40B4-BE49-F238E27FC236}">
                <a16:creationId xmlns:a16="http://schemas.microsoft.com/office/drawing/2014/main" id="{D1733D13-973D-4E93-896E-D59B68C62A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76635773-B5B3-4674-A730-AA67B98C30B7}" type="slidenum">
              <a:rPr lang="en-US" altLang="zh-TW" sz="1300" smtClean="0">
                <a:latin typeface="Times New Roman" panose="02020603050405020304" pitchFamily="18" charset="0"/>
              </a:rPr>
              <a:pPr/>
              <a:t>64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330" name="Slide Image Placeholder 1">
            <a:extLst>
              <a:ext uri="{FF2B5EF4-FFF2-40B4-BE49-F238E27FC236}">
                <a16:creationId xmlns:a16="http://schemas.microsoft.com/office/drawing/2014/main" id="{4CDE9595-2222-435E-858B-DA86DA47B0E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7331" name="Notes Placeholder 2">
            <a:extLst>
              <a:ext uri="{FF2B5EF4-FFF2-40B4-BE49-F238E27FC236}">
                <a16:creationId xmlns:a16="http://schemas.microsoft.com/office/drawing/2014/main" id="{45EFBFED-A10A-41ED-9420-314C2822AA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  <p:sp>
        <p:nvSpPr>
          <p:cNvPr id="227332" name="Slide Number Placeholder 3">
            <a:extLst>
              <a:ext uri="{FF2B5EF4-FFF2-40B4-BE49-F238E27FC236}">
                <a16:creationId xmlns:a16="http://schemas.microsoft.com/office/drawing/2014/main" id="{6C545798-4DC6-41AA-990D-95D84DA9E5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95DD9549-94B6-4F51-B3CD-FEC9C60BF196}" type="slidenum">
              <a:rPr lang="en-US" altLang="zh-TW" sz="1300" smtClean="0">
                <a:latin typeface="Times New Roman" panose="02020603050405020304" pitchFamily="18" charset="0"/>
              </a:rPr>
              <a:pPr/>
              <a:t>65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378" name="Slide Image Placeholder 1">
            <a:extLst>
              <a:ext uri="{FF2B5EF4-FFF2-40B4-BE49-F238E27FC236}">
                <a16:creationId xmlns:a16="http://schemas.microsoft.com/office/drawing/2014/main" id="{91CA3D72-3E5F-461D-9A83-36C8C0F2AD4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9379" name="Notes Placeholder 2">
            <a:extLst>
              <a:ext uri="{FF2B5EF4-FFF2-40B4-BE49-F238E27FC236}">
                <a16:creationId xmlns:a16="http://schemas.microsoft.com/office/drawing/2014/main" id="{CCCEDCDA-55DA-496C-B4E9-95024C6931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zh-TW" dirty="0"/>
          </a:p>
        </p:txBody>
      </p:sp>
      <p:sp>
        <p:nvSpPr>
          <p:cNvPr id="229380" name="Slide Number Placeholder 3">
            <a:extLst>
              <a:ext uri="{FF2B5EF4-FFF2-40B4-BE49-F238E27FC236}">
                <a16:creationId xmlns:a16="http://schemas.microsoft.com/office/drawing/2014/main" id="{106D24AF-8BCE-4767-B57B-A73E566BB4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buClr>
                <a:srgbClr val="C0504D"/>
              </a:buClr>
            </a:pPr>
            <a:fld id="{FE6EF51D-27E9-4540-9F3D-9C7B9161C984}" type="slidenum">
              <a:rPr lang="en-US" altLang="zh-TW" sz="1300" smtClean="0">
                <a:solidFill>
                  <a:srgbClr val="000000"/>
                </a:solidFill>
                <a:latin typeface="Times New Roman" panose="02020603050405020304" pitchFamily="18" charset="0"/>
              </a:rPr>
              <a:pPr>
                <a:buClr>
                  <a:srgbClr val="C0504D"/>
                </a:buClr>
              </a:pPr>
              <a:t>66</a:t>
            </a:fld>
            <a:endParaRPr lang="en-US" altLang="zh-TW" sz="13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426" name="Slide Image Placeholder 1">
            <a:extLst>
              <a:ext uri="{FF2B5EF4-FFF2-40B4-BE49-F238E27FC236}">
                <a16:creationId xmlns:a16="http://schemas.microsoft.com/office/drawing/2014/main" id="{9538F081-E3F6-49E3-9E49-276FD828AC8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1427" name="Notes Placeholder 2">
            <a:extLst>
              <a:ext uri="{FF2B5EF4-FFF2-40B4-BE49-F238E27FC236}">
                <a16:creationId xmlns:a16="http://schemas.microsoft.com/office/drawing/2014/main" id="{DFAFAEC6-BF99-4783-9160-BF6B859025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zh-TW" altLang="zh-TW" dirty="0"/>
          </a:p>
        </p:txBody>
      </p:sp>
      <p:sp>
        <p:nvSpPr>
          <p:cNvPr id="231428" name="Slide Number Placeholder 3">
            <a:extLst>
              <a:ext uri="{FF2B5EF4-FFF2-40B4-BE49-F238E27FC236}">
                <a16:creationId xmlns:a16="http://schemas.microsoft.com/office/drawing/2014/main" id="{1E450634-E434-4A17-9C70-583765D830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buClr>
                <a:srgbClr val="C0504D"/>
              </a:buClr>
            </a:pPr>
            <a:fld id="{895FE69A-27BD-41A6-A620-9EE2A17CAAF6}" type="slidenum">
              <a:rPr lang="en-US" altLang="zh-TW" sz="1300" smtClean="0">
                <a:solidFill>
                  <a:srgbClr val="000000"/>
                </a:solidFill>
                <a:latin typeface="Times New Roman" panose="02020603050405020304" pitchFamily="18" charset="0"/>
              </a:rPr>
              <a:pPr>
                <a:buClr>
                  <a:srgbClr val="C0504D"/>
                </a:buClr>
              </a:pPr>
              <a:t>67</a:t>
            </a:fld>
            <a:endParaRPr lang="en-US" altLang="zh-TW" sz="13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474" name="Slide Image Placeholder 1">
            <a:extLst>
              <a:ext uri="{FF2B5EF4-FFF2-40B4-BE49-F238E27FC236}">
                <a16:creationId xmlns:a16="http://schemas.microsoft.com/office/drawing/2014/main" id="{24A87B95-7201-4662-8172-7B0C19C1FE7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3475" name="Notes Placeholder 2">
            <a:extLst>
              <a:ext uri="{FF2B5EF4-FFF2-40B4-BE49-F238E27FC236}">
                <a16:creationId xmlns:a16="http://schemas.microsoft.com/office/drawing/2014/main" id="{90B0284C-1799-46A8-8684-3A69CAF2EB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</p:txBody>
      </p:sp>
      <p:sp>
        <p:nvSpPr>
          <p:cNvPr id="233476" name="Slide Number Placeholder 3">
            <a:extLst>
              <a:ext uri="{FF2B5EF4-FFF2-40B4-BE49-F238E27FC236}">
                <a16:creationId xmlns:a16="http://schemas.microsoft.com/office/drawing/2014/main" id="{BD08EB0B-CA4D-4E7A-AEE0-5E4A7EBA8F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5200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5200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5200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5200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35F339C7-AC8D-44F7-A3D1-B3062F3B5D73}" type="slidenum">
              <a:rPr lang="en-US" altLang="zh-TW" sz="1300" smtClean="0">
                <a:latin typeface="Times New Roman" panose="02020603050405020304" pitchFamily="18" charset="0"/>
              </a:rPr>
              <a:pPr/>
              <a:t>68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B7F9EEE-A982-4800-A44C-C49151D4A294}" type="slidenum">
              <a:rPr lang="en-US" altLang="zh-TW" smtClean="0"/>
              <a:pPr>
                <a:defRPr/>
              </a:pPr>
              <a:t>69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780313195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546" name="Slide Image Placeholder 1">
            <a:extLst>
              <a:ext uri="{FF2B5EF4-FFF2-40B4-BE49-F238E27FC236}">
                <a16:creationId xmlns:a16="http://schemas.microsoft.com/office/drawing/2014/main" id="{D7A8CFAD-AB07-41B4-BEC9-D5EE961492D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6547" name="Notes Placeholder 2">
            <a:extLst>
              <a:ext uri="{FF2B5EF4-FFF2-40B4-BE49-F238E27FC236}">
                <a16:creationId xmlns:a16="http://schemas.microsoft.com/office/drawing/2014/main" id="{8418A08D-0167-42C5-8061-F04E9ABB41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>
              <a:ea typeface="ＭＳ Ｐゴシック" panose="020B0600070205080204" pitchFamily="34" charset="-128"/>
            </a:endParaRPr>
          </a:p>
        </p:txBody>
      </p:sp>
      <p:sp>
        <p:nvSpPr>
          <p:cNvPr id="236548" name="Slide Number Placeholder 3">
            <a:extLst>
              <a:ext uri="{FF2B5EF4-FFF2-40B4-BE49-F238E27FC236}">
                <a16:creationId xmlns:a16="http://schemas.microsoft.com/office/drawing/2014/main" id="{5C788A2E-4626-4CAC-84CA-882984A271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5CB87708-19C4-4985-8F83-F3A6F33B101C}" type="slidenum">
              <a:rPr lang="en-US" altLang="zh-TW" sz="1300" smtClean="0">
                <a:latin typeface="Times New Roman" panose="02020603050405020304" pitchFamily="18" charset="0"/>
              </a:rPr>
              <a:pPr/>
              <a:t>70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594" name="Slide Image Placeholder 1">
            <a:extLst>
              <a:ext uri="{FF2B5EF4-FFF2-40B4-BE49-F238E27FC236}">
                <a16:creationId xmlns:a16="http://schemas.microsoft.com/office/drawing/2014/main" id="{0D9D7DC9-3109-4128-9692-C92C1207952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8595" name="Notes Placeholder 2">
            <a:extLst>
              <a:ext uri="{FF2B5EF4-FFF2-40B4-BE49-F238E27FC236}">
                <a16:creationId xmlns:a16="http://schemas.microsoft.com/office/drawing/2014/main" id="{007577A5-1B77-4971-A68D-AE931E1147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  <p:sp>
        <p:nvSpPr>
          <p:cNvPr id="238596" name="Slide Number Placeholder 3">
            <a:extLst>
              <a:ext uri="{FF2B5EF4-FFF2-40B4-BE49-F238E27FC236}">
                <a16:creationId xmlns:a16="http://schemas.microsoft.com/office/drawing/2014/main" id="{700A06CF-9E29-4ECF-B92D-9C908B4B67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9A831522-C0B0-4DB6-BD78-3C058CE335C5}" type="slidenum">
              <a:rPr lang="en-US" altLang="zh-TW" sz="1300" smtClean="0">
                <a:latin typeface="Times New Roman" panose="02020603050405020304" pitchFamily="18" charset="0"/>
              </a:rPr>
              <a:pPr/>
              <a:t>71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642" name="Slide Image Placeholder 1">
            <a:extLst>
              <a:ext uri="{FF2B5EF4-FFF2-40B4-BE49-F238E27FC236}">
                <a16:creationId xmlns:a16="http://schemas.microsoft.com/office/drawing/2014/main" id="{EA3C777D-44EB-4C4A-80B7-CD11577F645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0643" name="Notes Placeholder 2">
            <a:extLst>
              <a:ext uri="{FF2B5EF4-FFF2-40B4-BE49-F238E27FC236}">
                <a16:creationId xmlns:a16="http://schemas.microsoft.com/office/drawing/2014/main" id="{564E5DA8-95CD-4751-A3B0-9C5DDF2D1D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zh-TW" dirty="0"/>
          </a:p>
        </p:txBody>
      </p:sp>
      <p:sp>
        <p:nvSpPr>
          <p:cNvPr id="240644" name="Slide Number Placeholder 3">
            <a:extLst>
              <a:ext uri="{FF2B5EF4-FFF2-40B4-BE49-F238E27FC236}">
                <a16:creationId xmlns:a16="http://schemas.microsoft.com/office/drawing/2014/main" id="{21F04638-2095-4D52-A93F-B7B2824210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B12B6D41-EC4E-467D-9391-E26BF097226E}" type="slidenum">
              <a:rPr lang="en-US" altLang="zh-TW" sz="1300" smtClean="0">
                <a:latin typeface="Times New Roman" panose="02020603050405020304" pitchFamily="18" charset="0"/>
              </a:rPr>
              <a:pPr/>
              <a:t>72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690" name="Slide Image Placeholder 1">
            <a:extLst>
              <a:ext uri="{FF2B5EF4-FFF2-40B4-BE49-F238E27FC236}">
                <a16:creationId xmlns:a16="http://schemas.microsoft.com/office/drawing/2014/main" id="{4E5BE2D4-ABE0-45A4-9EFD-03AA7B93371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2691" name="Notes Placeholder 2">
            <a:extLst>
              <a:ext uri="{FF2B5EF4-FFF2-40B4-BE49-F238E27FC236}">
                <a16:creationId xmlns:a16="http://schemas.microsoft.com/office/drawing/2014/main" id="{27853D84-C85B-458D-A5F8-3764835E71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  <p:sp>
        <p:nvSpPr>
          <p:cNvPr id="242692" name="Slide Number Placeholder 3">
            <a:extLst>
              <a:ext uri="{FF2B5EF4-FFF2-40B4-BE49-F238E27FC236}">
                <a16:creationId xmlns:a16="http://schemas.microsoft.com/office/drawing/2014/main" id="{B86A0F71-CFFE-44AB-B169-944701ACCD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AE0F6BFF-9B88-4182-A824-937A78E8F78F}" type="slidenum">
              <a:rPr lang="en-US" altLang="zh-TW" sz="1300" smtClean="0">
                <a:latin typeface="Times New Roman" panose="02020603050405020304" pitchFamily="18" charset="0"/>
              </a:rPr>
              <a:pPr/>
              <a:t>73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738" name="Slide Image Placeholder 1">
            <a:extLst>
              <a:ext uri="{FF2B5EF4-FFF2-40B4-BE49-F238E27FC236}">
                <a16:creationId xmlns:a16="http://schemas.microsoft.com/office/drawing/2014/main" id="{BA923F7F-F32A-4D40-9527-41FBEE5C65E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4739" name="Notes Placeholder 2">
            <a:extLst>
              <a:ext uri="{FF2B5EF4-FFF2-40B4-BE49-F238E27FC236}">
                <a16:creationId xmlns:a16="http://schemas.microsoft.com/office/drawing/2014/main" id="{7652948C-7737-46AF-8769-7B43F634E1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zh-TW" altLang="zh-TW" dirty="0"/>
          </a:p>
        </p:txBody>
      </p:sp>
      <p:sp>
        <p:nvSpPr>
          <p:cNvPr id="244740" name="Slide Number Placeholder 3">
            <a:extLst>
              <a:ext uri="{FF2B5EF4-FFF2-40B4-BE49-F238E27FC236}">
                <a16:creationId xmlns:a16="http://schemas.microsoft.com/office/drawing/2014/main" id="{5F01FDEA-0870-4F48-95D0-34C468E021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30227A8C-4214-41C4-AD8F-D7821E7F33EC}" type="slidenum">
              <a:rPr lang="en-US" altLang="zh-TW" sz="1300" smtClean="0">
                <a:latin typeface="Times New Roman" panose="02020603050405020304" pitchFamily="18" charset="0"/>
              </a:rPr>
              <a:pPr/>
              <a:t>74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786" name="Slide Image Placeholder 1">
            <a:extLst>
              <a:ext uri="{FF2B5EF4-FFF2-40B4-BE49-F238E27FC236}">
                <a16:creationId xmlns:a16="http://schemas.microsoft.com/office/drawing/2014/main" id="{EECD4DA8-9C03-4915-922D-EB90244D72B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6787" name="Notes Placeholder 2">
            <a:extLst>
              <a:ext uri="{FF2B5EF4-FFF2-40B4-BE49-F238E27FC236}">
                <a16:creationId xmlns:a16="http://schemas.microsoft.com/office/drawing/2014/main" id="{E3447B45-8E11-493F-A92A-AAC5CE9524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  <p:sp>
        <p:nvSpPr>
          <p:cNvPr id="246788" name="Slide Number Placeholder 3">
            <a:extLst>
              <a:ext uri="{FF2B5EF4-FFF2-40B4-BE49-F238E27FC236}">
                <a16:creationId xmlns:a16="http://schemas.microsoft.com/office/drawing/2014/main" id="{E9CA0D21-D288-4033-BBE4-8B6B9E7597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C68778E3-5D05-42D6-B7C8-6087BA712933}" type="slidenum">
              <a:rPr lang="en-US" altLang="zh-TW" sz="1300" smtClean="0">
                <a:latin typeface="Times New Roman" panose="02020603050405020304" pitchFamily="18" charset="0"/>
              </a:rPr>
              <a:pPr/>
              <a:t>75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834" name="Slide Image Placeholder 1">
            <a:extLst>
              <a:ext uri="{FF2B5EF4-FFF2-40B4-BE49-F238E27FC236}">
                <a16:creationId xmlns:a16="http://schemas.microsoft.com/office/drawing/2014/main" id="{2BFEE236-8E9A-4A68-AAC2-F3FD9DB5676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8835" name="Notes Placeholder 2">
            <a:extLst>
              <a:ext uri="{FF2B5EF4-FFF2-40B4-BE49-F238E27FC236}">
                <a16:creationId xmlns:a16="http://schemas.microsoft.com/office/drawing/2014/main" id="{D90CD150-A981-43E6-A9F9-D93668407D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  <p:sp>
        <p:nvSpPr>
          <p:cNvPr id="248836" name="Slide Number Placeholder 3">
            <a:extLst>
              <a:ext uri="{FF2B5EF4-FFF2-40B4-BE49-F238E27FC236}">
                <a16:creationId xmlns:a16="http://schemas.microsoft.com/office/drawing/2014/main" id="{45BD8ED1-FE14-4B2D-8727-1421B13D3B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04090E64-77BA-4C33-957A-3CD542AD30E1}" type="slidenum">
              <a:rPr lang="en-US" altLang="zh-TW" sz="1300" smtClean="0">
                <a:latin typeface="Times New Roman" panose="02020603050405020304" pitchFamily="18" charset="0"/>
              </a:rPr>
              <a:pPr/>
              <a:t>76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882" name="Slide Image Placeholder 1">
            <a:extLst>
              <a:ext uri="{FF2B5EF4-FFF2-40B4-BE49-F238E27FC236}">
                <a16:creationId xmlns:a16="http://schemas.microsoft.com/office/drawing/2014/main" id="{60CADE1F-E7AB-4E8A-963A-5482D5EFC8A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0883" name="Notes Placeholder 2">
            <a:extLst>
              <a:ext uri="{FF2B5EF4-FFF2-40B4-BE49-F238E27FC236}">
                <a16:creationId xmlns:a16="http://schemas.microsoft.com/office/drawing/2014/main" id="{C90EB6B6-6441-4A84-A12E-E1F82CECA1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  <p:sp>
        <p:nvSpPr>
          <p:cNvPr id="250884" name="Slide Number Placeholder 3">
            <a:extLst>
              <a:ext uri="{FF2B5EF4-FFF2-40B4-BE49-F238E27FC236}">
                <a16:creationId xmlns:a16="http://schemas.microsoft.com/office/drawing/2014/main" id="{408E0293-6EBF-4019-B006-3DF088D7D5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7DE6CF5A-FFA8-45CC-9A29-C1763096B6AE}" type="slidenum">
              <a:rPr lang="en-US" altLang="zh-TW" sz="1300" smtClean="0">
                <a:latin typeface="Times New Roman" panose="02020603050405020304" pitchFamily="18" charset="0"/>
              </a:rPr>
              <a:pPr/>
              <a:t>77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930" name="Slide Image Placeholder 1">
            <a:extLst>
              <a:ext uri="{FF2B5EF4-FFF2-40B4-BE49-F238E27FC236}">
                <a16:creationId xmlns:a16="http://schemas.microsoft.com/office/drawing/2014/main" id="{96950F02-AA1C-47E7-B3BB-008923A38D6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2931" name="Notes Placeholder 2">
            <a:extLst>
              <a:ext uri="{FF2B5EF4-FFF2-40B4-BE49-F238E27FC236}">
                <a16:creationId xmlns:a16="http://schemas.microsoft.com/office/drawing/2014/main" id="{C9DE092B-B2A2-499C-AF1C-1F35764653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zh-TW" dirty="0"/>
          </a:p>
        </p:txBody>
      </p:sp>
      <p:sp>
        <p:nvSpPr>
          <p:cNvPr id="252932" name="Slide Number Placeholder 3">
            <a:extLst>
              <a:ext uri="{FF2B5EF4-FFF2-40B4-BE49-F238E27FC236}">
                <a16:creationId xmlns:a16="http://schemas.microsoft.com/office/drawing/2014/main" id="{80B8D02F-9479-42E8-BB55-B5F51D8F80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62168AF3-CA32-4522-8026-58ECBFDDDD85}" type="slidenum">
              <a:rPr lang="en-US" altLang="zh-TW" sz="1300" smtClean="0">
                <a:latin typeface="Times New Roman" panose="02020603050405020304" pitchFamily="18" charset="0"/>
              </a:rPr>
              <a:pPr/>
              <a:t>78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970494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930" name="Slide Image Placeholder 1">
            <a:extLst>
              <a:ext uri="{FF2B5EF4-FFF2-40B4-BE49-F238E27FC236}">
                <a16:creationId xmlns:a16="http://schemas.microsoft.com/office/drawing/2014/main" id="{96950F02-AA1C-47E7-B3BB-008923A38D6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2931" name="Notes Placeholder 2">
            <a:extLst>
              <a:ext uri="{FF2B5EF4-FFF2-40B4-BE49-F238E27FC236}">
                <a16:creationId xmlns:a16="http://schemas.microsoft.com/office/drawing/2014/main" id="{C9DE092B-B2A2-499C-AF1C-1F35764653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  <p:sp>
        <p:nvSpPr>
          <p:cNvPr id="252932" name="Slide Number Placeholder 3">
            <a:extLst>
              <a:ext uri="{FF2B5EF4-FFF2-40B4-BE49-F238E27FC236}">
                <a16:creationId xmlns:a16="http://schemas.microsoft.com/office/drawing/2014/main" id="{80B8D02F-9479-42E8-BB55-B5F51D8F80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62168AF3-CA32-4522-8026-58ECBFDDDD85}" type="slidenum">
              <a:rPr lang="en-US" altLang="zh-TW" sz="1300" smtClean="0">
                <a:latin typeface="Times New Roman" panose="02020603050405020304" pitchFamily="18" charset="0"/>
              </a:rPr>
              <a:pPr/>
              <a:t>79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850312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978" name="Slide Image Placeholder 1">
            <a:extLst>
              <a:ext uri="{FF2B5EF4-FFF2-40B4-BE49-F238E27FC236}">
                <a16:creationId xmlns:a16="http://schemas.microsoft.com/office/drawing/2014/main" id="{8E9D4B4B-2AED-4285-918D-C0D438FD761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4979" name="Notes Placeholder 2">
            <a:extLst>
              <a:ext uri="{FF2B5EF4-FFF2-40B4-BE49-F238E27FC236}">
                <a16:creationId xmlns:a16="http://schemas.microsoft.com/office/drawing/2014/main" id="{47EF2B0F-8D87-4588-9E0A-698EC55DCF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indent="0">
              <a:buNone/>
            </a:pPr>
            <a:endParaRPr lang="zh-TW" altLang="zh-TW" dirty="0"/>
          </a:p>
        </p:txBody>
      </p:sp>
      <p:sp>
        <p:nvSpPr>
          <p:cNvPr id="254980" name="Slide Number Placeholder 3">
            <a:extLst>
              <a:ext uri="{FF2B5EF4-FFF2-40B4-BE49-F238E27FC236}">
                <a16:creationId xmlns:a16="http://schemas.microsoft.com/office/drawing/2014/main" id="{5B0582CD-BF3A-41AE-98CA-50B709327D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8216E7F3-396B-4B4E-8E51-9AF44BB0ABE7}" type="slidenum">
              <a:rPr lang="en-US" altLang="zh-TW" sz="1300" smtClean="0">
                <a:latin typeface="Times New Roman" panose="02020603050405020304" pitchFamily="18" charset="0"/>
              </a:rPr>
              <a:pPr/>
              <a:t>80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61" name="Slide Image Placeholder 1">
            <a:extLst>
              <a:ext uri="{FF2B5EF4-FFF2-40B4-BE49-F238E27FC236}">
                <a16:creationId xmlns:a16="http://schemas.microsoft.com/office/drawing/2014/main" id="{03B230FB-1D32-4713-8E90-8F9C8E17612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4562" name="Notes Placeholder 2">
            <a:extLst>
              <a:ext uri="{FF2B5EF4-FFF2-40B4-BE49-F238E27FC236}">
                <a16:creationId xmlns:a16="http://schemas.microsoft.com/office/drawing/2014/main" id="{03635221-8309-4384-B62F-BEAB678B99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ea typeface="ＭＳ Ｐゴシック" panose="020B0600070205080204" pitchFamily="34" charset="-128"/>
            </a:endParaRPr>
          </a:p>
        </p:txBody>
      </p:sp>
      <p:sp>
        <p:nvSpPr>
          <p:cNvPr id="194563" name="Slide Number Placeholder 3">
            <a:extLst>
              <a:ext uri="{FF2B5EF4-FFF2-40B4-BE49-F238E27FC236}">
                <a16:creationId xmlns:a16="http://schemas.microsoft.com/office/drawing/2014/main" id="{5CFE3D45-EA2D-4137-A24D-E730AA9BD1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DA900C0F-01D2-4EC6-977C-9AB4348A1A8C}" type="slidenum">
              <a:rPr lang="en-US" altLang="en-US" sz="1300">
                <a:latin typeface="Times New Roman" panose="02020603050405020304" pitchFamily="18" charset="0"/>
              </a:rPr>
              <a:pPr/>
              <a:t>81</a:t>
            </a:fld>
            <a:endParaRPr lang="en-US" altLang="en-US" sz="13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609" name="Slide Image Placeholder 1">
            <a:extLst>
              <a:ext uri="{FF2B5EF4-FFF2-40B4-BE49-F238E27FC236}">
                <a16:creationId xmlns:a16="http://schemas.microsoft.com/office/drawing/2014/main" id="{3EDA936B-A853-40C5-AE68-A0C2638279D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6610" name="Notes Placeholder 2">
            <a:extLst>
              <a:ext uri="{FF2B5EF4-FFF2-40B4-BE49-F238E27FC236}">
                <a16:creationId xmlns:a16="http://schemas.microsoft.com/office/drawing/2014/main" id="{286CE793-61D5-41FB-A3EB-13638D4298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96611" name="Slide Number Placeholder 3">
            <a:extLst>
              <a:ext uri="{FF2B5EF4-FFF2-40B4-BE49-F238E27FC236}">
                <a16:creationId xmlns:a16="http://schemas.microsoft.com/office/drawing/2014/main" id="{42CF83A1-C281-4632-AF3E-599E07D657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87349BD4-F815-4C97-ADD7-1F7983789314}" type="slidenum">
              <a:rPr lang="en-US" altLang="en-US" sz="1300">
                <a:latin typeface="Times New Roman" panose="02020603050405020304" pitchFamily="18" charset="0"/>
              </a:rPr>
              <a:pPr/>
              <a:t>82</a:t>
            </a:fld>
            <a:endParaRPr lang="en-US" altLang="en-US" sz="13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657" name="Rectangle 7">
            <a:extLst>
              <a:ext uri="{FF2B5EF4-FFF2-40B4-BE49-F238E27FC236}">
                <a16:creationId xmlns:a16="http://schemas.microsoft.com/office/drawing/2014/main" id="{EBCDBD82-2B51-4308-9A65-B91A1B6E7CB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92BD277D-6422-4469-ACA7-1B25FF50C792}" type="slidenum">
              <a:rPr lang="en-US" altLang="en-US" sz="1300">
                <a:latin typeface="Times New Roman" panose="02020603050405020304" pitchFamily="18" charset="0"/>
              </a:rPr>
              <a:pPr/>
              <a:t>83</a:t>
            </a:fld>
            <a:endParaRPr lang="en-US" altLang="en-US" sz="1300">
              <a:latin typeface="Times New Roman" panose="02020603050405020304" pitchFamily="18" charset="0"/>
            </a:endParaRPr>
          </a:p>
        </p:txBody>
      </p:sp>
      <p:sp>
        <p:nvSpPr>
          <p:cNvPr id="198658" name="Rectangle 2">
            <a:extLst>
              <a:ext uri="{FF2B5EF4-FFF2-40B4-BE49-F238E27FC236}">
                <a16:creationId xmlns:a16="http://schemas.microsoft.com/office/drawing/2014/main" id="{308CA134-90F2-4253-9F7C-F40C96E7F97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8659" name="Rectangle 3">
            <a:extLst>
              <a:ext uri="{FF2B5EF4-FFF2-40B4-BE49-F238E27FC236}">
                <a16:creationId xmlns:a16="http://schemas.microsoft.com/office/drawing/2014/main" id="{A5F46C2C-27B2-4A60-9868-39CA22269AF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altLang="en-US" dirty="0"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705" name="Rectangle 7">
            <a:extLst>
              <a:ext uri="{FF2B5EF4-FFF2-40B4-BE49-F238E27FC236}">
                <a16:creationId xmlns:a16="http://schemas.microsoft.com/office/drawing/2014/main" id="{77C30101-250F-4345-9B9B-B0CF7072278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189CBC44-45CE-4186-9ABC-270108E32EFA}" type="slidenum">
              <a:rPr lang="en-US" altLang="en-US" sz="1300">
                <a:latin typeface="Times New Roman" panose="02020603050405020304" pitchFamily="18" charset="0"/>
              </a:rPr>
              <a:pPr/>
              <a:t>84</a:t>
            </a:fld>
            <a:endParaRPr lang="en-US" altLang="en-US" sz="1300">
              <a:latin typeface="Times New Roman" panose="02020603050405020304" pitchFamily="18" charset="0"/>
            </a:endParaRPr>
          </a:p>
        </p:txBody>
      </p:sp>
      <p:sp>
        <p:nvSpPr>
          <p:cNvPr id="200706" name="Rectangle 2">
            <a:extLst>
              <a:ext uri="{FF2B5EF4-FFF2-40B4-BE49-F238E27FC236}">
                <a16:creationId xmlns:a16="http://schemas.microsoft.com/office/drawing/2014/main" id="{C9B6B70B-FC63-42EA-A110-1ED99853F96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0707" name="Rectangle 3">
            <a:extLst>
              <a:ext uri="{FF2B5EF4-FFF2-40B4-BE49-F238E27FC236}">
                <a16:creationId xmlns:a16="http://schemas.microsoft.com/office/drawing/2014/main" id="{B112A4CE-F4F6-43C7-BBB8-98F38DA7E9E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01" name="Rectangle 7">
            <a:extLst>
              <a:ext uri="{FF2B5EF4-FFF2-40B4-BE49-F238E27FC236}">
                <a16:creationId xmlns:a16="http://schemas.microsoft.com/office/drawing/2014/main" id="{24DF0C91-8E1A-4C40-A862-F1D8DB93BBD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F05E8002-A7E9-415B-96C1-879A0C7375D7}" type="slidenum">
              <a:rPr lang="en-US" altLang="en-US" sz="1300">
                <a:latin typeface="Times New Roman" panose="02020603050405020304" pitchFamily="18" charset="0"/>
              </a:rPr>
              <a:pPr/>
              <a:t>85</a:t>
            </a:fld>
            <a:endParaRPr lang="en-US" altLang="en-US" sz="1300">
              <a:latin typeface="Times New Roman" panose="02020603050405020304" pitchFamily="18" charset="0"/>
            </a:endParaRPr>
          </a:p>
        </p:txBody>
      </p:sp>
      <p:sp>
        <p:nvSpPr>
          <p:cNvPr id="204802" name="Rectangle 2">
            <a:extLst>
              <a:ext uri="{FF2B5EF4-FFF2-40B4-BE49-F238E27FC236}">
                <a16:creationId xmlns:a16="http://schemas.microsoft.com/office/drawing/2014/main" id="{FA296428-DBBF-44EE-B75F-5E6F7F44D53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4803" name="Rectangle 3">
            <a:extLst>
              <a:ext uri="{FF2B5EF4-FFF2-40B4-BE49-F238E27FC236}">
                <a16:creationId xmlns:a16="http://schemas.microsoft.com/office/drawing/2014/main" id="{57E2E1F9-B271-45B0-A26F-747231220F3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890286896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753" name="Rectangle 7">
            <a:extLst>
              <a:ext uri="{FF2B5EF4-FFF2-40B4-BE49-F238E27FC236}">
                <a16:creationId xmlns:a16="http://schemas.microsoft.com/office/drawing/2014/main" id="{D8284F0C-6200-435D-83DC-003F343F55B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2B24EA85-C634-4FEE-98AB-4FFAFEC7ABCD}" type="slidenum">
              <a:rPr lang="en-US" altLang="en-US" sz="1300">
                <a:latin typeface="Times New Roman" panose="02020603050405020304" pitchFamily="18" charset="0"/>
              </a:rPr>
              <a:pPr/>
              <a:t>86</a:t>
            </a:fld>
            <a:endParaRPr lang="en-US" altLang="en-US" sz="1300">
              <a:latin typeface="Times New Roman" panose="02020603050405020304" pitchFamily="18" charset="0"/>
            </a:endParaRPr>
          </a:p>
        </p:txBody>
      </p:sp>
      <p:sp>
        <p:nvSpPr>
          <p:cNvPr id="202754" name="Rectangle 2">
            <a:extLst>
              <a:ext uri="{FF2B5EF4-FFF2-40B4-BE49-F238E27FC236}">
                <a16:creationId xmlns:a16="http://schemas.microsoft.com/office/drawing/2014/main" id="{53B822A2-895D-48F9-A34F-C2A1A0A815A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2755" name="Rectangle 3">
            <a:extLst>
              <a:ext uri="{FF2B5EF4-FFF2-40B4-BE49-F238E27FC236}">
                <a16:creationId xmlns:a16="http://schemas.microsoft.com/office/drawing/2014/main" id="{C211F7F9-18E1-4665-A007-0E2A66CEBC4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en-US" dirty="0"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01" name="Rectangle 7">
            <a:extLst>
              <a:ext uri="{FF2B5EF4-FFF2-40B4-BE49-F238E27FC236}">
                <a16:creationId xmlns:a16="http://schemas.microsoft.com/office/drawing/2014/main" id="{24DF0C91-8E1A-4C40-A862-F1D8DB93BBD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F05E8002-A7E9-415B-96C1-879A0C7375D7}" type="slidenum">
              <a:rPr lang="en-US" altLang="en-US" sz="1300">
                <a:latin typeface="Times New Roman" panose="02020603050405020304" pitchFamily="18" charset="0"/>
              </a:rPr>
              <a:pPr/>
              <a:t>87</a:t>
            </a:fld>
            <a:endParaRPr lang="en-US" altLang="en-US" sz="1300">
              <a:latin typeface="Times New Roman" panose="02020603050405020304" pitchFamily="18" charset="0"/>
            </a:endParaRPr>
          </a:p>
        </p:txBody>
      </p:sp>
      <p:sp>
        <p:nvSpPr>
          <p:cNvPr id="204802" name="Rectangle 2">
            <a:extLst>
              <a:ext uri="{FF2B5EF4-FFF2-40B4-BE49-F238E27FC236}">
                <a16:creationId xmlns:a16="http://schemas.microsoft.com/office/drawing/2014/main" id="{FA296428-DBBF-44EE-B75F-5E6F7F44D53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4803" name="Rectangle 3">
            <a:extLst>
              <a:ext uri="{FF2B5EF4-FFF2-40B4-BE49-F238E27FC236}">
                <a16:creationId xmlns:a16="http://schemas.microsoft.com/office/drawing/2014/main" id="{57E2E1F9-B271-45B0-A26F-747231220F3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849" name="Rectangle 7">
            <a:extLst>
              <a:ext uri="{FF2B5EF4-FFF2-40B4-BE49-F238E27FC236}">
                <a16:creationId xmlns:a16="http://schemas.microsoft.com/office/drawing/2014/main" id="{C6F095CA-C9EB-4C83-A476-41AEC3DC987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5CE01A5E-9400-4A88-AC5A-F88797AF9D41}" type="slidenum">
              <a:rPr lang="en-US" altLang="en-US" sz="1300">
                <a:latin typeface="Times New Roman" panose="02020603050405020304" pitchFamily="18" charset="0"/>
              </a:rPr>
              <a:pPr/>
              <a:t>88</a:t>
            </a:fld>
            <a:endParaRPr lang="en-US" altLang="en-US" sz="1300">
              <a:latin typeface="Times New Roman" panose="02020603050405020304" pitchFamily="18" charset="0"/>
            </a:endParaRPr>
          </a:p>
        </p:txBody>
      </p:sp>
      <p:sp>
        <p:nvSpPr>
          <p:cNvPr id="206850" name="Rectangle 2">
            <a:extLst>
              <a:ext uri="{FF2B5EF4-FFF2-40B4-BE49-F238E27FC236}">
                <a16:creationId xmlns:a16="http://schemas.microsoft.com/office/drawing/2014/main" id="{C2C449E5-06BB-428F-BB41-8400BB2D17A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6851" name="Rectangle 3">
            <a:extLst>
              <a:ext uri="{FF2B5EF4-FFF2-40B4-BE49-F238E27FC236}">
                <a16:creationId xmlns:a16="http://schemas.microsoft.com/office/drawing/2014/main" id="{CEFBC938-B9D1-4AC9-A9E4-64FA8F2A88F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897" name="Rectangle 7">
            <a:extLst>
              <a:ext uri="{FF2B5EF4-FFF2-40B4-BE49-F238E27FC236}">
                <a16:creationId xmlns:a16="http://schemas.microsoft.com/office/drawing/2014/main" id="{C6E99D01-B377-4EB0-9F3E-931DAD30A59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96FAF494-BCA7-4554-A904-4D194E2614C7}" type="slidenum">
              <a:rPr lang="en-US" altLang="en-US" sz="1300">
                <a:latin typeface="Times New Roman" panose="02020603050405020304" pitchFamily="18" charset="0"/>
              </a:rPr>
              <a:pPr/>
              <a:t>89</a:t>
            </a:fld>
            <a:endParaRPr lang="en-US" altLang="en-US" sz="1300">
              <a:latin typeface="Times New Roman" panose="02020603050405020304" pitchFamily="18" charset="0"/>
            </a:endParaRPr>
          </a:p>
        </p:txBody>
      </p:sp>
      <p:sp>
        <p:nvSpPr>
          <p:cNvPr id="208898" name="Rectangle 2">
            <a:extLst>
              <a:ext uri="{FF2B5EF4-FFF2-40B4-BE49-F238E27FC236}">
                <a16:creationId xmlns:a16="http://schemas.microsoft.com/office/drawing/2014/main" id="{6BF91346-F19F-4765-84B2-B55DCB00B51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8899" name="Rectangle 3">
            <a:extLst>
              <a:ext uri="{FF2B5EF4-FFF2-40B4-BE49-F238E27FC236}">
                <a16:creationId xmlns:a16="http://schemas.microsoft.com/office/drawing/2014/main" id="{1D00D531-BB1D-4128-8736-1A274C21F55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945" name="Rectangle 7">
            <a:extLst>
              <a:ext uri="{FF2B5EF4-FFF2-40B4-BE49-F238E27FC236}">
                <a16:creationId xmlns:a16="http://schemas.microsoft.com/office/drawing/2014/main" id="{7BB9BE18-0CFC-408F-8D24-85C70414423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A6401863-10E1-4ACE-ADD7-CBAED0649EAF}" type="slidenum">
              <a:rPr lang="en-US" altLang="en-US" sz="1300">
                <a:latin typeface="Times New Roman" panose="02020603050405020304" pitchFamily="18" charset="0"/>
              </a:rPr>
              <a:pPr/>
              <a:t>90</a:t>
            </a:fld>
            <a:endParaRPr lang="en-US" altLang="en-US" sz="1300">
              <a:latin typeface="Times New Roman" panose="02020603050405020304" pitchFamily="18" charset="0"/>
            </a:endParaRPr>
          </a:p>
        </p:txBody>
      </p:sp>
      <p:sp>
        <p:nvSpPr>
          <p:cNvPr id="210946" name="Rectangle 2">
            <a:extLst>
              <a:ext uri="{FF2B5EF4-FFF2-40B4-BE49-F238E27FC236}">
                <a16:creationId xmlns:a16="http://schemas.microsoft.com/office/drawing/2014/main" id="{12B1F5B9-EA01-41A0-9A68-99EBE67B313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0947" name="Rectangle 3">
            <a:extLst>
              <a:ext uri="{FF2B5EF4-FFF2-40B4-BE49-F238E27FC236}">
                <a16:creationId xmlns:a16="http://schemas.microsoft.com/office/drawing/2014/main" id="{69B704FE-85E8-4896-BD79-FEF7E289048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2" name="Rectangle 7">
            <a:extLst>
              <a:ext uri="{FF2B5EF4-FFF2-40B4-BE49-F238E27FC236}">
                <a16:creationId xmlns:a16="http://schemas.microsoft.com/office/drawing/2014/main" id="{C4AB0AAC-DADD-4E91-A8E6-BC8452305FE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5D62205D-F1CC-46A5-8DE6-63655F161581}" type="slidenum">
              <a:rPr lang="en-US" altLang="zh-TW" sz="1300">
                <a:latin typeface="Times New Roman" panose="02020603050405020304" pitchFamily="18" charset="0"/>
              </a:rPr>
              <a:pPr/>
              <a:t>91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  <p:sp>
        <p:nvSpPr>
          <p:cNvPr id="81923" name="Rectangle 2">
            <a:extLst>
              <a:ext uri="{FF2B5EF4-FFF2-40B4-BE49-F238E27FC236}">
                <a16:creationId xmlns:a16="http://schemas.microsoft.com/office/drawing/2014/main" id="{BE8E2D45-D6C9-4631-872B-A8759CA27ED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1924" name="Rectangle 3">
            <a:extLst>
              <a:ext uri="{FF2B5EF4-FFF2-40B4-BE49-F238E27FC236}">
                <a16:creationId xmlns:a16="http://schemas.microsoft.com/office/drawing/2014/main" id="{DE340EE2-EF09-432F-8308-7379645FCC8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zh-TW" altLang="zh-TW" dirty="0"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993" name="Rectangle 7">
            <a:extLst>
              <a:ext uri="{FF2B5EF4-FFF2-40B4-BE49-F238E27FC236}">
                <a16:creationId xmlns:a16="http://schemas.microsoft.com/office/drawing/2014/main" id="{5A0C53A1-10D9-4DD2-978D-F764B70FA2F4}"/>
              </a:ext>
            </a:extLst>
          </p:cNvPr>
          <p:cNvSpPr txBox="1">
            <a:spLocks noGrp="1" noChangeArrowheads="1"/>
          </p:cNvSpPr>
          <p:nvPr/>
        </p:nvSpPr>
        <p:spPr bwMode="auto">
          <a:xfrm>
            <a:off x="4144963" y="9121775"/>
            <a:ext cx="3170237" cy="479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6649" tIns="48325" rIns="96649" bIns="48325" anchor="b"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r"/>
            <a:fld id="{4C8588E1-BD2F-465D-9770-2A74F5A4C52D}" type="slidenum">
              <a:rPr lang="en-US" altLang="en-US" sz="1300">
                <a:solidFill>
                  <a:srgbClr val="000000"/>
                </a:solidFill>
                <a:latin typeface="Times New Roman" panose="02020603050405020304" pitchFamily="18" charset="0"/>
              </a:rPr>
              <a:pPr algn="r"/>
              <a:t>92</a:t>
            </a:fld>
            <a:endParaRPr lang="en-US" altLang="en-US" sz="13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212994" name="Rectangle 2">
            <a:extLst>
              <a:ext uri="{FF2B5EF4-FFF2-40B4-BE49-F238E27FC236}">
                <a16:creationId xmlns:a16="http://schemas.microsoft.com/office/drawing/2014/main" id="{B0BD9348-C60D-4FFA-B129-05BF9759723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2995" name="Rectangle 3">
            <a:extLst>
              <a:ext uri="{FF2B5EF4-FFF2-40B4-BE49-F238E27FC236}">
                <a16:creationId xmlns:a16="http://schemas.microsoft.com/office/drawing/2014/main" id="{79656B50-D6BB-4551-9CFE-05CB09E4DE3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185" name="Slide Image Placeholder 1">
            <a:extLst>
              <a:ext uri="{FF2B5EF4-FFF2-40B4-BE49-F238E27FC236}">
                <a16:creationId xmlns:a16="http://schemas.microsoft.com/office/drawing/2014/main" id="{B1048893-78B8-4D4F-A8B0-7B256CC3444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1186" name="Notes Placeholder 2">
            <a:extLst>
              <a:ext uri="{FF2B5EF4-FFF2-40B4-BE49-F238E27FC236}">
                <a16:creationId xmlns:a16="http://schemas.microsoft.com/office/drawing/2014/main" id="{5C5BEEB8-9B4A-40BF-9EFB-B27DBACD6B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221187" name="Slide Number Placeholder 3">
            <a:extLst>
              <a:ext uri="{FF2B5EF4-FFF2-40B4-BE49-F238E27FC236}">
                <a16:creationId xmlns:a16="http://schemas.microsoft.com/office/drawing/2014/main" id="{C5B5CA26-9C5B-4E62-8B40-171E7A8064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A479841F-8718-4C80-B6E4-0D0805217C5A}" type="slidenum">
              <a:rPr lang="en-US" altLang="en-US" sz="1300">
                <a:latin typeface="Times New Roman" panose="02020603050405020304" pitchFamily="18" charset="0"/>
              </a:rPr>
              <a:pPr/>
              <a:t>93</a:t>
            </a:fld>
            <a:endParaRPr lang="en-US" altLang="en-US" sz="13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B7F9EEE-A982-4800-A44C-C49151D4A294}" type="slidenum">
              <a:rPr lang="en-US" altLang="zh-TW" smtClean="0"/>
              <a:pPr>
                <a:defRPr/>
              </a:pPr>
              <a:t>94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329064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B7F9EEE-A982-4800-A44C-C49151D4A294}" type="slidenum">
              <a:rPr lang="en-US" altLang="zh-TW" smtClean="0"/>
              <a:pPr>
                <a:defRPr/>
              </a:pPr>
              <a:t>95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540314556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B7F9EEE-A982-4800-A44C-C49151D4A294}" type="slidenum">
              <a:rPr lang="en-US" altLang="zh-TW" smtClean="0"/>
              <a:pPr>
                <a:defRPr/>
              </a:pPr>
              <a:t>96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659624947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122" name="Slide Image Placeholder 1">
            <a:extLst>
              <a:ext uri="{FF2B5EF4-FFF2-40B4-BE49-F238E27FC236}">
                <a16:creationId xmlns:a16="http://schemas.microsoft.com/office/drawing/2014/main" id="{AA4407C4-1284-4391-A563-2034CA86129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1123" name="Notes Placeholder 2">
            <a:extLst>
              <a:ext uri="{FF2B5EF4-FFF2-40B4-BE49-F238E27FC236}">
                <a16:creationId xmlns:a16="http://schemas.microsoft.com/office/drawing/2014/main" id="{B788B6D6-7775-4E0F-B13C-165329BE205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 dirty="0"/>
          </a:p>
        </p:txBody>
      </p:sp>
      <p:sp>
        <p:nvSpPr>
          <p:cNvPr id="261124" name="Slide Number Placeholder 3">
            <a:extLst>
              <a:ext uri="{FF2B5EF4-FFF2-40B4-BE49-F238E27FC236}">
                <a16:creationId xmlns:a16="http://schemas.microsoft.com/office/drawing/2014/main" id="{D8D9A08E-A55E-4F36-A727-0E554D3B312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810BAC15-B9AF-4BBC-8EB5-739BADFB22C5}" type="slidenum">
              <a:rPr lang="en-US" altLang="zh-TW" sz="1300" smtClean="0">
                <a:latin typeface="Times New Roman" panose="02020603050405020304" pitchFamily="18" charset="0"/>
              </a:rPr>
              <a:pPr/>
              <a:t>97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B7F9EEE-A982-4800-A44C-C49151D4A294}" type="slidenum">
              <a:rPr lang="en-US" altLang="zh-TW" smtClean="0"/>
              <a:pPr>
                <a:defRPr/>
              </a:pPr>
              <a:t>98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304806917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B7F9EEE-A982-4800-A44C-C49151D4A294}" type="slidenum">
              <a:rPr lang="en-US" altLang="zh-TW" smtClean="0"/>
              <a:pPr>
                <a:defRPr/>
              </a:pPr>
              <a:t>99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159373809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B7F9EEE-A982-4800-A44C-C49151D4A294}" type="slidenum">
              <a:rPr lang="en-US" altLang="zh-TW" smtClean="0"/>
              <a:pPr>
                <a:defRPr/>
              </a:pPr>
              <a:t>100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960518670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42" name="Slide Image Placeholder 1">
            <a:extLst>
              <a:ext uri="{FF2B5EF4-FFF2-40B4-BE49-F238E27FC236}">
                <a16:creationId xmlns:a16="http://schemas.microsoft.com/office/drawing/2014/main" id="{D05A85E4-D10A-4E32-8274-038DFB57F1A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6243" name="Notes Placeholder 2">
            <a:extLst>
              <a:ext uri="{FF2B5EF4-FFF2-40B4-BE49-F238E27FC236}">
                <a16:creationId xmlns:a16="http://schemas.microsoft.com/office/drawing/2014/main" id="{46B86D8F-C440-4B5C-A5C6-F0E68C1201F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 dirty="0"/>
          </a:p>
        </p:txBody>
      </p:sp>
      <p:sp>
        <p:nvSpPr>
          <p:cNvPr id="266244" name="Slide Number Placeholder 3">
            <a:extLst>
              <a:ext uri="{FF2B5EF4-FFF2-40B4-BE49-F238E27FC236}">
                <a16:creationId xmlns:a16="http://schemas.microsoft.com/office/drawing/2014/main" id="{E00699BF-6152-4A27-B2E8-2635FD2A16C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0F31BA07-4668-42EA-8060-1BF359B4F9A8}" type="slidenum">
              <a:rPr lang="en-US" altLang="zh-TW" sz="1300" smtClean="0">
                <a:latin typeface="Times New Roman" panose="02020603050405020304" pitchFamily="18" charset="0"/>
              </a:rPr>
              <a:pPr/>
              <a:t>101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290" name="Slide Image Placeholder 1">
            <a:extLst>
              <a:ext uri="{FF2B5EF4-FFF2-40B4-BE49-F238E27FC236}">
                <a16:creationId xmlns:a16="http://schemas.microsoft.com/office/drawing/2014/main" id="{9A951D3D-F2CC-4267-A4B9-91C7AC69F5E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8291" name="Notes Placeholder 2">
            <a:extLst>
              <a:ext uri="{FF2B5EF4-FFF2-40B4-BE49-F238E27FC236}">
                <a16:creationId xmlns:a16="http://schemas.microsoft.com/office/drawing/2014/main" id="{771A79C6-2E50-40A0-A681-296A2815C51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HK" dirty="0"/>
          </a:p>
        </p:txBody>
      </p:sp>
      <p:sp>
        <p:nvSpPr>
          <p:cNvPr id="268292" name="Slide Number Placeholder 3">
            <a:extLst>
              <a:ext uri="{FF2B5EF4-FFF2-40B4-BE49-F238E27FC236}">
                <a16:creationId xmlns:a16="http://schemas.microsoft.com/office/drawing/2014/main" id="{710AD222-BD46-4587-9586-4DF19151DD6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BF8CDBA6-79EF-418F-9BB9-1518A728169B}" type="slidenum">
              <a:rPr lang="en-US" altLang="zh-TW" sz="1300" smtClean="0">
                <a:latin typeface="Times New Roman" panose="02020603050405020304" pitchFamily="18" charset="0"/>
              </a:rPr>
              <a:pPr/>
              <a:t>102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B7F9EEE-A982-4800-A44C-C49151D4A294}" type="slidenum">
              <a:rPr lang="en-US" altLang="zh-TW" smtClean="0"/>
              <a:pPr>
                <a:defRPr/>
              </a:pPr>
              <a:t>103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823837572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B7F9EEE-A982-4800-A44C-C49151D4A294}" type="slidenum">
              <a:rPr lang="en-US" altLang="zh-TW" smtClean="0"/>
              <a:pPr>
                <a:defRPr/>
              </a:pPr>
              <a:t>104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924298729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B7F9EEE-A982-4800-A44C-C49151D4A294}" type="slidenum">
              <a:rPr lang="en-US" altLang="zh-TW" smtClean="0"/>
              <a:pPr>
                <a:defRPr/>
              </a:pPr>
              <a:t>105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222010475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B7F9EEE-A982-4800-A44C-C49151D4A294}" type="slidenum">
              <a:rPr lang="en-US" altLang="zh-TW" smtClean="0"/>
              <a:pPr>
                <a:defRPr/>
              </a:pPr>
              <a:t>106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743907112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B7F9EEE-A982-4800-A44C-C49151D4A294}" type="slidenum">
              <a:rPr lang="en-US" altLang="zh-TW" smtClean="0"/>
              <a:pPr>
                <a:defRPr/>
              </a:pPr>
              <a:t>107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2234277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6BBB6432-F67E-4A4A-AE8C-7F5D61E89B1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4E5E083-4BF6-4D99-9656-A3818509F9C2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D16F1812-22A9-4482-8CBA-7A7CBF74DD9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6" name="Rectangle 8">
            <a:extLst>
              <a:ext uri="{FF2B5EF4-FFF2-40B4-BE49-F238E27FC236}">
                <a16:creationId xmlns:a16="http://schemas.microsoft.com/office/drawing/2014/main" id="{13D4AB58-CA9F-47F4-82DE-3FA5CA12AC9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2-</a:t>
            </a:r>
            <a:fld id="{45849843-3012-426C-81FA-47BA024AAA09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3039157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91F65CFD-C423-4D84-9C5D-1F1944246CB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92C8DAD-883E-4685-A2BB-95CBC0BE33E0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4D13567B-B52B-43AC-95D4-59D59B9B9E9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6" name="Rectangle 8">
            <a:extLst>
              <a:ext uri="{FF2B5EF4-FFF2-40B4-BE49-F238E27FC236}">
                <a16:creationId xmlns:a16="http://schemas.microsoft.com/office/drawing/2014/main" id="{B9098C40-35A3-4F6A-870C-64628F83005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2-</a:t>
            </a:r>
            <a:fld id="{139881FB-69E4-4A5F-8C0E-C886663FC7C4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1647968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0106872E-DEB6-495A-AB8B-DED7D21B9E2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B6BD12F-782B-4300-9E94-AA8B8CE0C9AC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FA278241-9B65-4EF5-B09B-D5F92F6B38D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6" name="Rectangle 8">
            <a:extLst>
              <a:ext uri="{FF2B5EF4-FFF2-40B4-BE49-F238E27FC236}">
                <a16:creationId xmlns:a16="http://schemas.microsoft.com/office/drawing/2014/main" id="{9590C68C-CB9C-40E3-BD1E-11EA8F5EF37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2-</a:t>
            </a:r>
            <a:fld id="{A01E185D-1907-4678-8F02-553502593C1B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1604116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3400" y="16002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5800" y="16002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1F73BDD-8E6C-43F8-BB73-803041453E8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0749717-4805-4935-8926-BE01962DC93A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0916E819-0B7B-4EC6-B347-C12093987CA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7" name="Rectangle 8">
            <a:extLst>
              <a:ext uri="{FF2B5EF4-FFF2-40B4-BE49-F238E27FC236}">
                <a16:creationId xmlns:a16="http://schemas.microsoft.com/office/drawing/2014/main" id="{CE8D7626-2EBF-4028-9D5A-47B7036350A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2-</a:t>
            </a:r>
            <a:fld id="{3425D1CB-B341-4A37-BBB4-2C3CAD780883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6092936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136C6F97-A7CC-43E7-87BC-75C9F271ED0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B4C9DB5-5C02-4971-9A0C-CDDB6FB12D83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4988D58-FB46-4E6E-8DE2-3FD887F6047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12AD835-CFCE-43C2-8210-4A9D1BDC573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2-</a:t>
            </a:r>
            <a:fld id="{C25912AC-7D96-408D-BBFD-7816A201224A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8724121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F013C76C-CEB2-4628-9A85-65F524409D6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CBA8A03-A0FA-4877-BBAE-635D2FA6D8C6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2C78F129-71B7-4B6E-ABFE-5475D83140B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5" name="Rectangle 8">
            <a:extLst>
              <a:ext uri="{FF2B5EF4-FFF2-40B4-BE49-F238E27FC236}">
                <a16:creationId xmlns:a16="http://schemas.microsoft.com/office/drawing/2014/main" id="{AB29FB4B-AA6C-490F-B538-27795A15C07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2-</a:t>
            </a:r>
            <a:fld id="{9DEDBA1D-8525-4455-A958-E2192592515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2458982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B5B469F6-AE7C-4A2C-AD29-EE08DA9AE61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2861783-63DA-4ED2-90E1-B1972D3340DA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3C043C54-BC19-46E2-8AC6-9CBD317BCA0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4" name="Rectangle 8">
            <a:extLst>
              <a:ext uri="{FF2B5EF4-FFF2-40B4-BE49-F238E27FC236}">
                <a16:creationId xmlns:a16="http://schemas.microsoft.com/office/drawing/2014/main" id="{F8129A9B-C3B4-47AD-B25E-4708F617C6E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2-</a:t>
            </a:r>
            <a:fld id="{E95F67EC-52F2-4710-A28B-5C439A6BC57D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9320203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A29EA47-224D-4B08-8084-EDF6A553A9A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C6B5B1B-366F-4F23-8953-048BC0315B74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16CE119A-E18B-4D8C-BAC0-78990F17729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7" name="Rectangle 8">
            <a:extLst>
              <a:ext uri="{FF2B5EF4-FFF2-40B4-BE49-F238E27FC236}">
                <a16:creationId xmlns:a16="http://schemas.microsoft.com/office/drawing/2014/main" id="{50E0F13A-D832-4C80-A00A-C22161B9584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2-</a:t>
            </a:r>
            <a:fld id="{A369F655-33B3-4180-9B55-DE74E58E8089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4595976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4327418-CF07-4D25-825C-10611CFDD17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330E855-48F8-4A6F-B6BE-2CFEFCE4E9A0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BE856016-EC20-40F4-99C5-399F90788D1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7" name="Rectangle 8">
            <a:extLst>
              <a:ext uri="{FF2B5EF4-FFF2-40B4-BE49-F238E27FC236}">
                <a16:creationId xmlns:a16="http://schemas.microsoft.com/office/drawing/2014/main" id="{06402987-9617-4FC9-88C6-11985ABB77E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2-</a:t>
            </a:r>
            <a:fld id="{390B4600-94B7-4250-B9D3-A58EFC3B738D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2427624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A741E1F5-884A-4F54-8293-2A32D720055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B7E36B3-6B29-4E57-AE2C-216D32FC061F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1B4E5F3F-BF20-47AE-B7D1-92B2B7946D4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6" name="Rectangle 8">
            <a:extLst>
              <a:ext uri="{FF2B5EF4-FFF2-40B4-BE49-F238E27FC236}">
                <a16:creationId xmlns:a16="http://schemas.microsoft.com/office/drawing/2014/main" id="{6B5B7A20-B016-4777-8587-DCE5F1297A2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2-</a:t>
            </a:r>
            <a:fld id="{EC1BB9FC-D721-44C4-8FF3-39D1B30F3D2A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2300390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62700" y="228600"/>
            <a:ext cx="1943100" cy="6019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3400" y="228600"/>
            <a:ext cx="5676900" cy="6019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4C58F953-6030-4BAE-91EB-3AA6C44C2C8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058E837-56EE-4BCD-BBB3-7EBEDC4D43C5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9D51DFB0-3646-47E7-B340-03279790BAD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6" name="Rectangle 8">
            <a:extLst>
              <a:ext uri="{FF2B5EF4-FFF2-40B4-BE49-F238E27FC236}">
                <a16:creationId xmlns:a16="http://schemas.microsoft.com/office/drawing/2014/main" id="{37590165-631A-4316-9FB3-3679095B4C2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2-</a:t>
            </a:r>
            <a:fld id="{8DB91E77-7A3B-4248-B047-FE5AE80021CA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6328169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x" preserve="1">
  <p:cSld name="Title, Conten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228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34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4958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7823CE5-698B-485E-A267-7CBA3C73B2B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02B3877-74DC-4997-92FF-E3A498FCA91F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F04B3099-AAC7-4DFA-A8D8-AC2E15EDBF1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7" name="Rectangle 8">
            <a:extLst>
              <a:ext uri="{FF2B5EF4-FFF2-40B4-BE49-F238E27FC236}">
                <a16:creationId xmlns:a16="http://schemas.microsoft.com/office/drawing/2014/main" id="{C4B53790-3529-4549-B1F6-D55EE8DB6FA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2-</a:t>
            </a:r>
            <a:fld id="{7895DB4C-724D-4BFD-AC52-263DE5466AFB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92050680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228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5334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58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EB3CCC3-EB2B-49DC-BAF0-9C22B502CAF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16BE303-CD1E-457E-91D7-EB4DAC86CB84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ED8F9715-501C-4B6C-97C4-BC7E3A58C1F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7" name="Rectangle 8">
            <a:extLst>
              <a:ext uri="{FF2B5EF4-FFF2-40B4-BE49-F238E27FC236}">
                <a16:creationId xmlns:a16="http://schemas.microsoft.com/office/drawing/2014/main" id="{782C3CEF-30C0-45E4-9D36-7C44DF13F6F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2-</a:t>
            </a:r>
            <a:fld id="{3B890F50-4F22-4902-93EE-93955A9372FB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24274214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hart" preserve="1">
  <p:cSld name="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228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5334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hart Placeholder 3"/>
          <p:cNvSpPr>
            <a:spLocks noGrp="1"/>
          </p:cNvSpPr>
          <p:nvPr>
            <p:ph type="chart" sz="half" idx="2"/>
          </p:nvPr>
        </p:nvSpPr>
        <p:spPr>
          <a:xfrm>
            <a:off x="4495800" y="1600200"/>
            <a:ext cx="3810000" cy="4648200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4A1956-BB94-4464-999C-ACBAB28A441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6C7C203-7D24-4244-BE5A-D2949C51BFA8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185F2BA4-B81C-41AA-AC4A-E2183EA4614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7" name="Rectangle 8">
            <a:extLst>
              <a:ext uri="{FF2B5EF4-FFF2-40B4-BE49-F238E27FC236}">
                <a16:creationId xmlns:a16="http://schemas.microsoft.com/office/drawing/2014/main" id="{5A0D3C95-565C-493B-9D7B-99DDE0FB651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2-</a:t>
            </a:r>
            <a:fld id="{B3F0F668-A75F-427D-8C08-46C2533D9A72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05354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 and Content ov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228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3400" y="1600200"/>
            <a:ext cx="7772400" cy="22479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3400" y="4000500"/>
            <a:ext cx="7772400" cy="22479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BEDAE4A-09FE-4978-92EE-430955522D2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394F935-DA51-4445-A677-9C83DF400D84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4D288150-F3E1-4B70-BDF6-5D6D5E843F8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7" name="Rectangle 8">
            <a:extLst>
              <a:ext uri="{FF2B5EF4-FFF2-40B4-BE49-F238E27FC236}">
                <a16:creationId xmlns:a16="http://schemas.microsoft.com/office/drawing/2014/main" id="{6F4033D0-6689-4921-A720-9761C188BA8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2-</a:t>
            </a:r>
            <a:fld id="{81F01A66-C280-492B-AA20-B9BC8F0C0B6F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91391389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32A0402F-EA95-479D-99CA-C2124C0E5CE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FFDE237-4B55-46E2-A1E0-909FFA8C5CF0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704128E3-52D7-43D1-8F78-FDBD12025FC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6" name="Rectangle 8">
            <a:extLst>
              <a:ext uri="{FF2B5EF4-FFF2-40B4-BE49-F238E27FC236}">
                <a16:creationId xmlns:a16="http://schemas.microsoft.com/office/drawing/2014/main" id="{0BD5A229-1F7D-4BD3-A3D4-B66D97BBB03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2-</a:t>
            </a:r>
            <a:fld id="{F1BE3C25-6335-4DB3-9C26-6AC6920BE309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42456478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21CD47FF-5AF9-4F82-B067-BDAAB78B3BA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751542A-FCDD-48A1-B877-23109053B592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D785BFCC-DCA1-463D-A4A2-DA5C9761A25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6" name="Rectangle 8">
            <a:extLst>
              <a:ext uri="{FF2B5EF4-FFF2-40B4-BE49-F238E27FC236}">
                <a16:creationId xmlns:a16="http://schemas.microsoft.com/office/drawing/2014/main" id="{BCA164E2-0CC6-4D46-9EE6-408512BDDC1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2-</a:t>
            </a:r>
            <a:fld id="{52528A69-DD03-4A2A-ACA5-ED0D50CB244C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43600262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54B71059-9C15-41F9-8D28-2F774C8D913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797402A-93BD-4913-B90C-10211BB14766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BCE0BBF5-EED8-4DDB-BA0D-85429510A61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6" name="Rectangle 8">
            <a:extLst>
              <a:ext uri="{FF2B5EF4-FFF2-40B4-BE49-F238E27FC236}">
                <a16:creationId xmlns:a16="http://schemas.microsoft.com/office/drawing/2014/main" id="{F3640572-0ACB-4103-A8FF-F44463C8DB1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2-</a:t>
            </a:r>
            <a:fld id="{02502CA6-6F5E-46F1-9971-8A59A8FF876A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25971539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3400" y="16002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5800" y="16002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6ABF6B0-F2C2-4B84-9218-21BE6CDAE46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7509D02-09D7-45E7-8C4A-91E22D888D4B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F5F689C9-5680-4199-9587-E3990A4E256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7" name="Rectangle 8">
            <a:extLst>
              <a:ext uri="{FF2B5EF4-FFF2-40B4-BE49-F238E27FC236}">
                <a16:creationId xmlns:a16="http://schemas.microsoft.com/office/drawing/2014/main" id="{1C3FE124-5848-465E-84AC-AA08E651735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2-</a:t>
            </a:r>
            <a:fld id="{AB901147-EB23-4157-B088-239B971F740B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08032438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D56B8B68-6B07-42F9-978C-F0ECE9E5479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87B3D95-56B7-4A93-A320-ADB047826F70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E5469E-D742-4422-BC5A-A2158747421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E3EE0BC-AFAA-458F-A655-6D3439FF958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2-</a:t>
            </a:r>
            <a:fld id="{5A25023A-BB82-43C2-BE1D-FC25A4590ED2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22218281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0FCE0833-5CED-4FCD-A308-B738B485D90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38D4B5C-6B95-45DA-AF6D-B95B0815D442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958B0659-487F-4DB3-8992-51BB56DA3A7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5" name="Rectangle 8">
            <a:extLst>
              <a:ext uri="{FF2B5EF4-FFF2-40B4-BE49-F238E27FC236}">
                <a16:creationId xmlns:a16="http://schemas.microsoft.com/office/drawing/2014/main" id="{05816F39-BFA6-42CC-9DEF-BE185910FEA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2-</a:t>
            </a:r>
            <a:fld id="{5B4E6B68-55B2-4A40-B953-668B5EE57FFB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02635707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C995F9A5-117D-4FC5-A535-366410F3DDC1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2657471-4DF6-4A7E-9591-3B26C05D0249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CA43B923-760C-46F3-8B64-5A386365C19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4" name="Rectangle 8">
            <a:extLst>
              <a:ext uri="{FF2B5EF4-FFF2-40B4-BE49-F238E27FC236}">
                <a16:creationId xmlns:a16="http://schemas.microsoft.com/office/drawing/2014/main" id="{A4A71996-3AAC-4C3A-BCB8-DEFFCBCCD4F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2-</a:t>
            </a:r>
            <a:fld id="{2CA3D442-E244-4EF1-B722-CBE0D2CB53D3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04927182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80FD412-BF23-4996-B6AB-D053911B7AB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A3FC1B2-FA2D-46CF-8E60-96F84754EABF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40156A31-B115-4AD3-87D2-37E2B096021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7" name="Rectangle 8">
            <a:extLst>
              <a:ext uri="{FF2B5EF4-FFF2-40B4-BE49-F238E27FC236}">
                <a16:creationId xmlns:a16="http://schemas.microsoft.com/office/drawing/2014/main" id="{0C80C7A5-42E5-47A1-8841-8C20A7AB61B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2-</a:t>
            </a:r>
            <a:fld id="{A035A8A1-0C69-4292-A78C-AC160511C25A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31547973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1B0E3B3-05F4-445C-80ED-6A62CE8D7B7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ED71CE8-B74A-49CB-B29D-490BB38433E4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B3D5B3F9-C533-488C-820C-BD83377CAD1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7" name="Rectangle 8">
            <a:extLst>
              <a:ext uri="{FF2B5EF4-FFF2-40B4-BE49-F238E27FC236}">
                <a16:creationId xmlns:a16="http://schemas.microsoft.com/office/drawing/2014/main" id="{3B417F54-4EC2-430E-A256-42FBD465D61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2-</a:t>
            </a:r>
            <a:fld id="{003371E1-F545-4280-A004-EB51A16AB8A0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25600092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FC5DFCBB-2DA6-40D6-99F5-74168104D2A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7913378-E3C9-4F80-B6FE-CC9200706A49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29809B10-1D6B-442E-8267-C196F42F387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6" name="Rectangle 8">
            <a:extLst>
              <a:ext uri="{FF2B5EF4-FFF2-40B4-BE49-F238E27FC236}">
                <a16:creationId xmlns:a16="http://schemas.microsoft.com/office/drawing/2014/main" id="{5175784B-1E43-47C9-828E-561AE5B3E94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2-</a:t>
            </a:r>
            <a:fld id="{ABF160DA-5F8D-47FA-9720-B34A8D517F8C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41784809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62700" y="228600"/>
            <a:ext cx="1943100" cy="6019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3400" y="228600"/>
            <a:ext cx="5676900" cy="6019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E107A44D-A150-4B22-AF00-370FDEB691F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9EA5146-065B-4EE1-9923-08B8B419DBA4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5800D6A5-8BF4-4F71-940A-F30B66A7979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6" name="Rectangle 8">
            <a:extLst>
              <a:ext uri="{FF2B5EF4-FFF2-40B4-BE49-F238E27FC236}">
                <a16:creationId xmlns:a16="http://schemas.microsoft.com/office/drawing/2014/main" id="{C4AEAAAF-44AB-4AC3-B559-BB626A0BB4B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2-</a:t>
            </a:r>
            <a:fld id="{5EE4BC3C-E2FF-4EFB-8FF5-80DDEB6FA4CD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33045849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x" preserve="1">
  <p:cSld name="Title, Conten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228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34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4958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CD8FC69-08D9-4030-8D0A-9C0F43621DB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A87E4D1-940D-4F85-B74F-F07726DAC6F1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B5499065-A232-48DB-B9A9-18A6BCD1710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7" name="Rectangle 8">
            <a:extLst>
              <a:ext uri="{FF2B5EF4-FFF2-40B4-BE49-F238E27FC236}">
                <a16:creationId xmlns:a16="http://schemas.microsoft.com/office/drawing/2014/main" id="{C617F5E8-12B3-408A-825D-8024FF731C9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2-</a:t>
            </a:r>
            <a:fld id="{E52B4BB1-E9D8-43E2-8CBE-70C99001FB05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26863017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228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5334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58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4A8403F-969B-4228-8DEB-1269D343B28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4A7FB7E-9F99-48A3-B8E6-68EE1C3B97FD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9F763EF9-94D0-4B72-83DA-4D185304F3A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7" name="Rectangle 8">
            <a:extLst>
              <a:ext uri="{FF2B5EF4-FFF2-40B4-BE49-F238E27FC236}">
                <a16:creationId xmlns:a16="http://schemas.microsoft.com/office/drawing/2014/main" id="{A5726BAB-9DE3-46A1-A71E-5EFBB1EC1D0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2-</a:t>
            </a:r>
            <a:fld id="{586A6FC3-394E-49B7-A209-590F51486B7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33930350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hart" preserve="1">
  <p:cSld name="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228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5334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hart Placeholder 3"/>
          <p:cNvSpPr>
            <a:spLocks noGrp="1"/>
          </p:cNvSpPr>
          <p:nvPr>
            <p:ph type="chart" sz="half" idx="2"/>
          </p:nvPr>
        </p:nvSpPr>
        <p:spPr>
          <a:xfrm>
            <a:off x="4495800" y="1600200"/>
            <a:ext cx="3810000" cy="4648200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9E6FA23-99A5-458A-811F-A45B58E317E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3022299-ED73-415B-920F-BC71E8D985BC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42DB50BB-C907-4744-B13F-A3991965070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7" name="Rectangle 8">
            <a:extLst>
              <a:ext uri="{FF2B5EF4-FFF2-40B4-BE49-F238E27FC236}">
                <a16:creationId xmlns:a16="http://schemas.microsoft.com/office/drawing/2014/main" id="{DDD295E7-BCCD-4FBA-BE71-01374F44253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2-</a:t>
            </a:r>
            <a:fld id="{772A9188-8BBF-4F3C-BA28-0A37271138CA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15810204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 and Content ov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228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3400" y="1600200"/>
            <a:ext cx="7772400" cy="22479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3400" y="4000500"/>
            <a:ext cx="7772400" cy="22479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E60E86B-9177-4214-A1C5-DE6ADCD8DB7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A118900-88CD-4799-AD9F-F2B5E8E8AB82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67744714-A955-4F09-A869-BA33E108AC4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7" name="Rectangle 8">
            <a:extLst>
              <a:ext uri="{FF2B5EF4-FFF2-40B4-BE49-F238E27FC236}">
                <a16:creationId xmlns:a16="http://schemas.microsoft.com/office/drawing/2014/main" id="{6F7F833A-EFA2-4093-AA04-C7380DD79FC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2-</a:t>
            </a:r>
            <a:fld id="{196111C2-5A6D-4206-9FC7-92E030CB5E8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02165908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2505D809-7890-4B7C-830C-5FA140737901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fld id="{D44E33DB-307D-4E79-B534-2F37B8C0CA6C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93320AAD-5052-4C36-B978-BE92FBF3CE9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charset="0"/>
              <a:buNone/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3173283-3363-4BD3-AE04-9B5A2DFDD05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r>
              <a:rPr lang="en-US" altLang="zh-TW"/>
              <a:t>2-</a:t>
            </a:r>
            <a:fld id="{99FEE813-444F-4EF4-968F-2A53ACE2F8EF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69990623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07A42B94-1727-4D68-99BB-3BADDFBB048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fld id="{B6E20E2B-1109-457A-8927-7681630C2CD8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5F87F0E3-E351-4C6B-9A0A-C936583E3B6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charset="0"/>
              <a:buNone/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C04109C6-23A9-4484-9AA5-455624D903A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r>
              <a:rPr lang="en-US" altLang="zh-TW"/>
              <a:t>2-</a:t>
            </a:r>
            <a:fld id="{555F1ABA-587A-452C-9B02-BEE813DF286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4881564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242D5F10-588A-48B4-8BE8-03DAD09A18D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fld id="{62B9B061-51AB-4634-AC4B-9B918C69DA3B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15FCECB6-3BF8-4669-A092-BD562A3847E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charset="0"/>
              <a:buNone/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FB23ED92-98BE-44D4-BFFF-904D1C69914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r>
              <a:rPr lang="en-US" altLang="zh-TW"/>
              <a:t>2-</a:t>
            </a:r>
            <a:fld id="{99D23549-F488-4321-B034-F46E4CA0189C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60674758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3400" y="1611313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5800" y="1611313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975E94-7704-4FE4-BF3C-7AA1AA29B00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fld id="{5A8D7BAB-C3B9-467D-BEA5-A310A664CDEA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5C12EB-71B8-4E74-8C76-6310139FB4E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charset="0"/>
              <a:buNone/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48D21B-222E-402E-8616-BD05B5CE753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r>
              <a:rPr lang="en-US" altLang="zh-TW"/>
              <a:t>2-</a:t>
            </a:r>
            <a:fld id="{0F998F12-D2A1-4564-86B6-325C1A0FC7AD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228894587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05965FDC-0B59-437F-B25A-EA483E102C11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fld id="{9024C917-0A95-45FA-A686-85C9A47B8ED2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6A453DB0-F4E2-4F3A-86BD-5231D0A44FF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charset="0"/>
              <a:buNone/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899EA609-BBE2-40BA-91E2-003A47CFC35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r>
              <a:rPr lang="en-US" altLang="zh-TW"/>
              <a:t>2-</a:t>
            </a:r>
            <a:fld id="{F176928F-C2AD-4052-9B34-19C0F9E6AD6B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4273107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44CFCBE1-2E1B-4E67-9463-8AF80461C5E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fld id="{98CBC574-CA71-4900-9F58-EF5E9DB975BE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2E9C9F97-83E7-4BF6-A717-497764861EC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charset="0"/>
              <a:buNone/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D876875F-3172-46F2-B8FE-C896C75A3F2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r>
              <a:rPr lang="en-US" altLang="zh-TW"/>
              <a:t>2-</a:t>
            </a:r>
            <a:fld id="{16A50AC3-E3EE-4C2F-B8FB-2CED01ACE41D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56425534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79DADEA-7859-45FE-94A2-81B42067B2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fld id="{5E107996-6C6F-45C9-97DA-242AD62E5043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C685F4C-4420-4AE7-95B5-D3A987FB02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charset="0"/>
              <a:buNone/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6685F1-67EA-4516-AC60-252EDB192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r>
              <a:rPr lang="en-US" altLang="zh-TW"/>
              <a:t>1-</a:t>
            </a:r>
            <a:fld id="{93A8D766-95CE-4734-8751-A2B52E7C5092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72632086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1FD3BB-4073-4DDF-9C01-FA8DF7FF06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fld id="{086B94D6-5FD6-4F5A-948E-068C2B961203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2446CE-CB99-4AD5-83A6-7154B7EA8E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charset="0"/>
              <a:buNone/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B129B8-A4A6-4479-AAB4-720B39A7D6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r>
              <a:rPr lang="en-US" altLang="zh-TW"/>
              <a:t>1-</a:t>
            </a:r>
            <a:fld id="{7C7720F9-2D3A-4CAD-8795-957D4F3F1214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04445601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BC02B0-E692-4881-B263-FA2AF8E1665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fld id="{162B4491-5C4E-441F-9FEF-4E3654050ADC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7361BC-77D2-4329-92F0-3968F4050F1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charset="0"/>
              <a:buNone/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D768A3-D2E6-4155-B8AD-CAA4E105FFD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r>
              <a:rPr lang="en-US" altLang="zh-TW"/>
              <a:t>2-</a:t>
            </a:r>
            <a:fld id="{808AB2FA-7865-4D2A-9DE3-2BEA20613312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62738816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1D2CBB-D04B-4608-A156-F86A5920EA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fld id="{644D28A8-5E02-4BF8-95D9-7CD4112EE271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96A776-6AEA-4FD2-93D7-D35C4AD04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charset="0"/>
              <a:buNone/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2E6E02-AAF3-49F0-A17F-BA49637D2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r>
              <a:rPr lang="en-US" altLang="zh-TW"/>
              <a:t>1-</a:t>
            </a:r>
            <a:fld id="{3529C2E3-61EB-4CF7-9525-1A84106A6C30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00593020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62700" y="228600"/>
            <a:ext cx="1943100" cy="6030913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3400" y="228600"/>
            <a:ext cx="5676900" cy="603091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334460-EA17-497E-B404-55B61095C4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fld id="{4147AF93-FE86-45B9-9A65-BC80560D6C77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4B6A85-023C-4434-BCC6-72448C7699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charset="0"/>
              <a:buNone/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056CF8-7598-496B-BE33-05C332E76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r>
              <a:rPr lang="en-US" altLang="zh-TW"/>
              <a:t>1-</a:t>
            </a:r>
            <a:fld id="{0EB78579-F87E-4D94-9907-9046BDAAA49D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64070385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, Conten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228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3400" y="1611313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495800" y="1611313"/>
            <a:ext cx="3810000" cy="22479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495800" y="4011613"/>
            <a:ext cx="3810000" cy="22479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F270B9F-3270-436F-8312-10F8D80872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fld id="{4EE0D1BC-DBD6-4022-A5E2-F3B365073027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A325C7A-E4DE-4072-BDFB-550CA84F06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charset="0"/>
              <a:buNone/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C6AFE45-F1E5-452A-9D9A-A36E636987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r>
              <a:rPr lang="en-US" altLang="zh-TW"/>
              <a:t>1</a:t>
            </a:r>
            <a:fld id="{9010AA31-E8A4-4A76-B971-4B1D156A2D79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458286466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7A3FFF71-9F83-4CBE-9265-B9D239E7DB31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 eaLnBrk="1" fontAlgn="auto" hangingPunct="1">
              <a:spcBef>
                <a:spcPct val="20000"/>
              </a:spcBef>
              <a:spcAft>
                <a:spcPts val="0"/>
              </a:spcAft>
              <a:buClr>
                <a:schemeClr val="accent2"/>
              </a:buClr>
              <a:buSzPct val="85000"/>
              <a:buFont typeface="ZapfDingbats" pitchFamily="82" charset="2"/>
              <a:buNone/>
              <a:defRPr>
                <a:ea typeface="+mn-ea"/>
              </a:defRPr>
            </a:lvl1pPr>
          </a:lstStyle>
          <a:p>
            <a:pPr>
              <a:defRPr/>
            </a:pPr>
            <a:fld id="{2A26C59F-E763-4539-8041-A9A6BF694914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303E6-4AFC-4183-AEA1-C99FFAA7485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 eaLnBrk="1" fontAlgn="auto" hangingPunct="1">
              <a:spcAft>
                <a:spcPts val="0"/>
              </a:spcAft>
              <a:defRPr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2B80C4-0932-424B-808C-598D2FBAC9E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 eaLnBrk="1" hangingPunct="1"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r>
              <a:rPr lang="en-US" altLang="zh-TW"/>
              <a:t>2-</a:t>
            </a:r>
            <a:fld id="{A9E25138-DDF7-402B-BF52-1D9248B61BA0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727074880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F20CDEC5-0B24-440C-B2CD-70BFA840B9F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 eaLnBrk="1" fontAlgn="auto" hangingPunct="1">
              <a:spcBef>
                <a:spcPct val="20000"/>
              </a:spcBef>
              <a:spcAft>
                <a:spcPts val="0"/>
              </a:spcAft>
              <a:buClr>
                <a:schemeClr val="accent2"/>
              </a:buClr>
              <a:buSzPct val="85000"/>
              <a:buFont typeface="ZapfDingbats" pitchFamily="82" charset="2"/>
              <a:buNone/>
              <a:defRPr>
                <a:ea typeface="+mn-ea"/>
              </a:defRPr>
            </a:lvl1pPr>
          </a:lstStyle>
          <a:p>
            <a:pPr>
              <a:defRPr/>
            </a:pPr>
            <a:fld id="{A9A3321A-0436-40FD-8DA5-66DBC3EB8F7B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F5EB84-FEDF-415A-9B4F-3561101B202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 eaLnBrk="1" fontAlgn="auto" hangingPunct="1">
              <a:spcAft>
                <a:spcPts val="0"/>
              </a:spcAft>
              <a:defRPr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871D03-689E-4806-937A-86136ED63D4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 eaLnBrk="1" hangingPunct="1"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r>
              <a:rPr lang="en-US" altLang="zh-TW"/>
              <a:t>2-</a:t>
            </a:r>
            <a:fld id="{F1721BE6-5C99-4A3B-990A-741DC207FB4C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77365453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1127B56A-1E10-4BCA-B86B-B54DC8DD355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 eaLnBrk="1" fontAlgn="auto" hangingPunct="1">
              <a:spcBef>
                <a:spcPct val="20000"/>
              </a:spcBef>
              <a:spcAft>
                <a:spcPts val="0"/>
              </a:spcAft>
              <a:buClr>
                <a:schemeClr val="accent2"/>
              </a:buClr>
              <a:buSzPct val="85000"/>
              <a:buFont typeface="ZapfDingbats" pitchFamily="82" charset="2"/>
              <a:buNone/>
              <a:defRPr>
                <a:ea typeface="+mn-ea"/>
              </a:defRPr>
            </a:lvl1pPr>
          </a:lstStyle>
          <a:p>
            <a:pPr>
              <a:defRPr/>
            </a:pPr>
            <a:fld id="{2B1ADDFA-5739-45C0-9D86-8C4FC3115621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AB2052-1429-4E4D-AECD-2C1EA30F3E5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 eaLnBrk="1" fontAlgn="auto" hangingPunct="1">
              <a:spcAft>
                <a:spcPts val="0"/>
              </a:spcAft>
              <a:defRPr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0EF58E-F636-4A08-B3CC-BD857905F20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 eaLnBrk="1" hangingPunct="1"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r>
              <a:rPr lang="en-US" altLang="zh-TW"/>
              <a:t>2-</a:t>
            </a:r>
            <a:fld id="{5CCE6FEC-C1BD-4786-94D1-64663ACA2021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21889095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3400" y="16002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5800" y="16002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8C62A3-4631-4458-AB8F-4C367EC56F9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 eaLnBrk="1" fontAlgn="auto" hangingPunct="1">
              <a:spcBef>
                <a:spcPct val="20000"/>
              </a:spcBef>
              <a:spcAft>
                <a:spcPts val="0"/>
              </a:spcAft>
              <a:buClr>
                <a:schemeClr val="accent2"/>
              </a:buClr>
              <a:buSzPct val="85000"/>
              <a:buFont typeface="ZapfDingbats" pitchFamily="82" charset="2"/>
              <a:buNone/>
              <a:defRPr>
                <a:ea typeface="+mn-ea"/>
              </a:defRPr>
            </a:lvl1pPr>
          </a:lstStyle>
          <a:p>
            <a:pPr>
              <a:defRPr/>
            </a:pPr>
            <a:fld id="{A1F98D62-C1B7-47F7-A1CC-89E892F03AAC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395B4CD-72AB-4625-A893-7B27A81DE8A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 eaLnBrk="1" fontAlgn="auto" hangingPunct="1">
              <a:spcAft>
                <a:spcPts val="0"/>
              </a:spcAft>
              <a:defRPr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50F90C-884A-4B92-BCCA-85A7A139763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 eaLnBrk="1" hangingPunct="1"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r>
              <a:rPr lang="en-US" altLang="zh-TW"/>
              <a:t>2-</a:t>
            </a:r>
            <a:fld id="{B1F95471-D905-4A7D-8725-E77F2AFCCF1B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88947212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876D2AFF-D0C6-47DD-AB9C-9F5956C9D0D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 eaLnBrk="1" fontAlgn="auto" hangingPunct="1">
              <a:spcBef>
                <a:spcPct val="20000"/>
              </a:spcBef>
              <a:spcAft>
                <a:spcPts val="0"/>
              </a:spcAft>
              <a:buClr>
                <a:schemeClr val="accent2"/>
              </a:buClr>
              <a:buSzPct val="85000"/>
              <a:buFont typeface="ZapfDingbats" pitchFamily="82" charset="2"/>
              <a:buNone/>
              <a:defRPr>
                <a:ea typeface="+mn-ea"/>
              </a:defRPr>
            </a:lvl1pPr>
          </a:lstStyle>
          <a:p>
            <a:pPr>
              <a:defRPr/>
            </a:pPr>
            <a:fld id="{74589F15-CA76-494B-8DF2-6E3D4A069C10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0C87D6F-08CF-446F-A36F-7299F4CEF0C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 eaLnBrk="1" fontAlgn="auto" hangingPunct="1">
              <a:spcAft>
                <a:spcPts val="0"/>
              </a:spcAft>
              <a:defRPr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9499DFD-F3CB-4565-B305-BB66935CAA5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 eaLnBrk="1" hangingPunct="1"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r>
              <a:rPr lang="en-US" altLang="zh-TW"/>
              <a:t>2-</a:t>
            </a:r>
            <a:fld id="{2B86649A-1A48-4503-91FF-2647FE87EB70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141878317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60B039CB-DAD3-48C7-BB0B-62324F4128E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 eaLnBrk="1" fontAlgn="auto" hangingPunct="1">
              <a:spcBef>
                <a:spcPct val="20000"/>
              </a:spcBef>
              <a:spcAft>
                <a:spcPts val="0"/>
              </a:spcAft>
              <a:buClr>
                <a:schemeClr val="accent2"/>
              </a:buClr>
              <a:buSzPct val="85000"/>
              <a:buFont typeface="ZapfDingbats" pitchFamily="82" charset="2"/>
              <a:buNone/>
              <a:defRPr>
                <a:ea typeface="+mn-ea"/>
              </a:defRPr>
            </a:lvl1pPr>
          </a:lstStyle>
          <a:p>
            <a:pPr>
              <a:defRPr/>
            </a:pPr>
            <a:fld id="{6BBAC157-B48B-4EBD-86F4-BA03BD7E521C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D9D72C-74FE-4228-B22B-F1A3C9C4DDC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 eaLnBrk="1" fontAlgn="auto" hangingPunct="1">
              <a:spcAft>
                <a:spcPts val="0"/>
              </a:spcAft>
              <a:defRPr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9D3491C-1A39-412D-B261-6662FC6598E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 eaLnBrk="1" hangingPunct="1"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r>
              <a:rPr lang="en-US" altLang="zh-TW"/>
              <a:t>2-</a:t>
            </a:r>
            <a:fld id="{DF3C734B-2A62-4F90-AA28-53DB9CD89AF4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069209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EA73DC48-9307-4974-80FF-31633AB6603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 eaLnBrk="1" fontAlgn="auto" hangingPunct="1">
              <a:spcBef>
                <a:spcPct val="20000"/>
              </a:spcBef>
              <a:spcAft>
                <a:spcPts val="0"/>
              </a:spcAft>
              <a:buClr>
                <a:schemeClr val="accent2"/>
              </a:buClr>
              <a:buSzPct val="85000"/>
              <a:buFont typeface="ZapfDingbats" pitchFamily="82" charset="2"/>
              <a:buNone/>
              <a:defRPr>
                <a:ea typeface="+mn-ea"/>
              </a:defRPr>
            </a:lvl1pPr>
          </a:lstStyle>
          <a:p>
            <a:pPr>
              <a:defRPr/>
            </a:pPr>
            <a:fld id="{C950AA48-CB54-4C12-9ECF-F57739F3694C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32F1F5D-7FA9-4699-867F-ABF7E8EAFF6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 eaLnBrk="1" fontAlgn="auto" hangingPunct="1">
              <a:spcAft>
                <a:spcPts val="0"/>
              </a:spcAft>
              <a:defRPr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BA6301-FC43-44F1-98C1-71173D4EAD6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 eaLnBrk="1" hangingPunct="1"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r>
              <a:rPr lang="en-US" altLang="zh-TW"/>
              <a:t>2-</a:t>
            </a:r>
            <a:fld id="{5A975AF7-D8D0-4DAC-A539-18E4B4B4A654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031151548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0AC5DE-A689-46E6-BF4E-0B2DA91993F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 eaLnBrk="1" fontAlgn="auto" hangingPunct="1">
              <a:spcBef>
                <a:spcPct val="20000"/>
              </a:spcBef>
              <a:spcAft>
                <a:spcPts val="0"/>
              </a:spcAft>
              <a:buClr>
                <a:schemeClr val="accent2"/>
              </a:buClr>
              <a:buSzPct val="85000"/>
              <a:buFont typeface="ZapfDingbats" pitchFamily="82" charset="2"/>
              <a:buNone/>
              <a:defRPr>
                <a:ea typeface="+mn-ea"/>
              </a:defRPr>
            </a:lvl1pPr>
          </a:lstStyle>
          <a:p>
            <a:pPr>
              <a:defRPr/>
            </a:pPr>
            <a:fld id="{632E8797-16AF-428C-AD75-440FAB22DDD9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785484-8850-47FB-8338-F702B3CBDBE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 eaLnBrk="1" fontAlgn="auto" hangingPunct="1">
              <a:spcAft>
                <a:spcPts val="0"/>
              </a:spcAft>
              <a:defRPr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69358D-0CD2-4779-89B1-0C29BA11E69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 eaLnBrk="1" hangingPunct="1"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r>
              <a:rPr lang="en-US" altLang="zh-TW"/>
              <a:t>2-</a:t>
            </a:r>
            <a:fld id="{2A04A15A-2DD6-4524-849E-8872882FBD92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10861684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48E9D2-79B3-47DC-9176-9C70ED1C7B4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 eaLnBrk="1" fontAlgn="auto" hangingPunct="1">
              <a:spcBef>
                <a:spcPct val="20000"/>
              </a:spcBef>
              <a:spcAft>
                <a:spcPts val="0"/>
              </a:spcAft>
              <a:buClr>
                <a:schemeClr val="accent2"/>
              </a:buClr>
              <a:buSzPct val="85000"/>
              <a:buFont typeface="ZapfDingbats" pitchFamily="82" charset="2"/>
              <a:buNone/>
              <a:defRPr>
                <a:ea typeface="+mn-ea"/>
              </a:defRPr>
            </a:lvl1pPr>
          </a:lstStyle>
          <a:p>
            <a:pPr>
              <a:defRPr/>
            </a:pPr>
            <a:fld id="{04A9DBCE-8C09-4AE4-91D2-9B952202E0CD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5DD517-DC46-415F-82A0-ECC8D2337EF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 eaLnBrk="1" fontAlgn="auto" hangingPunct="1">
              <a:spcAft>
                <a:spcPts val="0"/>
              </a:spcAft>
              <a:defRPr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C8866C-581E-4352-818B-8986D60B73E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 eaLnBrk="1" hangingPunct="1"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r>
              <a:rPr lang="en-US" altLang="zh-TW"/>
              <a:t>2-</a:t>
            </a:r>
            <a:fld id="{8D3AA48B-566C-428D-BA45-1C436144C065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769345317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27CFCC0F-CDC5-4CD4-B0EA-6741296C193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 eaLnBrk="1" fontAlgn="auto" hangingPunct="1">
              <a:spcBef>
                <a:spcPct val="20000"/>
              </a:spcBef>
              <a:spcAft>
                <a:spcPts val="0"/>
              </a:spcAft>
              <a:buClr>
                <a:schemeClr val="accent2"/>
              </a:buClr>
              <a:buSzPct val="85000"/>
              <a:buFont typeface="ZapfDingbats" pitchFamily="82" charset="2"/>
              <a:buNone/>
              <a:defRPr>
                <a:ea typeface="+mn-ea"/>
              </a:defRPr>
            </a:lvl1pPr>
          </a:lstStyle>
          <a:p>
            <a:pPr>
              <a:defRPr/>
            </a:pPr>
            <a:fld id="{CC69D2F4-C6B8-4B7E-A9EE-114958A29556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B0A205-FF48-4AD2-95BF-4C6F79FE6BF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 eaLnBrk="1" fontAlgn="auto" hangingPunct="1">
              <a:spcAft>
                <a:spcPts val="0"/>
              </a:spcAft>
              <a:defRPr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C1C4A4-34C5-41D2-817E-4E3322BADF7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 eaLnBrk="1" hangingPunct="1"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r>
              <a:rPr lang="en-US" altLang="zh-TW"/>
              <a:t>2-</a:t>
            </a:r>
            <a:fld id="{EB45AFA1-08CF-4BA1-8140-D0A517E96EA7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992917129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62700" y="228600"/>
            <a:ext cx="1943100" cy="6019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3400" y="228600"/>
            <a:ext cx="5676900" cy="6019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85187E01-1286-4F64-9DB5-25B7C2143F9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 eaLnBrk="1" fontAlgn="auto" hangingPunct="1">
              <a:spcBef>
                <a:spcPct val="20000"/>
              </a:spcBef>
              <a:spcAft>
                <a:spcPts val="0"/>
              </a:spcAft>
              <a:buClr>
                <a:schemeClr val="accent2"/>
              </a:buClr>
              <a:buSzPct val="85000"/>
              <a:buFont typeface="ZapfDingbats" pitchFamily="82" charset="2"/>
              <a:buNone/>
              <a:defRPr>
                <a:ea typeface="+mn-ea"/>
              </a:defRPr>
            </a:lvl1pPr>
          </a:lstStyle>
          <a:p>
            <a:pPr>
              <a:defRPr/>
            </a:pPr>
            <a:fld id="{00ADEDE5-4FC5-4F88-A1BF-7FA7636A151F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E084D3-E4D3-4A99-A8AA-5E196AD412D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 eaLnBrk="1" fontAlgn="auto" hangingPunct="1">
              <a:spcAft>
                <a:spcPts val="0"/>
              </a:spcAft>
              <a:defRPr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9F3112-E3BC-453D-BC53-70B1A568686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 eaLnBrk="1" hangingPunct="1"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r>
              <a:rPr lang="en-US" altLang="zh-TW"/>
              <a:t>2-</a:t>
            </a:r>
            <a:fld id="{6AD22EDA-A3AD-44B4-B5CC-653619BEE290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34628789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x" preserve="1">
  <p:cSld name="Title, Conten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228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34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4958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B98B6A-994A-42A4-96E8-36E3261716F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 eaLnBrk="1" fontAlgn="auto" hangingPunct="1">
              <a:spcBef>
                <a:spcPct val="20000"/>
              </a:spcBef>
              <a:spcAft>
                <a:spcPts val="0"/>
              </a:spcAft>
              <a:buClr>
                <a:schemeClr val="accent2"/>
              </a:buClr>
              <a:buSzPct val="85000"/>
              <a:buFont typeface="ZapfDingbats" pitchFamily="82" charset="2"/>
              <a:buNone/>
              <a:defRPr>
                <a:ea typeface="+mn-ea"/>
              </a:defRPr>
            </a:lvl1pPr>
          </a:lstStyle>
          <a:p>
            <a:pPr>
              <a:defRPr/>
            </a:pPr>
            <a:fld id="{D528F3AF-897B-4290-9140-2F7DFFC1C6B7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A11C23-C943-42EE-BBF3-9C86D282C47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 eaLnBrk="1" fontAlgn="auto" hangingPunct="1">
              <a:spcAft>
                <a:spcPts val="0"/>
              </a:spcAft>
              <a:defRPr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E96ECA-C4D3-498E-94C8-FCAB8ECB913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 eaLnBrk="1" hangingPunct="1"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r>
              <a:rPr lang="en-US" altLang="zh-TW"/>
              <a:t>2-</a:t>
            </a:r>
            <a:fld id="{49282EA6-A8CA-4997-878A-045A0AD8615D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28433293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228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5334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58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021D0C-7DDC-4E47-8D6D-897FBFBA2BA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 eaLnBrk="1" fontAlgn="auto" hangingPunct="1">
              <a:spcBef>
                <a:spcPct val="20000"/>
              </a:spcBef>
              <a:spcAft>
                <a:spcPts val="0"/>
              </a:spcAft>
              <a:buClr>
                <a:schemeClr val="accent2"/>
              </a:buClr>
              <a:buSzPct val="85000"/>
              <a:buFont typeface="ZapfDingbats" pitchFamily="82" charset="2"/>
              <a:buNone/>
              <a:defRPr>
                <a:ea typeface="+mn-ea"/>
              </a:defRPr>
            </a:lvl1pPr>
          </a:lstStyle>
          <a:p>
            <a:pPr>
              <a:defRPr/>
            </a:pPr>
            <a:fld id="{294FF679-CEF7-4516-A3AD-657B0A88A6B1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6F48F8-C643-40F1-9939-969BD6F0D34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 eaLnBrk="1" fontAlgn="auto" hangingPunct="1">
              <a:spcAft>
                <a:spcPts val="0"/>
              </a:spcAft>
              <a:defRPr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C78306-CF57-4744-AEB9-D172E3BF3C5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 eaLnBrk="1" hangingPunct="1"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r>
              <a:rPr lang="en-US" altLang="zh-TW"/>
              <a:t>2-</a:t>
            </a:r>
            <a:fld id="{249A72C0-42B5-4014-AADB-EA74A71B9D5A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821062627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hart" preserve="1">
  <p:cSld name="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228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5334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hart Placeholder 3"/>
          <p:cNvSpPr>
            <a:spLocks noGrp="1"/>
          </p:cNvSpPr>
          <p:nvPr>
            <p:ph type="chart" sz="half" idx="2"/>
          </p:nvPr>
        </p:nvSpPr>
        <p:spPr>
          <a:xfrm>
            <a:off x="4495800" y="1600200"/>
            <a:ext cx="3810000" cy="4648200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17123A-C3FA-4252-A041-A0193C58AE5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 eaLnBrk="1" fontAlgn="auto" hangingPunct="1">
              <a:spcBef>
                <a:spcPct val="20000"/>
              </a:spcBef>
              <a:spcAft>
                <a:spcPts val="0"/>
              </a:spcAft>
              <a:buClr>
                <a:schemeClr val="accent2"/>
              </a:buClr>
              <a:buSzPct val="85000"/>
              <a:buFont typeface="ZapfDingbats" pitchFamily="82" charset="2"/>
              <a:buNone/>
              <a:defRPr>
                <a:ea typeface="+mn-ea"/>
              </a:defRPr>
            </a:lvl1pPr>
          </a:lstStyle>
          <a:p>
            <a:pPr>
              <a:defRPr/>
            </a:pPr>
            <a:fld id="{F29604C4-B079-4178-887E-6905BDA634E0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9FCFA5-59F7-470A-BF09-6F917C14365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 eaLnBrk="1" fontAlgn="auto" hangingPunct="1">
              <a:spcAft>
                <a:spcPts val="0"/>
              </a:spcAft>
              <a:defRPr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40D077-91FB-40F3-94A0-B052EB76A1B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 eaLnBrk="1" hangingPunct="1"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r>
              <a:rPr lang="en-US" altLang="zh-TW"/>
              <a:t>2-</a:t>
            </a:r>
            <a:fld id="{892694E2-08D4-41DC-A9C4-BB15F1AE5D67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76372093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 and Content ov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228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3400" y="1600200"/>
            <a:ext cx="7772400" cy="22479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3400" y="4000500"/>
            <a:ext cx="7772400" cy="22479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B6A9F5-3D25-4CCC-8BAD-65151D8FF95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 eaLnBrk="1" fontAlgn="auto" hangingPunct="1">
              <a:spcBef>
                <a:spcPct val="20000"/>
              </a:spcBef>
              <a:spcAft>
                <a:spcPts val="0"/>
              </a:spcAft>
              <a:buClr>
                <a:schemeClr val="accent2"/>
              </a:buClr>
              <a:buSzPct val="85000"/>
              <a:buFont typeface="ZapfDingbats" pitchFamily="82" charset="2"/>
              <a:buNone/>
              <a:defRPr>
                <a:ea typeface="+mn-ea"/>
              </a:defRPr>
            </a:lvl1pPr>
          </a:lstStyle>
          <a:p>
            <a:pPr>
              <a:defRPr/>
            </a:pPr>
            <a:fld id="{E628BD4C-1281-40FD-87BA-685B9B41161C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BE11C7-F59A-48FE-AE69-83360E6D001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 eaLnBrk="1" fontAlgn="auto" hangingPunct="1">
              <a:spcAft>
                <a:spcPts val="0"/>
              </a:spcAft>
              <a:defRPr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12011D-48C3-4D5D-B901-02528D8FE11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 eaLnBrk="1" hangingPunct="1"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r>
              <a:rPr lang="en-US" altLang="zh-TW"/>
              <a:t>2-</a:t>
            </a:r>
            <a:fld id="{BC6EBDCB-A6A0-41B4-B826-3B01A2396B00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724639104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B25E85EE-2246-4C4D-81F2-7DA68562790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rgbClr val="3333CC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fld id="{C0CD2276-DF28-4D00-B114-C6F2CFB3A3B1}" type="datetime1">
              <a:rPr lang="en-US" altLang="en-US"/>
              <a:pPr>
                <a:defRPr/>
              </a:pPr>
              <a:t>9/20/2025</a:t>
            </a:fld>
            <a:endParaRPr lang="en-US" alt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2D4C7B8D-5A14-48AA-9350-9A8206B1969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rgbClr val="3333CC"/>
              </a:buClr>
              <a:buSzPct val="85000"/>
              <a:buFont typeface="ZapfDingbats" charset="0"/>
              <a:buNone/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6C8E299F-6926-478A-9766-450A788FEBD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rgbClr val="3333CC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r>
              <a:rPr lang="en-US" altLang="en-US"/>
              <a:t>2-</a:t>
            </a:r>
            <a:fld id="{883FA46B-74FD-41F1-899A-15FCFD7A9A12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52233225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E171BD5B-29B6-42A5-A24A-8B950BA79BC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rgbClr val="3333CC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fld id="{21B2E430-9272-4742-B9AC-81777BB59928}" type="datetime1">
              <a:rPr lang="en-US" altLang="en-US"/>
              <a:pPr>
                <a:defRPr/>
              </a:pPr>
              <a:t>9/20/2025</a:t>
            </a:fld>
            <a:endParaRPr lang="en-US" alt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6E0B02A9-1B79-484F-A93A-4117B6E99F0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rgbClr val="3333CC"/>
              </a:buClr>
              <a:buSzPct val="85000"/>
              <a:buFont typeface="ZapfDingbats" charset="0"/>
              <a:buNone/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3AFFCBEF-BB1D-4732-818F-C8E2CE50F5C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rgbClr val="3333CC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r>
              <a:rPr lang="en-US" altLang="en-US"/>
              <a:t>2-</a:t>
            </a:r>
            <a:fld id="{BB9B9202-BC5E-4FEC-8B85-BEA84D946802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13574614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23C8F85B-4FFB-4491-B619-D479428D96A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rgbClr val="3333CC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fld id="{08EF54B7-1E1A-47C0-AD48-845CD8A27DC0}" type="datetime1">
              <a:rPr lang="en-US" altLang="en-US"/>
              <a:pPr>
                <a:defRPr/>
              </a:pPr>
              <a:t>9/20/2025</a:t>
            </a:fld>
            <a:endParaRPr lang="en-US" alt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74F098AD-41A3-41CB-95D2-EE0BF2035D8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rgbClr val="3333CC"/>
              </a:buClr>
              <a:buSzPct val="85000"/>
              <a:buFont typeface="ZapfDingbats" charset="0"/>
              <a:buNone/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EBE23AEF-A569-4250-A051-A0B44EFCE14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rgbClr val="3333CC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r>
              <a:rPr lang="en-US" altLang="en-US"/>
              <a:t>2-</a:t>
            </a:r>
            <a:fld id="{D74C23C6-8AAB-4A94-B108-51F8A54F4CB8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356987716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3400" y="1611313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5800" y="1611313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79A336-75B4-4C28-BF55-A179BB623BC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rgbClr val="3333CC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fld id="{1555DB06-6C47-4B57-A3B9-3DBAB680C8B6}" type="datetime1">
              <a:rPr lang="en-US" altLang="en-US"/>
              <a:pPr>
                <a:defRPr/>
              </a:pPr>
              <a:t>9/20/2025</a:t>
            </a:fld>
            <a:endParaRPr lang="en-US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4DF831-8FCA-4E94-9EBC-C62F79D9D83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rgbClr val="3333CC"/>
              </a:buClr>
              <a:buSzPct val="85000"/>
              <a:buFont typeface="ZapfDingbats" charset="0"/>
              <a:buNone/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49074D-439B-414E-B299-710E06BE2D3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rgbClr val="3333CC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r>
              <a:rPr lang="en-US" altLang="en-US"/>
              <a:t>2-</a:t>
            </a:r>
            <a:fld id="{357D3498-2486-47FD-873A-9B1CD32D6BBA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91220229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9273D004-B256-4FB6-AC29-40AAAD9CD5B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rgbClr val="3333CC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fld id="{63288317-9064-45A0-BB3D-F191E5ACADB6}" type="datetime1">
              <a:rPr lang="en-US" altLang="en-US"/>
              <a:pPr>
                <a:defRPr/>
              </a:pPr>
              <a:t>9/20/2025</a:t>
            </a:fld>
            <a:endParaRPr lang="en-US" altLang="en-US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99A5CF11-560B-458C-97B4-A9159489830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rgbClr val="3333CC"/>
              </a:buClr>
              <a:buSzPct val="85000"/>
              <a:buFont typeface="ZapfDingbats" charset="0"/>
              <a:buNone/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245255F1-788A-4095-8703-30B152FB1E6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rgbClr val="3333CC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r>
              <a:rPr lang="en-US" altLang="en-US"/>
              <a:t>2-</a:t>
            </a:r>
            <a:fld id="{95FE60DF-0FDB-45C3-913D-FB3A38CE1FD2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642513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F2D2DB0D-047C-4A47-B878-FDF11ABEF76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rgbClr val="3333CC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fld id="{73628397-EE12-404E-919C-30F3BA65D815}" type="datetime1">
              <a:rPr lang="en-US" altLang="en-US"/>
              <a:pPr>
                <a:defRPr/>
              </a:pPr>
              <a:t>9/20/2025</a:t>
            </a:fld>
            <a:endParaRPr lang="en-US" altLang="en-US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37940B56-AA9A-4115-AAA1-CC1B09925DB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rgbClr val="3333CC"/>
              </a:buClr>
              <a:buSzPct val="85000"/>
              <a:buFont typeface="ZapfDingbats" charset="0"/>
              <a:buNone/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45C48681-9A58-4AF7-B424-B9CC9FE74AB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rgbClr val="3333CC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r>
              <a:rPr lang="en-US" altLang="en-US"/>
              <a:t>2-</a:t>
            </a:r>
            <a:fld id="{0C71E5FB-4F0F-4855-BC08-F706FA86E126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638806650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0CB98F5-9355-4311-A93B-EDAB02F989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rgbClr val="3333CC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fld id="{B3D519FB-3B4D-4410-AE8F-B928C18A1591}" type="datetime1">
              <a:rPr lang="en-US" altLang="en-US"/>
              <a:pPr>
                <a:defRPr/>
              </a:pPr>
              <a:t>9/20/2025</a:t>
            </a:fld>
            <a:endParaRPr lang="en-US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5334A17-3564-490B-B4AE-8B92A157C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rgbClr val="3333CC"/>
              </a:buClr>
              <a:buSzPct val="85000"/>
              <a:buFont typeface="ZapfDingbats" charset="0"/>
              <a:buNone/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E984B9-5717-48AF-9686-6A7CB14D4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rgbClr val="3333CC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r>
              <a:rPr lang="en-US" altLang="en-US"/>
              <a:t>1-</a:t>
            </a:r>
            <a:fld id="{D0534057-92E5-498F-8F7A-6BBBD8917A4C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253464757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0B6A49-85B4-4F05-95FA-9724801BA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rgbClr val="3333CC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fld id="{9D2990BA-3213-46BC-ACF2-45723F52627B}" type="datetime1">
              <a:rPr lang="en-US" altLang="en-US"/>
              <a:pPr>
                <a:defRPr/>
              </a:pPr>
              <a:t>9/20/2025</a:t>
            </a:fld>
            <a:endParaRPr lang="en-US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68C356-BCE6-421D-BF6F-EAA22AF07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rgbClr val="3333CC"/>
              </a:buClr>
              <a:buSzPct val="85000"/>
              <a:buFont typeface="ZapfDingbats" charset="0"/>
              <a:buNone/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4ADF4F-6001-4B01-9FB1-611F55E23E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rgbClr val="3333CC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r>
              <a:rPr lang="en-US" altLang="en-US"/>
              <a:t>1-</a:t>
            </a:r>
            <a:fld id="{2A404EF1-C083-4F0F-BC69-EF5AA9344DEB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15342303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C2F897-7A37-4D5D-A11C-E5A8A183553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rgbClr val="3333CC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fld id="{5870D958-DC12-40D2-92A0-279FE0A10E9D}" type="datetime1">
              <a:rPr lang="en-US" altLang="en-US"/>
              <a:pPr>
                <a:defRPr/>
              </a:pPr>
              <a:t>9/20/2025</a:t>
            </a:fld>
            <a:endParaRPr lang="en-US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DCCE03-441A-4A52-8673-4AB5A6FC3A0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rgbClr val="3333CC"/>
              </a:buClr>
              <a:buSzPct val="85000"/>
              <a:buFont typeface="ZapfDingbats" charset="0"/>
              <a:buNone/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0E817A-8BEA-4079-A2B0-89C41CF288A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rgbClr val="3333CC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r>
              <a:rPr lang="en-US" altLang="en-US"/>
              <a:t>2-</a:t>
            </a:r>
            <a:fld id="{51F5375E-96F5-4C0A-94A2-28FD0F385C52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317298111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00E39C-B7A3-46B3-85D7-A65B40860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rgbClr val="3333CC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fld id="{11D227B7-4643-4C7C-9F2F-8D8286DE8878}" type="datetime1">
              <a:rPr lang="en-US" altLang="en-US"/>
              <a:pPr>
                <a:defRPr/>
              </a:pPr>
              <a:t>9/20/2025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C68441-AF14-4752-8E88-7AE4D5D08A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rgbClr val="3333CC"/>
              </a:buClr>
              <a:buSzPct val="85000"/>
              <a:buFont typeface="ZapfDingbats" charset="0"/>
              <a:buNone/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646DEE-CC66-4C25-B4EC-4FCACBB035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rgbClr val="3333CC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r>
              <a:rPr lang="en-US" altLang="en-US"/>
              <a:t>1-</a:t>
            </a:r>
            <a:fld id="{833751B4-147C-43A1-90DB-3E56BC4D4444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5229680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62700" y="228600"/>
            <a:ext cx="1943100" cy="6030913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3400" y="228600"/>
            <a:ext cx="5676900" cy="603091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3BA9D1-79D3-467A-A22F-9D0CCAE14A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rgbClr val="3333CC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fld id="{30AE2254-86B7-45CA-8833-6855F699BC0F}" type="datetime1">
              <a:rPr lang="en-US" altLang="en-US"/>
              <a:pPr>
                <a:defRPr/>
              </a:pPr>
              <a:t>9/20/2025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AD99A0-51A9-4DEB-BC07-A9BACA4F6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rgbClr val="3333CC"/>
              </a:buClr>
              <a:buSzPct val="85000"/>
              <a:buFont typeface="ZapfDingbats" charset="0"/>
              <a:buNone/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3A18C4-C849-4127-9349-BF7AB4D62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rgbClr val="3333CC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r>
              <a:rPr lang="en-US" altLang="en-US"/>
              <a:t>1-</a:t>
            </a:r>
            <a:fld id="{E9E01369-55CF-45DE-A67E-572AE595CFE4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371407410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, Conten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228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3400" y="1611313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495800" y="1611313"/>
            <a:ext cx="3810000" cy="22479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495800" y="4011613"/>
            <a:ext cx="3810000" cy="22479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A8107AF3-0DF2-4A6B-B0B4-4C027696FC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rgbClr val="3333CC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fld id="{F00F6BB2-F948-49A2-A4BC-A731549AD0F3}" type="datetime1">
              <a:rPr lang="en-US" altLang="en-US"/>
              <a:pPr>
                <a:defRPr/>
              </a:pPr>
              <a:t>9/20/2025</a:t>
            </a:fld>
            <a:endParaRPr lang="en-US" alt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6B2F27E-15A5-4999-A891-3650844A5B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rgbClr val="3333CC"/>
              </a:buClr>
              <a:buSzPct val="85000"/>
              <a:buFont typeface="ZapfDingbats" charset="0"/>
              <a:buNone/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45DA512-AAB4-43EB-AD8B-D51495763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rgbClr val="3333CC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r>
              <a:rPr lang="en-US" altLang="en-US"/>
              <a:t>1</a:t>
            </a:r>
            <a:fld id="{5AC63952-FCA1-4F6D-A71B-1B8080582A8C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91434545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x">
  <p:cSld name="Title, Conten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228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34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4958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14B64A-A4E5-436C-9D7E-ABD8036CFB3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fld id="{43D7D8EC-D9EB-4D61-AFD8-8011989D7845}" type="datetime1">
              <a:rPr lang="en-US" altLang="en-US"/>
              <a:pPr>
                <a:defRPr/>
              </a:pPr>
              <a:t>9/20/2025</a:t>
            </a:fld>
            <a:endParaRPr lang="en-US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D2C7C4-57D4-4775-99D9-3A6677A5447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C879F7-2DFB-4C8B-8523-C7A287123DA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r>
              <a:rPr lang="en-US" altLang="en-US"/>
              <a:t>2-</a:t>
            </a:r>
            <a:fld id="{AFF28F44-1332-48F3-9E63-6525CDF4587A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23003385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228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5334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58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193A86-5AC7-4819-83A7-00FBF6696E11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fld id="{E596237A-DBCF-49B2-91FF-EF04E4018188}" type="datetime1">
              <a:rPr lang="en-US" altLang="en-US"/>
              <a:pPr>
                <a:defRPr/>
              </a:pPr>
              <a:t>9/20/2025</a:t>
            </a:fld>
            <a:endParaRPr lang="en-US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FA6A3B-8E64-486D-98F4-8EA52CF4ABF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48758A-0375-41DE-9178-80CCBFDC857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r>
              <a:rPr lang="en-US" altLang="en-US"/>
              <a:t>2-</a:t>
            </a:r>
            <a:fld id="{9B3C1C31-9AA0-426F-8811-9E140DC21159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96222245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hart">
  <p:cSld name="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228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5334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hart Placeholder 3"/>
          <p:cNvSpPr>
            <a:spLocks noGrp="1"/>
          </p:cNvSpPr>
          <p:nvPr>
            <p:ph type="chart" sz="half" idx="2"/>
          </p:nvPr>
        </p:nvSpPr>
        <p:spPr>
          <a:xfrm>
            <a:off x="4495800" y="1600200"/>
            <a:ext cx="3810000" cy="4648200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B52D2B-AE30-456C-A96B-C07BE1357D5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fld id="{815A4D59-6EAA-4B2F-AED5-E8F4F359CC56}" type="datetime1">
              <a:rPr lang="en-US" altLang="en-US"/>
              <a:pPr>
                <a:defRPr/>
              </a:pPr>
              <a:t>9/20/2025</a:t>
            </a:fld>
            <a:endParaRPr lang="en-US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1FAFC1-85C9-4257-86B6-E8D014DF166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DBBFE5-F472-4262-8A0E-AD9DCF155F6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r>
              <a:rPr lang="en-US" altLang="en-US"/>
              <a:t>2-</a:t>
            </a:r>
            <a:fld id="{8A56B7D2-0B64-4313-ADEF-303C08511344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33667342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0E5A6DE0-8B05-4C24-85DE-118D6FA304F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fld id="{E8BC99E4-3E2B-489D-B860-D86519652C15}" type="datetime1">
              <a:rPr lang="en-US" altLang="en-US"/>
              <a:pPr>
                <a:defRPr/>
              </a:pPr>
              <a:t>9/20/2025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5FEFF1-7408-4115-A1EB-E48F39C05DE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64F985-BEB1-475C-8732-BAFCC6C8D1C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r>
              <a:rPr lang="en-US" altLang="en-US"/>
              <a:t>2-</a:t>
            </a:r>
            <a:fld id="{0A746D9F-1573-47A5-892C-2102FA0AF1BB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400968201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C60616DE-68C5-4DB6-8981-AE98E5AC3BC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fld id="{47796FD8-ECF6-420B-8E92-278B111DE1ED}" type="datetime1">
              <a:rPr lang="en-US" altLang="en-US"/>
              <a:pPr>
                <a:defRPr/>
              </a:pPr>
              <a:t>9/20/2025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197E52-A343-4834-8DCA-4348AF3586E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E25CC9-BAF2-4232-AFA0-EABA40E9D4B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r>
              <a:rPr lang="en-US" altLang="en-US"/>
              <a:t>2-</a:t>
            </a:r>
            <a:fld id="{BB4433BC-8326-46F3-9C69-0D36FB6681A0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17593892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78CD90F4-FC0F-47CC-BB2F-F731A4E6C06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fld id="{F0FEF97D-5F65-4A96-8601-9A46A27DF847}" type="datetime1">
              <a:rPr lang="en-US" altLang="en-US"/>
              <a:pPr>
                <a:defRPr/>
              </a:pPr>
              <a:t>9/20/2025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166318-171C-433C-9E0F-3F273F5950B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E56081-894F-48C3-8788-5D240F1E263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r>
              <a:rPr lang="en-US" altLang="en-US"/>
              <a:t>2-</a:t>
            </a:r>
            <a:fld id="{44FCD6F8-002E-4642-BFA9-C0F60A4508A6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63689271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3400" y="16002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5800" y="16002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EFDEB0-658A-4597-965C-570FEB62545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fld id="{D4FC7193-CFB1-4EC1-80E7-E84D01EB7FB4}" type="datetime1">
              <a:rPr lang="en-US" altLang="en-US"/>
              <a:pPr>
                <a:defRPr/>
              </a:pPr>
              <a:t>9/20/2025</a:t>
            </a:fld>
            <a:endParaRPr lang="en-US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A38E03-D9CC-4D74-B160-B86AFDC2EDA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7E658D-1628-4B8A-83C9-2264AB4926B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r>
              <a:rPr lang="en-US" altLang="en-US"/>
              <a:t>2-</a:t>
            </a:r>
            <a:fld id="{A7753F87-C95E-4240-8863-4681094F8C52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62910580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C02BEF9E-68C9-4E9C-9CD5-C5761C6DF8B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fld id="{9AED6A8B-23B3-416D-935C-33691F2A22FD}" type="datetime1">
              <a:rPr lang="en-US" altLang="en-US"/>
              <a:pPr>
                <a:defRPr/>
              </a:pPr>
              <a:t>9/20/2025</a:t>
            </a:fld>
            <a:endParaRPr lang="en-US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40D8D2A-298D-4FD8-8A56-833425DFE9D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518DF13-B9D5-4682-A665-C3DEB685308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r>
              <a:rPr lang="en-US" altLang="en-US"/>
              <a:t>2-</a:t>
            </a:r>
            <a:fld id="{4D7763DD-EDC1-48AF-B874-3F604A211160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21953631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7E8AE724-C64F-4239-A25F-A37B5DCCC94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fld id="{AE866C5C-6141-4957-B360-381746A6F3E1}" type="datetime1">
              <a:rPr lang="en-US" altLang="en-US"/>
              <a:pPr>
                <a:defRPr/>
              </a:pPr>
              <a:t>9/20/2025</a:t>
            </a:fld>
            <a:endParaRPr lang="en-US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F300DE-8ADC-458C-9827-5B1B4502370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BC6ED99-AEDF-4CA2-A9F4-7541D039783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r>
              <a:rPr lang="en-US" altLang="en-US"/>
              <a:t>2-</a:t>
            </a:r>
            <a:fld id="{CE52F73F-DDFC-4CE7-A7C4-532E4406C830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41775378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C4A0E5BC-3A20-4FCA-832C-5C58FC51519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fld id="{FF9081EA-8E0E-4EE1-B087-85EBE7A704D3}" type="datetime1">
              <a:rPr lang="en-US" altLang="en-US"/>
              <a:pPr>
                <a:defRPr/>
              </a:pPr>
              <a:t>9/20/2025</a:t>
            </a:fld>
            <a:endParaRPr lang="en-US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32ABB3-311F-4B36-B42B-9D069D1FCE2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B1C003-A822-4C61-B2BC-37F1C25A6FC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r>
              <a:rPr lang="en-US" altLang="en-US"/>
              <a:t>2-</a:t>
            </a:r>
            <a:fld id="{8EA5F6C3-C323-4DD5-80EF-68C569263CA3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894698498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7975C8-DC01-4083-9582-48D46944231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fld id="{F4D8F931-F659-4F06-9A3E-A964C0D8F842}" type="datetime1">
              <a:rPr lang="en-US" altLang="en-US"/>
              <a:pPr>
                <a:defRPr/>
              </a:pPr>
              <a:t>9/20/2025</a:t>
            </a:fld>
            <a:endParaRPr lang="en-US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E1FFA5-5047-4713-9C37-E283DACC10F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CA1642-3248-46BF-AEE2-AC13BB4A5D2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r>
              <a:rPr lang="en-US" altLang="en-US"/>
              <a:t>2-</a:t>
            </a:r>
            <a:fld id="{8DBE0308-B4A1-4A50-BFAB-235077869BE5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58118548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84BC55-5B74-4FA6-A85D-7290B88DCA3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fld id="{84800F93-69BC-4905-8A66-5B4E72C3B681}" type="datetime1">
              <a:rPr lang="en-US" altLang="en-US"/>
              <a:pPr>
                <a:defRPr/>
              </a:pPr>
              <a:t>9/20/2025</a:t>
            </a:fld>
            <a:endParaRPr lang="en-US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7EBC88-6378-4269-9A17-B38C4C73F1F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E7740A-A562-4BBF-A3AE-D657925462F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r>
              <a:rPr lang="en-US" altLang="en-US"/>
              <a:t>2-</a:t>
            </a:r>
            <a:fld id="{9CF568C7-7712-47D2-986A-2F11B275D083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664321760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DBB53BD9-9F77-4BCB-ACE0-E88C89A1090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fld id="{80D43B8C-A786-4188-B83A-765003E48770}" type="datetime1">
              <a:rPr lang="en-US" altLang="en-US"/>
              <a:pPr>
                <a:defRPr/>
              </a:pPr>
              <a:t>9/20/2025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B6B5FA-59A6-4E31-A935-0F839DBB601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3983DA-019A-47F6-B891-883EDFD6643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r>
              <a:rPr lang="en-US" altLang="en-US"/>
              <a:t>2-</a:t>
            </a:r>
            <a:fld id="{0B787655-2796-406B-82EB-523EFB80774A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70675577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62700" y="228600"/>
            <a:ext cx="1943100" cy="6019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3400" y="228600"/>
            <a:ext cx="5676900" cy="6019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A5D0A35E-A7BC-4053-B450-16893A8C39E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fld id="{B404ABE4-9E25-4FCA-9AEE-D0A7A7CBDE20}" type="datetime1">
              <a:rPr lang="en-US" altLang="en-US"/>
              <a:pPr>
                <a:defRPr/>
              </a:pPr>
              <a:t>9/20/2025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19ED41-B4D8-4DC6-A176-2A47C33EA19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49D69D-48CE-4E8C-A5EA-1F180553F89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r>
              <a:rPr lang="en-US" altLang="en-US"/>
              <a:t>2-</a:t>
            </a:r>
            <a:fld id="{08AB2D93-5A1D-48BD-ABC5-61E25211C3B8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4919993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x" preserve="1">
  <p:cSld name="Title, Conten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228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34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4958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186D24-070F-422C-8FA7-1C4E9C1ED64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fld id="{79A34AED-0DA5-4BD2-BA77-1FC151944613}" type="datetime1">
              <a:rPr lang="en-US" altLang="en-US"/>
              <a:pPr>
                <a:defRPr/>
              </a:pPr>
              <a:t>9/20/2025</a:t>
            </a:fld>
            <a:endParaRPr lang="en-US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A31841-317C-4C1B-A88A-95CE9F276A5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274D77-8035-4650-AAA5-3714409CBF8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r>
              <a:rPr lang="en-US" altLang="en-US"/>
              <a:t>2-</a:t>
            </a:r>
            <a:fld id="{2C5FDE78-621E-47F5-9766-A5CBF07CFA29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93072852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228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5334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58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AABA08-1BA9-44EF-A223-A5CC700B4F2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fld id="{A554DEA0-59F1-4087-A7E8-A4CC1AF405D0}" type="datetime1">
              <a:rPr lang="en-US" altLang="en-US"/>
              <a:pPr>
                <a:defRPr/>
              </a:pPr>
              <a:t>9/20/2025</a:t>
            </a:fld>
            <a:endParaRPr lang="en-US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FF2F8D-471E-4F4E-B7B4-B369305E198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7AD7F9-CDAA-4E3D-8BDB-2B4160366C4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r>
              <a:rPr lang="en-US" altLang="en-US"/>
              <a:t>2-</a:t>
            </a:r>
            <a:fld id="{0FC10CCA-B3B2-411B-9CFE-52C4B2DFDC62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602580581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hart" preserve="1">
  <p:cSld name="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228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5334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hart Placeholder 3"/>
          <p:cNvSpPr>
            <a:spLocks noGrp="1"/>
          </p:cNvSpPr>
          <p:nvPr>
            <p:ph type="chart" sz="half" idx="2"/>
          </p:nvPr>
        </p:nvSpPr>
        <p:spPr>
          <a:xfrm>
            <a:off x="4495800" y="1600200"/>
            <a:ext cx="3810000" cy="4648200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1FD7C7-9706-442C-A31E-A4D59F6C72E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fld id="{6A2BB4A5-9FF5-401A-9C5B-B2453725415A}" type="datetime1">
              <a:rPr lang="en-US" altLang="en-US"/>
              <a:pPr>
                <a:defRPr/>
              </a:pPr>
              <a:t>9/20/2025</a:t>
            </a:fld>
            <a:endParaRPr lang="en-US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B45319-123F-4389-B21E-CEEE4081F56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9FC049-CF16-45D5-9585-33F29E17D9D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r>
              <a:rPr lang="en-US" altLang="en-US"/>
              <a:t>2-</a:t>
            </a:r>
            <a:fld id="{02E3C49A-AD0A-4614-9C05-FE3BF8493527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92646490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 and Content ov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228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3400" y="1600200"/>
            <a:ext cx="7772400" cy="22479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3400" y="4000500"/>
            <a:ext cx="7772400" cy="22479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FF6D53F-209D-4CCC-9097-284C603D25B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fld id="{9933CDBF-3585-4B95-9561-F80036041918}" type="datetime1">
              <a:rPr lang="en-US" altLang="en-US"/>
              <a:pPr>
                <a:defRPr/>
              </a:pPr>
              <a:t>9/20/2025</a:t>
            </a:fld>
            <a:endParaRPr lang="en-US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3FAF3E-781C-4313-B344-1CE6C9EB294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AC2A36-3FD6-47DD-9D71-7264FAEEED8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  <a:defRPr/>
            </a:lvl1pPr>
          </a:lstStyle>
          <a:p>
            <a:pPr>
              <a:defRPr/>
            </a:pPr>
            <a:r>
              <a:rPr lang="en-US" altLang="en-US"/>
              <a:t>2-</a:t>
            </a:r>
            <a:fld id="{BA23D427-CBF5-4F15-AB0B-1AFC00D9032E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085860960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F1F73ED0-3E00-4DD8-8FBB-4ECE064F24F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 eaLnBrk="1" hangingPunct="1">
              <a:defRPr kumimoji="1">
                <a:ea typeface="新細明體" pitchFamily="18" charset="-120"/>
              </a:defRPr>
            </a:lvl1pPr>
          </a:lstStyle>
          <a:p>
            <a:pPr>
              <a:defRPr/>
            </a:pPr>
            <a:fld id="{2D0527F7-7382-4C7E-8C51-00E95A6D209D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BA474F-35FD-4A07-8721-1D8D278FD7D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 eaLnBrk="1" hangingPunct="1">
              <a:defRPr kumimoji="1"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24F948-E693-4DA8-80D4-A1AC40D9A34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 eaLnBrk="1" hangingPunct="1">
              <a:defRPr kumimoji="1">
                <a:ea typeface="新細明體" panose="02020500000000000000" pitchFamily="18" charset="-120"/>
              </a:defRPr>
            </a:lvl1pPr>
          </a:lstStyle>
          <a:p>
            <a:pPr>
              <a:defRPr/>
            </a:pPr>
            <a:r>
              <a:rPr lang="en-US" altLang="zh-TW"/>
              <a:t>2-</a:t>
            </a:r>
            <a:fld id="{9B639208-8101-4F34-B1A6-C768DD2CEF8B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563789863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AED93DE5-056A-463F-97DC-F336F82F84E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 eaLnBrk="1" hangingPunct="1">
              <a:defRPr kumimoji="1">
                <a:ea typeface="新細明體" pitchFamily="18" charset="-120"/>
              </a:defRPr>
            </a:lvl1pPr>
          </a:lstStyle>
          <a:p>
            <a:pPr>
              <a:defRPr/>
            </a:pPr>
            <a:fld id="{0259AF1D-1F2B-4B55-8105-D66D30BBA56B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3F2514-820B-4830-9140-5C3B90BBCF7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 eaLnBrk="1" hangingPunct="1">
              <a:defRPr kumimoji="1"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647472-9533-48C4-BD09-A8C3A16095B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 eaLnBrk="1" hangingPunct="1">
              <a:defRPr kumimoji="1">
                <a:ea typeface="新細明體" panose="02020500000000000000" pitchFamily="18" charset="-120"/>
              </a:defRPr>
            </a:lvl1pPr>
          </a:lstStyle>
          <a:p>
            <a:pPr>
              <a:defRPr/>
            </a:pPr>
            <a:r>
              <a:rPr lang="en-US" altLang="zh-TW"/>
              <a:t>2-</a:t>
            </a:r>
            <a:fld id="{E3789FA7-6995-4F41-83E5-02FEF15BBCAA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139858592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04370579-4273-47F9-8FE3-4F67A764789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 eaLnBrk="1" hangingPunct="1">
              <a:defRPr kumimoji="1">
                <a:ea typeface="新細明體" pitchFamily="18" charset="-120"/>
              </a:defRPr>
            </a:lvl1pPr>
          </a:lstStyle>
          <a:p>
            <a:pPr>
              <a:defRPr/>
            </a:pPr>
            <a:fld id="{9138ADD3-3348-4E9E-9F56-E12D0F9B1924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21A056-4384-41CC-964D-F64D85DCCAA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 eaLnBrk="1" hangingPunct="1">
              <a:defRPr kumimoji="1"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60BF1F-6373-47E0-B30A-11A385B57D9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 eaLnBrk="1" hangingPunct="1">
              <a:defRPr kumimoji="1">
                <a:ea typeface="新細明體" panose="02020500000000000000" pitchFamily="18" charset="-120"/>
              </a:defRPr>
            </a:lvl1pPr>
          </a:lstStyle>
          <a:p>
            <a:pPr>
              <a:defRPr/>
            </a:pPr>
            <a:r>
              <a:rPr lang="en-US" altLang="zh-TW"/>
              <a:t>2-</a:t>
            </a:r>
            <a:fld id="{CCC1EDD3-14DC-4674-A094-480DC1EB13B5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543108391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3400" y="16002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5800" y="16002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0196F7-05C0-4F78-8CB2-4503C1DA224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 eaLnBrk="1" hangingPunct="1">
              <a:defRPr kumimoji="1">
                <a:ea typeface="新細明體" pitchFamily="18" charset="-120"/>
              </a:defRPr>
            </a:lvl1pPr>
          </a:lstStyle>
          <a:p>
            <a:pPr>
              <a:defRPr/>
            </a:pPr>
            <a:fld id="{46A1E35B-2D12-494E-84DA-3669FEC2C6C8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4CCA3C-2AB4-4CE1-A47F-8018CC8C724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 eaLnBrk="1" hangingPunct="1">
              <a:defRPr kumimoji="1"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3BEC5F-B1A9-4718-AC9B-F1053B65C63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 eaLnBrk="1" hangingPunct="1">
              <a:defRPr kumimoji="1">
                <a:ea typeface="新細明體" panose="02020500000000000000" pitchFamily="18" charset="-120"/>
              </a:defRPr>
            </a:lvl1pPr>
          </a:lstStyle>
          <a:p>
            <a:pPr>
              <a:defRPr/>
            </a:pPr>
            <a:r>
              <a:rPr lang="en-US" altLang="zh-TW"/>
              <a:t>2-</a:t>
            </a:r>
            <a:fld id="{AB04211B-4636-4BED-AA78-8BDAF683275B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437793508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DB4B722A-95D0-4E6C-9E87-1AF2E2B8BCD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 eaLnBrk="1" hangingPunct="1">
              <a:defRPr kumimoji="1">
                <a:ea typeface="新細明體" pitchFamily="18" charset="-120"/>
              </a:defRPr>
            </a:lvl1pPr>
          </a:lstStyle>
          <a:p>
            <a:pPr>
              <a:defRPr/>
            </a:pPr>
            <a:fld id="{9A1B1F4C-4C39-4D76-9FA7-6B442AD7C2EB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639E546-9231-4145-864E-B807AB1548C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 eaLnBrk="1" hangingPunct="1">
              <a:defRPr kumimoji="1"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EF83D1-AF8B-497F-89AB-913175D0AC7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 eaLnBrk="1" hangingPunct="1">
              <a:defRPr kumimoji="1">
                <a:ea typeface="新細明體" panose="02020500000000000000" pitchFamily="18" charset="-120"/>
              </a:defRPr>
            </a:lvl1pPr>
          </a:lstStyle>
          <a:p>
            <a:pPr>
              <a:defRPr/>
            </a:pPr>
            <a:r>
              <a:rPr lang="en-US" altLang="zh-TW"/>
              <a:t>2-</a:t>
            </a:r>
            <a:fld id="{4705793E-D79D-4873-A634-8B5EF6A56B5F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093225454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A3B7D628-7838-4946-808E-45385D598AC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 eaLnBrk="1" hangingPunct="1">
              <a:defRPr kumimoji="1">
                <a:ea typeface="新細明體" pitchFamily="18" charset="-120"/>
              </a:defRPr>
            </a:lvl1pPr>
          </a:lstStyle>
          <a:p>
            <a:pPr>
              <a:defRPr/>
            </a:pPr>
            <a:fld id="{C6832CD3-7207-40A9-9611-E13196C6EC9C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249AAE5-4ACF-47A4-BF4A-826ECF57704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 eaLnBrk="1" hangingPunct="1">
              <a:defRPr kumimoji="1"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F62A69-F4B6-4415-8FC0-92FD8F2A693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 eaLnBrk="1" hangingPunct="1">
              <a:defRPr kumimoji="1">
                <a:ea typeface="新細明體" panose="02020500000000000000" pitchFamily="18" charset="-120"/>
              </a:defRPr>
            </a:lvl1pPr>
          </a:lstStyle>
          <a:p>
            <a:pPr>
              <a:defRPr/>
            </a:pPr>
            <a:r>
              <a:rPr lang="en-US" altLang="zh-TW"/>
              <a:t>2-</a:t>
            </a:r>
            <a:fld id="{5B55FC88-0A96-4772-B942-6108E23C04A6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07805871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41AA4813-50DD-41B0-80CF-8B621F05C4F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 eaLnBrk="1" hangingPunct="1">
              <a:defRPr kumimoji="1">
                <a:ea typeface="新細明體" pitchFamily="18" charset="-120"/>
              </a:defRPr>
            </a:lvl1pPr>
          </a:lstStyle>
          <a:p>
            <a:pPr>
              <a:defRPr/>
            </a:pPr>
            <a:fld id="{D41A7221-D681-43DB-9551-C7C76069FA4C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E315F05-F141-45EF-8442-E9CC6E74CCD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 eaLnBrk="1" hangingPunct="1">
              <a:defRPr kumimoji="1"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C16F5E-1872-4739-93B1-D79A187AE43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 eaLnBrk="1" hangingPunct="1">
              <a:defRPr kumimoji="1">
                <a:ea typeface="新細明體" panose="02020500000000000000" pitchFamily="18" charset="-120"/>
              </a:defRPr>
            </a:lvl1pPr>
          </a:lstStyle>
          <a:p>
            <a:pPr>
              <a:defRPr/>
            </a:pPr>
            <a:r>
              <a:rPr lang="en-US" altLang="zh-TW"/>
              <a:t>2-</a:t>
            </a:r>
            <a:fld id="{F384776E-AD83-417B-A2FE-C6810AB3F206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836677380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5711C5-A7A8-4A79-8FD0-A77F586ED6E1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 eaLnBrk="1" hangingPunct="1">
              <a:defRPr kumimoji="1">
                <a:ea typeface="新細明體" pitchFamily="18" charset="-120"/>
              </a:defRPr>
            </a:lvl1pPr>
          </a:lstStyle>
          <a:p>
            <a:pPr>
              <a:defRPr/>
            </a:pPr>
            <a:fld id="{E785AC89-EB1B-4320-BABA-41E4C6E9E81D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571D0F-7C44-4A72-869D-0B33F3CBE26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 eaLnBrk="1" hangingPunct="1">
              <a:defRPr kumimoji="1"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6CBD4C-A73C-4F21-A83B-E164F7689EF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 eaLnBrk="1" hangingPunct="1">
              <a:defRPr kumimoji="1">
                <a:ea typeface="新細明體" panose="02020500000000000000" pitchFamily="18" charset="-120"/>
              </a:defRPr>
            </a:lvl1pPr>
          </a:lstStyle>
          <a:p>
            <a:pPr>
              <a:defRPr/>
            </a:pPr>
            <a:r>
              <a:rPr lang="en-US" altLang="zh-TW"/>
              <a:t>2-</a:t>
            </a:r>
            <a:fld id="{068E390D-808C-4F47-9B92-F9B76EB9EF4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835891137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57EC26-3980-4609-ADCB-59A820CD8B5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 eaLnBrk="1" hangingPunct="1">
              <a:defRPr kumimoji="1">
                <a:ea typeface="新細明體" pitchFamily="18" charset="-120"/>
              </a:defRPr>
            </a:lvl1pPr>
          </a:lstStyle>
          <a:p>
            <a:pPr>
              <a:defRPr/>
            </a:pPr>
            <a:fld id="{E3CD5B1C-2B18-4DAF-AF5F-B760FC0BC129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5CC7DB-999A-4D56-A3A6-379B85B1BB6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 eaLnBrk="1" hangingPunct="1">
              <a:defRPr kumimoji="1"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43F2A1-1DCF-4427-8DDF-B52FF765385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 eaLnBrk="1" hangingPunct="1">
              <a:defRPr kumimoji="1">
                <a:ea typeface="新細明體" panose="02020500000000000000" pitchFamily="18" charset="-120"/>
              </a:defRPr>
            </a:lvl1pPr>
          </a:lstStyle>
          <a:p>
            <a:pPr>
              <a:defRPr/>
            </a:pPr>
            <a:r>
              <a:rPr lang="en-US" altLang="zh-TW"/>
              <a:t>2-</a:t>
            </a:r>
            <a:fld id="{493DAA8C-12E9-415D-8DB6-574E0279966E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902868632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0C165810-F693-41DC-AFCD-C723B709BF2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 eaLnBrk="1" hangingPunct="1">
              <a:defRPr kumimoji="1">
                <a:ea typeface="新細明體" pitchFamily="18" charset="-120"/>
              </a:defRPr>
            </a:lvl1pPr>
          </a:lstStyle>
          <a:p>
            <a:pPr>
              <a:defRPr/>
            </a:pPr>
            <a:fld id="{C5BE7E63-11F7-475E-BA1D-D71C362F289B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F2B648-CA36-49C8-B014-6FC6EBFD629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 eaLnBrk="1" hangingPunct="1">
              <a:defRPr kumimoji="1"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CF82F0-666A-4453-BFCB-3A123060519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 eaLnBrk="1" hangingPunct="1">
              <a:defRPr kumimoji="1">
                <a:ea typeface="新細明體" panose="02020500000000000000" pitchFamily="18" charset="-120"/>
              </a:defRPr>
            </a:lvl1pPr>
          </a:lstStyle>
          <a:p>
            <a:pPr>
              <a:defRPr/>
            </a:pPr>
            <a:r>
              <a:rPr lang="en-US" altLang="zh-TW"/>
              <a:t>2-</a:t>
            </a:r>
            <a:fld id="{DA52F4FD-BD25-44AA-9A72-1F773EA8435D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153017396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62700" y="228600"/>
            <a:ext cx="1943100" cy="6019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3400" y="228600"/>
            <a:ext cx="5676900" cy="6019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00A59D8E-CC09-4A70-9393-4EA0DBE3556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 eaLnBrk="1" hangingPunct="1">
              <a:defRPr kumimoji="1">
                <a:ea typeface="新細明體" pitchFamily="18" charset="-120"/>
              </a:defRPr>
            </a:lvl1pPr>
          </a:lstStyle>
          <a:p>
            <a:pPr>
              <a:defRPr/>
            </a:pPr>
            <a:fld id="{CB3895C2-5B04-4309-9679-82205495A25D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AA8008-A0AB-49A8-AC0C-79C06919469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 eaLnBrk="1" hangingPunct="1">
              <a:defRPr kumimoji="1"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66BE7E-27D0-48D6-8F0B-48F21ABBDD4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 eaLnBrk="1" hangingPunct="1">
              <a:defRPr kumimoji="1">
                <a:ea typeface="新細明體" panose="02020500000000000000" pitchFamily="18" charset="-120"/>
              </a:defRPr>
            </a:lvl1pPr>
          </a:lstStyle>
          <a:p>
            <a:pPr>
              <a:defRPr/>
            </a:pPr>
            <a:r>
              <a:rPr lang="en-US" altLang="zh-TW"/>
              <a:t>2-</a:t>
            </a:r>
            <a:fld id="{055A9479-0CF2-473B-B846-384B93AA611C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88157810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x" preserve="1">
  <p:cSld name="Title, Conten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228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34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4958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508771-7D2B-4EA9-9688-D2D18D65F95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 eaLnBrk="1" hangingPunct="1">
              <a:defRPr kumimoji="1">
                <a:ea typeface="新細明體" pitchFamily="18" charset="-120"/>
              </a:defRPr>
            </a:lvl1pPr>
          </a:lstStyle>
          <a:p>
            <a:pPr>
              <a:defRPr/>
            </a:pPr>
            <a:fld id="{936E7CA6-9008-4EBD-9FB8-20BD0F984816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702A75-47B2-4612-8F5F-D1802920434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 eaLnBrk="1" hangingPunct="1">
              <a:defRPr kumimoji="1"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E1CEA9-7848-4799-8059-31EC9DBE524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 eaLnBrk="1" hangingPunct="1">
              <a:defRPr kumimoji="1">
                <a:ea typeface="新細明體" panose="02020500000000000000" pitchFamily="18" charset="-120"/>
              </a:defRPr>
            </a:lvl1pPr>
          </a:lstStyle>
          <a:p>
            <a:pPr>
              <a:defRPr/>
            </a:pPr>
            <a:r>
              <a:rPr lang="en-US" altLang="zh-TW"/>
              <a:t>2-</a:t>
            </a:r>
            <a:fld id="{BC6C99C3-3974-4ED2-B57C-FDFD491DE451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220201456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228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5334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58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45EE8F-E254-4BFC-BD6A-9AAB70963191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 eaLnBrk="1" hangingPunct="1">
              <a:defRPr kumimoji="1">
                <a:ea typeface="新細明體" pitchFamily="18" charset="-120"/>
              </a:defRPr>
            </a:lvl1pPr>
          </a:lstStyle>
          <a:p>
            <a:pPr>
              <a:defRPr/>
            </a:pPr>
            <a:fld id="{2559E273-7D32-4522-A707-BCCC79A6090B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8A0379-3562-45E9-A8D2-8E2A048F1C4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 eaLnBrk="1" hangingPunct="1">
              <a:defRPr kumimoji="1"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4F61EB-D3F7-4155-897C-B3982329778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 eaLnBrk="1" hangingPunct="1">
              <a:defRPr kumimoji="1">
                <a:ea typeface="新細明體" panose="02020500000000000000" pitchFamily="18" charset="-120"/>
              </a:defRPr>
            </a:lvl1pPr>
          </a:lstStyle>
          <a:p>
            <a:pPr>
              <a:defRPr/>
            </a:pPr>
            <a:r>
              <a:rPr lang="en-US" altLang="zh-TW"/>
              <a:t>2-</a:t>
            </a:r>
            <a:fld id="{D4974A3B-E5F7-43B6-86CD-E5F7CB191AEB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944962084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hart" preserve="1">
  <p:cSld name="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228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5334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hart Placeholder 3"/>
          <p:cNvSpPr>
            <a:spLocks noGrp="1"/>
          </p:cNvSpPr>
          <p:nvPr>
            <p:ph type="chart" sz="half" idx="2"/>
          </p:nvPr>
        </p:nvSpPr>
        <p:spPr>
          <a:xfrm>
            <a:off x="4495800" y="1600200"/>
            <a:ext cx="3810000" cy="4648200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6A21EE-B85F-4417-9A66-0CCECC3B5C9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 eaLnBrk="1" hangingPunct="1">
              <a:defRPr kumimoji="1">
                <a:ea typeface="新細明體" pitchFamily="18" charset="-120"/>
              </a:defRPr>
            </a:lvl1pPr>
          </a:lstStyle>
          <a:p>
            <a:pPr>
              <a:defRPr/>
            </a:pPr>
            <a:fld id="{483CEC7A-73B1-4EFC-BFF0-DA3C4FE27B24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EBF10A-F2FA-470F-920D-76531C05D71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 eaLnBrk="1" hangingPunct="1">
              <a:defRPr kumimoji="1"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1BD7B1-0AF4-4C0C-8478-C66FB149479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 eaLnBrk="1" hangingPunct="1">
              <a:defRPr kumimoji="1">
                <a:ea typeface="新細明體" panose="02020500000000000000" pitchFamily="18" charset="-120"/>
              </a:defRPr>
            </a:lvl1pPr>
          </a:lstStyle>
          <a:p>
            <a:pPr>
              <a:defRPr/>
            </a:pPr>
            <a:r>
              <a:rPr lang="en-US" altLang="zh-TW"/>
              <a:t>2-</a:t>
            </a:r>
            <a:fld id="{659B95FC-99D4-423E-9116-77F880178C77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843867141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 and Content ov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228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3400" y="1600200"/>
            <a:ext cx="7772400" cy="22479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3400" y="4000500"/>
            <a:ext cx="7772400" cy="22479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09D607-2BE9-406B-B305-6A9FEC3C9F8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 eaLnBrk="1" hangingPunct="1">
              <a:defRPr kumimoji="1">
                <a:ea typeface="新細明體" pitchFamily="18" charset="-120"/>
              </a:defRPr>
            </a:lvl1pPr>
          </a:lstStyle>
          <a:p>
            <a:pPr>
              <a:defRPr/>
            </a:pPr>
            <a:fld id="{B3686083-766C-493F-8289-97E56D31F4C4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40AD2E-05AE-43FA-8A5C-1D7DABD64D6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 eaLnBrk="1" hangingPunct="1">
              <a:defRPr kumimoji="1"/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5D88DB-7B2C-45E8-A11F-F428BC3AFF0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 eaLnBrk="1" hangingPunct="1">
              <a:defRPr kumimoji="1">
                <a:ea typeface="新細明體" panose="02020500000000000000" pitchFamily="18" charset="-120"/>
              </a:defRPr>
            </a:lvl1pPr>
          </a:lstStyle>
          <a:p>
            <a:pPr>
              <a:defRPr/>
            </a:pPr>
            <a:r>
              <a:rPr lang="en-US" altLang="zh-TW"/>
              <a:t>2-</a:t>
            </a:r>
            <a:fld id="{BD5C38B6-8563-4B65-8139-3A482BB12D8D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9930948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8.xml"/><Relationship Id="rId3" Type="http://schemas.openxmlformats.org/officeDocument/2006/relationships/slideLayout" Target="../slideLayouts/slideLayout18.xml"/><Relationship Id="rId7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7.xml"/><Relationship Id="rId2" Type="http://schemas.openxmlformats.org/officeDocument/2006/relationships/slideLayout" Target="../slideLayouts/slideLayout17.xml"/><Relationship Id="rId16" Type="http://schemas.openxmlformats.org/officeDocument/2006/relationships/theme" Target="../theme/theme2.xml"/><Relationship Id="rId1" Type="http://schemas.openxmlformats.org/officeDocument/2006/relationships/slideLayout" Target="../slideLayouts/slideLayout16.xml"/><Relationship Id="rId6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0.xml"/><Relationship Id="rId15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5.xml"/><Relationship Id="rId4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4.xml"/><Relationship Id="rId14" Type="http://schemas.openxmlformats.org/officeDocument/2006/relationships/slideLayout" Target="../slideLayouts/slideLayout29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8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33.xml"/><Relationship Id="rId7" Type="http://schemas.openxmlformats.org/officeDocument/2006/relationships/slideLayout" Target="../slideLayouts/slideLayout37.xml"/><Relationship Id="rId12" Type="http://schemas.openxmlformats.org/officeDocument/2006/relationships/slideLayout" Target="../slideLayouts/slideLayout42.xml"/><Relationship Id="rId2" Type="http://schemas.openxmlformats.org/officeDocument/2006/relationships/slideLayout" Target="../slideLayouts/slideLayout32.xml"/><Relationship Id="rId1" Type="http://schemas.openxmlformats.org/officeDocument/2006/relationships/slideLayout" Target="../slideLayouts/slideLayout31.xml"/><Relationship Id="rId6" Type="http://schemas.openxmlformats.org/officeDocument/2006/relationships/slideLayout" Target="../slideLayouts/slideLayout36.xml"/><Relationship Id="rId11" Type="http://schemas.openxmlformats.org/officeDocument/2006/relationships/slideLayout" Target="../slideLayouts/slideLayout41.xml"/><Relationship Id="rId5" Type="http://schemas.openxmlformats.org/officeDocument/2006/relationships/slideLayout" Target="../slideLayouts/slideLayout35.xml"/><Relationship Id="rId10" Type="http://schemas.openxmlformats.org/officeDocument/2006/relationships/slideLayout" Target="../slideLayouts/slideLayout40.xml"/><Relationship Id="rId4" Type="http://schemas.openxmlformats.org/officeDocument/2006/relationships/slideLayout" Target="../slideLayouts/slideLayout34.xml"/><Relationship Id="rId9" Type="http://schemas.openxmlformats.org/officeDocument/2006/relationships/slideLayout" Target="../slideLayouts/slideLayout39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0.xml"/><Relationship Id="rId13" Type="http://schemas.openxmlformats.org/officeDocument/2006/relationships/slideLayout" Target="../slideLayouts/slideLayout55.xml"/><Relationship Id="rId3" Type="http://schemas.openxmlformats.org/officeDocument/2006/relationships/slideLayout" Target="../slideLayouts/slideLayout45.xml"/><Relationship Id="rId7" Type="http://schemas.openxmlformats.org/officeDocument/2006/relationships/slideLayout" Target="../slideLayouts/slideLayout49.xml"/><Relationship Id="rId12" Type="http://schemas.openxmlformats.org/officeDocument/2006/relationships/slideLayout" Target="../slideLayouts/slideLayout54.xml"/><Relationship Id="rId2" Type="http://schemas.openxmlformats.org/officeDocument/2006/relationships/slideLayout" Target="../slideLayouts/slideLayout44.xml"/><Relationship Id="rId16" Type="http://schemas.openxmlformats.org/officeDocument/2006/relationships/theme" Target="../theme/theme4.xml"/><Relationship Id="rId1" Type="http://schemas.openxmlformats.org/officeDocument/2006/relationships/slideLayout" Target="../slideLayouts/slideLayout43.xml"/><Relationship Id="rId6" Type="http://schemas.openxmlformats.org/officeDocument/2006/relationships/slideLayout" Target="../slideLayouts/slideLayout48.xml"/><Relationship Id="rId11" Type="http://schemas.openxmlformats.org/officeDocument/2006/relationships/slideLayout" Target="../slideLayouts/slideLayout53.xml"/><Relationship Id="rId5" Type="http://schemas.openxmlformats.org/officeDocument/2006/relationships/slideLayout" Target="../slideLayouts/slideLayout47.xml"/><Relationship Id="rId15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6.xml"/><Relationship Id="rId9" Type="http://schemas.openxmlformats.org/officeDocument/2006/relationships/slideLayout" Target="../slideLayouts/slideLayout51.xml"/><Relationship Id="rId14" Type="http://schemas.openxmlformats.org/officeDocument/2006/relationships/slideLayout" Target="../slideLayouts/slideLayout56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70.xml"/><Relationship Id="rId3" Type="http://schemas.openxmlformats.org/officeDocument/2006/relationships/slideLayout" Target="../slideLayouts/slideLayout60.xml"/><Relationship Id="rId7" Type="http://schemas.openxmlformats.org/officeDocument/2006/relationships/slideLayout" Target="../slideLayouts/slideLayout64.xml"/><Relationship Id="rId12" Type="http://schemas.openxmlformats.org/officeDocument/2006/relationships/slideLayout" Target="../slideLayouts/slideLayout69.xml"/><Relationship Id="rId2" Type="http://schemas.openxmlformats.org/officeDocument/2006/relationships/slideLayout" Target="../slideLayouts/slideLayout59.xml"/><Relationship Id="rId16" Type="http://schemas.openxmlformats.org/officeDocument/2006/relationships/theme" Target="../theme/theme5.xml"/><Relationship Id="rId1" Type="http://schemas.openxmlformats.org/officeDocument/2006/relationships/slideLayout" Target="../slideLayouts/slideLayout58.xml"/><Relationship Id="rId6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68.xml"/><Relationship Id="rId5" Type="http://schemas.openxmlformats.org/officeDocument/2006/relationships/slideLayout" Target="../slideLayouts/slideLayout62.xml"/><Relationship Id="rId15" Type="http://schemas.openxmlformats.org/officeDocument/2006/relationships/slideLayout" Target="../slideLayouts/slideLayout72.xml"/><Relationship Id="rId10" Type="http://schemas.openxmlformats.org/officeDocument/2006/relationships/slideLayout" Target="../slideLayouts/slideLayout67.xml"/><Relationship Id="rId4" Type="http://schemas.openxmlformats.org/officeDocument/2006/relationships/slideLayout" Target="../slideLayouts/slideLayout61.xml"/><Relationship Id="rId9" Type="http://schemas.openxmlformats.org/officeDocument/2006/relationships/slideLayout" Target="../slideLayouts/slideLayout66.xml"/><Relationship Id="rId14" Type="http://schemas.openxmlformats.org/officeDocument/2006/relationships/slideLayout" Target="../slideLayouts/slideLayout71.xml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0.xml"/><Relationship Id="rId13" Type="http://schemas.openxmlformats.org/officeDocument/2006/relationships/slideLayout" Target="../slideLayouts/slideLayout85.xml"/><Relationship Id="rId3" Type="http://schemas.openxmlformats.org/officeDocument/2006/relationships/slideLayout" Target="../slideLayouts/slideLayout75.xml"/><Relationship Id="rId7" Type="http://schemas.openxmlformats.org/officeDocument/2006/relationships/slideLayout" Target="../slideLayouts/slideLayout79.xml"/><Relationship Id="rId12" Type="http://schemas.openxmlformats.org/officeDocument/2006/relationships/slideLayout" Target="../slideLayouts/slideLayout84.xml"/><Relationship Id="rId2" Type="http://schemas.openxmlformats.org/officeDocument/2006/relationships/slideLayout" Target="../slideLayouts/slideLayout74.xml"/><Relationship Id="rId16" Type="http://schemas.openxmlformats.org/officeDocument/2006/relationships/theme" Target="../theme/theme6.xml"/><Relationship Id="rId1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8.xml"/><Relationship Id="rId11" Type="http://schemas.openxmlformats.org/officeDocument/2006/relationships/slideLayout" Target="../slideLayouts/slideLayout83.xml"/><Relationship Id="rId5" Type="http://schemas.openxmlformats.org/officeDocument/2006/relationships/slideLayout" Target="../slideLayouts/slideLayout77.xml"/><Relationship Id="rId15" Type="http://schemas.openxmlformats.org/officeDocument/2006/relationships/slideLayout" Target="../slideLayouts/slideLayout87.xml"/><Relationship Id="rId10" Type="http://schemas.openxmlformats.org/officeDocument/2006/relationships/slideLayout" Target="../slideLayouts/slideLayout82.xml"/><Relationship Id="rId4" Type="http://schemas.openxmlformats.org/officeDocument/2006/relationships/slideLayout" Target="../slideLayouts/slideLayout76.xml"/><Relationship Id="rId9" Type="http://schemas.openxmlformats.org/officeDocument/2006/relationships/slideLayout" Target="../slideLayouts/slideLayout81.xml"/><Relationship Id="rId14" Type="http://schemas.openxmlformats.org/officeDocument/2006/relationships/slideLayout" Target="../slideLayouts/slideLayout86.xml"/></Relationships>
</file>

<file path=ppt/slideMasters/_rels/slideMaster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5.xml"/><Relationship Id="rId13" Type="http://schemas.openxmlformats.org/officeDocument/2006/relationships/slideLayout" Target="../slideLayouts/slideLayout100.xml"/><Relationship Id="rId3" Type="http://schemas.openxmlformats.org/officeDocument/2006/relationships/slideLayout" Target="../slideLayouts/slideLayout90.xml"/><Relationship Id="rId7" Type="http://schemas.openxmlformats.org/officeDocument/2006/relationships/slideLayout" Target="../slideLayouts/slideLayout94.xml"/><Relationship Id="rId12" Type="http://schemas.openxmlformats.org/officeDocument/2006/relationships/slideLayout" Target="../slideLayouts/slideLayout99.xml"/><Relationship Id="rId2" Type="http://schemas.openxmlformats.org/officeDocument/2006/relationships/slideLayout" Target="../slideLayouts/slideLayout89.xml"/><Relationship Id="rId16" Type="http://schemas.openxmlformats.org/officeDocument/2006/relationships/theme" Target="../theme/theme7.xml"/><Relationship Id="rId1" Type="http://schemas.openxmlformats.org/officeDocument/2006/relationships/slideLayout" Target="../slideLayouts/slideLayout88.xml"/><Relationship Id="rId6" Type="http://schemas.openxmlformats.org/officeDocument/2006/relationships/slideLayout" Target="../slideLayouts/slideLayout93.xml"/><Relationship Id="rId11" Type="http://schemas.openxmlformats.org/officeDocument/2006/relationships/slideLayout" Target="../slideLayouts/slideLayout98.xml"/><Relationship Id="rId5" Type="http://schemas.openxmlformats.org/officeDocument/2006/relationships/slideLayout" Target="../slideLayouts/slideLayout92.xml"/><Relationship Id="rId15" Type="http://schemas.openxmlformats.org/officeDocument/2006/relationships/slideLayout" Target="../slideLayouts/slideLayout102.xml"/><Relationship Id="rId10" Type="http://schemas.openxmlformats.org/officeDocument/2006/relationships/slideLayout" Target="../slideLayouts/slideLayout97.xml"/><Relationship Id="rId4" Type="http://schemas.openxmlformats.org/officeDocument/2006/relationships/slideLayout" Target="../slideLayouts/slideLayout91.xml"/><Relationship Id="rId9" Type="http://schemas.openxmlformats.org/officeDocument/2006/relationships/slideLayout" Target="../slideLayouts/slideLayout96.xml"/><Relationship Id="rId14" Type="http://schemas.openxmlformats.org/officeDocument/2006/relationships/slideLayout" Target="../slideLayouts/slideLayout10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165B8BFB-EE37-46A0-A2A7-6080DB32E7B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3400" y="22860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TW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56B30A12-05FE-478E-B260-35A195BFA62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3400" y="1611313"/>
            <a:ext cx="7772400" cy="464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4846A211-DD95-4F19-A1D7-292160DAB8C0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buClrTx/>
              <a:buSzTx/>
              <a:buFontTx/>
              <a:buNone/>
              <a:defRPr sz="1400">
                <a:latin typeface="Times New Roman" pitchFamily="18" charset="0"/>
              </a:defRPr>
            </a:lvl1pPr>
          </a:lstStyle>
          <a:p>
            <a:pPr>
              <a:defRPr/>
            </a:pPr>
            <a:fld id="{467E6BE6-1B69-47C6-9177-545AB647BE76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32775" name="Rectangle 7">
            <a:extLst>
              <a:ext uri="{FF2B5EF4-FFF2-40B4-BE49-F238E27FC236}">
                <a16:creationId xmlns:a16="http://schemas.microsoft.com/office/drawing/2014/main" id="{6FF294D9-D6E7-48E0-8F53-5DA0317C2D49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5576888" y="6467475"/>
            <a:ext cx="2895600" cy="287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buClrTx/>
              <a:buSzTx/>
              <a:buFontTx/>
              <a:buNone/>
              <a:defRPr sz="1200">
                <a:latin typeface="Tahoma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32776" name="Rectangle 8">
            <a:extLst>
              <a:ext uri="{FF2B5EF4-FFF2-40B4-BE49-F238E27FC236}">
                <a16:creationId xmlns:a16="http://schemas.microsoft.com/office/drawing/2014/main" id="{5E20F0DB-E2D5-4BE5-80DD-92B3A0E1F92E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324850" y="6462713"/>
            <a:ext cx="676275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r>
              <a:rPr lang="en-US" altLang="zh-TW"/>
              <a:t>2-</a:t>
            </a:r>
            <a:fld id="{5C731456-67E0-4891-971C-7F990BCE2EED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7628" r:id="rId1"/>
    <p:sldLayoutId id="2147487629" r:id="rId2"/>
    <p:sldLayoutId id="2147487630" r:id="rId3"/>
    <p:sldLayoutId id="2147487631" r:id="rId4"/>
    <p:sldLayoutId id="2147487632" r:id="rId5"/>
    <p:sldLayoutId id="2147487633" r:id="rId6"/>
    <p:sldLayoutId id="2147487634" r:id="rId7"/>
    <p:sldLayoutId id="2147487635" r:id="rId8"/>
    <p:sldLayoutId id="2147487636" r:id="rId9"/>
    <p:sldLayoutId id="2147487637" r:id="rId10"/>
    <p:sldLayoutId id="2147487638" r:id="rId11"/>
    <p:sldLayoutId id="2147487639" r:id="rId12"/>
    <p:sldLayoutId id="2147487640" r:id="rId13"/>
    <p:sldLayoutId id="2147487641" r:id="rId14"/>
    <p:sldLayoutId id="2147487642" r:id="rId15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charset="0"/>
          <a:cs typeface="ＭＳ Ｐゴシック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charset="0"/>
          <a:cs typeface="ＭＳ Ｐゴシック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charset="0"/>
          <a:cs typeface="ＭＳ Ｐゴシック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charset="0"/>
          <a:cs typeface="ＭＳ Ｐゴシック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charset="0"/>
          <a:cs typeface="ＭＳ Ｐゴシック" charset="0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4000" u="sng">
          <a:solidFill>
            <a:schemeClr val="accent2"/>
          </a:solidFill>
          <a:latin typeface="Comic Sans MS" pitchFamily="66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4000" u="sng">
          <a:solidFill>
            <a:schemeClr val="accent2"/>
          </a:solidFill>
          <a:latin typeface="Comic Sans MS" pitchFamily="66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4000" u="sng">
          <a:solidFill>
            <a:schemeClr val="accent2"/>
          </a:solidFill>
          <a:latin typeface="Comic Sans MS" pitchFamily="66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4000" u="sng">
          <a:solidFill>
            <a:schemeClr val="accent2"/>
          </a:solidFill>
          <a:latin typeface="Comic Sans MS" pitchFamily="66" charset="0"/>
        </a:defRPr>
      </a:lvl9pPr>
    </p:titleStyle>
    <p:bodyStyle>
      <a:lvl1pPr marL="342900" indent="-342900" algn="l" rtl="0" eaLnBrk="0" fontAlgn="base" hangingPunct="0">
        <a:lnSpc>
          <a:spcPct val="85000"/>
        </a:lnSpc>
        <a:spcBef>
          <a:spcPct val="20000"/>
        </a:spcBef>
        <a:spcAft>
          <a:spcPct val="0"/>
        </a:spcAft>
        <a:buClr>
          <a:srgbClr val="000099"/>
        </a:buClr>
        <a:buSzPct val="65000"/>
        <a:buFont typeface="Wingdings" panose="05000000000000000000" pitchFamily="2" charset="2"/>
        <a:buChar char="v"/>
        <a:defRPr sz="2800">
          <a:solidFill>
            <a:schemeClr val="tx1"/>
          </a:solidFill>
          <a:latin typeface="Gill Sans MT" pitchFamily="34" charset="0"/>
          <a:ea typeface="ＭＳ Ｐゴシック" charset="0"/>
          <a:cs typeface="ＭＳ Ｐゴシック" charset="0"/>
        </a:defRPr>
      </a:lvl1pPr>
      <a:lvl2pPr marL="742950" indent="-285750" algn="l" rtl="0" eaLnBrk="0" fontAlgn="base" hangingPunct="0">
        <a:lnSpc>
          <a:spcPct val="85000"/>
        </a:lnSpc>
        <a:spcBef>
          <a:spcPct val="20000"/>
        </a:spcBef>
        <a:spcAft>
          <a:spcPct val="0"/>
        </a:spcAft>
        <a:buClr>
          <a:srgbClr val="000099"/>
        </a:buClr>
        <a:buFont typeface="Wingdings" panose="05000000000000000000" pitchFamily="2" charset="2"/>
        <a:buChar char="§"/>
        <a:defRPr sz="2400">
          <a:solidFill>
            <a:schemeClr val="tx1"/>
          </a:solidFill>
          <a:latin typeface="Gill Sans MT" pitchFamily="34" charset="0"/>
          <a:ea typeface="ＭＳ Ｐゴシック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Times New Roman" pitchFamily="18" charset="0"/>
          <a:ea typeface="ＭＳ Ｐゴシック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18" charset="0"/>
          <a:ea typeface="ＭＳ Ｐゴシック" charset="0"/>
        </a:defRPr>
      </a:lvl5pPr>
      <a:lvl6pPr marL="25146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18" charset="0"/>
        </a:defRPr>
      </a:lvl6pPr>
      <a:lvl7pPr marL="29718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18" charset="0"/>
        </a:defRPr>
      </a:lvl7pPr>
      <a:lvl8pPr marL="34290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18" charset="0"/>
        </a:defRPr>
      </a:lvl8pPr>
      <a:lvl9pPr marL="38862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18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>
            <a:extLst>
              <a:ext uri="{FF2B5EF4-FFF2-40B4-BE49-F238E27FC236}">
                <a16:creationId xmlns:a16="http://schemas.microsoft.com/office/drawing/2014/main" id="{E776EDD2-FAD7-4630-8564-36166646720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3400" y="22860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TW"/>
              <a:t>Click to edit master title style</a:t>
            </a:r>
          </a:p>
        </p:txBody>
      </p:sp>
      <p:sp>
        <p:nvSpPr>
          <p:cNvPr id="2051" name="Rectangle 3">
            <a:extLst>
              <a:ext uri="{FF2B5EF4-FFF2-40B4-BE49-F238E27FC236}">
                <a16:creationId xmlns:a16="http://schemas.microsoft.com/office/drawing/2014/main" id="{5FA79FEB-1478-41A6-996C-9B620F0CFF2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3400" y="1611313"/>
            <a:ext cx="7772400" cy="464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89071884-203F-455C-A0DB-C52EE936359D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buClrTx/>
              <a:buSzTx/>
              <a:buFontTx/>
              <a:buNone/>
              <a:defRPr sz="1400">
                <a:solidFill>
                  <a:srgbClr val="000000"/>
                </a:solidFill>
                <a:latin typeface="Times New Roman" pitchFamily="18" charset="0"/>
              </a:defRPr>
            </a:lvl1pPr>
          </a:lstStyle>
          <a:p>
            <a:pPr>
              <a:defRPr/>
            </a:pPr>
            <a:fld id="{E9182E9A-1041-4FF3-B8F5-185B1309241F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32775" name="Rectangle 7">
            <a:extLst>
              <a:ext uri="{FF2B5EF4-FFF2-40B4-BE49-F238E27FC236}">
                <a16:creationId xmlns:a16="http://schemas.microsoft.com/office/drawing/2014/main" id="{81C3C3A7-C59C-474A-B74A-A05A2A636E2B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5576888" y="6467475"/>
            <a:ext cx="2895600" cy="287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buClrTx/>
              <a:buSzTx/>
              <a:buFontTx/>
              <a:buNone/>
              <a:defRPr sz="1200">
                <a:solidFill>
                  <a:srgbClr val="000000"/>
                </a:solidFill>
                <a:latin typeface="Tahoma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32776" name="Rectangle 8">
            <a:extLst>
              <a:ext uri="{FF2B5EF4-FFF2-40B4-BE49-F238E27FC236}">
                <a16:creationId xmlns:a16="http://schemas.microsoft.com/office/drawing/2014/main" id="{4410A77C-90C6-47B7-80B4-071A93197010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324850" y="6462713"/>
            <a:ext cx="676275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000000"/>
                </a:solidFill>
                <a:latin typeface="Tahoma" panose="020B0604030504040204" pitchFamily="34" charset="0"/>
              </a:defRPr>
            </a:lvl1pPr>
          </a:lstStyle>
          <a:p>
            <a:pPr>
              <a:defRPr/>
            </a:pPr>
            <a:r>
              <a:rPr lang="en-US" altLang="zh-TW"/>
              <a:t>2-</a:t>
            </a:r>
            <a:fld id="{4A0BE308-06A1-40D6-9575-F3B76F1E2975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7643" r:id="rId1"/>
    <p:sldLayoutId id="2147487644" r:id="rId2"/>
    <p:sldLayoutId id="2147487645" r:id="rId3"/>
    <p:sldLayoutId id="2147487646" r:id="rId4"/>
    <p:sldLayoutId id="2147487647" r:id="rId5"/>
    <p:sldLayoutId id="2147487648" r:id="rId6"/>
    <p:sldLayoutId id="2147487649" r:id="rId7"/>
    <p:sldLayoutId id="2147487650" r:id="rId8"/>
    <p:sldLayoutId id="2147487651" r:id="rId9"/>
    <p:sldLayoutId id="2147487652" r:id="rId10"/>
    <p:sldLayoutId id="2147487653" r:id="rId11"/>
    <p:sldLayoutId id="2147487654" r:id="rId12"/>
    <p:sldLayoutId id="2147487655" r:id="rId13"/>
    <p:sldLayoutId id="2147487656" r:id="rId14"/>
    <p:sldLayoutId id="2147487657" r:id="rId15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charset="0"/>
          <a:cs typeface="ＭＳ Ｐゴシック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charset="0"/>
          <a:cs typeface="ＭＳ Ｐゴシック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charset="0"/>
          <a:cs typeface="ＭＳ Ｐゴシック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charset="0"/>
          <a:cs typeface="ＭＳ Ｐゴシック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charset="0"/>
          <a:cs typeface="ＭＳ Ｐゴシック" charset="0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4000" u="sng">
          <a:solidFill>
            <a:schemeClr val="accent2"/>
          </a:solidFill>
          <a:latin typeface="Comic Sans MS" pitchFamily="66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4000" u="sng">
          <a:solidFill>
            <a:schemeClr val="accent2"/>
          </a:solidFill>
          <a:latin typeface="Comic Sans MS" pitchFamily="66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4000" u="sng">
          <a:solidFill>
            <a:schemeClr val="accent2"/>
          </a:solidFill>
          <a:latin typeface="Comic Sans MS" pitchFamily="66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4000" u="sng">
          <a:solidFill>
            <a:schemeClr val="accent2"/>
          </a:solidFill>
          <a:latin typeface="Comic Sans MS" pitchFamily="66" charset="0"/>
        </a:defRPr>
      </a:lvl9pPr>
    </p:titleStyle>
    <p:bodyStyle>
      <a:lvl1pPr marL="342900" indent="-342900" algn="l" rtl="0" eaLnBrk="0" fontAlgn="base" hangingPunct="0">
        <a:lnSpc>
          <a:spcPct val="85000"/>
        </a:lnSpc>
        <a:spcBef>
          <a:spcPct val="20000"/>
        </a:spcBef>
        <a:spcAft>
          <a:spcPct val="0"/>
        </a:spcAft>
        <a:buClr>
          <a:srgbClr val="000099"/>
        </a:buClr>
        <a:buSzPct val="65000"/>
        <a:buFont typeface="Wingdings" panose="05000000000000000000" pitchFamily="2" charset="2"/>
        <a:buChar char="v"/>
        <a:defRPr sz="2800">
          <a:solidFill>
            <a:schemeClr val="tx1"/>
          </a:solidFill>
          <a:latin typeface="Gill Sans MT" pitchFamily="34" charset="0"/>
          <a:ea typeface="ＭＳ Ｐゴシック" charset="0"/>
          <a:cs typeface="ＭＳ Ｐゴシック" charset="0"/>
        </a:defRPr>
      </a:lvl1pPr>
      <a:lvl2pPr marL="742950" indent="-285750" algn="l" rtl="0" eaLnBrk="0" fontAlgn="base" hangingPunct="0">
        <a:lnSpc>
          <a:spcPct val="85000"/>
        </a:lnSpc>
        <a:spcBef>
          <a:spcPct val="20000"/>
        </a:spcBef>
        <a:spcAft>
          <a:spcPct val="0"/>
        </a:spcAft>
        <a:buClr>
          <a:srgbClr val="000099"/>
        </a:buClr>
        <a:buFont typeface="Wingdings" panose="05000000000000000000" pitchFamily="2" charset="2"/>
        <a:buChar char="§"/>
        <a:defRPr sz="2400">
          <a:solidFill>
            <a:schemeClr val="tx1"/>
          </a:solidFill>
          <a:latin typeface="Gill Sans MT" pitchFamily="34" charset="0"/>
          <a:ea typeface="ＭＳ Ｐゴシック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Times New Roman" pitchFamily="18" charset="0"/>
          <a:ea typeface="ＭＳ Ｐゴシック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18" charset="0"/>
          <a:ea typeface="ＭＳ Ｐゴシック" charset="0"/>
        </a:defRPr>
      </a:lvl5pPr>
      <a:lvl6pPr marL="25146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18" charset="0"/>
        </a:defRPr>
      </a:lvl6pPr>
      <a:lvl7pPr marL="29718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18" charset="0"/>
        </a:defRPr>
      </a:lvl7pPr>
      <a:lvl8pPr marL="34290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18" charset="0"/>
        </a:defRPr>
      </a:lvl8pPr>
      <a:lvl9pPr marL="38862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18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>
            <a:extLst>
              <a:ext uri="{FF2B5EF4-FFF2-40B4-BE49-F238E27FC236}">
                <a16:creationId xmlns:a16="http://schemas.microsoft.com/office/drawing/2014/main" id="{32621063-C397-46A9-B28F-E857B9C6606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3400" y="22860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TW"/>
              <a:t>Click to edit master title style</a:t>
            </a:r>
          </a:p>
        </p:txBody>
      </p:sp>
      <p:sp>
        <p:nvSpPr>
          <p:cNvPr id="3075" name="Rectangle 3">
            <a:extLst>
              <a:ext uri="{FF2B5EF4-FFF2-40B4-BE49-F238E27FC236}">
                <a16:creationId xmlns:a16="http://schemas.microsoft.com/office/drawing/2014/main" id="{594165CC-2449-4A0E-855C-05C2D510AE0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3400" y="1611313"/>
            <a:ext cx="7772400" cy="464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8E1DFB5B-23E0-49C6-BAFF-47D77B576449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buClrTx/>
              <a:buSzTx/>
              <a:buFontTx/>
              <a:buNone/>
              <a:defRPr sz="1400">
                <a:solidFill>
                  <a:srgbClr val="000000"/>
                </a:solidFill>
                <a:latin typeface="Times New Roman" pitchFamily="18" charset="0"/>
              </a:defRPr>
            </a:lvl1pPr>
          </a:lstStyle>
          <a:p>
            <a:pPr>
              <a:defRPr/>
            </a:pPr>
            <a:fld id="{B184C148-796D-4456-859E-125E808FD8DB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195589" name="Rectangle 5">
            <a:extLst>
              <a:ext uri="{FF2B5EF4-FFF2-40B4-BE49-F238E27FC236}">
                <a16:creationId xmlns:a16="http://schemas.microsoft.com/office/drawing/2014/main" id="{A44160D0-276E-40C0-8C8F-16A494BA6480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5576888" y="6467475"/>
            <a:ext cx="2895600" cy="287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buClrTx/>
              <a:buSzTx/>
              <a:buFontTx/>
              <a:buNone/>
              <a:defRPr sz="1200">
                <a:solidFill>
                  <a:srgbClr val="000000"/>
                </a:solidFill>
                <a:latin typeface="Tahoma" pitchFamily="34" charset="0"/>
                <a:ea typeface="+mn-ea"/>
                <a:cs typeface="Arial"/>
              </a:defRPr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  <p:sp>
        <p:nvSpPr>
          <p:cNvPr id="195590" name="Rectangle 6">
            <a:extLst>
              <a:ext uri="{FF2B5EF4-FFF2-40B4-BE49-F238E27FC236}">
                <a16:creationId xmlns:a16="http://schemas.microsoft.com/office/drawing/2014/main" id="{13D2B8FD-63D1-483F-9E98-586BFDE3341E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324850" y="6462713"/>
            <a:ext cx="676275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000000"/>
                </a:solidFill>
                <a:latin typeface="Tahoma" panose="020B0604030504040204" pitchFamily="34" charset="0"/>
              </a:defRPr>
            </a:lvl1pPr>
          </a:lstStyle>
          <a:p>
            <a:pPr>
              <a:defRPr/>
            </a:pPr>
            <a:r>
              <a:rPr lang="en-US" altLang="zh-TW"/>
              <a:t>2-</a:t>
            </a:r>
            <a:fld id="{CC08E09B-6202-41A0-BD24-33046E5867F2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7658" r:id="rId1"/>
    <p:sldLayoutId id="2147487659" r:id="rId2"/>
    <p:sldLayoutId id="2147487660" r:id="rId3"/>
    <p:sldLayoutId id="2147487661" r:id="rId4"/>
    <p:sldLayoutId id="2147487662" r:id="rId5"/>
    <p:sldLayoutId id="2147487663" r:id="rId6"/>
    <p:sldLayoutId id="2147487664" r:id="rId7"/>
    <p:sldLayoutId id="2147487665" r:id="rId8"/>
    <p:sldLayoutId id="2147487666" r:id="rId9"/>
    <p:sldLayoutId id="2147487667" r:id="rId10"/>
    <p:sldLayoutId id="2147487668" r:id="rId11"/>
    <p:sldLayoutId id="2147487669" r:id="rId12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+mj-lt"/>
          <a:ea typeface="ＭＳ Ｐゴシック" charset="0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cs typeface="Arial" charset="0"/>
        </a:defRPr>
      </a:lvl9pPr>
    </p:titleStyle>
    <p:bodyStyle>
      <a:lvl1pPr marL="342900" indent="-342900" algn="l" rtl="0" eaLnBrk="0" fontAlgn="base" hangingPunct="0">
        <a:lnSpc>
          <a:spcPct val="85000"/>
        </a:lnSpc>
        <a:spcBef>
          <a:spcPct val="20000"/>
        </a:spcBef>
        <a:spcAft>
          <a:spcPct val="0"/>
        </a:spcAft>
        <a:buClr>
          <a:srgbClr val="000099"/>
        </a:buClr>
        <a:buSzPct val="65000"/>
        <a:buFont typeface="Wingdings" panose="05000000000000000000" pitchFamily="2" charset="2"/>
        <a:buChar char="v"/>
        <a:defRPr sz="2800">
          <a:solidFill>
            <a:schemeClr val="tx1"/>
          </a:solidFill>
          <a:latin typeface="+mn-lt"/>
          <a:ea typeface="ＭＳ Ｐゴシック" charset="0"/>
          <a:cs typeface="+mn-cs"/>
        </a:defRPr>
      </a:lvl1pPr>
      <a:lvl2pPr marL="742950" indent="-285750" algn="l" rtl="0" eaLnBrk="0" fontAlgn="base" hangingPunct="0">
        <a:lnSpc>
          <a:spcPct val="85000"/>
        </a:lnSpc>
        <a:spcBef>
          <a:spcPct val="20000"/>
        </a:spcBef>
        <a:spcAft>
          <a:spcPct val="0"/>
        </a:spcAft>
        <a:buClr>
          <a:srgbClr val="000099"/>
        </a:buClr>
        <a:buFont typeface="Wingdings" panose="05000000000000000000" pitchFamily="2" charset="2"/>
        <a:buChar char="§"/>
        <a:defRPr sz="2400">
          <a:solidFill>
            <a:schemeClr val="tx1"/>
          </a:solidFill>
          <a:latin typeface="+mn-lt"/>
          <a:ea typeface="Arial" charset="0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Comic Sans MS" pitchFamily="66" charset="0"/>
          <a:ea typeface="Arial" charset="0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Times New Roman" pitchFamily="18" charset="0"/>
          <a:ea typeface="Arial" charset="0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18" charset="0"/>
          <a:ea typeface="Arial" charset="0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18" charset="0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18" charset="0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18" charset="0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18" charset="0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>
            <a:extLst>
              <a:ext uri="{FF2B5EF4-FFF2-40B4-BE49-F238E27FC236}">
                <a16:creationId xmlns:a16="http://schemas.microsoft.com/office/drawing/2014/main" id="{B39F4306-588B-4F7A-8436-572D423C049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3400" y="22860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TW"/>
              <a:t>Click to edit master title style</a:t>
            </a:r>
          </a:p>
        </p:txBody>
      </p:sp>
      <p:sp>
        <p:nvSpPr>
          <p:cNvPr id="4099" name="Rectangle 3">
            <a:extLst>
              <a:ext uri="{FF2B5EF4-FFF2-40B4-BE49-F238E27FC236}">
                <a16:creationId xmlns:a16="http://schemas.microsoft.com/office/drawing/2014/main" id="{DF43A270-E999-477A-AAA5-89FC82E8F81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3400" y="1611313"/>
            <a:ext cx="7772400" cy="464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3B131C85-C180-455F-8B00-D6C7B6ABCC14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buClrTx/>
              <a:buSzTx/>
              <a:buFontTx/>
              <a:buNone/>
              <a:defRPr kumimoji="0" sz="1400">
                <a:solidFill>
                  <a:srgbClr val="000000"/>
                </a:solidFill>
                <a:latin typeface="Times New Roman" pitchFamily="18" charset="0"/>
                <a:ea typeface="ＭＳ Ｐゴシック" pitchFamily="34" charset="-128"/>
              </a:defRPr>
            </a:lvl1pPr>
          </a:lstStyle>
          <a:p>
            <a:pPr>
              <a:defRPr/>
            </a:pPr>
            <a:fld id="{BB7D2E70-FB18-4A72-80D7-15B59B755065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32775" name="Rectangle 7">
            <a:extLst>
              <a:ext uri="{FF2B5EF4-FFF2-40B4-BE49-F238E27FC236}">
                <a16:creationId xmlns:a16="http://schemas.microsoft.com/office/drawing/2014/main" id="{8C6126B8-FE6D-45B7-9C4E-787DEAA5BA91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5576888" y="6467475"/>
            <a:ext cx="2895600" cy="287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buClrTx/>
              <a:buSzTx/>
              <a:buFontTx/>
              <a:buNone/>
              <a:defRPr kumimoji="0" sz="1200">
                <a:solidFill>
                  <a:srgbClr val="000000"/>
                </a:solidFill>
                <a:latin typeface="Tahoma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32776" name="Rectangle 8">
            <a:extLst>
              <a:ext uri="{FF2B5EF4-FFF2-40B4-BE49-F238E27FC236}">
                <a16:creationId xmlns:a16="http://schemas.microsoft.com/office/drawing/2014/main" id="{771789A2-7BBC-43F2-AD32-2C832A57A4E3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324850" y="6462713"/>
            <a:ext cx="676275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000000"/>
                </a:solidFill>
                <a:latin typeface="Tahoma" panose="020B0604030504040204" pitchFamily="34" charset="0"/>
              </a:defRPr>
            </a:lvl1pPr>
          </a:lstStyle>
          <a:p>
            <a:pPr>
              <a:defRPr/>
            </a:pPr>
            <a:r>
              <a:rPr lang="en-US" altLang="zh-TW"/>
              <a:t>2-</a:t>
            </a:r>
            <a:fld id="{BC17ACBD-FE7D-490D-BC17-EE2DDC870BC7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7670" r:id="rId1"/>
    <p:sldLayoutId id="2147487671" r:id="rId2"/>
    <p:sldLayoutId id="2147487672" r:id="rId3"/>
    <p:sldLayoutId id="2147487673" r:id="rId4"/>
    <p:sldLayoutId id="2147487674" r:id="rId5"/>
    <p:sldLayoutId id="2147487675" r:id="rId6"/>
    <p:sldLayoutId id="2147487676" r:id="rId7"/>
    <p:sldLayoutId id="2147487677" r:id="rId8"/>
    <p:sldLayoutId id="2147487678" r:id="rId9"/>
    <p:sldLayoutId id="2147487679" r:id="rId10"/>
    <p:sldLayoutId id="2147487680" r:id="rId11"/>
    <p:sldLayoutId id="2147487681" r:id="rId12"/>
    <p:sldLayoutId id="2147487682" r:id="rId13"/>
    <p:sldLayoutId id="2147487683" r:id="rId14"/>
    <p:sldLayoutId id="2147487684" r:id="rId15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pitchFamily="34" charset="-128"/>
          <a:cs typeface="ＭＳ Ｐゴシック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pitchFamily="34" charset="-128"/>
          <a:cs typeface="ＭＳ Ｐゴシック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pitchFamily="34" charset="-128"/>
          <a:cs typeface="ＭＳ Ｐゴシック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pitchFamily="34" charset="-128"/>
          <a:cs typeface="ＭＳ Ｐゴシック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pitchFamily="34" charset="-128"/>
          <a:cs typeface="ＭＳ Ｐゴシック" charset="0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4000" u="sng">
          <a:solidFill>
            <a:schemeClr val="accent2"/>
          </a:solidFill>
          <a:latin typeface="Comic Sans MS" pitchFamily="66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4000" u="sng">
          <a:solidFill>
            <a:schemeClr val="accent2"/>
          </a:solidFill>
          <a:latin typeface="Comic Sans MS" pitchFamily="66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4000" u="sng">
          <a:solidFill>
            <a:schemeClr val="accent2"/>
          </a:solidFill>
          <a:latin typeface="Comic Sans MS" pitchFamily="66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4000" u="sng">
          <a:solidFill>
            <a:schemeClr val="accent2"/>
          </a:solidFill>
          <a:latin typeface="Comic Sans MS" pitchFamily="66" charset="0"/>
        </a:defRPr>
      </a:lvl9pPr>
    </p:titleStyle>
    <p:bodyStyle>
      <a:lvl1pPr marL="342900" indent="-342900" algn="l" rtl="0" eaLnBrk="0" fontAlgn="base" hangingPunct="0">
        <a:lnSpc>
          <a:spcPct val="85000"/>
        </a:lnSpc>
        <a:spcBef>
          <a:spcPct val="20000"/>
        </a:spcBef>
        <a:spcAft>
          <a:spcPct val="0"/>
        </a:spcAft>
        <a:buClr>
          <a:srgbClr val="000099"/>
        </a:buClr>
        <a:buSzPct val="65000"/>
        <a:buFont typeface="Wingdings" panose="05000000000000000000" pitchFamily="2" charset="2"/>
        <a:buChar char="v"/>
        <a:defRPr sz="2800">
          <a:solidFill>
            <a:schemeClr val="tx1"/>
          </a:solidFill>
          <a:latin typeface="Gill Sans MT" pitchFamily="34" charset="0"/>
          <a:ea typeface="ＭＳ Ｐゴシック" pitchFamily="34" charset="-128"/>
          <a:cs typeface="ＭＳ Ｐゴシック" charset="0"/>
        </a:defRPr>
      </a:lvl1pPr>
      <a:lvl2pPr marL="742950" indent="-285750" algn="l" rtl="0" eaLnBrk="0" fontAlgn="base" hangingPunct="0">
        <a:lnSpc>
          <a:spcPct val="85000"/>
        </a:lnSpc>
        <a:spcBef>
          <a:spcPct val="20000"/>
        </a:spcBef>
        <a:spcAft>
          <a:spcPct val="0"/>
        </a:spcAft>
        <a:buClr>
          <a:srgbClr val="000099"/>
        </a:buClr>
        <a:buFont typeface="Wingdings" panose="05000000000000000000" pitchFamily="2" charset="2"/>
        <a:buChar char="§"/>
        <a:defRPr sz="2400">
          <a:solidFill>
            <a:schemeClr val="tx1"/>
          </a:solidFill>
          <a:latin typeface="Gill Sans MT" pitchFamily="34" charset="0"/>
          <a:ea typeface="ＭＳ Ｐゴシック" pitchFamily="34" charset="-128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34" charset="-128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Times New Roman" pitchFamily="18" charset="0"/>
          <a:ea typeface="ＭＳ Ｐゴシック" pitchFamily="34" charset="-128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18" charset="0"/>
          <a:ea typeface="ＭＳ Ｐゴシック" pitchFamily="34" charset="-128"/>
        </a:defRPr>
      </a:lvl5pPr>
      <a:lvl6pPr marL="25146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18" charset="0"/>
        </a:defRPr>
      </a:lvl6pPr>
      <a:lvl7pPr marL="29718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18" charset="0"/>
        </a:defRPr>
      </a:lvl7pPr>
      <a:lvl8pPr marL="34290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18" charset="0"/>
        </a:defRPr>
      </a:lvl8pPr>
      <a:lvl9pPr marL="38862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18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>
            <a:extLst>
              <a:ext uri="{FF2B5EF4-FFF2-40B4-BE49-F238E27FC236}">
                <a16:creationId xmlns:a16="http://schemas.microsoft.com/office/drawing/2014/main" id="{7E3E161A-52C9-4F67-A981-FB982EF98DD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3400" y="22860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5123" name="Rectangle 3">
            <a:extLst>
              <a:ext uri="{FF2B5EF4-FFF2-40B4-BE49-F238E27FC236}">
                <a16:creationId xmlns:a16="http://schemas.microsoft.com/office/drawing/2014/main" id="{A3ACA928-7707-4956-9B33-B09F524A51F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3400" y="1611313"/>
            <a:ext cx="7772400" cy="464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CFCCDD0E-678A-45C3-89DB-BED20C683E40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buClrTx/>
              <a:buSzTx/>
              <a:buFontTx/>
              <a:buNone/>
              <a:defRPr sz="1400">
                <a:solidFill>
                  <a:srgbClr val="000000"/>
                </a:solidFill>
                <a:latin typeface="Times New Roman" pitchFamily="18" charset="0"/>
              </a:defRPr>
            </a:lvl1pPr>
          </a:lstStyle>
          <a:p>
            <a:pPr>
              <a:defRPr/>
            </a:pPr>
            <a:fld id="{00B31127-ED9B-44A9-A2AC-0CE29D3E5E40}" type="datetime1">
              <a:rPr lang="en-US" altLang="en-US"/>
              <a:pPr>
                <a:defRPr/>
              </a:pPr>
              <a:t>9/20/2025</a:t>
            </a:fld>
            <a:endParaRPr lang="en-US" altLang="en-US"/>
          </a:p>
        </p:txBody>
      </p:sp>
      <p:sp>
        <p:nvSpPr>
          <p:cNvPr id="195589" name="Rectangle 5">
            <a:extLst>
              <a:ext uri="{FF2B5EF4-FFF2-40B4-BE49-F238E27FC236}">
                <a16:creationId xmlns:a16="http://schemas.microsoft.com/office/drawing/2014/main" id="{11B2F5A4-0B87-4D1A-8621-4176A552CB18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5576888" y="6467475"/>
            <a:ext cx="2895600" cy="287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buClrTx/>
              <a:buSzTx/>
              <a:buFontTx/>
              <a:buNone/>
              <a:defRPr sz="1200">
                <a:solidFill>
                  <a:srgbClr val="000000"/>
                </a:solidFill>
                <a:latin typeface="Tahoma" pitchFamily="34" charset="0"/>
                <a:ea typeface="+mn-ea"/>
                <a:cs typeface="Arial"/>
              </a:defRPr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  <p:sp>
        <p:nvSpPr>
          <p:cNvPr id="195590" name="Rectangle 6">
            <a:extLst>
              <a:ext uri="{FF2B5EF4-FFF2-40B4-BE49-F238E27FC236}">
                <a16:creationId xmlns:a16="http://schemas.microsoft.com/office/drawing/2014/main" id="{54B45527-2EAB-4270-868B-5B3187A0B273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324850" y="6462713"/>
            <a:ext cx="676275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000000"/>
                </a:solidFill>
                <a:latin typeface="Tahoma" panose="020B0604030504040204" pitchFamily="34" charset="0"/>
              </a:defRPr>
            </a:lvl1pPr>
          </a:lstStyle>
          <a:p>
            <a:pPr>
              <a:defRPr/>
            </a:pPr>
            <a:r>
              <a:rPr lang="en-US" altLang="en-US"/>
              <a:t>2-</a:t>
            </a:r>
            <a:fld id="{35648475-1762-4E0B-AF86-E80943A88CB6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7685" r:id="rId1"/>
    <p:sldLayoutId id="2147487686" r:id="rId2"/>
    <p:sldLayoutId id="2147487687" r:id="rId3"/>
    <p:sldLayoutId id="2147487688" r:id="rId4"/>
    <p:sldLayoutId id="2147487689" r:id="rId5"/>
    <p:sldLayoutId id="2147487690" r:id="rId6"/>
    <p:sldLayoutId id="2147487691" r:id="rId7"/>
    <p:sldLayoutId id="2147487692" r:id="rId8"/>
    <p:sldLayoutId id="2147487693" r:id="rId9"/>
    <p:sldLayoutId id="2147487694" r:id="rId10"/>
    <p:sldLayoutId id="2147487695" r:id="rId11"/>
    <p:sldLayoutId id="2147487696" r:id="rId12"/>
    <p:sldLayoutId id="2147487697" r:id="rId13"/>
    <p:sldLayoutId id="2147487698" r:id="rId14"/>
    <p:sldLayoutId id="2147487699" r:id="rId15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+mj-lt"/>
          <a:ea typeface="ＭＳ Ｐゴシック" panose="020B0600070205080204" pitchFamily="34" charset="-128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panose="020B0600070205080204" pitchFamily="34" charset="-128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panose="020B0600070205080204" pitchFamily="34" charset="-128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panose="020B0600070205080204" pitchFamily="34" charset="-128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panose="020B0600070205080204" pitchFamily="34" charset="-128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cs typeface="Arial" charset="0"/>
        </a:defRPr>
      </a:lvl9pPr>
    </p:titleStyle>
    <p:bodyStyle>
      <a:lvl1pPr marL="342900" indent="-342900" algn="l" rtl="0" eaLnBrk="0" fontAlgn="base" hangingPunct="0">
        <a:lnSpc>
          <a:spcPct val="85000"/>
        </a:lnSpc>
        <a:spcBef>
          <a:spcPct val="20000"/>
        </a:spcBef>
        <a:spcAft>
          <a:spcPct val="0"/>
        </a:spcAft>
        <a:buClr>
          <a:srgbClr val="000099"/>
        </a:buClr>
        <a:buSzPct val="65000"/>
        <a:buFont typeface="Wingdings" panose="05000000000000000000" pitchFamily="2" charset="2"/>
        <a:buChar char="v"/>
        <a:defRPr sz="2800">
          <a:solidFill>
            <a:schemeClr val="tx1"/>
          </a:solidFill>
          <a:latin typeface="+mn-lt"/>
          <a:ea typeface="ＭＳ Ｐゴシック" panose="020B0600070205080204" pitchFamily="34" charset="-128"/>
          <a:cs typeface="+mn-cs"/>
        </a:defRPr>
      </a:lvl1pPr>
      <a:lvl2pPr marL="742950" indent="-285750" algn="l" rtl="0" eaLnBrk="0" fontAlgn="base" hangingPunct="0">
        <a:lnSpc>
          <a:spcPct val="85000"/>
        </a:lnSpc>
        <a:spcBef>
          <a:spcPct val="20000"/>
        </a:spcBef>
        <a:spcAft>
          <a:spcPct val="0"/>
        </a:spcAft>
        <a:buClr>
          <a:srgbClr val="000099"/>
        </a:buClr>
        <a:buFont typeface="Wingdings" panose="05000000000000000000" pitchFamily="2" charset="2"/>
        <a:buChar char="§"/>
        <a:defRPr sz="2400">
          <a:solidFill>
            <a:schemeClr val="tx1"/>
          </a:solidFill>
          <a:latin typeface="+mn-lt"/>
          <a:ea typeface="Arial" charset="0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Comic Sans MS" pitchFamily="66" charset="0"/>
          <a:ea typeface="Arial" charset="0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Times New Roman" pitchFamily="18" charset="0"/>
          <a:ea typeface="Arial" charset="0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18" charset="0"/>
          <a:ea typeface="Arial" charset="0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18" charset="0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18" charset="0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18" charset="0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18" charset="0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6216815B-C6F7-4CFB-8FE9-710DD2C3202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3400" y="22860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A9D2DDEA-10DD-4FEF-8EC4-2C209E9EAEC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3400" y="1611313"/>
            <a:ext cx="7772400" cy="464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D5E20643-1C4C-438A-8D77-7060DEF7010E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buClrTx/>
              <a:buSzTx/>
              <a:buFontTx/>
              <a:buNone/>
              <a:defRPr sz="1400">
                <a:solidFill>
                  <a:srgbClr val="000000"/>
                </a:solidFill>
                <a:latin typeface="Times New Roman" pitchFamily="18" charset="0"/>
              </a:defRPr>
            </a:lvl1pPr>
          </a:lstStyle>
          <a:p>
            <a:pPr>
              <a:defRPr/>
            </a:pPr>
            <a:fld id="{E66115CD-5A34-4BB6-9BF9-93BF72DE4A23}" type="datetime1">
              <a:rPr lang="en-US" altLang="en-US"/>
              <a:pPr>
                <a:defRPr/>
              </a:pPr>
              <a:t>9/20/2025</a:t>
            </a:fld>
            <a:endParaRPr lang="en-US" altLang="en-US"/>
          </a:p>
        </p:txBody>
      </p:sp>
      <p:sp>
        <p:nvSpPr>
          <p:cNvPr id="32775" name="Rectangle 7">
            <a:extLst>
              <a:ext uri="{FF2B5EF4-FFF2-40B4-BE49-F238E27FC236}">
                <a16:creationId xmlns:a16="http://schemas.microsoft.com/office/drawing/2014/main" id="{DB86D89E-127C-4DD4-A7D9-527A8EB72E0F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5576888" y="6467475"/>
            <a:ext cx="2895600" cy="287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buClrTx/>
              <a:buSzTx/>
              <a:buFontTx/>
              <a:buNone/>
              <a:defRPr sz="1200">
                <a:solidFill>
                  <a:srgbClr val="000000"/>
                </a:solidFill>
                <a:latin typeface="Tahoma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32776" name="Rectangle 8">
            <a:extLst>
              <a:ext uri="{FF2B5EF4-FFF2-40B4-BE49-F238E27FC236}">
                <a16:creationId xmlns:a16="http://schemas.microsoft.com/office/drawing/2014/main" id="{1075A4E7-1F73-4C76-8221-30D16B56CCF0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324850" y="6462713"/>
            <a:ext cx="676275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000000"/>
                </a:solidFill>
                <a:latin typeface="Tahoma" panose="020B0604030504040204" pitchFamily="34" charset="0"/>
              </a:defRPr>
            </a:lvl1pPr>
          </a:lstStyle>
          <a:p>
            <a:pPr>
              <a:defRPr/>
            </a:pPr>
            <a:r>
              <a:rPr lang="en-US" altLang="en-US"/>
              <a:t>2-</a:t>
            </a:r>
            <a:fld id="{C57EE8F6-A2DD-47C4-9A9F-973C4ECCE7F1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7700" r:id="rId1"/>
    <p:sldLayoutId id="2147487701" r:id="rId2"/>
    <p:sldLayoutId id="2147487702" r:id="rId3"/>
    <p:sldLayoutId id="2147487703" r:id="rId4"/>
    <p:sldLayoutId id="2147487704" r:id="rId5"/>
    <p:sldLayoutId id="2147487705" r:id="rId6"/>
    <p:sldLayoutId id="2147487706" r:id="rId7"/>
    <p:sldLayoutId id="2147487707" r:id="rId8"/>
    <p:sldLayoutId id="2147487708" r:id="rId9"/>
    <p:sldLayoutId id="2147487709" r:id="rId10"/>
    <p:sldLayoutId id="2147487710" r:id="rId11"/>
    <p:sldLayoutId id="2147487711" r:id="rId12"/>
    <p:sldLayoutId id="2147487712" r:id="rId13"/>
    <p:sldLayoutId id="2147487713" r:id="rId14"/>
    <p:sldLayoutId id="2147487714" r:id="rId15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panose="020B0600070205080204" pitchFamily="34" charset="-128"/>
          <a:cs typeface="ＭＳ Ｐゴシック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panose="020B0600070205080204" pitchFamily="34" charset="-128"/>
          <a:cs typeface="ＭＳ Ｐゴシック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panose="020B0600070205080204" pitchFamily="34" charset="-128"/>
          <a:cs typeface="ＭＳ Ｐゴシック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panose="020B0600070205080204" pitchFamily="34" charset="-128"/>
          <a:cs typeface="ＭＳ Ｐゴシック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panose="020B0600070205080204" pitchFamily="34" charset="-128"/>
          <a:cs typeface="ＭＳ Ｐゴシック" charset="0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4000" u="sng">
          <a:solidFill>
            <a:schemeClr val="accent2"/>
          </a:solidFill>
          <a:latin typeface="Comic Sans MS" pitchFamily="66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4000" u="sng">
          <a:solidFill>
            <a:schemeClr val="accent2"/>
          </a:solidFill>
          <a:latin typeface="Comic Sans MS" pitchFamily="66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4000" u="sng">
          <a:solidFill>
            <a:schemeClr val="accent2"/>
          </a:solidFill>
          <a:latin typeface="Comic Sans MS" pitchFamily="66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4000" u="sng">
          <a:solidFill>
            <a:schemeClr val="accent2"/>
          </a:solidFill>
          <a:latin typeface="Comic Sans MS" pitchFamily="66" charset="0"/>
        </a:defRPr>
      </a:lvl9pPr>
    </p:titleStyle>
    <p:bodyStyle>
      <a:lvl1pPr marL="342900" indent="-342900" algn="l" rtl="0" eaLnBrk="0" fontAlgn="base" hangingPunct="0">
        <a:lnSpc>
          <a:spcPct val="85000"/>
        </a:lnSpc>
        <a:spcBef>
          <a:spcPct val="20000"/>
        </a:spcBef>
        <a:spcAft>
          <a:spcPct val="0"/>
        </a:spcAft>
        <a:buClr>
          <a:srgbClr val="000099"/>
        </a:buClr>
        <a:buSzPct val="65000"/>
        <a:buFont typeface="Wingdings" panose="05000000000000000000" pitchFamily="2" charset="2"/>
        <a:buChar char="v"/>
        <a:defRPr sz="2800">
          <a:solidFill>
            <a:schemeClr val="tx1"/>
          </a:solidFill>
          <a:latin typeface="Gill Sans MT" pitchFamily="34" charset="0"/>
          <a:ea typeface="ＭＳ Ｐゴシック" panose="020B0600070205080204" pitchFamily="34" charset="-128"/>
          <a:cs typeface="ＭＳ Ｐゴシック" charset="0"/>
        </a:defRPr>
      </a:lvl1pPr>
      <a:lvl2pPr marL="742950" indent="-285750" algn="l" rtl="0" eaLnBrk="0" fontAlgn="base" hangingPunct="0">
        <a:lnSpc>
          <a:spcPct val="85000"/>
        </a:lnSpc>
        <a:spcBef>
          <a:spcPct val="20000"/>
        </a:spcBef>
        <a:spcAft>
          <a:spcPct val="0"/>
        </a:spcAft>
        <a:buClr>
          <a:srgbClr val="000099"/>
        </a:buClr>
        <a:buFont typeface="Wingdings" panose="05000000000000000000" pitchFamily="2" charset="2"/>
        <a:buChar char="§"/>
        <a:defRPr sz="2400">
          <a:solidFill>
            <a:schemeClr val="tx1"/>
          </a:solidFill>
          <a:latin typeface="Gill Sans MT" pitchFamily="34" charset="0"/>
          <a:ea typeface="ＭＳ Ｐゴシック" panose="020B0600070205080204" pitchFamily="34" charset="-128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anose="020B0600070205080204" pitchFamily="34" charset="-128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Times New Roman" pitchFamily="18" charset="0"/>
          <a:ea typeface="ＭＳ Ｐゴシック" panose="020B0600070205080204" pitchFamily="34" charset="-128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18" charset="0"/>
          <a:ea typeface="ＭＳ Ｐゴシック" panose="020B0600070205080204" pitchFamily="34" charset="-128"/>
        </a:defRPr>
      </a:lvl5pPr>
      <a:lvl6pPr marL="25146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18" charset="0"/>
        </a:defRPr>
      </a:lvl6pPr>
      <a:lvl7pPr marL="29718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18" charset="0"/>
        </a:defRPr>
      </a:lvl7pPr>
      <a:lvl8pPr marL="34290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18" charset="0"/>
        </a:defRPr>
      </a:lvl8pPr>
      <a:lvl9pPr marL="38862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18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>
            <a:extLst>
              <a:ext uri="{FF2B5EF4-FFF2-40B4-BE49-F238E27FC236}">
                <a16:creationId xmlns:a16="http://schemas.microsoft.com/office/drawing/2014/main" id="{37F1DD38-4EF2-4B8E-9264-349F8C81038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3400" y="22860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TW"/>
              <a:t>Click to edit master title style</a:t>
            </a:r>
          </a:p>
        </p:txBody>
      </p:sp>
      <p:sp>
        <p:nvSpPr>
          <p:cNvPr id="7171" name="Rectangle 3">
            <a:extLst>
              <a:ext uri="{FF2B5EF4-FFF2-40B4-BE49-F238E27FC236}">
                <a16:creationId xmlns:a16="http://schemas.microsoft.com/office/drawing/2014/main" id="{65EA8142-CE39-4504-B543-DBF262DEA0E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3400" y="1611313"/>
            <a:ext cx="7772400" cy="464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61A4DD81-C729-4802-976D-ADBD7B7CF5DD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buClrTx/>
              <a:buSzTx/>
              <a:buFontTx/>
              <a:buNone/>
              <a:defRPr kumimoji="0" sz="1400">
                <a:solidFill>
                  <a:srgbClr val="000000"/>
                </a:solidFill>
                <a:latin typeface="Times New Roman" pitchFamily="18" charset="0"/>
                <a:ea typeface="ＭＳ Ｐゴシック" pitchFamily="34" charset="-128"/>
              </a:defRPr>
            </a:lvl1pPr>
          </a:lstStyle>
          <a:p>
            <a:pPr>
              <a:defRPr/>
            </a:pPr>
            <a:fld id="{E68C7715-99C9-450D-BE62-5F69E0EA2142}" type="datetime1">
              <a:rPr lang="en-US" altLang="zh-TW"/>
              <a:pPr>
                <a:defRPr/>
              </a:pPr>
              <a:t>9/20/2025</a:t>
            </a:fld>
            <a:endParaRPr lang="en-US" altLang="zh-TW"/>
          </a:p>
        </p:txBody>
      </p:sp>
      <p:sp>
        <p:nvSpPr>
          <p:cNvPr id="32775" name="Rectangle 7">
            <a:extLst>
              <a:ext uri="{FF2B5EF4-FFF2-40B4-BE49-F238E27FC236}">
                <a16:creationId xmlns:a16="http://schemas.microsoft.com/office/drawing/2014/main" id="{D7CB1905-2663-4B4E-8EC4-572DC1D2C80A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5576888" y="6467475"/>
            <a:ext cx="2895600" cy="287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buClrTx/>
              <a:buSzTx/>
              <a:buFontTx/>
              <a:buNone/>
              <a:defRPr kumimoji="0" sz="1200">
                <a:solidFill>
                  <a:srgbClr val="000000"/>
                </a:solidFill>
                <a:latin typeface="Tahoma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Application Layer</a:t>
            </a:r>
          </a:p>
        </p:txBody>
      </p:sp>
      <p:sp>
        <p:nvSpPr>
          <p:cNvPr id="32776" name="Rectangle 8">
            <a:extLst>
              <a:ext uri="{FF2B5EF4-FFF2-40B4-BE49-F238E27FC236}">
                <a16:creationId xmlns:a16="http://schemas.microsoft.com/office/drawing/2014/main" id="{ECD81871-D5B8-4B45-B80E-4D1ACB4A32CE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324850" y="6462713"/>
            <a:ext cx="676275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000000"/>
                </a:solidFill>
                <a:latin typeface="Tahoma" panose="020B0604030504040204" pitchFamily="34" charset="0"/>
              </a:defRPr>
            </a:lvl1pPr>
          </a:lstStyle>
          <a:p>
            <a:pPr>
              <a:defRPr/>
            </a:pPr>
            <a:r>
              <a:rPr lang="en-US" altLang="zh-TW"/>
              <a:t>2-</a:t>
            </a:r>
            <a:fld id="{5E5F24FD-D3FE-466C-9185-D5ECA8D87C12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7715" r:id="rId1"/>
    <p:sldLayoutId id="2147487716" r:id="rId2"/>
    <p:sldLayoutId id="2147487717" r:id="rId3"/>
    <p:sldLayoutId id="2147487718" r:id="rId4"/>
    <p:sldLayoutId id="2147487719" r:id="rId5"/>
    <p:sldLayoutId id="2147487720" r:id="rId6"/>
    <p:sldLayoutId id="2147487721" r:id="rId7"/>
    <p:sldLayoutId id="2147487722" r:id="rId8"/>
    <p:sldLayoutId id="2147487723" r:id="rId9"/>
    <p:sldLayoutId id="2147487724" r:id="rId10"/>
    <p:sldLayoutId id="2147487725" r:id="rId11"/>
    <p:sldLayoutId id="2147487726" r:id="rId12"/>
    <p:sldLayoutId id="2147487727" r:id="rId13"/>
    <p:sldLayoutId id="2147487728" r:id="rId14"/>
    <p:sldLayoutId id="2147487729" r:id="rId15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charset="0"/>
          <a:cs typeface="ＭＳ Ｐゴシック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charset="0"/>
          <a:cs typeface="ＭＳ Ｐゴシック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charset="0"/>
          <a:cs typeface="ＭＳ Ｐゴシック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charset="0"/>
          <a:cs typeface="ＭＳ Ｐゴシック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charset="0"/>
          <a:cs typeface="ＭＳ Ｐゴシック" charset="0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4000" u="sng">
          <a:solidFill>
            <a:schemeClr val="accent2"/>
          </a:solidFill>
          <a:latin typeface="Comic Sans MS" pitchFamily="66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4000" u="sng">
          <a:solidFill>
            <a:schemeClr val="accent2"/>
          </a:solidFill>
          <a:latin typeface="Comic Sans MS" pitchFamily="66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4000" u="sng">
          <a:solidFill>
            <a:schemeClr val="accent2"/>
          </a:solidFill>
          <a:latin typeface="Comic Sans MS" pitchFamily="66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4000" u="sng">
          <a:solidFill>
            <a:schemeClr val="accent2"/>
          </a:solidFill>
          <a:latin typeface="Comic Sans MS" pitchFamily="66" charset="0"/>
        </a:defRPr>
      </a:lvl9pPr>
    </p:titleStyle>
    <p:bodyStyle>
      <a:lvl1pPr marL="342900" indent="-342900" algn="l" rtl="0" eaLnBrk="0" fontAlgn="base" hangingPunct="0">
        <a:lnSpc>
          <a:spcPct val="85000"/>
        </a:lnSpc>
        <a:spcBef>
          <a:spcPct val="20000"/>
        </a:spcBef>
        <a:spcAft>
          <a:spcPct val="0"/>
        </a:spcAft>
        <a:buClr>
          <a:srgbClr val="000099"/>
        </a:buClr>
        <a:buSzPct val="65000"/>
        <a:buFont typeface="Wingdings" panose="05000000000000000000" pitchFamily="2" charset="2"/>
        <a:buChar char="v"/>
        <a:defRPr sz="2800">
          <a:solidFill>
            <a:schemeClr val="tx1"/>
          </a:solidFill>
          <a:latin typeface="Gill Sans MT" pitchFamily="34" charset="0"/>
          <a:ea typeface="ＭＳ Ｐゴシック" charset="0"/>
          <a:cs typeface="ＭＳ Ｐゴシック" charset="0"/>
        </a:defRPr>
      </a:lvl1pPr>
      <a:lvl2pPr marL="742950" indent="-285750" algn="l" rtl="0" eaLnBrk="0" fontAlgn="base" hangingPunct="0">
        <a:lnSpc>
          <a:spcPct val="85000"/>
        </a:lnSpc>
        <a:spcBef>
          <a:spcPct val="20000"/>
        </a:spcBef>
        <a:spcAft>
          <a:spcPct val="0"/>
        </a:spcAft>
        <a:buClr>
          <a:srgbClr val="000099"/>
        </a:buClr>
        <a:buFont typeface="Wingdings" panose="05000000000000000000" pitchFamily="2" charset="2"/>
        <a:buChar char="§"/>
        <a:defRPr sz="2400">
          <a:solidFill>
            <a:schemeClr val="tx1"/>
          </a:solidFill>
          <a:latin typeface="Gill Sans MT" pitchFamily="34" charset="0"/>
          <a:ea typeface="ＭＳ Ｐゴシック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Times New Roman" pitchFamily="18" charset="0"/>
          <a:ea typeface="ＭＳ Ｐゴシック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18" charset="0"/>
          <a:ea typeface="ＭＳ Ｐゴシック" charset="0"/>
        </a:defRPr>
      </a:lvl5pPr>
      <a:lvl6pPr marL="25146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18" charset="0"/>
        </a:defRPr>
      </a:lvl6pPr>
      <a:lvl7pPr marL="29718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18" charset="0"/>
        </a:defRPr>
      </a:lvl7pPr>
      <a:lvl8pPr marL="34290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18" charset="0"/>
        </a:defRPr>
      </a:lvl8pPr>
      <a:lvl9pPr marL="38862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18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3" Type="http://schemas.openxmlformats.org/officeDocument/2006/relationships/image" Target="../media/image3.png"/><Relationship Id="rId21" Type="http://schemas.openxmlformats.org/officeDocument/2006/relationships/image" Target="../media/image21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16.png"/><Relationship Id="rId20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23" Type="http://schemas.openxmlformats.org/officeDocument/2006/relationships/image" Target="../media/image2.png"/><Relationship Id="rId10" Type="http://schemas.openxmlformats.org/officeDocument/2006/relationships/image" Target="../media/image10.png"/><Relationship Id="rId19" Type="http://schemas.openxmlformats.org/officeDocument/2006/relationships/image" Target="../media/image19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Relationship Id="rId22" Type="http://schemas.openxmlformats.org/officeDocument/2006/relationships/image" Target="../media/image2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3" Type="http://schemas.openxmlformats.org/officeDocument/2006/relationships/image" Target="../media/image3.png"/><Relationship Id="rId21" Type="http://schemas.openxmlformats.org/officeDocument/2006/relationships/image" Target="../media/image21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16.png"/><Relationship Id="rId20" Type="http://schemas.openxmlformats.org/officeDocument/2006/relationships/image" Target="../media/image2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23" Type="http://schemas.openxmlformats.org/officeDocument/2006/relationships/image" Target="../media/image2.png"/><Relationship Id="rId10" Type="http://schemas.openxmlformats.org/officeDocument/2006/relationships/image" Target="../media/image10.png"/><Relationship Id="rId19" Type="http://schemas.openxmlformats.org/officeDocument/2006/relationships/image" Target="../media/image19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Relationship Id="rId22" Type="http://schemas.openxmlformats.org/officeDocument/2006/relationships/image" Target="../media/image2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3" Type="http://schemas.openxmlformats.org/officeDocument/2006/relationships/image" Target="../media/image3.png"/><Relationship Id="rId21" Type="http://schemas.openxmlformats.org/officeDocument/2006/relationships/image" Target="../media/image21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16.png"/><Relationship Id="rId20" Type="http://schemas.openxmlformats.org/officeDocument/2006/relationships/image" Target="../media/image20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23" Type="http://schemas.openxmlformats.org/officeDocument/2006/relationships/image" Target="../media/image2.png"/><Relationship Id="rId10" Type="http://schemas.openxmlformats.org/officeDocument/2006/relationships/image" Target="../media/image10.png"/><Relationship Id="rId19" Type="http://schemas.openxmlformats.org/officeDocument/2006/relationships/image" Target="../media/image19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Relationship Id="rId22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4.png"/><Relationship Id="rId4" Type="http://schemas.openxmlformats.org/officeDocument/2006/relationships/image" Target="../media/image2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2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2.xml"/><Relationship Id="rId4" Type="http://schemas.openxmlformats.org/officeDocument/2006/relationships/image" Target="../media/image2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59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4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6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7.png"/><Relationship Id="rId4" Type="http://schemas.openxmlformats.org/officeDocument/2006/relationships/image" Target="../media/image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4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4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4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4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5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91.xml"/><Relationship Id="rId4" Type="http://schemas.openxmlformats.org/officeDocument/2006/relationships/image" Target="../media/image2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74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74.xml"/><Relationship Id="rId4" Type="http://schemas.openxmlformats.org/officeDocument/2006/relationships/image" Target="../media/image31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4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4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4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2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4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3" Type="http://schemas.openxmlformats.org/officeDocument/2006/relationships/image" Target="../media/image3.png"/><Relationship Id="rId21" Type="http://schemas.openxmlformats.org/officeDocument/2006/relationships/image" Target="../media/image21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17.png"/><Relationship Id="rId2" Type="http://schemas.openxmlformats.org/officeDocument/2006/relationships/notesSlide" Target="../notesSlides/notesSlide71.xml"/><Relationship Id="rId16" Type="http://schemas.openxmlformats.org/officeDocument/2006/relationships/image" Target="../media/image16.png"/><Relationship Id="rId20" Type="http://schemas.openxmlformats.org/officeDocument/2006/relationships/image" Target="../media/image20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23" Type="http://schemas.openxmlformats.org/officeDocument/2006/relationships/image" Target="../media/image2.png"/><Relationship Id="rId10" Type="http://schemas.openxmlformats.org/officeDocument/2006/relationships/image" Target="../media/image10.png"/><Relationship Id="rId19" Type="http://schemas.openxmlformats.org/officeDocument/2006/relationships/image" Target="../media/image19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Relationship Id="rId22" Type="http://schemas.openxmlformats.org/officeDocument/2006/relationships/image" Target="../media/image22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34.emf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24.png"/><Relationship Id="rId4" Type="http://schemas.openxmlformats.org/officeDocument/2006/relationships/image" Target="../media/image2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28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4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4.png"/><Relationship Id="rId5" Type="http://schemas.openxmlformats.org/officeDocument/2006/relationships/image" Target="../media/image2.png"/><Relationship Id="rId4" Type="http://schemas.openxmlformats.org/officeDocument/2006/relationships/image" Target="../media/image29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4.xml"/></Relationships>
</file>

<file path=ppt/slides/_rels/slide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38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2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3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4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45.jpe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7.xml"/></Relationships>
</file>

<file path=ppt/slides/_rels/slide9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jpeg"/><Relationship Id="rId3" Type="http://schemas.openxmlformats.org/officeDocument/2006/relationships/audio" Target="../media/audio1.bin"/><Relationship Id="rId7" Type="http://schemas.openxmlformats.org/officeDocument/2006/relationships/image" Target="../media/image48.pn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2.png"/><Relationship Id="rId4" Type="http://schemas.openxmlformats.org/officeDocument/2006/relationships/image" Target="../media/image46.jpe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4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44.xml"/><Relationship Id="rId4" Type="http://schemas.openxmlformats.org/officeDocument/2006/relationships/image" Target="../media/image2.pn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44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46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48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46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44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44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46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46.xml"/><Relationship Id="rId4" Type="http://schemas.openxmlformats.org/officeDocument/2006/relationships/image" Target="../media/image50.png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48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46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46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19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14" name="Footer Placeholder 2">
            <a:extLst>
              <a:ext uri="{FF2B5EF4-FFF2-40B4-BE49-F238E27FC236}">
                <a16:creationId xmlns:a16="http://schemas.microsoft.com/office/drawing/2014/main" id="{57B1978B-CA0E-414B-94FC-9F82C143D6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62600" y="6453188"/>
            <a:ext cx="2895600" cy="287337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90115" name="Slide Number Placeholder 3">
            <a:extLst>
              <a:ext uri="{FF2B5EF4-FFF2-40B4-BE49-F238E27FC236}">
                <a16:creationId xmlns:a16="http://schemas.microsoft.com/office/drawing/2014/main" id="{14D79C08-71C7-4A2A-B4F7-C7E202EBA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2-</a:t>
            </a:r>
            <a:fld id="{CA680FB8-7C8C-4863-9247-3A269F8293B1}" type="slidenum">
              <a:rPr lang="en-US" altLang="zh-TW" sz="1200" smtClean="0">
                <a:solidFill>
                  <a:srgbClr val="000000"/>
                </a:solidFill>
                <a:latin typeface="Tahoma" panose="020B0604030504040204" pitchFamily="34" charset="0"/>
              </a:rPr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t>1</a:t>
            </a:fld>
            <a:endParaRPr lang="en-US" altLang="zh-TW" sz="12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90116" name="Rectangle 3">
            <a:extLst>
              <a:ext uri="{FF2B5EF4-FFF2-40B4-BE49-F238E27FC236}">
                <a16:creationId xmlns:a16="http://schemas.microsoft.com/office/drawing/2014/main" id="{1F4D67E0-9DC1-45E5-8D96-4967051659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1475" y="715963"/>
            <a:ext cx="4487863" cy="1724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4400">
                <a:solidFill>
                  <a:srgbClr val="000099"/>
                </a:solidFill>
              </a:rPr>
              <a:t>Chapter 2</a:t>
            </a:r>
            <a:br>
              <a:rPr lang="en-US" altLang="zh-TW" sz="4800">
                <a:solidFill>
                  <a:srgbClr val="000099"/>
                </a:solidFill>
              </a:rPr>
            </a:br>
            <a:r>
              <a:rPr lang="en-US" altLang="zh-TW" sz="4400">
                <a:solidFill>
                  <a:srgbClr val="000099"/>
                </a:solidFill>
              </a:rPr>
              <a:t>Application Layer</a:t>
            </a:r>
          </a:p>
        </p:txBody>
      </p:sp>
      <p:sp>
        <p:nvSpPr>
          <p:cNvPr id="90118" name="Text Box 6">
            <a:extLst>
              <a:ext uri="{FF2B5EF4-FFF2-40B4-BE49-F238E27FC236}">
                <a16:creationId xmlns:a16="http://schemas.microsoft.com/office/drawing/2014/main" id="{9400E7F1-771F-45DA-884C-B94796FA9F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9888" y="3268663"/>
            <a:ext cx="5378450" cy="1460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solidFill>
                  <a:srgbClr val="000000"/>
                </a:solidFill>
                <a:latin typeface="Arial" panose="020B0604020202020204" pitchFamily="34" charset="0"/>
              </a:rPr>
              <a:t>A note on the use of these ppt slides: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Arial" panose="020B0604020202020204" pitchFamily="34" charset="0"/>
              </a:rPr>
              <a:t>We</a:t>
            </a:r>
            <a:r>
              <a:rPr lang="ja-JP" altLang="en-US" sz="1200">
                <a:solidFill>
                  <a:srgbClr val="000000"/>
                </a:solidFill>
                <a:latin typeface="Arial" panose="020B0604020202020204" pitchFamily="34" charset="0"/>
              </a:rPr>
              <a:t>’</a:t>
            </a:r>
            <a:r>
              <a:rPr lang="en-US" altLang="ja-JP" sz="1200">
                <a:solidFill>
                  <a:srgbClr val="000000"/>
                </a:solidFill>
                <a:latin typeface="Arial" panose="020B0604020202020204" pitchFamily="34" charset="0"/>
              </a:rPr>
              <a:t>re making these slides freely available to all (faculty, students, readers). They</a:t>
            </a:r>
            <a:r>
              <a:rPr lang="ja-JP" altLang="en-US" sz="1200">
                <a:solidFill>
                  <a:srgbClr val="000000"/>
                </a:solidFill>
                <a:latin typeface="Arial" panose="020B0604020202020204" pitchFamily="34" charset="0"/>
              </a:rPr>
              <a:t>’</a:t>
            </a:r>
            <a:r>
              <a:rPr lang="en-US" altLang="ja-JP" sz="1200">
                <a:solidFill>
                  <a:srgbClr val="000000"/>
                </a:solidFill>
                <a:latin typeface="Arial" panose="020B0604020202020204" pitchFamily="34" charset="0"/>
              </a:rPr>
              <a:t>re in PowerPoint form so you see the animations; and can add, modify, and delete slides  (including this one) and slide content to suit your needs. They obviously represent a </a:t>
            </a:r>
            <a:r>
              <a:rPr lang="en-US" altLang="ja-JP" sz="1200" i="1">
                <a:solidFill>
                  <a:srgbClr val="000000"/>
                </a:solidFill>
                <a:latin typeface="Arial" panose="020B0604020202020204" pitchFamily="34" charset="0"/>
              </a:rPr>
              <a:t>lot</a:t>
            </a:r>
            <a:r>
              <a:rPr lang="en-US" altLang="ja-JP" sz="1200">
                <a:solidFill>
                  <a:srgbClr val="000000"/>
                </a:solidFill>
                <a:latin typeface="Arial" panose="020B0604020202020204" pitchFamily="34" charset="0"/>
              </a:rPr>
              <a:t> of work on our part. In return for use, we only ask the following: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en-US" altLang="zh-TW" sz="1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90119" name="Text Box 7">
            <a:extLst>
              <a:ext uri="{FF2B5EF4-FFF2-40B4-BE49-F238E27FC236}">
                <a16:creationId xmlns:a16="http://schemas.microsoft.com/office/drawing/2014/main" id="{8FAC10D6-6C61-4DD9-8979-E605D47AB1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3063" y="4267200"/>
            <a:ext cx="5378450" cy="2016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3038" indent="-173038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en-US" altLang="zh-TW" sz="1400" dirty="0">
              <a:solidFill>
                <a:srgbClr val="000000"/>
              </a:solidFill>
            </a:endParaRPr>
          </a:p>
          <a:p>
            <a:pPr>
              <a:lnSpc>
                <a:spcPct val="100000"/>
              </a:lnSpc>
              <a:spcBef>
                <a:spcPct val="0"/>
              </a:spcBef>
              <a:buSzPct val="75000"/>
            </a:pPr>
            <a:r>
              <a:rPr lang="en-US" altLang="zh-TW" sz="1200" dirty="0">
                <a:solidFill>
                  <a:srgbClr val="000000"/>
                </a:solidFill>
                <a:latin typeface="Arial" panose="020B0604020202020204" pitchFamily="34" charset="0"/>
              </a:rPr>
              <a:t>If you use these slides (e.g., in a class) that you mention their source (after all, we</a:t>
            </a:r>
            <a:r>
              <a:rPr lang="ja-JP" altLang="en-US" sz="1200" dirty="0">
                <a:solidFill>
                  <a:srgbClr val="000000"/>
                </a:solidFill>
                <a:latin typeface="Arial" panose="020B0604020202020204" pitchFamily="34" charset="0"/>
              </a:rPr>
              <a:t>’</a:t>
            </a:r>
            <a:r>
              <a:rPr lang="en-US" altLang="ja-JP" sz="1200" dirty="0">
                <a:solidFill>
                  <a:srgbClr val="000000"/>
                </a:solidFill>
                <a:latin typeface="Arial" panose="020B0604020202020204" pitchFamily="34" charset="0"/>
              </a:rPr>
              <a:t>d like people to use our book!)</a:t>
            </a:r>
          </a:p>
          <a:p>
            <a:pPr>
              <a:lnSpc>
                <a:spcPct val="100000"/>
              </a:lnSpc>
              <a:spcBef>
                <a:spcPct val="0"/>
              </a:spcBef>
              <a:buSzPct val="75000"/>
            </a:pPr>
            <a:r>
              <a:rPr lang="en-US" altLang="zh-TW" sz="1200" dirty="0">
                <a:solidFill>
                  <a:srgbClr val="000000"/>
                </a:solidFill>
                <a:latin typeface="Arial" panose="020B0604020202020204" pitchFamily="34" charset="0"/>
              </a:rPr>
              <a:t>If you post any slides on a www site, that you note that they are adapted from (or perhaps identical to) our slides, and note our copyright of this material.</a:t>
            </a:r>
          </a:p>
          <a:p>
            <a:pPr>
              <a:lnSpc>
                <a:spcPct val="100000"/>
              </a:lnSpc>
              <a:spcBef>
                <a:spcPct val="0"/>
              </a:spcBef>
              <a:buClr>
                <a:srgbClr val="3333CC"/>
              </a:buClr>
              <a:buSzTx/>
              <a:buFont typeface="Wingdings" panose="05000000000000000000" pitchFamily="2" charset="2"/>
              <a:buChar char="q"/>
            </a:pPr>
            <a:endParaRPr lang="en-US" altLang="zh-TW" sz="1200" dirty="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>
              <a:spcBef>
                <a:spcPct val="0"/>
              </a:spcBef>
              <a:buClr>
                <a:srgbClr val="3333CC"/>
              </a:buClr>
              <a:buSzTx/>
              <a:buFont typeface="Wingdings" panose="05000000000000000000" pitchFamily="2" charset="2"/>
              <a:buNone/>
            </a:pPr>
            <a:r>
              <a:rPr lang="en-US" altLang="zh-TW" sz="1200" dirty="0">
                <a:solidFill>
                  <a:srgbClr val="000000"/>
                </a:solidFill>
                <a:latin typeface="Arial" panose="020B0604020202020204" pitchFamily="34" charset="0"/>
              </a:rPr>
              <a:t>Thanks and enjoy!  JFK/KWR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en-US" altLang="zh-TW" sz="1200" dirty="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 dirty="0">
                <a:solidFill>
                  <a:srgbClr val="000000"/>
                </a:solidFill>
                <a:latin typeface="Arial" panose="020B0604020202020204" pitchFamily="34" charset="0"/>
              </a:rPr>
              <a:t>     All material copyright 1996-2012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 dirty="0">
                <a:solidFill>
                  <a:srgbClr val="000000"/>
                </a:solidFill>
                <a:latin typeface="Arial" panose="020B0604020202020204" pitchFamily="34" charset="0"/>
              </a:rPr>
              <a:t>     J.F Kurose and K.W. Ross, All Rights Reserved</a:t>
            </a:r>
          </a:p>
        </p:txBody>
      </p:sp>
      <p:pic>
        <p:nvPicPr>
          <p:cNvPr id="90120" name="Picture 8">
            <a:extLst>
              <a:ext uri="{FF2B5EF4-FFF2-40B4-BE49-F238E27FC236}">
                <a16:creationId xmlns:a16="http://schemas.microsoft.com/office/drawing/2014/main" id="{E077A9EB-3133-44FA-A81E-8542603ED0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600" y="5942013"/>
            <a:ext cx="187325" cy="187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0121" name="Picture 9" descr="underline_base">
            <a:extLst>
              <a:ext uri="{FF2B5EF4-FFF2-40B4-BE49-F238E27FC236}">
                <a16:creationId xmlns:a16="http://schemas.microsoft.com/office/drawing/2014/main" id="{F9DB9130-D042-407A-B71E-B64BA69E406F}"/>
              </a:ext>
            </a:extLst>
          </p:cNvPr>
          <p:cNvPicPr>
            <a:picLocks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438" y="2097088"/>
            <a:ext cx="36560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0123" name="矩形 10">
            <a:extLst>
              <a:ext uri="{FF2B5EF4-FFF2-40B4-BE49-F238E27FC236}">
                <a16:creationId xmlns:a16="http://schemas.microsoft.com/office/drawing/2014/main" id="{87495B72-737A-4946-9F55-2E5707E8AC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7425" y="6311900"/>
            <a:ext cx="4371975" cy="287338"/>
          </a:xfrm>
          <a:prstGeom prst="rect">
            <a:avLst/>
          </a:prstGeom>
          <a:noFill/>
          <a:ln w="9525" algn="ctr">
            <a:solidFill>
              <a:srgbClr val="00009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solidFill>
                  <a:srgbClr val="000099"/>
                </a:solidFill>
                <a:latin typeface="Arial" panose="020B0604020202020204" pitchFamily="34" charset="0"/>
              </a:rPr>
              <a:t>Modified by Man Hon Cheung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7">
            <a:extLst>
              <a:ext uri="{FF2B5EF4-FFF2-40B4-BE49-F238E27FC236}">
                <a16:creationId xmlns:a16="http://schemas.microsoft.com/office/drawing/2014/main" id="{0A1C98AE-A6BD-4E24-B174-74BA1EF206A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94211" name="Rectangle 8">
            <a:extLst>
              <a:ext uri="{FF2B5EF4-FFF2-40B4-BE49-F238E27FC236}">
                <a16:creationId xmlns:a16="http://schemas.microsoft.com/office/drawing/2014/main" id="{18254CC8-4D8D-47D6-8ECB-06936E197C3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2-</a:t>
            </a:r>
            <a:fld id="{6FFFF85C-357D-4616-8DBA-D045B2969F1A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2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94212" name="Picture 11" descr="underline_base">
            <a:extLst>
              <a:ext uri="{FF2B5EF4-FFF2-40B4-BE49-F238E27FC236}">
                <a16:creationId xmlns:a16="http://schemas.microsoft.com/office/drawing/2014/main" id="{A49AE52F-6DB7-4C97-876A-BE9AD45E60FE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800" y="820738"/>
            <a:ext cx="6399213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4213" name="Rectangle 2">
            <a:extLst>
              <a:ext uri="{FF2B5EF4-FFF2-40B4-BE49-F238E27FC236}">
                <a16:creationId xmlns:a16="http://schemas.microsoft.com/office/drawing/2014/main" id="{73DF3FA7-5655-4DB6-9DEA-18CA58117EC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5613" y="0"/>
            <a:ext cx="7772400" cy="1143000"/>
          </a:xfrm>
        </p:spPr>
        <p:txBody>
          <a:bodyPr/>
          <a:lstStyle/>
          <a:p>
            <a:r>
              <a:rPr lang="en-US" altLang="zh-TW">
                <a:ea typeface="ＭＳ Ｐゴシック" panose="020B0600070205080204" pitchFamily="34" charset="-128"/>
              </a:rPr>
              <a:t>Chapter 2: application layer</a:t>
            </a:r>
          </a:p>
        </p:txBody>
      </p:sp>
      <p:sp>
        <p:nvSpPr>
          <p:cNvPr id="94214" name="Rectangle 3">
            <a:extLst>
              <a:ext uri="{FF2B5EF4-FFF2-40B4-BE49-F238E27FC236}">
                <a16:creationId xmlns:a16="http://schemas.microsoft.com/office/drawing/2014/main" id="{EBC2DC4D-9E2F-4D76-8D4C-4F0986EA05B8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33400" y="1371600"/>
            <a:ext cx="3581400" cy="4648200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sz="2400" u="sng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our goals:</a:t>
            </a:r>
            <a:r>
              <a:rPr lang="en-US" altLang="zh-TW" sz="2400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 </a:t>
            </a:r>
          </a:p>
          <a:p>
            <a:r>
              <a:rPr lang="en-US" altLang="zh-TW" sz="24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conceptual</a:t>
            </a:r>
            <a:r>
              <a:rPr lang="en-US" altLang="zh-TW" sz="2400" dirty="0">
                <a:ea typeface="ＭＳ Ｐゴシック" panose="020B0600070205080204" pitchFamily="34" charset="-128"/>
              </a:rPr>
              <a:t>, implementation aspects of network application protocols</a:t>
            </a:r>
          </a:p>
          <a:p>
            <a:pPr lvl="1"/>
            <a:r>
              <a:rPr lang="en-US" altLang="zh-TW" dirty="0">
                <a:ea typeface="ＭＳ Ｐゴシック" panose="020B0600070205080204" pitchFamily="34" charset="-128"/>
              </a:rPr>
              <a:t>transport-layer service models</a:t>
            </a:r>
          </a:p>
          <a:p>
            <a:pPr lvl="1"/>
            <a:r>
              <a:rPr lang="en-US" altLang="zh-TW" dirty="0">
                <a:ea typeface="ＭＳ Ｐゴシック" panose="020B0600070205080204" pitchFamily="34" charset="-128"/>
              </a:rPr>
              <a:t>client-server paradigm</a:t>
            </a:r>
          </a:p>
          <a:p>
            <a:pPr lvl="1"/>
            <a:r>
              <a:rPr lang="en-US" altLang="zh-TW" dirty="0">
                <a:ea typeface="ＭＳ Ｐゴシック" panose="020B0600070205080204" pitchFamily="34" charset="-128"/>
              </a:rPr>
              <a:t>peer-to-peer paradigm</a:t>
            </a:r>
            <a:endParaRPr lang="en-US" altLang="zh-TW" sz="2000" dirty="0">
              <a:ea typeface="ＭＳ Ｐゴシック" panose="020B0600070205080204" pitchFamily="34" charset="-128"/>
            </a:endParaRPr>
          </a:p>
        </p:txBody>
      </p:sp>
      <p:sp>
        <p:nvSpPr>
          <p:cNvPr id="94215" name="Rectangle 4">
            <a:extLst>
              <a:ext uri="{FF2B5EF4-FFF2-40B4-BE49-F238E27FC236}">
                <a16:creationId xmlns:a16="http://schemas.microsoft.com/office/drawing/2014/main" id="{A8DDF7C1-A9C3-4C5D-8182-E54A5340CD53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4419600" y="1441450"/>
            <a:ext cx="3667125" cy="4648200"/>
          </a:xfrm>
        </p:spPr>
        <p:txBody>
          <a:bodyPr/>
          <a:lstStyle/>
          <a:p>
            <a:r>
              <a:rPr lang="en-US" altLang="zh-TW" sz="2400" dirty="0">
                <a:ea typeface="ＭＳ Ｐゴシック" panose="020B0600070205080204" pitchFamily="34" charset="-128"/>
              </a:rPr>
              <a:t>learn about protocols by </a:t>
            </a:r>
            <a:r>
              <a:rPr lang="en-US" altLang="zh-TW" sz="24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examining popular application-level protocols</a:t>
            </a:r>
          </a:p>
          <a:p>
            <a:pPr lvl="1"/>
            <a:r>
              <a:rPr lang="en-US" altLang="zh-TW" sz="2000" dirty="0">
                <a:ea typeface="ＭＳ Ｐゴシック" panose="020B0600070205080204" pitchFamily="34" charset="-128"/>
              </a:rPr>
              <a:t>HTTP</a:t>
            </a:r>
          </a:p>
          <a:p>
            <a:pPr lvl="1"/>
            <a:r>
              <a:rPr lang="en-US" altLang="zh-TW" sz="2000" dirty="0">
                <a:ea typeface="ＭＳ Ｐゴシック" panose="020B0600070205080204" pitchFamily="34" charset="-128"/>
              </a:rPr>
              <a:t>SMTP / POP3 / IMAP</a:t>
            </a:r>
          </a:p>
          <a:p>
            <a:pPr lvl="1"/>
            <a:r>
              <a:rPr lang="en-US" altLang="zh-TW" sz="2000" dirty="0">
                <a:ea typeface="ＭＳ Ｐゴシック" panose="020B0600070205080204" pitchFamily="34" charset="-128"/>
              </a:rPr>
              <a:t>DNS</a:t>
            </a:r>
          </a:p>
          <a:p>
            <a:r>
              <a:rPr lang="en-US" altLang="zh-TW" sz="24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Applications</a:t>
            </a:r>
          </a:p>
          <a:p>
            <a:pPr lvl="1"/>
            <a:r>
              <a:rPr lang="en-US" altLang="zh-TW" dirty="0">
                <a:ea typeface="ＭＳ Ｐゴシック" panose="020B0600070205080204" pitchFamily="34" charset="-128"/>
              </a:rPr>
              <a:t>P2P</a:t>
            </a:r>
          </a:p>
          <a:p>
            <a:pPr lvl="1"/>
            <a:r>
              <a:rPr lang="en-US" altLang="zh-TW" dirty="0">
                <a:ea typeface="ＭＳ Ｐゴシック" panose="020B0600070205080204" pitchFamily="34" charset="-128"/>
              </a:rPr>
              <a:t>Video streaming &amp; content distribution networks</a:t>
            </a:r>
            <a:endParaRPr lang="en-US" altLang="zh-TW" sz="2400" dirty="0">
              <a:solidFill>
                <a:srgbClr val="0070C0"/>
              </a:solidFill>
              <a:ea typeface="ＭＳ Ｐゴシック" panose="020B0600070205080204" pitchFamily="34" charset="-128"/>
            </a:endParaRPr>
          </a:p>
          <a:p>
            <a:r>
              <a:rPr lang="en-US" altLang="zh-TW" sz="24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creating network applications</a:t>
            </a:r>
          </a:p>
          <a:p>
            <a:pPr lvl="1"/>
            <a:r>
              <a:rPr lang="en-US" altLang="zh-TW" dirty="0">
                <a:ea typeface="ＭＳ Ｐゴシック" panose="020B0600070205080204" pitchFamily="34" charset="-128"/>
              </a:rPr>
              <a:t>socket API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58" name="Rectangle 7">
            <a:extLst>
              <a:ext uri="{FF2B5EF4-FFF2-40B4-BE49-F238E27FC236}">
                <a16:creationId xmlns:a16="http://schemas.microsoft.com/office/drawing/2014/main" id="{FF703F87-F31C-41C8-93EB-8529C8B4970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96259" name="Rectangle 8">
            <a:extLst>
              <a:ext uri="{FF2B5EF4-FFF2-40B4-BE49-F238E27FC236}">
                <a16:creationId xmlns:a16="http://schemas.microsoft.com/office/drawing/2014/main" id="{93E4327E-3E8F-4A1A-9C3A-1C029703B4B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2-</a:t>
            </a:r>
            <a:fld id="{37AA579D-6148-468B-B9DF-4B2A59C84574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3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96260" name="Picture 10" descr="underline_base">
            <a:extLst>
              <a:ext uri="{FF2B5EF4-FFF2-40B4-BE49-F238E27FC236}">
                <a16:creationId xmlns:a16="http://schemas.microsoft.com/office/drawing/2014/main" id="{3D3950BE-F979-4825-92D5-5881316A4D4B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188" y="1025525"/>
            <a:ext cx="45704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6261" name="Rectangle 4">
            <a:extLst>
              <a:ext uri="{FF2B5EF4-FFF2-40B4-BE49-F238E27FC236}">
                <a16:creationId xmlns:a16="http://schemas.microsoft.com/office/drawing/2014/main" id="{DCFABDE8-9FEB-44E2-9B57-1CDB4970520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>
                <a:ea typeface="ＭＳ Ｐゴシック" panose="020B0600070205080204" pitchFamily="34" charset="-128"/>
              </a:rPr>
              <a:t>Some network apps</a:t>
            </a:r>
          </a:p>
        </p:txBody>
      </p:sp>
      <p:sp>
        <p:nvSpPr>
          <p:cNvPr id="96262" name="Rectangle 5">
            <a:extLst>
              <a:ext uri="{FF2B5EF4-FFF2-40B4-BE49-F238E27FC236}">
                <a16:creationId xmlns:a16="http://schemas.microsoft.com/office/drawing/2014/main" id="{022BD96D-98CC-4F67-AFF1-DF6EECB93C0F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33400" y="1611313"/>
            <a:ext cx="3810000" cy="4648200"/>
          </a:xfrm>
        </p:spPr>
        <p:txBody>
          <a:bodyPr/>
          <a:lstStyle/>
          <a:p>
            <a:r>
              <a:rPr lang="en-US" altLang="zh-TW" sz="2400">
                <a:ea typeface="ＭＳ Ｐゴシック" panose="020B0600070205080204" pitchFamily="34" charset="-128"/>
              </a:rPr>
              <a:t>e-mail</a:t>
            </a:r>
          </a:p>
          <a:p>
            <a:r>
              <a:rPr lang="en-US" altLang="zh-TW" sz="2400">
                <a:ea typeface="ＭＳ Ｐゴシック" panose="020B0600070205080204" pitchFamily="34" charset="-128"/>
              </a:rPr>
              <a:t>web</a:t>
            </a:r>
          </a:p>
          <a:p>
            <a:r>
              <a:rPr lang="en-US" altLang="zh-TW" sz="2400">
                <a:ea typeface="ＭＳ Ｐゴシック" panose="020B0600070205080204" pitchFamily="34" charset="-128"/>
              </a:rPr>
              <a:t>text messaging</a:t>
            </a:r>
          </a:p>
          <a:p>
            <a:r>
              <a:rPr lang="en-US" altLang="zh-TW" sz="2400">
                <a:ea typeface="ＭＳ Ｐゴシック" panose="020B0600070205080204" pitchFamily="34" charset="-128"/>
              </a:rPr>
              <a:t>remote login</a:t>
            </a:r>
          </a:p>
          <a:p>
            <a:r>
              <a:rPr lang="en-US" altLang="zh-TW" sz="2400">
                <a:ea typeface="ＭＳ Ｐゴシック" panose="020B0600070205080204" pitchFamily="34" charset="-128"/>
              </a:rPr>
              <a:t>P2P file sharing</a:t>
            </a:r>
          </a:p>
          <a:p>
            <a:r>
              <a:rPr lang="en-US" altLang="zh-TW" sz="2400">
                <a:ea typeface="ＭＳ Ｐゴシック" panose="020B0600070205080204" pitchFamily="34" charset="-128"/>
              </a:rPr>
              <a:t>multi-user network games</a:t>
            </a:r>
          </a:p>
          <a:p>
            <a:r>
              <a:rPr lang="en-US" altLang="zh-TW" sz="2400">
                <a:ea typeface="ＭＳ Ｐゴシック" panose="020B0600070205080204" pitchFamily="34" charset="-128"/>
              </a:rPr>
              <a:t>streaming stored video (YouTube, Hulu, Netflix) </a:t>
            </a:r>
          </a:p>
          <a:p>
            <a:endParaRPr lang="en-US" altLang="zh-TW" sz="2400">
              <a:ea typeface="ＭＳ Ｐゴシック" panose="020B0600070205080204" pitchFamily="34" charset="-128"/>
            </a:endParaRPr>
          </a:p>
          <a:p>
            <a:pPr>
              <a:buFont typeface="Wingdings" panose="05000000000000000000" pitchFamily="2" charset="2"/>
              <a:buNone/>
            </a:pPr>
            <a:endParaRPr lang="en-US" altLang="zh-TW" sz="2400">
              <a:ea typeface="ＭＳ Ｐゴシック" panose="020B0600070205080204" pitchFamily="34" charset="-128"/>
            </a:endParaRPr>
          </a:p>
          <a:p>
            <a:pPr>
              <a:buFont typeface="Wingdings" panose="05000000000000000000" pitchFamily="2" charset="2"/>
              <a:buNone/>
            </a:pPr>
            <a:endParaRPr lang="en-US" altLang="zh-TW" sz="2400">
              <a:ea typeface="ＭＳ Ｐゴシック" panose="020B0600070205080204" pitchFamily="34" charset="-128"/>
            </a:endParaRPr>
          </a:p>
        </p:txBody>
      </p:sp>
      <p:sp>
        <p:nvSpPr>
          <p:cNvPr id="96263" name="Rectangle 6">
            <a:extLst>
              <a:ext uri="{FF2B5EF4-FFF2-40B4-BE49-F238E27FC236}">
                <a16:creationId xmlns:a16="http://schemas.microsoft.com/office/drawing/2014/main" id="{A0C44AC5-B17F-4747-9DD7-C2C838EA136D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4495800" y="1611313"/>
            <a:ext cx="3810000" cy="4648200"/>
          </a:xfrm>
        </p:spPr>
        <p:txBody>
          <a:bodyPr/>
          <a:lstStyle/>
          <a:p>
            <a:r>
              <a:rPr lang="en-US" altLang="zh-TW" sz="2400">
                <a:ea typeface="ＭＳ Ｐゴシック" panose="020B0600070205080204" pitchFamily="34" charset="-128"/>
              </a:rPr>
              <a:t>voice over IP (e.g., Skype)</a:t>
            </a:r>
          </a:p>
          <a:p>
            <a:r>
              <a:rPr lang="en-US" altLang="zh-TW" sz="2400">
                <a:ea typeface="ＭＳ Ｐゴシック" panose="020B0600070205080204" pitchFamily="34" charset="-128"/>
              </a:rPr>
              <a:t>real-time video conferencing</a:t>
            </a:r>
          </a:p>
          <a:p>
            <a:r>
              <a:rPr lang="en-US" altLang="zh-TW" sz="2400">
                <a:ea typeface="ＭＳ Ｐゴシック" panose="020B0600070205080204" pitchFamily="34" charset="-128"/>
              </a:rPr>
              <a:t>social networking</a:t>
            </a:r>
          </a:p>
          <a:p>
            <a:r>
              <a:rPr lang="en-US" altLang="zh-TW" sz="2400">
                <a:ea typeface="ＭＳ Ｐゴシック" panose="020B0600070205080204" pitchFamily="34" charset="-128"/>
              </a:rPr>
              <a:t>search</a:t>
            </a:r>
          </a:p>
          <a:p>
            <a:r>
              <a:rPr lang="en-US" altLang="zh-TW" sz="2400">
                <a:ea typeface="ＭＳ Ｐゴシック" panose="020B0600070205080204" pitchFamily="34" charset="-128"/>
              </a:rPr>
              <a:t>…</a:t>
            </a:r>
          </a:p>
          <a:p>
            <a:r>
              <a:rPr lang="en-US" altLang="zh-TW" sz="2400">
                <a:ea typeface="ＭＳ Ｐゴシック" panose="020B0600070205080204" pitchFamily="34" charset="-128"/>
              </a:rPr>
              <a:t>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06" name="Rectangle 7">
            <a:extLst>
              <a:ext uri="{FF2B5EF4-FFF2-40B4-BE49-F238E27FC236}">
                <a16:creationId xmlns:a16="http://schemas.microsoft.com/office/drawing/2014/main" id="{0D293FC3-185E-4421-BDB4-BE9462AE87D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98307" name="Rectangle 8">
            <a:extLst>
              <a:ext uri="{FF2B5EF4-FFF2-40B4-BE49-F238E27FC236}">
                <a16:creationId xmlns:a16="http://schemas.microsoft.com/office/drawing/2014/main" id="{1F215FA1-1413-468D-83A8-B09F866AD6A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2-</a:t>
            </a:r>
            <a:fld id="{A813F4B1-4A8F-43C0-B94A-2FD4036C5E3B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4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grpSp>
        <p:nvGrpSpPr>
          <p:cNvPr id="98308" name="Group 1037">
            <a:extLst>
              <a:ext uri="{FF2B5EF4-FFF2-40B4-BE49-F238E27FC236}">
                <a16:creationId xmlns:a16="http://schemas.microsoft.com/office/drawing/2014/main" id="{765F2CE2-554B-472A-A282-F1166CB5E7AE}"/>
              </a:ext>
            </a:extLst>
          </p:cNvPr>
          <p:cNvGrpSpPr>
            <a:grpSpLocks/>
          </p:cNvGrpSpPr>
          <p:nvPr/>
        </p:nvGrpSpPr>
        <p:grpSpPr bwMode="auto">
          <a:xfrm>
            <a:off x="5124450" y="1257300"/>
            <a:ext cx="3540125" cy="4545013"/>
            <a:chOff x="3277" y="974"/>
            <a:chExt cx="2230" cy="2863"/>
          </a:xfrm>
        </p:grpSpPr>
        <p:sp>
          <p:nvSpPr>
            <p:cNvPr id="98341" name="Freeform 1038">
              <a:extLst>
                <a:ext uri="{FF2B5EF4-FFF2-40B4-BE49-F238E27FC236}">
                  <a16:creationId xmlns:a16="http://schemas.microsoft.com/office/drawing/2014/main" id="{96D2D2BB-DD77-4F7C-B8F7-3B9B7CC23EB7}"/>
                </a:ext>
              </a:extLst>
            </p:cNvPr>
            <p:cNvSpPr>
              <a:spLocks/>
            </p:cNvSpPr>
            <p:nvPr/>
          </p:nvSpPr>
          <p:spPr bwMode="auto">
            <a:xfrm>
              <a:off x="3277" y="1079"/>
              <a:ext cx="1094" cy="675"/>
            </a:xfrm>
            <a:custGeom>
              <a:avLst/>
              <a:gdLst>
                <a:gd name="T0" fmla="*/ 4863 w 1036"/>
                <a:gd name="T1" fmla="*/ 11 h 675"/>
                <a:gd name="T2" fmla="*/ 2926 w 1036"/>
                <a:gd name="T3" fmla="*/ 53 h 675"/>
                <a:gd name="T4" fmla="*/ 1548 w 1036"/>
                <a:gd name="T5" fmla="*/ 129 h 675"/>
                <a:gd name="T6" fmla="*/ 1145 w 1036"/>
                <a:gd name="T7" fmla="*/ 229 h 675"/>
                <a:gd name="T8" fmla="*/ 159 w 1036"/>
                <a:gd name="T9" fmla="*/ 297 h 675"/>
                <a:gd name="T10" fmla="*/ 128 w 1036"/>
                <a:gd name="T11" fmla="*/ 459 h 675"/>
                <a:gd name="T12" fmla="*/ 993 w 1036"/>
                <a:gd name="T13" fmla="*/ 489 h 675"/>
                <a:gd name="T14" fmla="*/ 3444 w 1036"/>
                <a:gd name="T15" fmla="*/ 489 h 675"/>
                <a:gd name="T16" fmla="*/ 4484 w 1036"/>
                <a:gd name="T17" fmla="*/ 555 h 675"/>
                <a:gd name="T18" fmla="*/ 5636 w 1036"/>
                <a:gd name="T19" fmla="*/ 657 h 675"/>
                <a:gd name="T20" fmla="*/ 6527 w 1036"/>
                <a:gd name="T21" fmla="*/ 661 h 675"/>
                <a:gd name="T22" fmla="*/ 7134 w 1036"/>
                <a:gd name="T23" fmla="*/ 603 h 675"/>
                <a:gd name="T24" fmla="*/ 7446 w 1036"/>
                <a:gd name="T25" fmla="*/ 445 h 675"/>
                <a:gd name="T26" fmla="*/ 7638 w 1036"/>
                <a:gd name="T27" fmla="*/ 291 h 675"/>
                <a:gd name="T28" fmla="*/ 7661 w 1036"/>
                <a:gd name="T29" fmla="*/ 107 h 675"/>
                <a:gd name="T30" fmla="*/ 7002 w 1036"/>
                <a:gd name="T31" fmla="*/ 17 h 675"/>
                <a:gd name="T32" fmla="*/ 5817 w 1036"/>
                <a:gd name="T33" fmla="*/ 3 h 675"/>
                <a:gd name="T34" fmla="*/ 4863 w 1036"/>
                <a:gd name="T35" fmla="*/ 11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98342" name="Group 1039">
              <a:extLst>
                <a:ext uri="{FF2B5EF4-FFF2-40B4-BE49-F238E27FC236}">
                  <a16:creationId xmlns:a16="http://schemas.microsoft.com/office/drawing/2014/main" id="{FC8E80BD-3ADA-4109-AB64-6054C8129FE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383" y="1920"/>
              <a:ext cx="919" cy="588"/>
              <a:chOff x="2889" y="1631"/>
              <a:chExt cx="980" cy="743"/>
            </a:xfrm>
          </p:grpSpPr>
          <p:sp>
            <p:nvSpPr>
              <p:cNvPr id="98717" name="Rectangle 1040">
                <a:extLst>
                  <a:ext uri="{FF2B5EF4-FFF2-40B4-BE49-F238E27FC236}">
                    <a16:creationId xmlns:a16="http://schemas.microsoft.com/office/drawing/2014/main" id="{8BA58E3B-CDF8-4534-A86F-F7EF0D03EC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46" y="1841"/>
                <a:ext cx="663" cy="533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98718" name="AutoShape 1041">
                <a:extLst>
                  <a:ext uri="{FF2B5EF4-FFF2-40B4-BE49-F238E27FC236}">
                    <a16:creationId xmlns:a16="http://schemas.microsoft.com/office/drawing/2014/main" id="{3C7A43E3-D1D8-4DF1-86BE-37906E75B17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89" y="1631"/>
                <a:ext cx="980" cy="253"/>
              </a:xfrm>
              <a:prstGeom prst="triangle">
                <a:avLst>
                  <a:gd name="adj" fmla="val 50000"/>
                </a:avLst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solidFill>
                    <a:srgbClr val="00CCFF"/>
                  </a:solidFill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98343" name="Freeform 1042">
              <a:extLst>
                <a:ext uri="{FF2B5EF4-FFF2-40B4-BE49-F238E27FC236}">
                  <a16:creationId xmlns:a16="http://schemas.microsoft.com/office/drawing/2014/main" id="{550BFC71-5A6D-4017-BFED-E430D23A08FE}"/>
                </a:ext>
              </a:extLst>
            </p:cNvPr>
            <p:cNvSpPr>
              <a:spLocks/>
            </p:cNvSpPr>
            <p:nvPr/>
          </p:nvSpPr>
          <p:spPr bwMode="auto">
            <a:xfrm>
              <a:off x="3379" y="2788"/>
              <a:ext cx="2032" cy="1049"/>
            </a:xfrm>
            <a:custGeom>
              <a:avLst/>
              <a:gdLst>
                <a:gd name="T0" fmla="*/ 1044 w 2032"/>
                <a:gd name="T1" fmla="*/ 26 h 1049"/>
                <a:gd name="T2" fmla="*/ 847 w 2032"/>
                <a:gd name="T3" fmla="*/ 125 h 1049"/>
                <a:gd name="T4" fmla="*/ 580 w 2032"/>
                <a:gd name="T5" fmla="*/ 68 h 1049"/>
                <a:gd name="T6" fmla="*/ 143 w 2032"/>
                <a:gd name="T7" fmla="*/ 170 h 1049"/>
                <a:gd name="T8" fmla="*/ 48 w 2032"/>
                <a:gd name="T9" fmla="*/ 374 h 1049"/>
                <a:gd name="T10" fmla="*/ 41 w 2032"/>
                <a:gd name="T11" fmla="*/ 680 h 1049"/>
                <a:gd name="T12" fmla="*/ 294 w 2032"/>
                <a:gd name="T13" fmla="*/ 744 h 1049"/>
                <a:gd name="T14" fmla="*/ 660 w 2032"/>
                <a:gd name="T15" fmla="*/ 893 h 1049"/>
                <a:gd name="T16" fmla="*/ 1088 w 2032"/>
                <a:gd name="T17" fmla="*/ 1014 h 1049"/>
                <a:gd name="T18" fmla="*/ 1525 w 2032"/>
                <a:gd name="T19" fmla="*/ 1031 h 1049"/>
                <a:gd name="T20" fmla="*/ 1831 w 2032"/>
                <a:gd name="T21" fmla="*/ 907 h 1049"/>
                <a:gd name="T22" fmla="*/ 2015 w 2032"/>
                <a:gd name="T23" fmla="*/ 714 h 1049"/>
                <a:gd name="T24" fmla="*/ 1931 w 2032"/>
                <a:gd name="T25" fmla="*/ 251 h 1049"/>
                <a:gd name="T26" fmla="*/ 1658 w 2032"/>
                <a:gd name="T27" fmla="*/ 114 h 1049"/>
                <a:gd name="T28" fmla="*/ 1355 w 2032"/>
                <a:gd name="T29" fmla="*/ 15 h 1049"/>
                <a:gd name="T30" fmla="*/ 1044 w 2032"/>
                <a:gd name="T31" fmla="*/ 26 h 1049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w 2032"/>
                <a:gd name="T49" fmla="*/ 0 h 1049"/>
                <a:gd name="T50" fmla="*/ 2032 w 2032"/>
                <a:gd name="T51" fmla="*/ 1049 h 1049"/>
              </a:gdLst>
              <a:ahLst/>
              <a:cxnLst>
                <a:cxn ang="T32">
                  <a:pos x="T0" y="T1"/>
                </a:cxn>
                <a:cxn ang="T33">
                  <a:pos x="T2" y="T3"/>
                </a:cxn>
                <a:cxn ang="T34">
                  <a:pos x="T4" y="T5"/>
                </a:cxn>
                <a:cxn ang="T35">
                  <a:pos x="T6" y="T7"/>
                </a:cxn>
                <a:cxn ang="T36">
                  <a:pos x="T8" y="T9"/>
                </a:cxn>
                <a:cxn ang="T37">
                  <a:pos x="T10" y="T11"/>
                </a:cxn>
                <a:cxn ang="T38">
                  <a:pos x="T12" y="T13"/>
                </a:cxn>
                <a:cxn ang="T39">
                  <a:pos x="T14" y="T15"/>
                </a:cxn>
                <a:cxn ang="T40">
                  <a:pos x="T16" y="T17"/>
                </a:cxn>
                <a:cxn ang="T41">
                  <a:pos x="T18" y="T19"/>
                </a:cxn>
                <a:cxn ang="T42">
                  <a:pos x="T20" y="T21"/>
                </a:cxn>
                <a:cxn ang="T43">
                  <a:pos x="T22" y="T23"/>
                </a:cxn>
                <a:cxn ang="T44">
                  <a:pos x="T24" y="T25"/>
                </a:cxn>
                <a:cxn ang="T45">
                  <a:pos x="T26" y="T27"/>
                </a:cxn>
                <a:cxn ang="T46">
                  <a:pos x="T28" y="T29"/>
                </a:cxn>
                <a:cxn ang="T47">
                  <a:pos x="T30" y="T31"/>
                </a:cxn>
              </a:cxnLst>
              <a:rect l="T48" t="T49" r="T50" b="T51"/>
              <a:pathLst>
                <a:path w="2032" h="1049">
                  <a:moveTo>
                    <a:pt x="1044" y="26"/>
                  </a:moveTo>
                  <a:cubicBezTo>
                    <a:pt x="959" y="45"/>
                    <a:pt x="924" y="118"/>
                    <a:pt x="847" y="125"/>
                  </a:cubicBezTo>
                  <a:cubicBezTo>
                    <a:pt x="770" y="132"/>
                    <a:pt x="697" y="61"/>
                    <a:pt x="580" y="68"/>
                  </a:cubicBezTo>
                  <a:cubicBezTo>
                    <a:pt x="463" y="75"/>
                    <a:pt x="232" y="119"/>
                    <a:pt x="143" y="170"/>
                  </a:cubicBezTo>
                  <a:cubicBezTo>
                    <a:pt x="54" y="221"/>
                    <a:pt x="65" y="289"/>
                    <a:pt x="48" y="374"/>
                  </a:cubicBezTo>
                  <a:cubicBezTo>
                    <a:pt x="31" y="459"/>
                    <a:pt x="0" y="618"/>
                    <a:pt x="41" y="680"/>
                  </a:cubicBezTo>
                  <a:cubicBezTo>
                    <a:pt x="82" y="742"/>
                    <a:pt x="191" y="709"/>
                    <a:pt x="294" y="744"/>
                  </a:cubicBezTo>
                  <a:cubicBezTo>
                    <a:pt x="397" y="779"/>
                    <a:pt x="527" y="849"/>
                    <a:pt x="660" y="893"/>
                  </a:cubicBezTo>
                  <a:cubicBezTo>
                    <a:pt x="793" y="938"/>
                    <a:pt x="944" y="991"/>
                    <a:pt x="1088" y="1014"/>
                  </a:cubicBezTo>
                  <a:cubicBezTo>
                    <a:pt x="1232" y="1036"/>
                    <a:pt x="1401" y="1049"/>
                    <a:pt x="1525" y="1031"/>
                  </a:cubicBezTo>
                  <a:cubicBezTo>
                    <a:pt x="1649" y="1012"/>
                    <a:pt x="1749" y="960"/>
                    <a:pt x="1831" y="907"/>
                  </a:cubicBezTo>
                  <a:cubicBezTo>
                    <a:pt x="1913" y="855"/>
                    <a:pt x="1998" y="824"/>
                    <a:pt x="2015" y="714"/>
                  </a:cubicBezTo>
                  <a:cubicBezTo>
                    <a:pt x="2032" y="604"/>
                    <a:pt x="1990" y="350"/>
                    <a:pt x="1931" y="251"/>
                  </a:cubicBezTo>
                  <a:cubicBezTo>
                    <a:pt x="1872" y="151"/>
                    <a:pt x="1754" y="153"/>
                    <a:pt x="1658" y="114"/>
                  </a:cubicBezTo>
                  <a:cubicBezTo>
                    <a:pt x="1562" y="76"/>
                    <a:pt x="1457" y="30"/>
                    <a:pt x="1355" y="15"/>
                  </a:cubicBezTo>
                  <a:cubicBezTo>
                    <a:pt x="1253" y="0"/>
                    <a:pt x="1129" y="8"/>
                    <a:pt x="1044" y="26"/>
                  </a:cubicBezTo>
                  <a:close/>
                </a:path>
              </a:pathLst>
            </a:cu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98344" name="Line 1043">
              <a:extLst>
                <a:ext uri="{FF2B5EF4-FFF2-40B4-BE49-F238E27FC236}">
                  <a16:creationId xmlns:a16="http://schemas.microsoft.com/office/drawing/2014/main" id="{F3ECAE9E-7DCA-4D8C-B5B9-BB1A108FBA26}"/>
                </a:ext>
              </a:extLst>
            </p:cNvPr>
            <p:cNvSpPr>
              <a:spLocks noChangeShapeType="1"/>
            </p:cNvSpPr>
            <p:nvPr/>
          </p:nvSpPr>
          <p:spPr bwMode="auto">
            <a:xfrm rot="-5400000">
              <a:off x="4942" y="3252"/>
              <a:ext cx="330" cy="88"/>
            </a:xfrm>
            <a:prstGeom prst="line">
              <a:avLst/>
            </a:prstGeom>
            <a:noFill/>
            <a:ln w="127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98345" name="Line 1044">
              <a:extLst>
                <a:ext uri="{FF2B5EF4-FFF2-40B4-BE49-F238E27FC236}">
                  <a16:creationId xmlns:a16="http://schemas.microsoft.com/office/drawing/2014/main" id="{FA2162D5-E5D9-4547-AF36-C60F713187B9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 flipV="1">
              <a:off x="5034" y="3429"/>
              <a:ext cx="2" cy="54"/>
            </a:xfrm>
            <a:prstGeom prst="line">
              <a:avLst/>
            </a:prstGeom>
            <a:noFill/>
            <a:ln w="127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98346" name="Line 1045">
              <a:extLst>
                <a:ext uri="{FF2B5EF4-FFF2-40B4-BE49-F238E27FC236}">
                  <a16:creationId xmlns:a16="http://schemas.microsoft.com/office/drawing/2014/main" id="{FDCFD1FC-C3AE-421E-AD62-12F2A9A81337}"/>
                </a:ext>
              </a:extLst>
            </p:cNvPr>
            <p:cNvSpPr>
              <a:spLocks noChangeShapeType="1"/>
            </p:cNvSpPr>
            <p:nvPr/>
          </p:nvSpPr>
          <p:spPr bwMode="auto">
            <a:xfrm rot="-5400000">
              <a:off x="5151" y="3225"/>
              <a:ext cx="0" cy="72"/>
            </a:xfrm>
            <a:prstGeom prst="line">
              <a:avLst/>
            </a:prstGeom>
            <a:noFill/>
            <a:ln w="127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98347" name="Line 1047">
              <a:extLst>
                <a:ext uri="{FF2B5EF4-FFF2-40B4-BE49-F238E27FC236}">
                  <a16:creationId xmlns:a16="http://schemas.microsoft.com/office/drawing/2014/main" id="{306FD66E-1093-4B9D-9F6E-0BEB2C74FDA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43" y="3009"/>
              <a:ext cx="124" cy="0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98348" name="Line 1048">
              <a:extLst>
                <a:ext uri="{FF2B5EF4-FFF2-40B4-BE49-F238E27FC236}">
                  <a16:creationId xmlns:a16="http://schemas.microsoft.com/office/drawing/2014/main" id="{9B9E8AE7-CD66-4DCF-921D-A8BECFAEF75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680" y="3155"/>
              <a:ext cx="248" cy="66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98349" name="Line 1051">
              <a:extLst>
                <a:ext uri="{FF2B5EF4-FFF2-40B4-BE49-F238E27FC236}">
                  <a16:creationId xmlns:a16="http://schemas.microsoft.com/office/drawing/2014/main" id="{76CBEBFC-529C-42D0-9E62-74F840069F7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948" y="3208"/>
              <a:ext cx="96" cy="113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98350" name="Line 1052">
              <a:extLst>
                <a:ext uri="{FF2B5EF4-FFF2-40B4-BE49-F238E27FC236}">
                  <a16:creationId xmlns:a16="http://schemas.microsoft.com/office/drawing/2014/main" id="{E8CCB18F-B65B-493A-9CBD-553FE72FB3AD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4144" y="3212"/>
              <a:ext cx="53" cy="110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98351" name="Line 1053">
              <a:extLst>
                <a:ext uri="{FF2B5EF4-FFF2-40B4-BE49-F238E27FC236}">
                  <a16:creationId xmlns:a16="http://schemas.microsoft.com/office/drawing/2014/main" id="{488BA9AA-223D-42A1-8D8B-0038FB81FEE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48" y="3185"/>
              <a:ext cx="317" cy="170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98352" name="Line 1054">
              <a:extLst>
                <a:ext uri="{FF2B5EF4-FFF2-40B4-BE49-F238E27FC236}">
                  <a16:creationId xmlns:a16="http://schemas.microsoft.com/office/drawing/2014/main" id="{197DC354-9332-451F-857B-D8BB81C535E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98" y="3025"/>
              <a:ext cx="56" cy="60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98353" name="Line 1055">
              <a:extLst>
                <a:ext uri="{FF2B5EF4-FFF2-40B4-BE49-F238E27FC236}">
                  <a16:creationId xmlns:a16="http://schemas.microsoft.com/office/drawing/2014/main" id="{75EE7B9F-6946-425E-8C42-E99CA48C188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09" y="2257"/>
              <a:ext cx="148" cy="47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98354" name="Line 1056">
              <a:extLst>
                <a:ext uri="{FF2B5EF4-FFF2-40B4-BE49-F238E27FC236}">
                  <a16:creationId xmlns:a16="http://schemas.microsoft.com/office/drawing/2014/main" id="{243A9635-6C03-4E71-955C-6BA6A3891F5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711" y="2354"/>
              <a:ext cx="106" cy="2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98355" name="Group 1057">
              <a:extLst>
                <a:ext uri="{FF2B5EF4-FFF2-40B4-BE49-F238E27FC236}">
                  <a16:creationId xmlns:a16="http://schemas.microsoft.com/office/drawing/2014/main" id="{045DFE4F-9E8A-4692-BF19-ABE81A9F187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35" y="2207"/>
              <a:ext cx="319" cy="222"/>
              <a:chOff x="2967" y="478"/>
              <a:chExt cx="788" cy="625"/>
            </a:xfrm>
          </p:grpSpPr>
          <p:pic>
            <p:nvPicPr>
              <p:cNvPr id="98715" name="Picture 1058" descr="access_point_stylized_small">
                <a:extLst>
                  <a:ext uri="{FF2B5EF4-FFF2-40B4-BE49-F238E27FC236}">
                    <a16:creationId xmlns:a16="http://schemas.microsoft.com/office/drawing/2014/main" id="{591056FD-2802-4058-A9DA-289BB4E32C5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012" y="559"/>
                <a:ext cx="576" cy="54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98716" name="Picture 1059" descr="antenna_radiation_stylized">
                <a:extLst>
                  <a:ext uri="{FF2B5EF4-FFF2-40B4-BE49-F238E27FC236}">
                    <a16:creationId xmlns:a16="http://schemas.microsoft.com/office/drawing/2014/main" id="{1E7BCA69-41E2-4BFD-9F9B-279E952B525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967" y="478"/>
                <a:ext cx="788" cy="1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sp>
          <p:nvSpPr>
            <p:cNvPr id="98356" name="Freeform 1060">
              <a:extLst>
                <a:ext uri="{FF2B5EF4-FFF2-40B4-BE49-F238E27FC236}">
                  <a16:creationId xmlns:a16="http://schemas.microsoft.com/office/drawing/2014/main" id="{2FE208E2-CB49-470F-BEB6-D1C1FDE4C140}"/>
                </a:ext>
              </a:extLst>
            </p:cNvPr>
            <p:cNvSpPr>
              <a:spLocks/>
            </p:cNvSpPr>
            <p:nvPr/>
          </p:nvSpPr>
          <p:spPr bwMode="auto">
            <a:xfrm>
              <a:off x="4419" y="2224"/>
              <a:ext cx="828" cy="425"/>
            </a:xfrm>
            <a:custGeom>
              <a:avLst/>
              <a:gdLst>
                <a:gd name="T0" fmla="*/ 382 w 828"/>
                <a:gd name="T1" fmla="*/ 30 h 425"/>
                <a:gd name="T2" fmla="*/ 370 w 828"/>
                <a:gd name="T3" fmla="*/ 30 h 425"/>
                <a:gd name="T4" fmla="*/ 126 w 828"/>
                <a:gd name="T5" fmla="*/ 32 h 425"/>
                <a:gd name="T6" fmla="*/ 6 w 828"/>
                <a:gd name="T7" fmla="*/ 126 h 425"/>
                <a:gd name="T8" fmla="*/ 92 w 828"/>
                <a:gd name="T9" fmla="*/ 274 h 425"/>
                <a:gd name="T10" fmla="*/ 292 w 828"/>
                <a:gd name="T11" fmla="*/ 384 h 425"/>
                <a:gd name="T12" fmla="*/ 540 w 828"/>
                <a:gd name="T13" fmla="*/ 416 h 425"/>
                <a:gd name="T14" fmla="*/ 698 w 828"/>
                <a:gd name="T15" fmla="*/ 330 h 425"/>
                <a:gd name="T16" fmla="*/ 776 w 828"/>
                <a:gd name="T17" fmla="*/ 170 h 425"/>
                <a:gd name="T18" fmla="*/ 792 w 828"/>
                <a:gd name="T19" fmla="*/ 22 h 425"/>
                <a:gd name="T20" fmla="*/ 560 w 828"/>
                <a:gd name="T21" fmla="*/ 38 h 425"/>
                <a:gd name="T22" fmla="*/ 382 w 828"/>
                <a:gd name="T23" fmla="*/ 30 h 425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w 828"/>
                <a:gd name="T37" fmla="*/ 0 h 425"/>
                <a:gd name="T38" fmla="*/ 828 w 828"/>
                <a:gd name="T39" fmla="*/ 425 h 425"/>
              </a:gdLst>
              <a:ahLst/>
              <a:cxnLst>
                <a:cxn ang="T24">
                  <a:pos x="T0" y="T1"/>
                </a:cxn>
                <a:cxn ang="T25">
                  <a:pos x="T2" y="T3"/>
                </a:cxn>
                <a:cxn ang="T26">
                  <a:pos x="T4" y="T5"/>
                </a:cxn>
                <a:cxn ang="T27">
                  <a:pos x="T6" y="T7"/>
                </a:cxn>
                <a:cxn ang="T28">
                  <a:pos x="T8" y="T9"/>
                </a:cxn>
                <a:cxn ang="T29">
                  <a:pos x="T10" y="T11"/>
                </a:cxn>
                <a:cxn ang="T30">
                  <a:pos x="T12" y="T13"/>
                </a:cxn>
                <a:cxn ang="T31">
                  <a:pos x="T14" y="T15"/>
                </a:cxn>
                <a:cxn ang="T32">
                  <a:pos x="T16" y="T17"/>
                </a:cxn>
                <a:cxn ang="T33">
                  <a:pos x="T18" y="T19"/>
                </a:cxn>
                <a:cxn ang="T34">
                  <a:pos x="T20" y="T21"/>
                </a:cxn>
                <a:cxn ang="T35">
                  <a:pos x="T22" y="T23"/>
                </a:cxn>
              </a:cxnLst>
              <a:rect l="T36" t="T37" r="T38" b="T39"/>
              <a:pathLst>
                <a:path w="828" h="425">
                  <a:moveTo>
                    <a:pt x="382" y="30"/>
                  </a:moveTo>
                  <a:cubicBezTo>
                    <a:pt x="350" y="29"/>
                    <a:pt x="413" y="30"/>
                    <a:pt x="370" y="30"/>
                  </a:cubicBezTo>
                  <a:cubicBezTo>
                    <a:pt x="327" y="30"/>
                    <a:pt x="187" y="16"/>
                    <a:pt x="126" y="32"/>
                  </a:cubicBezTo>
                  <a:cubicBezTo>
                    <a:pt x="65" y="48"/>
                    <a:pt x="12" y="86"/>
                    <a:pt x="6" y="126"/>
                  </a:cubicBezTo>
                  <a:cubicBezTo>
                    <a:pt x="0" y="166"/>
                    <a:pt x="44" y="231"/>
                    <a:pt x="92" y="274"/>
                  </a:cubicBezTo>
                  <a:cubicBezTo>
                    <a:pt x="140" y="317"/>
                    <a:pt x="217" y="360"/>
                    <a:pt x="292" y="384"/>
                  </a:cubicBezTo>
                  <a:cubicBezTo>
                    <a:pt x="367" y="408"/>
                    <a:pt x="472" y="425"/>
                    <a:pt x="540" y="416"/>
                  </a:cubicBezTo>
                  <a:cubicBezTo>
                    <a:pt x="608" y="407"/>
                    <a:pt x="659" y="371"/>
                    <a:pt x="698" y="330"/>
                  </a:cubicBezTo>
                  <a:cubicBezTo>
                    <a:pt x="737" y="289"/>
                    <a:pt x="760" y="221"/>
                    <a:pt x="776" y="170"/>
                  </a:cubicBezTo>
                  <a:cubicBezTo>
                    <a:pt x="792" y="119"/>
                    <a:pt x="828" y="44"/>
                    <a:pt x="792" y="22"/>
                  </a:cubicBezTo>
                  <a:cubicBezTo>
                    <a:pt x="756" y="0"/>
                    <a:pt x="630" y="37"/>
                    <a:pt x="560" y="38"/>
                  </a:cubicBezTo>
                  <a:cubicBezTo>
                    <a:pt x="490" y="39"/>
                    <a:pt x="414" y="31"/>
                    <a:pt x="382" y="30"/>
                  </a:cubicBezTo>
                  <a:close/>
                </a:path>
              </a:pathLst>
            </a:cu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98357" name="Freeform 1061">
              <a:extLst>
                <a:ext uri="{FF2B5EF4-FFF2-40B4-BE49-F238E27FC236}">
                  <a16:creationId xmlns:a16="http://schemas.microsoft.com/office/drawing/2014/main" id="{DA4ED80D-DD9E-4329-A7E9-8E372FA087D5}"/>
                </a:ext>
              </a:extLst>
            </p:cNvPr>
            <p:cNvSpPr>
              <a:spLocks/>
            </p:cNvSpPr>
            <p:nvPr/>
          </p:nvSpPr>
          <p:spPr bwMode="auto">
            <a:xfrm>
              <a:off x="4417" y="1263"/>
              <a:ext cx="1090" cy="709"/>
            </a:xfrm>
            <a:custGeom>
              <a:avLst/>
              <a:gdLst>
                <a:gd name="T0" fmla="*/ 207402493 w 765"/>
                <a:gd name="T1" fmla="*/ 95765015 h 459"/>
                <a:gd name="T2" fmla="*/ 140549145 w 765"/>
                <a:gd name="T3" fmla="*/ 680005382 h 459"/>
                <a:gd name="T4" fmla="*/ 47018431 w 765"/>
                <a:gd name="T5" fmla="*/ 967812540 h 459"/>
                <a:gd name="T6" fmla="*/ 6718573 w 765"/>
                <a:gd name="T7" fmla="*/ 2147483646 h 459"/>
                <a:gd name="T8" fmla="*/ 87941052 w 765"/>
                <a:gd name="T9" fmla="*/ 2147483646 h 459"/>
                <a:gd name="T10" fmla="*/ 169050136 w 765"/>
                <a:gd name="T11" fmla="*/ 2147483646 h 459"/>
                <a:gd name="T12" fmla="*/ 285337134 w 765"/>
                <a:gd name="T13" fmla="*/ 2147483646 h 459"/>
                <a:gd name="T14" fmla="*/ 341448798 w 765"/>
                <a:gd name="T15" fmla="*/ 2147483646 h 459"/>
                <a:gd name="T16" fmla="*/ 367538880 w 765"/>
                <a:gd name="T17" fmla="*/ 2147483646 h 459"/>
                <a:gd name="T18" fmla="*/ 366893090 w 765"/>
                <a:gd name="T19" fmla="*/ 1532876763 h 459"/>
                <a:gd name="T20" fmla="*/ 323800920 w 765"/>
                <a:gd name="T21" fmla="*/ 334380861 h 459"/>
                <a:gd name="T22" fmla="*/ 207402493 w 765"/>
                <a:gd name="T23" fmla="*/ 95765015 h 459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w 765"/>
                <a:gd name="T37" fmla="*/ 0 h 459"/>
                <a:gd name="T38" fmla="*/ 765 w 765"/>
                <a:gd name="T39" fmla="*/ 459 h 459"/>
              </a:gdLst>
              <a:ahLst/>
              <a:cxnLst>
                <a:cxn ang="T24">
                  <a:pos x="T0" y="T1"/>
                </a:cxn>
                <a:cxn ang="T25">
                  <a:pos x="T2" y="T3"/>
                </a:cxn>
                <a:cxn ang="T26">
                  <a:pos x="T4" y="T5"/>
                </a:cxn>
                <a:cxn ang="T27">
                  <a:pos x="T6" y="T7"/>
                </a:cxn>
                <a:cxn ang="T28">
                  <a:pos x="T8" y="T9"/>
                </a:cxn>
                <a:cxn ang="T29">
                  <a:pos x="T10" y="T11"/>
                </a:cxn>
                <a:cxn ang="T30">
                  <a:pos x="T12" y="T13"/>
                </a:cxn>
                <a:cxn ang="T31">
                  <a:pos x="T14" y="T15"/>
                </a:cxn>
                <a:cxn ang="T32">
                  <a:pos x="T16" y="T17"/>
                </a:cxn>
                <a:cxn ang="T33">
                  <a:pos x="T18" y="T19"/>
                </a:cxn>
                <a:cxn ang="T34">
                  <a:pos x="T20" y="T21"/>
                </a:cxn>
                <a:cxn ang="T35">
                  <a:pos x="T22" y="T23"/>
                </a:cxn>
              </a:cxnLst>
              <a:rect l="T36" t="T37" r="T38" b="T39"/>
              <a:pathLst>
                <a:path w="765" h="459">
                  <a:moveTo>
                    <a:pt x="424" y="10"/>
                  </a:moveTo>
                  <a:cubicBezTo>
                    <a:pt x="362" y="16"/>
                    <a:pt x="343" y="55"/>
                    <a:pt x="288" y="70"/>
                  </a:cubicBezTo>
                  <a:cubicBezTo>
                    <a:pt x="233" y="85"/>
                    <a:pt x="142" y="56"/>
                    <a:pt x="96" y="100"/>
                  </a:cubicBezTo>
                  <a:cubicBezTo>
                    <a:pt x="50" y="144"/>
                    <a:pt x="0" y="279"/>
                    <a:pt x="14" y="336"/>
                  </a:cubicBezTo>
                  <a:cubicBezTo>
                    <a:pt x="28" y="393"/>
                    <a:pt x="125" y="429"/>
                    <a:pt x="180" y="444"/>
                  </a:cubicBezTo>
                  <a:cubicBezTo>
                    <a:pt x="235" y="459"/>
                    <a:pt x="279" y="426"/>
                    <a:pt x="346" y="426"/>
                  </a:cubicBezTo>
                  <a:cubicBezTo>
                    <a:pt x="413" y="426"/>
                    <a:pt x="525" y="443"/>
                    <a:pt x="584" y="444"/>
                  </a:cubicBezTo>
                  <a:cubicBezTo>
                    <a:pt x="643" y="445"/>
                    <a:pt x="670" y="446"/>
                    <a:pt x="698" y="434"/>
                  </a:cubicBezTo>
                  <a:cubicBezTo>
                    <a:pt x="726" y="422"/>
                    <a:pt x="743" y="418"/>
                    <a:pt x="752" y="372"/>
                  </a:cubicBezTo>
                  <a:cubicBezTo>
                    <a:pt x="761" y="326"/>
                    <a:pt x="765" y="214"/>
                    <a:pt x="750" y="158"/>
                  </a:cubicBezTo>
                  <a:cubicBezTo>
                    <a:pt x="735" y="102"/>
                    <a:pt x="716" y="58"/>
                    <a:pt x="662" y="34"/>
                  </a:cubicBezTo>
                  <a:cubicBezTo>
                    <a:pt x="608" y="10"/>
                    <a:pt x="505" y="0"/>
                    <a:pt x="424" y="10"/>
                  </a:cubicBezTo>
                  <a:close/>
                </a:path>
              </a:pathLst>
            </a:custGeom>
            <a:gradFill rotWithShape="1">
              <a:gsLst>
                <a:gs pos="0">
                  <a:schemeClr val="folHlink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98358" name="Line 1062">
              <a:extLst>
                <a:ext uri="{FF2B5EF4-FFF2-40B4-BE49-F238E27FC236}">
                  <a16:creationId xmlns:a16="http://schemas.microsoft.com/office/drawing/2014/main" id="{D1D1411D-26DF-4956-8A0C-2C96DE09E55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9" y="2404"/>
              <a:ext cx="103" cy="76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98359" name="Line 1063">
              <a:extLst>
                <a:ext uri="{FF2B5EF4-FFF2-40B4-BE49-F238E27FC236}">
                  <a16:creationId xmlns:a16="http://schemas.microsoft.com/office/drawing/2014/main" id="{7CEE7B2D-E2D4-467A-A1EB-0CC5576AD15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20" y="2354"/>
              <a:ext cx="176" cy="0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98360" name="Line 1064">
              <a:extLst>
                <a:ext uri="{FF2B5EF4-FFF2-40B4-BE49-F238E27FC236}">
                  <a16:creationId xmlns:a16="http://schemas.microsoft.com/office/drawing/2014/main" id="{64DA7516-76FB-413C-ADAD-39926DA5976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869" y="2408"/>
              <a:ext cx="85" cy="66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98361" name="Line 1065">
              <a:extLst>
                <a:ext uri="{FF2B5EF4-FFF2-40B4-BE49-F238E27FC236}">
                  <a16:creationId xmlns:a16="http://schemas.microsoft.com/office/drawing/2014/main" id="{2909681E-B9B9-4F1C-B6E0-C3B60567082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35" y="1632"/>
              <a:ext cx="321" cy="2"/>
            </a:xfrm>
            <a:prstGeom prst="line">
              <a:avLst/>
            </a:prstGeom>
            <a:noFill/>
            <a:ln w="9525">
              <a:solidFill>
                <a:srgbClr val="96969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98362" name="Line 1066">
              <a:extLst>
                <a:ext uri="{FF2B5EF4-FFF2-40B4-BE49-F238E27FC236}">
                  <a16:creationId xmlns:a16="http://schemas.microsoft.com/office/drawing/2014/main" id="{D47ABE18-3778-4EF2-B692-945C650186D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35" y="2961"/>
              <a:ext cx="246" cy="116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98363" name="Line 1067">
              <a:extLst>
                <a:ext uri="{FF2B5EF4-FFF2-40B4-BE49-F238E27FC236}">
                  <a16:creationId xmlns:a16="http://schemas.microsoft.com/office/drawing/2014/main" id="{CD33B0ED-0D60-42D1-B5C9-623402A37D2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244" y="2953"/>
              <a:ext cx="203" cy="125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98364" name="Line 1068">
              <a:extLst>
                <a:ext uri="{FF2B5EF4-FFF2-40B4-BE49-F238E27FC236}">
                  <a16:creationId xmlns:a16="http://schemas.microsoft.com/office/drawing/2014/main" id="{1E079E46-25EF-467E-BF36-21762CA38F9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271" y="3137"/>
              <a:ext cx="612" cy="0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98365" name="Line 1069">
              <a:extLst>
                <a:ext uri="{FF2B5EF4-FFF2-40B4-BE49-F238E27FC236}">
                  <a16:creationId xmlns:a16="http://schemas.microsoft.com/office/drawing/2014/main" id="{31443E34-0712-4EAF-9424-F82BCB9E776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773" y="1572"/>
              <a:ext cx="78" cy="55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98366" name="Line 1070">
              <a:extLst>
                <a:ext uri="{FF2B5EF4-FFF2-40B4-BE49-F238E27FC236}">
                  <a16:creationId xmlns:a16="http://schemas.microsoft.com/office/drawing/2014/main" id="{C4C2545A-C394-4B8A-BDFA-D60BD99D8DF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65" y="1681"/>
              <a:ext cx="0" cy="52"/>
            </a:xfrm>
            <a:prstGeom prst="line">
              <a:avLst/>
            </a:prstGeom>
            <a:noFill/>
            <a:ln w="9525">
              <a:solidFill>
                <a:srgbClr val="96969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98367" name="Line 1071">
              <a:extLst>
                <a:ext uri="{FF2B5EF4-FFF2-40B4-BE49-F238E27FC236}">
                  <a16:creationId xmlns:a16="http://schemas.microsoft.com/office/drawing/2014/main" id="{EF18F460-5F97-42BA-92F0-E12C036CAAE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773" y="1616"/>
              <a:ext cx="166" cy="182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98368" name="Line 1072">
              <a:extLst>
                <a:ext uri="{FF2B5EF4-FFF2-40B4-BE49-F238E27FC236}">
                  <a16:creationId xmlns:a16="http://schemas.microsoft.com/office/drawing/2014/main" id="{71E27CAB-3C78-4087-B286-D110C591A9F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03" y="1615"/>
              <a:ext cx="0" cy="124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98369" name="Line 1073">
              <a:extLst>
                <a:ext uri="{FF2B5EF4-FFF2-40B4-BE49-F238E27FC236}">
                  <a16:creationId xmlns:a16="http://schemas.microsoft.com/office/drawing/2014/main" id="{F8986E5C-320E-4621-95D8-26FC348A16C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85" y="1808"/>
              <a:ext cx="119" cy="0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98370" name="Line 1074">
              <a:extLst>
                <a:ext uri="{FF2B5EF4-FFF2-40B4-BE49-F238E27FC236}">
                  <a16:creationId xmlns:a16="http://schemas.microsoft.com/office/drawing/2014/main" id="{94C8840F-DB19-4203-99A0-AF41A052E90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34" y="1802"/>
              <a:ext cx="112" cy="0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98371" name="Line 1075">
              <a:extLst>
                <a:ext uri="{FF2B5EF4-FFF2-40B4-BE49-F238E27FC236}">
                  <a16:creationId xmlns:a16="http://schemas.microsoft.com/office/drawing/2014/main" id="{B354A277-8C10-4FA2-85E9-A0E8D9D6561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596" y="1850"/>
              <a:ext cx="62" cy="444"/>
            </a:xfrm>
            <a:prstGeom prst="line">
              <a:avLst/>
            </a:prstGeom>
            <a:noFill/>
            <a:ln w="9525">
              <a:solidFill>
                <a:srgbClr val="96969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98372" name="Line 1076">
              <a:extLst>
                <a:ext uri="{FF2B5EF4-FFF2-40B4-BE49-F238E27FC236}">
                  <a16:creationId xmlns:a16="http://schemas.microsoft.com/office/drawing/2014/main" id="{95936FF9-BCE5-4E45-8EF9-8567D6F1DDC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969" y="1850"/>
              <a:ext cx="70" cy="458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98373" name="Line 1077">
              <a:extLst>
                <a:ext uri="{FF2B5EF4-FFF2-40B4-BE49-F238E27FC236}">
                  <a16:creationId xmlns:a16="http://schemas.microsoft.com/office/drawing/2014/main" id="{EC6E22BB-1627-4CB4-81E3-729012C5211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581" y="2569"/>
              <a:ext cx="143" cy="275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98374" name="Line 1078">
              <a:extLst>
                <a:ext uri="{FF2B5EF4-FFF2-40B4-BE49-F238E27FC236}">
                  <a16:creationId xmlns:a16="http://schemas.microsoft.com/office/drawing/2014/main" id="{5A3DC7DF-20A8-431B-90C5-726D0910599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57" y="1801"/>
              <a:ext cx="112" cy="0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98375" name="Group 1079">
              <a:extLst>
                <a:ext uri="{FF2B5EF4-FFF2-40B4-BE49-F238E27FC236}">
                  <a16:creationId xmlns:a16="http://schemas.microsoft.com/office/drawing/2014/main" id="{C7D7EF3C-F7BB-42D4-BBB1-866FBA7C3F8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813" y="1163"/>
              <a:ext cx="295" cy="391"/>
              <a:chOff x="1653" y="3023"/>
              <a:chExt cx="622" cy="911"/>
            </a:xfrm>
          </p:grpSpPr>
          <p:sp>
            <p:nvSpPr>
              <p:cNvPr id="98698" name="Line 270">
                <a:extLst>
                  <a:ext uri="{FF2B5EF4-FFF2-40B4-BE49-F238E27FC236}">
                    <a16:creationId xmlns:a16="http://schemas.microsoft.com/office/drawing/2014/main" id="{2156DC90-F08F-4252-8FF8-9E29FEA7985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766" y="3287"/>
                <a:ext cx="188" cy="586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98699" name="Line 271">
                <a:extLst>
                  <a:ext uri="{FF2B5EF4-FFF2-40B4-BE49-F238E27FC236}">
                    <a16:creationId xmlns:a16="http://schemas.microsoft.com/office/drawing/2014/main" id="{17FA9AEB-93E1-4514-9ADE-D33893BF029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54" y="3287"/>
                <a:ext cx="188" cy="583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98700" name="Line 272">
                <a:extLst>
                  <a:ext uri="{FF2B5EF4-FFF2-40B4-BE49-F238E27FC236}">
                    <a16:creationId xmlns:a16="http://schemas.microsoft.com/office/drawing/2014/main" id="{A97220E6-0100-4503-8B83-757B79CC833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766" y="3870"/>
                <a:ext cx="188" cy="64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98701" name="Line 273">
                <a:extLst>
                  <a:ext uri="{FF2B5EF4-FFF2-40B4-BE49-F238E27FC236}">
                    <a16:creationId xmlns:a16="http://schemas.microsoft.com/office/drawing/2014/main" id="{2C4BA048-77D1-4272-96FD-D36A1582FF9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954" y="3870"/>
                <a:ext cx="188" cy="64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98702" name="Line 274">
                <a:extLst>
                  <a:ext uri="{FF2B5EF4-FFF2-40B4-BE49-F238E27FC236}">
                    <a16:creationId xmlns:a16="http://schemas.microsoft.com/office/drawing/2014/main" id="{E43E98EF-34FA-4C86-89DD-7E51DB4E366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54" y="3300"/>
                <a:ext cx="0" cy="634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98703" name="Line 275">
                <a:extLst>
                  <a:ext uri="{FF2B5EF4-FFF2-40B4-BE49-F238E27FC236}">
                    <a16:creationId xmlns:a16="http://schemas.microsoft.com/office/drawing/2014/main" id="{DF87A8CE-8E83-4B74-9651-66C2DA9532C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766" y="3810"/>
                <a:ext cx="188" cy="63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98704" name="Line 276">
                <a:extLst>
                  <a:ext uri="{FF2B5EF4-FFF2-40B4-BE49-F238E27FC236}">
                    <a16:creationId xmlns:a16="http://schemas.microsoft.com/office/drawing/2014/main" id="{1A49A64D-C607-4AAC-B59D-16A17B2A27D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954" y="3810"/>
                <a:ext cx="188" cy="60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98705" name="Line 277">
                <a:extLst>
                  <a:ext uri="{FF2B5EF4-FFF2-40B4-BE49-F238E27FC236}">
                    <a16:creationId xmlns:a16="http://schemas.microsoft.com/office/drawing/2014/main" id="{2317E2F0-E505-4079-8E2A-3A6E2FB8F6D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846" y="3618"/>
                <a:ext cx="108" cy="48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98706" name="Line 278">
                <a:extLst>
                  <a:ext uri="{FF2B5EF4-FFF2-40B4-BE49-F238E27FC236}">
                    <a16:creationId xmlns:a16="http://schemas.microsoft.com/office/drawing/2014/main" id="{2FE23A99-A5DD-40F0-951B-2B33BB03A06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954" y="3618"/>
                <a:ext cx="114" cy="48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98707" name="Line 279">
                <a:extLst>
                  <a:ext uri="{FF2B5EF4-FFF2-40B4-BE49-F238E27FC236}">
                    <a16:creationId xmlns:a16="http://schemas.microsoft.com/office/drawing/2014/main" id="{53A0E187-879B-4EB8-AAF4-35136B3F964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810" y="3704"/>
                <a:ext cx="139" cy="65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98708" name="Line 280">
                <a:extLst>
                  <a:ext uri="{FF2B5EF4-FFF2-40B4-BE49-F238E27FC236}">
                    <a16:creationId xmlns:a16="http://schemas.microsoft.com/office/drawing/2014/main" id="{B47EC20A-F009-480A-8B9D-D53EB70C918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954" y="3717"/>
                <a:ext cx="140" cy="57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98709" name="Line 281">
                <a:extLst>
                  <a:ext uri="{FF2B5EF4-FFF2-40B4-BE49-F238E27FC236}">
                    <a16:creationId xmlns:a16="http://schemas.microsoft.com/office/drawing/2014/main" id="{8124D5DC-E257-40A3-828D-B867AAFBDD6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954" y="3530"/>
                <a:ext cx="72" cy="24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98710" name="Line 282">
                <a:extLst>
                  <a:ext uri="{FF2B5EF4-FFF2-40B4-BE49-F238E27FC236}">
                    <a16:creationId xmlns:a16="http://schemas.microsoft.com/office/drawing/2014/main" id="{D145CB75-FE5F-40C4-AF0F-AD2E3861F26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954" y="3409"/>
                <a:ext cx="45" cy="18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98711" name="Line 283">
                <a:extLst>
                  <a:ext uri="{FF2B5EF4-FFF2-40B4-BE49-F238E27FC236}">
                    <a16:creationId xmlns:a16="http://schemas.microsoft.com/office/drawing/2014/main" id="{B1314B0B-43CE-4DDF-BB2B-0C04703E5CD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873" y="3522"/>
                <a:ext cx="87" cy="32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98712" name="Line 284">
                <a:extLst>
                  <a:ext uri="{FF2B5EF4-FFF2-40B4-BE49-F238E27FC236}">
                    <a16:creationId xmlns:a16="http://schemas.microsoft.com/office/drawing/2014/main" id="{56AD6DE9-B988-4DCF-AA79-44827C56161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12" y="3404"/>
                <a:ext cx="50" cy="31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98713" name="Oval 1095">
                <a:extLst>
                  <a:ext uri="{FF2B5EF4-FFF2-40B4-BE49-F238E27FC236}">
                    <a16:creationId xmlns:a16="http://schemas.microsoft.com/office/drawing/2014/main" id="{02F08548-55A8-4C76-A8B4-4C4364046A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21" y="3233"/>
                <a:ext cx="63" cy="68"/>
              </a:xfrm>
              <a:prstGeom prst="ellipse">
                <a:avLst/>
              </a:prstGeom>
              <a:solidFill>
                <a:srgbClr val="808080"/>
              </a:solidFill>
              <a:ln w="9525">
                <a:solidFill>
                  <a:srgbClr val="80808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pic>
            <p:nvPicPr>
              <p:cNvPr id="98714" name="Picture 1096" descr="cell_tower_radiation_gray">
                <a:extLst>
                  <a:ext uri="{FF2B5EF4-FFF2-40B4-BE49-F238E27FC236}">
                    <a16:creationId xmlns:a16="http://schemas.microsoft.com/office/drawing/2014/main" id="{AFE9BEC8-777A-4485-9537-F9793CD211E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653" y="3023"/>
                <a:ext cx="622" cy="5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grpSp>
          <p:nvGrpSpPr>
            <p:cNvPr id="98376" name="Group 1097">
              <a:extLst>
                <a:ext uri="{FF2B5EF4-FFF2-40B4-BE49-F238E27FC236}">
                  <a16:creationId xmlns:a16="http://schemas.microsoft.com/office/drawing/2014/main" id="{8F1358F3-0A93-4442-9AC3-B45C5AEFA5B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62" y="1516"/>
              <a:ext cx="286" cy="160"/>
              <a:chOff x="3843" y="1516"/>
              <a:chExt cx="286" cy="160"/>
            </a:xfrm>
          </p:grpSpPr>
          <p:sp>
            <p:nvSpPr>
              <p:cNvPr id="98689" name="Line 1098">
                <a:extLst>
                  <a:ext uri="{FF2B5EF4-FFF2-40B4-BE49-F238E27FC236}">
                    <a16:creationId xmlns:a16="http://schemas.microsoft.com/office/drawing/2014/main" id="{D1E34BD4-1FCA-443E-B6A3-77AF6D4C8E3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843" y="1516"/>
                <a:ext cx="96" cy="60"/>
              </a:xfrm>
              <a:prstGeom prst="line">
                <a:avLst/>
              </a:prstGeom>
              <a:noFill/>
              <a:ln w="9525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8690" name="Oval 407">
                <a:extLst>
                  <a:ext uri="{FF2B5EF4-FFF2-40B4-BE49-F238E27FC236}">
                    <a16:creationId xmlns:a16="http://schemas.microsoft.com/office/drawing/2014/main" id="{77D55526-65D6-4248-B8AD-D6255E5A05A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884" y="1616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98691" name="Rectangle 410">
                <a:extLst>
                  <a:ext uri="{FF2B5EF4-FFF2-40B4-BE49-F238E27FC236}">
                    <a16:creationId xmlns:a16="http://schemas.microsoft.com/office/drawing/2014/main" id="{2141ABF1-3126-4EA4-BCFB-0B9A58EB346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884" y="1610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98692" name="Oval 411">
                <a:extLst>
                  <a:ext uri="{FF2B5EF4-FFF2-40B4-BE49-F238E27FC236}">
                    <a16:creationId xmlns:a16="http://schemas.microsoft.com/office/drawing/2014/main" id="{8F2B6F1E-089E-428E-9E98-E5EC4BC88A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883" y="1569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98693" name="Group 1102">
                <a:extLst>
                  <a:ext uri="{FF2B5EF4-FFF2-40B4-BE49-F238E27FC236}">
                    <a16:creationId xmlns:a16="http://schemas.microsoft.com/office/drawing/2014/main" id="{22DC000E-5645-4785-B726-DB9B15B6057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932" y="1587"/>
                <a:ext cx="138" cy="33"/>
                <a:chOff x="2468" y="1332"/>
                <a:chExt cx="310" cy="60"/>
              </a:xfrm>
            </p:grpSpPr>
            <p:sp>
              <p:nvSpPr>
                <p:cNvPr id="98696" name="Freeform 1103">
                  <a:extLst>
                    <a:ext uri="{FF2B5EF4-FFF2-40B4-BE49-F238E27FC236}">
                      <a16:creationId xmlns:a16="http://schemas.microsoft.com/office/drawing/2014/main" id="{EB3D76E5-7D93-4F07-8477-6EA56C3F693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98697" name="Freeform 1104">
                  <a:extLst>
                    <a:ext uri="{FF2B5EF4-FFF2-40B4-BE49-F238E27FC236}">
                      <a16:creationId xmlns:a16="http://schemas.microsoft.com/office/drawing/2014/main" id="{404D8C38-BC31-497F-9F83-885118ADF87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98694" name="Line 1105">
                <a:extLst>
                  <a:ext uri="{FF2B5EF4-FFF2-40B4-BE49-F238E27FC236}">
                    <a16:creationId xmlns:a16="http://schemas.microsoft.com/office/drawing/2014/main" id="{406DD897-9434-42A9-8B80-CB60A30BB6C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884" y="1602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8695" name="Line 1106">
                <a:extLst>
                  <a:ext uri="{FF2B5EF4-FFF2-40B4-BE49-F238E27FC236}">
                    <a16:creationId xmlns:a16="http://schemas.microsoft.com/office/drawing/2014/main" id="{AF558AED-7259-493E-A58E-5020EE69B33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127" y="1604"/>
                <a:ext cx="0" cy="46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98377" name="Group 1107">
              <a:extLst>
                <a:ext uri="{FF2B5EF4-FFF2-40B4-BE49-F238E27FC236}">
                  <a16:creationId xmlns:a16="http://schemas.microsoft.com/office/drawing/2014/main" id="{9804336A-3C60-4E6F-A83E-DD7B8C0794C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37" y="1571"/>
              <a:ext cx="246" cy="110"/>
              <a:chOff x="4334" y="1470"/>
              <a:chExt cx="246" cy="107"/>
            </a:xfrm>
          </p:grpSpPr>
          <p:sp>
            <p:nvSpPr>
              <p:cNvPr id="98681" name="Oval 407">
                <a:extLst>
                  <a:ext uri="{FF2B5EF4-FFF2-40B4-BE49-F238E27FC236}">
                    <a16:creationId xmlns:a16="http://schemas.microsoft.com/office/drawing/2014/main" id="{EAF6F9B1-8C75-4144-BE87-1E3EFC8B49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98682" name="Rectangle 410">
                <a:extLst>
                  <a:ext uri="{FF2B5EF4-FFF2-40B4-BE49-F238E27FC236}">
                    <a16:creationId xmlns:a16="http://schemas.microsoft.com/office/drawing/2014/main" id="{1410219A-905E-4A7E-A58D-FEAB1B95FB0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98683" name="Oval 411">
                <a:extLst>
                  <a:ext uri="{FF2B5EF4-FFF2-40B4-BE49-F238E27FC236}">
                    <a16:creationId xmlns:a16="http://schemas.microsoft.com/office/drawing/2014/main" id="{3AD9DEB1-6956-423D-821C-6503FF5271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98684" name="Group 1111">
                <a:extLst>
                  <a:ext uri="{FF2B5EF4-FFF2-40B4-BE49-F238E27FC236}">
                    <a16:creationId xmlns:a16="http://schemas.microsoft.com/office/drawing/2014/main" id="{ED2CF728-ED6F-4625-B8FA-012EDAC636B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98687" name="Freeform 1112">
                  <a:extLst>
                    <a:ext uri="{FF2B5EF4-FFF2-40B4-BE49-F238E27FC236}">
                      <a16:creationId xmlns:a16="http://schemas.microsoft.com/office/drawing/2014/main" id="{FB4D0D95-EAC0-4F74-86F9-DC8C271034F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98688" name="Freeform 1113">
                  <a:extLst>
                    <a:ext uri="{FF2B5EF4-FFF2-40B4-BE49-F238E27FC236}">
                      <a16:creationId xmlns:a16="http://schemas.microsoft.com/office/drawing/2014/main" id="{F2C5C59E-5B9B-4180-8F6B-44A269B45B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98685" name="Line 1114">
                <a:extLst>
                  <a:ext uri="{FF2B5EF4-FFF2-40B4-BE49-F238E27FC236}">
                    <a16:creationId xmlns:a16="http://schemas.microsoft.com/office/drawing/2014/main" id="{33940606-38E9-4121-B120-62EAB27673F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8686" name="Line 1115">
                <a:extLst>
                  <a:ext uri="{FF2B5EF4-FFF2-40B4-BE49-F238E27FC236}">
                    <a16:creationId xmlns:a16="http://schemas.microsoft.com/office/drawing/2014/main" id="{F1F837DC-93AA-40AE-8A59-C4E74764DCB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6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98378" name="Group 1116">
              <a:extLst>
                <a:ext uri="{FF2B5EF4-FFF2-40B4-BE49-F238E27FC236}">
                  <a16:creationId xmlns:a16="http://schemas.microsoft.com/office/drawing/2014/main" id="{21D1D63A-ADBF-4975-8E2C-4036EAEC12D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44" y="1737"/>
              <a:ext cx="246" cy="110"/>
              <a:chOff x="4334" y="1470"/>
              <a:chExt cx="246" cy="107"/>
            </a:xfrm>
          </p:grpSpPr>
          <p:sp>
            <p:nvSpPr>
              <p:cNvPr id="98673" name="Oval 407">
                <a:extLst>
                  <a:ext uri="{FF2B5EF4-FFF2-40B4-BE49-F238E27FC236}">
                    <a16:creationId xmlns:a16="http://schemas.microsoft.com/office/drawing/2014/main" id="{ABF7202B-348B-4DE2-885E-E0E36E085E3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98674" name="Rectangle 410">
                <a:extLst>
                  <a:ext uri="{FF2B5EF4-FFF2-40B4-BE49-F238E27FC236}">
                    <a16:creationId xmlns:a16="http://schemas.microsoft.com/office/drawing/2014/main" id="{FCA9A4EC-A032-4202-96AD-9B2313AB360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98675" name="Oval 411">
                <a:extLst>
                  <a:ext uri="{FF2B5EF4-FFF2-40B4-BE49-F238E27FC236}">
                    <a16:creationId xmlns:a16="http://schemas.microsoft.com/office/drawing/2014/main" id="{CABC6702-E18D-4587-8320-131CE3C5977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98676" name="Group 1120">
                <a:extLst>
                  <a:ext uri="{FF2B5EF4-FFF2-40B4-BE49-F238E27FC236}">
                    <a16:creationId xmlns:a16="http://schemas.microsoft.com/office/drawing/2014/main" id="{8A40643C-1173-4F73-9C17-9E4E6031180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98679" name="Freeform 1121">
                  <a:extLst>
                    <a:ext uri="{FF2B5EF4-FFF2-40B4-BE49-F238E27FC236}">
                      <a16:creationId xmlns:a16="http://schemas.microsoft.com/office/drawing/2014/main" id="{C8A9842F-174E-4DCA-A2C6-7988563CF0A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98680" name="Freeform 1122">
                  <a:extLst>
                    <a:ext uri="{FF2B5EF4-FFF2-40B4-BE49-F238E27FC236}">
                      <a16:creationId xmlns:a16="http://schemas.microsoft.com/office/drawing/2014/main" id="{903F5592-B5CC-4131-944A-55FA706D356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98677" name="Line 1123">
                <a:extLst>
                  <a:ext uri="{FF2B5EF4-FFF2-40B4-BE49-F238E27FC236}">
                    <a16:creationId xmlns:a16="http://schemas.microsoft.com/office/drawing/2014/main" id="{8AC6D892-991E-4C20-B5DF-240F5E062AF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8678" name="Line 1124">
                <a:extLst>
                  <a:ext uri="{FF2B5EF4-FFF2-40B4-BE49-F238E27FC236}">
                    <a16:creationId xmlns:a16="http://schemas.microsoft.com/office/drawing/2014/main" id="{BD64A71F-A7FA-455F-BC53-29AD2C74FAC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6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98379" name="Group 1125">
              <a:extLst>
                <a:ext uri="{FF2B5EF4-FFF2-40B4-BE49-F238E27FC236}">
                  <a16:creationId xmlns:a16="http://schemas.microsoft.com/office/drawing/2014/main" id="{650B9A31-82AE-4ADC-9D67-46113797702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890" y="1738"/>
              <a:ext cx="246" cy="110"/>
              <a:chOff x="4334" y="1470"/>
              <a:chExt cx="246" cy="107"/>
            </a:xfrm>
          </p:grpSpPr>
          <p:sp>
            <p:nvSpPr>
              <p:cNvPr id="98665" name="Oval 407">
                <a:extLst>
                  <a:ext uri="{FF2B5EF4-FFF2-40B4-BE49-F238E27FC236}">
                    <a16:creationId xmlns:a16="http://schemas.microsoft.com/office/drawing/2014/main" id="{28DCB23E-B006-4DD4-AAE6-C5FD058BFA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98666" name="Rectangle 410">
                <a:extLst>
                  <a:ext uri="{FF2B5EF4-FFF2-40B4-BE49-F238E27FC236}">
                    <a16:creationId xmlns:a16="http://schemas.microsoft.com/office/drawing/2014/main" id="{F063D62B-EB9F-49EF-9FCE-8AA4EAF429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98667" name="Oval 411">
                <a:extLst>
                  <a:ext uri="{FF2B5EF4-FFF2-40B4-BE49-F238E27FC236}">
                    <a16:creationId xmlns:a16="http://schemas.microsoft.com/office/drawing/2014/main" id="{AC6C1B2A-6AB5-4039-BFE7-2A4409FC53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98668" name="Group 1129">
                <a:extLst>
                  <a:ext uri="{FF2B5EF4-FFF2-40B4-BE49-F238E27FC236}">
                    <a16:creationId xmlns:a16="http://schemas.microsoft.com/office/drawing/2014/main" id="{DF97302E-3FD9-48AA-AB76-9BB04A1D0F9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98671" name="Freeform 1130">
                  <a:extLst>
                    <a:ext uri="{FF2B5EF4-FFF2-40B4-BE49-F238E27FC236}">
                      <a16:creationId xmlns:a16="http://schemas.microsoft.com/office/drawing/2014/main" id="{F0757027-9587-4A6C-B0C2-B9C02F755CB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98672" name="Freeform 1131">
                  <a:extLst>
                    <a:ext uri="{FF2B5EF4-FFF2-40B4-BE49-F238E27FC236}">
                      <a16:creationId xmlns:a16="http://schemas.microsoft.com/office/drawing/2014/main" id="{BDDF309B-1603-43F0-8699-C2CA954F14D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98669" name="Line 1132">
                <a:extLst>
                  <a:ext uri="{FF2B5EF4-FFF2-40B4-BE49-F238E27FC236}">
                    <a16:creationId xmlns:a16="http://schemas.microsoft.com/office/drawing/2014/main" id="{E81E6DB8-2965-4E42-87B7-48C19D4F8B1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8670" name="Line 1133">
                <a:extLst>
                  <a:ext uri="{FF2B5EF4-FFF2-40B4-BE49-F238E27FC236}">
                    <a16:creationId xmlns:a16="http://schemas.microsoft.com/office/drawing/2014/main" id="{1474EAFF-8BC3-41D0-B920-85D0E908AC2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6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98380" name="Group 1134">
              <a:extLst>
                <a:ext uri="{FF2B5EF4-FFF2-40B4-BE49-F238E27FC236}">
                  <a16:creationId xmlns:a16="http://schemas.microsoft.com/office/drawing/2014/main" id="{8D75FAFD-5426-4807-8EE9-1514EE91E99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844" y="1508"/>
              <a:ext cx="246" cy="110"/>
              <a:chOff x="4334" y="1470"/>
              <a:chExt cx="246" cy="107"/>
            </a:xfrm>
          </p:grpSpPr>
          <p:sp>
            <p:nvSpPr>
              <p:cNvPr id="98657" name="Oval 407">
                <a:extLst>
                  <a:ext uri="{FF2B5EF4-FFF2-40B4-BE49-F238E27FC236}">
                    <a16:creationId xmlns:a16="http://schemas.microsoft.com/office/drawing/2014/main" id="{FB5A02C2-B820-49DC-B792-FF3CA2C560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98658" name="Rectangle 410">
                <a:extLst>
                  <a:ext uri="{FF2B5EF4-FFF2-40B4-BE49-F238E27FC236}">
                    <a16:creationId xmlns:a16="http://schemas.microsoft.com/office/drawing/2014/main" id="{837BAF6D-8568-4E39-8A58-9749BD2EFB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98659" name="Oval 411">
                <a:extLst>
                  <a:ext uri="{FF2B5EF4-FFF2-40B4-BE49-F238E27FC236}">
                    <a16:creationId xmlns:a16="http://schemas.microsoft.com/office/drawing/2014/main" id="{E6A95F5A-C925-44A2-B1AA-E8B58EDD03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98660" name="Group 1138">
                <a:extLst>
                  <a:ext uri="{FF2B5EF4-FFF2-40B4-BE49-F238E27FC236}">
                    <a16:creationId xmlns:a16="http://schemas.microsoft.com/office/drawing/2014/main" id="{CF42C912-BE98-4B97-9374-A4B7E8C0CEF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98663" name="Freeform 1139">
                  <a:extLst>
                    <a:ext uri="{FF2B5EF4-FFF2-40B4-BE49-F238E27FC236}">
                      <a16:creationId xmlns:a16="http://schemas.microsoft.com/office/drawing/2014/main" id="{541E833F-77A3-4E7E-8D58-893A16A400D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98664" name="Freeform 1140">
                  <a:extLst>
                    <a:ext uri="{FF2B5EF4-FFF2-40B4-BE49-F238E27FC236}">
                      <a16:creationId xmlns:a16="http://schemas.microsoft.com/office/drawing/2014/main" id="{959F405D-E56B-4C77-8C19-61016A32B26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98661" name="Line 1141">
                <a:extLst>
                  <a:ext uri="{FF2B5EF4-FFF2-40B4-BE49-F238E27FC236}">
                    <a16:creationId xmlns:a16="http://schemas.microsoft.com/office/drawing/2014/main" id="{80749CDA-3AE9-49EB-A667-BFFF61BF1D3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8662" name="Line 1142">
                <a:extLst>
                  <a:ext uri="{FF2B5EF4-FFF2-40B4-BE49-F238E27FC236}">
                    <a16:creationId xmlns:a16="http://schemas.microsoft.com/office/drawing/2014/main" id="{96948CFC-23A1-493F-985C-04B90A0A14B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6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98381" name="Group 1143">
              <a:extLst>
                <a:ext uri="{FF2B5EF4-FFF2-40B4-BE49-F238E27FC236}">
                  <a16:creationId xmlns:a16="http://schemas.microsoft.com/office/drawing/2014/main" id="{39CC66DD-B7B2-4E64-A9FF-4D594F2DB68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874" y="2296"/>
              <a:ext cx="310" cy="130"/>
              <a:chOff x="4334" y="1470"/>
              <a:chExt cx="246" cy="107"/>
            </a:xfrm>
          </p:grpSpPr>
          <p:sp>
            <p:nvSpPr>
              <p:cNvPr id="98649" name="Oval 407">
                <a:extLst>
                  <a:ext uri="{FF2B5EF4-FFF2-40B4-BE49-F238E27FC236}">
                    <a16:creationId xmlns:a16="http://schemas.microsoft.com/office/drawing/2014/main" id="{3C4DE59F-C6C1-416A-9C78-8E0BA04BF9F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98650" name="Rectangle 410">
                <a:extLst>
                  <a:ext uri="{FF2B5EF4-FFF2-40B4-BE49-F238E27FC236}">
                    <a16:creationId xmlns:a16="http://schemas.microsoft.com/office/drawing/2014/main" id="{B97F139B-AFBE-43C0-B56A-63382A8F06F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98651" name="Oval 411">
                <a:extLst>
                  <a:ext uri="{FF2B5EF4-FFF2-40B4-BE49-F238E27FC236}">
                    <a16:creationId xmlns:a16="http://schemas.microsoft.com/office/drawing/2014/main" id="{BD87A058-BEF9-4A2F-95E6-07A01190B97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98652" name="Group 1147">
                <a:extLst>
                  <a:ext uri="{FF2B5EF4-FFF2-40B4-BE49-F238E27FC236}">
                    <a16:creationId xmlns:a16="http://schemas.microsoft.com/office/drawing/2014/main" id="{BDFBFFBF-6059-4474-B64B-B96087C429C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98655" name="Freeform 1148">
                  <a:extLst>
                    <a:ext uri="{FF2B5EF4-FFF2-40B4-BE49-F238E27FC236}">
                      <a16:creationId xmlns:a16="http://schemas.microsoft.com/office/drawing/2014/main" id="{E58DD673-D4DA-476B-9608-AC95EF96F6A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98656" name="Freeform 1149">
                  <a:extLst>
                    <a:ext uri="{FF2B5EF4-FFF2-40B4-BE49-F238E27FC236}">
                      <a16:creationId xmlns:a16="http://schemas.microsoft.com/office/drawing/2014/main" id="{E1FE4DE5-CFAE-4B9A-8EAF-2E74466CB2D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98653" name="Line 1150">
                <a:extLst>
                  <a:ext uri="{FF2B5EF4-FFF2-40B4-BE49-F238E27FC236}">
                    <a16:creationId xmlns:a16="http://schemas.microsoft.com/office/drawing/2014/main" id="{0AE91861-4C9D-4075-9563-25947E50344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8654" name="Line 1151">
                <a:extLst>
                  <a:ext uri="{FF2B5EF4-FFF2-40B4-BE49-F238E27FC236}">
                    <a16:creationId xmlns:a16="http://schemas.microsoft.com/office/drawing/2014/main" id="{14BE29D8-C974-4DF8-8F04-9CB3FA3BE56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4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98382" name="Line 1152">
              <a:extLst>
                <a:ext uri="{FF2B5EF4-FFF2-40B4-BE49-F238E27FC236}">
                  <a16:creationId xmlns:a16="http://schemas.microsoft.com/office/drawing/2014/main" id="{A296F65A-D6C4-45ED-83F7-04A571070F0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49" y="2358"/>
              <a:ext cx="428" cy="0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98383" name="Group 1153">
              <a:extLst>
                <a:ext uri="{FF2B5EF4-FFF2-40B4-BE49-F238E27FC236}">
                  <a16:creationId xmlns:a16="http://schemas.microsoft.com/office/drawing/2014/main" id="{678A944A-CEC3-485B-B7A1-76B6DA0B46D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64" y="2288"/>
              <a:ext cx="310" cy="130"/>
              <a:chOff x="4334" y="1470"/>
              <a:chExt cx="246" cy="107"/>
            </a:xfrm>
          </p:grpSpPr>
          <p:sp>
            <p:nvSpPr>
              <p:cNvPr id="98641" name="Oval 407">
                <a:extLst>
                  <a:ext uri="{FF2B5EF4-FFF2-40B4-BE49-F238E27FC236}">
                    <a16:creationId xmlns:a16="http://schemas.microsoft.com/office/drawing/2014/main" id="{9CD48FF0-1891-4DBC-9A44-9C18570D03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98642" name="Rectangle 410">
                <a:extLst>
                  <a:ext uri="{FF2B5EF4-FFF2-40B4-BE49-F238E27FC236}">
                    <a16:creationId xmlns:a16="http://schemas.microsoft.com/office/drawing/2014/main" id="{61689C9B-736A-4B34-A57D-25A119BA3F2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98643" name="Oval 411">
                <a:extLst>
                  <a:ext uri="{FF2B5EF4-FFF2-40B4-BE49-F238E27FC236}">
                    <a16:creationId xmlns:a16="http://schemas.microsoft.com/office/drawing/2014/main" id="{1020A1FA-8277-44F6-ABD0-42DAA588DA0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98644" name="Group 1157">
                <a:extLst>
                  <a:ext uri="{FF2B5EF4-FFF2-40B4-BE49-F238E27FC236}">
                    <a16:creationId xmlns:a16="http://schemas.microsoft.com/office/drawing/2014/main" id="{E2B1D476-8FA0-4053-B0F9-30D1A10E55C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98647" name="Freeform 1158">
                  <a:extLst>
                    <a:ext uri="{FF2B5EF4-FFF2-40B4-BE49-F238E27FC236}">
                      <a16:creationId xmlns:a16="http://schemas.microsoft.com/office/drawing/2014/main" id="{BB18246D-8A3F-4EF4-81D1-9C6660A7A45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98648" name="Freeform 1159">
                  <a:extLst>
                    <a:ext uri="{FF2B5EF4-FFF2-40B4-BE49-F238E27FC236}">
                      <a16:creationId xmlns:a16="http://schemas.microsoft.com/office/drawing/2014/main" id="{74939909-1265-4224-B44D-C7FD6DEA159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98645" name="Line 1160">
                <a:extLst>
                  <a:ext uri="{FF2B5EF4-FFF2-40B4-BE49-F238E27FC236}">
                    <a16:creationId xmlns:a16="http://schemas.microsoft.com/office/drawing/2014/main" id="{EDE99BC8-CE50-4338-8CCD-23871093962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8646" name="Line 1161">
                <a:extLst>
                  <a:ext uri="{FF2B5EF4-FFF2-40B4-BE49-F238E27FC236}">
                    <a16:creationId xmlns:a16="http://schemas.microsoft.com/office/drawing/2014/main" id="{4ACF6DEE-FF99-4E1B-91E2-4002C76B417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4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98384" name="Group 1162">
              <a:extLst>
                <a:ext uri="{FF2B5EF4-FFF2-40B4-BE49-F238E27FC236}">
                  <a16:creationId xmlns:a16="http://schemas.microsoft.com/office/drawing/2014/main" id="{9C1E22A2-01AA-4C86-BDE8-4708C99EE64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60" y="2464"/>
              <a:ext cx="310" cy="130"/>
              <a:chOff x="4334" y="1470"/>
              <a:chExt cx="246" cy="107"/>
            </a:xfrm>
          </p:grpSpPr>
          <p:sp>
            <p:nvSpPr>
              <p:cNvPr id="98633" name="Oval 407">
                <a:extLst>
                  <a:ext uri="{FF2B5EF4-FFF2-40B4-BE49-F238E27FC236}">
                    <a16:creationId xmlns:a16="http://schemas.microsoft.com/office/drawing/2014/main" id="{E70F858A-5CE4-45EC-9F4F-0879E2A394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98634" name="Rectangle 410">
                <a:extLst>
                  <a:ext uri="{FF2B5EF4-FFF2-40B4-BE49-F238E27FC236}">
                    <a16:creationId xmlns:a16="http://schemas.microsoft.com/office/drawing/2014/main" id="{78BAFBBB-F78F-4EE3-B92E-9AFE2F956B8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98635" name="Oval 411">
                <a:extLst>
                  <a:ext uri="{FF2B5EF4-FFF2-40B4-BE49-F238E27FC236}">
                    <a16:creationId xmlns:a16="http://schemas.microsoft.com/office/drawing/2014/main" id="{CE43796A-E5F5-407E-ACA7-523EE713E5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98636" name="Group 1166">
                <a:extLst>
                  <a:ext uri="{FF2B5EF4-FFF2-40B4-BE49-F238E27FC236}">
                    <a16:creationId xmlns:a16="http://schemas.microsoft.com/office/drawing/2014/main" id="{F63EAB52-7EF1-4E1E-84D6-738A9A21662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98639" name="Freeform 1167">
                  <a:extLst>
                    <a:ext uri="{FF2B5EF4-FFF2-40B4-BE49-F238E27FC236}">
                      <a16:creationId xmlns:a16="http://schemas.microsoft.com/office/drawing/2014/main" id="{65BC7586-CED0-43A2-A241-8B4A286342C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98640" name="Freeform 1168">
                  <a:extLst>
                    <a:ext uri="{FF2B5EF4-FFF2-40B4-BE49-F238E27FC236}">
                      <a16:creationId xmlns:a16="http://schemas.microsoft.com/office/drawing/2014/main" id="{941FE6F5-1EE4-4850-B139-CC4891CAF4A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98637" name="Line 1169">
                <a:extLst>
                  <a:ext uri="{FF2B5EF4-FFF2-40B4-BE49-F238E27FC236}">
                    <a16:creationId xmlns:a16="http://schemas.microsoft.com/office/drawing/2014/main" id="{51C1E844-92B1-4DAD-8FD7-926A0AFF554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8638" name="Line 1170">
                <a:extLst>
                  <a:ext uri="{FF2B5EF4-FFF2-40B4-BE49-F238E27FC236}">
                    <a16:creationId xmlns:a16="http://schemas.microsoft.com/office/drawing/2014/main" id="{C56CC41B-75A8-41E4-B545-9D91539BFE6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4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98385" name="Group 1171">
              <a:extLst>
                <a:ext uri="{FF2B5EF4-FFF2-40B4-BE49-F238E27FC236}">
                  <a16:creationId xmlns:a16="http://schemas.microsoft.com/office/drawing/2014/main" id="{7DE53BE8-88EC-4EEC-BCCE-A7F8B1C05AE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82" y="3028"/>
              <a:ext cx="392" cy="154"/>
              <a:chOff x="4334" y="1470"/>
              <a:chExt cx="246" cy="107"/>
            </a:xfrm>
          </p:grpSpPr>
          <p:sp>
            <p:nvSpPr>
              <p:cNvPr id="98625" name="Oval 407">
                <a:extLst>
                  <a:ext uri="{FF2B5EF4-FFF2-40B4-BE49-F238E27FC236}">
                    <a16:creationId xmlns:a16="http://schemas.microsoft.com/office/drawing/2014/main" id="{55FA2FE5-89B1-4D78-BD94-D9F24B0874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98626" name="Rectangle 410">
                <a:extLst>
                  <a:ext uri="{FF2B5EF4-FFF2-40B4-BE49-F238E27FC236}">
                    <a16:creationId xmlns:a16="http://schemas.microsoft.com/office/drawing/2014/main" id="{DBB59767-8E81-4146-9D00-9C1A9D2C26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98627" name="Oval 411">
                <a:extLst>
                  <a:ext uri="{FF2B5EF4-FFF2-40B4-BE49-F238E27FC236}">
                    <a16:creationId xmlns:a16="http://schemas.microsoft.com/office/drawing/2014/main" id="{BDD13C06-F085-4A12-B5CB-ACE22635C8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98628" name="Group 1175">
                <a:extLst>
                  <a:ext uri="{FF2B5EF4-FFF2-40B4-BE49-F238E27FC236}">
                    <a16:creationId xmlns:a16="http://schemas.microsoft.com/office/drawing/2014/main" id="{D0F817EF-193C-47D5-BDC0-0BFCC75BCE0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98631" name="Freeform 1176">
                  <a:extLst>
                    <a:ext uri="{FF2B5EF4-FFF2-40B4-BE49-F238E27FC236}">
                      <a16:creationId xmlns:a16="http://schemas.microsoft.com/office/drawing/2014/main" id="{7F9A6FE6-5083-4644-A640-9CF9F782A2E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98632" name="Freeform 1177">
                  <a:extLst>
                    <a:ext uri="{FF2B5EF4-FFF2-40B4-BE49-F238E27FC236}">
                      <a16:creationId xmlns:a16="http://schemas.microsoft.com/office/drawing/2014/main" id="{5DB40440-5538-4B54-BE1E-89C9F8319EF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98629" name="Line 1178">
                <a:extLst>
                  <a:ext uri="{FF2B5EF4-FFF2-40B4-BE49-F238E27FC236}">
                    <a16:creationId xmlns:a16="http://schemas.microsoft.com/office/drawing/2014/main" id="{DA760E3C-9E2C-4C23-AB38-759ADDF3539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8630" name="Line 1179">
                <a:extLst>
                  <a:ext uri="{FF2B5EF4-FFF2-40B4-BE49-F238E27FC236}">
                    <a16:creationId xmlns:a16="http://schemas.microsoft.com/office/drawing/2014/main" id="{7743E789-15CF-49A7-8E65-C64C40E44AD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98386" name="Group 1180">
              <a:extLst>
                <a:ext uri="{FF2B5EF4-FFF2-40B4-BE49-F238E27FC236}">
                  <a16:creationId xmlns:a16="http://schemas.microsoft.com/office/drawing/2014/main" id="{61759A71-4D39-4110-9725-57E8FA70ECE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388" y="2840"/>
              <a:ext cx="392" cy="154"/>
              <a:chOff x="4334" y="1470"/>
              <a:chExt cx="246" cy="107"/>
            </a:xfrm>
          </p:grpSpPr>
          <p:sp>
            <p:nvSpPr>
              <p:cNvPr id="98617" name="Oval 407">
                <a:extLst>
                  <a:ext uri="{FF2B5EF4-FFF2-40B4-BE49-F238E27FC236}">
                    <a16:creationId xmlns:a16="http://schemas.microsoft.com/office/drawing/2014/main" id="{104D2203-4F7A-4193-94B9-15E962E272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98618" name="Rectangle 410">
                <a:extLst>
                  <a:ext uri="{FF2B5EF4-FFF2-40B4-BE49-F238E27FC236}">
                    <a16:creationId xmlns:a16="http://schemas.microsoft.com/office/drawing/2014/main" id="{46D3FF56-063F-4EE1-B12F-6B1385B1B3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98619" name="Oval 411">
                <a:extLst>
                  <a:ext uri="{FF2B5EF4-FFF2-40B4-BE49-F238E27FC236}">
                    <a16:creationId xmlns:a16="http://schemas.microsoft.com/office/drawing/2014/main" id="{E75B9733-70D1-4996-BA0C-8D3141E7E11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98620" name="Group 1184">
                <a:extLst>
                  <a:ext uri="{FF2B5EF4-FFF2-40B4-BE49-F238E27FC236}">
                    <a16:creationId xmlns:a16="http://schemas.microsoft.com/office/drawing/2014/main" id="{B6579DB6-8FA4-405F-8908-2B2F3D5E3DA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98623" name="Freeform 1185">
                  <a:extLst>
                    <a:ext uri="{FF2B5EF4-FFF2-40B4-BE49-F238E27FC236}">
                      <a16:creationId xmlns:a16="http://schemas.microsoft.com/office/drawing/2014/main" id="{E9C43808-0409-4CFB-B820-DF1D1132887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98624" name="Freeform 1186">
                  <a:extLst>
                    <a:ext uri="{FF2B5EF4-FFF2-40B4-BE49-F238E27FC236}">
                      <a16:creationId xmlns:a16="http://schemas.microsoft.com/office/drawing/2014/main" id="{72FF2B6B-AFEE-4F83-B928-1FBC3CB6C87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98621" name="Line 1187">
                <a:extLst>
                  <a:ext uri="{FF2B5EF4-FFF2-40B4-BE49-F238E27FC236}">
                    <a16:creationId xmlns:a16="http://schemas.microsoft.com/office/drawing/2014/main" id="{E5A83355-F094-4E1B-82D5-EF8A5F8666F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8622" name="Line 1188">
                <a:extLst>
                  <a:ext uri="{FF2B5EF4-FFF2-40B4-BE49-F238E27FC236}">
                    <a16:creationId xmlns:a16="http://schemas.microsoft.com/office/drawing/2014/main" id="{57A06A78-D727-40E1-A720-213A827E158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98387" name="Group 1189">
              <a:extLst>
                <a:ext uri="{FF2B5EF4-FFF2-40B4-BE49-F238E27FC236}">
                  <a16:creationId xmlns:a16="http://schemas.microsoft.com/office/drawing/2014/main" id="{26005952-A6D5-437B-ACC8-79C62403D94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32" y="3056"/>
              <a:ext cx="392" cy="154"/>
              <a:chOff x="4334" y="1470"/>
              <a:chExt cx="246" cy="107"/>
            </a:xfrm>
          </p:grpSpPr>
          <p:sp>
            <p:nvSpPr>
              <p:cNvPr id="98609" name="Oval 407">
                <a:extLst>
                  <a:ext uri="{FF2B5EF4-FFF2-40B4-BE49-F238E27FC236}">
                    <a16:creationId xmlns:a16="http://schemas.microsoft.com/office/drawing/2014/main" id="{227B0086-7149-4050-A9D3-750A0C5CDD1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98610" name="Rectangle 410">
                <a:extLst>
                  <a:ext uri="{FF2B5EF4-FFF2-40B4-BE49-F238E27FC236}">
                    <a16:creationId xmlns:a16="http://schemas.microsoft.com/office/drawing/2014/main" id="{E3AB0B4E-3A24-4CC6-8C67-55443E6D58B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98611" name="Oval 411">
                <a:extLst>
                  <a:ext uri="{FF2B5EF4-FFF2-40B4-BE49-F238E27FC236}">
                    <a16:creationId xmlns:a16="http://schemas.microsoft.com/office/drawing/2014/main" id="{CDC47CDE-C9FE-452A-9DC3-0F00896783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98612" name="Group 1193">
                <a:extLst>
                  <a:ext uri="{FF2B5EF4-FFF2-40B4-BE49-F238E27FC236}">
                    <a16:creationId xmlns:a16="http://schemas.microsoft.com/office/drawing/2014/main" id="{F8289139-1FA7-41B2-98E8-3552219126D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98615" name="Freeform 1194">
                  <a:extLst>
                    <a:ext uri="{FF2B5EF4-FFF2-40B4-BE49-F238E27FC236}">
                      <a16:creationId xmlns:a16="http://schemas.microsoft.com/office/drawing/2014/main" id="{885B0111-7B08-4E06-A3A9-A56B4E191D2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98616" name="Freeform 1195">
                  <a:extLst>
                    <a:ext uri="{FF2B5EF4-FFF2-40B4-BE49-F238E27FC236}">
                      <a16:creationId xmlns:a16="http://schemas.microsoft.com/office/drawing/2014/main" id="{6C5864CE-D02A-458D-BAA4-3774E32D8FC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98613" name="Line 1196">
                <a:extLst>
                  <a:ext uri="{FF2B5EF4-FFF2-40B4-BE49-F238E27FC236}">
                    <a16:creationId xmlns:a16="http://schemas.microsoft.com/office/drawing/2014/main" id="{1BE12EE6-F460-427C-8869-F52C55A24A8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8614" name="Line 1197">
                <a:extLst>
                  <a:ext uri="{FF2B5EF4-FFF2-40B4-BE49-F238E27FC236}">
                    <a16:creationId xmlns:a16="http://schemas.microsoft.com/office/drawing/2014/main" id="{04812290-A636-496C-8457-D0A0E2035A6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98388" name="Group 1198">
              <a:extLst>
                <a:ext uri="{FF2B5EF4-FFF2-40B4-BE49-F238E27FC236}">
                  <a16:creationId xmlns:a16="http://schemas.microsoft.com/office/drawing/2014/main" id="{C809E9B8-65FE-4FAA-833A-CCB9A9C3CA1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812" y="2296"/>
              <a:ext cx="246" cy="108"/>
              <a:chOff x="4334" y="1470"/>
              <a:chExt cx="246" cy="107"/>
            </a:xfrm>
          </p:grpSpPr>
          <p:sp>
            <p:nvSpPr>
              <p:cNvPr id="98601" name="Oval 407">
                <a:extLst>
                  <a:ext uri="{FF2B5EF4-FFF2-40B4-BE49-F238E27FC236}">
                    <a16:creationId xmlns:a16="http://schemas.microsoft.com/office/drawing/2014/main" id="{42684D41-51CE-4AE5-90BE-860BF1A9E9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98602" name="Rectangle 410">
                <a:extLst>
                  <a:ext uri="{FF2B5EF4-FFF2-40B4-BE49-F238E27FC236}">
                    <a16:creationId xmlns:a16="http://schemas.microsoft.com/office/drawing/2014/main" id="{6DFB30BE-190C-45D6-BB92-5CAB3F1568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98603" name="Oval 411">
                <a:extLst>
                  <a:ext uri="{FF2B5EF4-FFF2-40B4-BE49-F238E27FC236}">
                    <a16:creationId xmlns:a16="http://schemas.microsoft.com/office/drawing/2014/main" id="{41AABEF5-A4A9-4743-AA0B-BF4809AA382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98604" name="Group 1202">
                <a:extLst>
                  <a:ext uri="{FF2B5EF4-FFF2-40B4-BE49-F238E27FC236}">
                    <a16:creationId xmlns:a16="http://schemas.microsoft.com/office/drawing/2014/main" id="{4A2A1F6B-5C65-4E43-976A-05A69D3763E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98607" name="Freeform 1203">
                  <a:extLst>
                    <a:ext uri="{FF2B5EF4-FFF2-40B4-BE49-F238E27FC236}">
                      <a16:creationId xmlns:a16="http://schemas.microsoft.com/office/drawing/2014/main" id="{40F4350E-3F0D-49C2-B774-5AD2BDCE9EF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98608" name="Freeform 1204">
                  <a:extLst>
                    <a:ext uri="{FF2B5EF4-FFF2-40B4-BE49-F238E27FC236}">
                      <a16:creationId xmlns:a16="http://schemas.microsoft.com/office/drawing/2014/main" id="{EA7BDF38-0D88-41F2-BFFA-0FA1F0AE6E4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98605" name="Line 1205">
                <a:extLst>
                  <a:ext uri="{FF2B5EF4-FFF2-40B4-BE49-F238E27FC236}">
                    <a16:creationId xmlns:a16="http://schemas.microsoft.com/office/drawing/2014/main" id="{42BDD731-67BA-4CEA-AF7C-E46D79B4893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50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8606" name="Line 1206">
                <a:extLst>
                  <a:ext uri="{FF2B5EF4-FFF2-40B4-BE49-F238E27FC236}">
                    <a16:creationId xmlns:a16="http://schemas.microsoft.com/office/drawing/2014/main" id="{CE264365-D5F8-4D75-A0D7-514B94EF829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9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98389" name="Group 1207">
              <a:extLst>
                <a:ext uri="{FF2B5EF4-FFF2-40B4-BE49-F238E27FC236}">
                  <a16:creationId xmlns:a16="http://schemas.microsoft.com/office/drawing/2014/main" id="{9BA13523-E417-4491-A637-ECCEAA587AB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11" y="3153"/>
              <a:ext cx="281" cy="266"/>
              <a:chOff x="5072" y="3611"/>
              <a:chExt cx="459" cy="380"/>
            </a:xfrm>
          </p:grpSpPr>
          <p:grpSp>
            <p:nvGrpSpPr>
              <p:cNvPr id="98587" name="Group 1208">
                <a:extLst>
                  <a:ext uri="{FF2B5EF4-FFF2-40B4-BE49-F238E27FC236}">
                    <a16:creationId xmlns:a16="http://schemas.microsoft.com/office/drawing/2014/main" id="{AD1603DA-8F6B-4324-BD91-DD1E6070D4D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144" y="3611"/>
                <a:ext cx="387" cy="99"/>
                <a:chOff x="5030" y="2639"/>
                <a:chExt cx="387" cy="99"/>
              </a:xfrm>
            </p:grpSpPr>
            <p:sp>
              <p:nvSpPr>
                <p:cNvPr id="98589" name="Freeform 1209">
                  <a:extLst>
                    <a:ext uri="{FF2B5EF4-FFF2-40B4-BE49-F238E27FC236}">
                      <a16:creationId xmlns:a16="http://schemas.microsoft.com/office/drawing/2014/main" id="{1BA6A7BD-63EE-4373-804F-FA651F35FF4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134" y="2657"/>
                  <a:ext cx="69" cy="55"/>
                </a:xfrm>
                <a:custGeom>
                  <a:avLst/>
                  <a:gdLst>
                    <a:gd name="T0" fmla="*/ 0 w 199"/>
                    <a:gd name="T1" fmla="*/ 0 h 232"/>
                    <a:gd name="T2" fmla="*/ 0 w 199"/>
                    <a:gd name="T3" fmla="*/ 0 h 232"/>
                    <a:gd name="T4" fmla="*/ 0 w 199"/>
                    <a:gd name="T5" fmla="*/ 0 h 232"/>
                    <a:gd name="T6" fmla="*/ 0 w 199"/>
                    <a:gd name="T7" fmla="*/ 0 h 232"/>
                    <a:gd name="T8" fmla="*/ 0 w 199"/>
                    <a:gd name="T9" fmla="*/ 0 h 232"/>
                    <a:gd name="T10" fmla="*/ 0 w 199"/>
                    <a:gd name="T11" fmla="*/ 0 h 232"/>
                    <a:gd name="T12" fmla="*/ 0 w 199"/>
                    <a:gd name="T13" fmla="*/ 0 h 232"/>
                    <a:gd name="T14" fmla="*/ 0 w 199"/>
                    <a:gd name="T15" fmla="*/ 0 h 232"/>
                    <a:gd name="T16" fmla="*/ 0 w 199"/>
                    <a:gd name="T17" fmla="*/ 0 h 232"/>
                    <a:gd name="T18" fmla="*/ 0 w 199"/>
                    <a:gd name="T19" fmla="*/ 0 h 232"/>
                    <a:gd name="T20" fmla="*/ 0 w 199"/>
                    <a:gd name="T21" fmla="*/ 0 h 232"/>
                    <a:gd name="T22" fmla="*/ 0 w 199"/>
                    <a:gd name="T23" fmla="*/ 0 h 232"/>
                    <a:gd name="T24" fmla="*/ 0 w 199"/>
                    <a:gd name="T25" fmla="*/ 0 h 232"/>
                    <a:gd name="T26" fmla="*/ 0 w 199"/>
                    <a:gd name="T27" fmla="*/ 0 h 232"/>
                    <a:gd name="T28" fmla="*/ 0 w 199"/>
                    <a:gd name="T29" fmla="*/ 0 h 232"/>
                    <a:gd name="T30" fmla="*/ 0 w 199"/>
                    <a:gd name="T31" fmla="*/ 0 h 232"/>
                    <a:gd name="T32" fmla="*/ 0 w 199"/>
                    <a:gd name="T33" fmla="*/ 0 h 232"/>
                    <a:gd name="T34" fmla="*/ 0 w 199"/>
                    <a:gd name="T35" fmla="*/ 0 h 232"/>
                    <a:gd name="T36" fmla="*/ 0 w 199"/>
                    <a:gd name="T37" fmla="*/ 0 h 232"/>
                    <a:gd name="T38" fmla="*/ 0 w 199"/>
                    <a:gd name="T39" fmla="*/ 0 h 232"/>
                    <a:gd name="T40" fmla="*/ 0 w 199"/>
                    <a:gd name="T41" fmla="*/ 0 h 232"/>
                    <a:gd name="T42" fmla="*/ 0 w 199"/>
                    <a:gd name="T43" fmla="*/ 0 h 232"/>
                    <a:gd name="T44" fmla="*/ 0 w 199"/>
                    <a:gd name="T45" fmla="*/ 0 h 232"/>
                    <a:gd name="T46" fmla="*/ 0 w 199"/>
                    <a:gd name="T47" fmla="*/ 0 h 232"/>
                    <a:gd name="T48" fmla="*/ 0 w 199"/>
                    <a:gd name="T49" fmla="*/ 0 h 232"/>
                    <a:gd name="T50" fmla="*/ 0 w 199"/>
                    <a:gd name="T51" fmla="*/ 0 h 232"/>
                    <a:gd name="T52" fmla="*/ 0 w 199"/>
                    <a:gd name="T53" fmla="*/ 0 h 232"/>
                    <a:gd name="T54" fmla="*/ 0 w 199"/>
                    <a:gd name="T55" fmla="*/ 0 h 232"/>
                    <a:gd name="T56" fmla="*/ 0 w 199"/>
                    <a:gd name="T57" fmla="*/ 0 h 232"/>
                    <a:gd name="T58" fmla="*/ 0 w 199"/>
                    <a:gd name="T59" fmla="*/ 0 h 232"/>
                    <a:gd name="T60" fmla="*/ 0 w 199"/>
                    <a:gd name="T61" fmla="*/ 0 h 232"/>
                    <a:gd name="T62" fmla="*/ 0 w 199"/>
                    <a:gd name="T63" fmla="*/ 0 h 232"/>
                    <a:gd name="T64" fmla="*/ 0 w 199"/>
                    <a:gd name="T65" fmla="*/ 0 h 232"/>
                    <a:gd name="T66" fmla="*/ 0 w 199"/>
                    <a:gd name="T67" fmla="*/ 0 h 232"/>
                    <a:gd name="T68" fmla="*/ 0 w 199"/>
                    <a:gd name="T69" fmla="*/ 0 h 232"/>
                    <a:gd name="T70" fmla="*/ 0 w 199"/>
                    <a:gd name="T71" fmla="*/ 0 h 232"/>
                    <a:gd name="T72" fmla="*/ 0 w 199"/>
                    <a:gd name="T73" fmla="*/ 0 h 232"/>
                    <a:gd name="T74" fmla="*/ 0 w 199"/>
                    <a:gd name="T75" fmla="*/ 0 h 232"/>
                    <a:gd name="T76" fmla="*/ 0 w 199"/>
                    <a:gd name="T77" fmla="*/ 0 h 232"/>
                    <a:gd name="T78" fmla="*/ 0 w 199"/>
                    <a:gd name="T79" fmla="*/ 0 h 232"/>
                    <a:gd name="T80" fmla="*/ 0 w 199"/>
                    <a:gd name="T81" fmla="*/ 0 h 232"/>
                    <a:gd name="T82" fmla="*/ 0 w 199"/>
                    <a:gd name="T83" fmla="*/ 0 h 232"/>
                    <a:gd name="T84" fmla="*/ 0 w 199"/>
                    <a:gd name="T85" fmla="*/ 0 h 232"/>
                    <a:gd name="T86" fmla="*/ 0 w 199"/>
                    <a:gd name="T87" fmla="*/ 0 h 232"/>
                    <a:gd name="T88" fmla="*/ 0 w 199"/>
                    <a:gd name="T89" fmla="*/ 0 h 232"/>
                    <a:gd name="T90" fmla="*/ 0 w 199"/>
                    <a:gd name="T91" fmla="*/ 0 h 232"/>
                    <a:gd name="T92" fmla="*/ 0 w 199"/>
                    <a:gd name="T93" fmla="*/ 0 h 232"/>
                    <a:gd name="T94" fmla="*/ 0 w 199"/>
                    <a:gd name="T95" fmla="*/ 0 h 232"/>
                    <a:gd name="T96" fmla="*/ 0 w 199"/>
                    <a:gd name="T97" fmla="*/ 0 h 232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w 199"/>
                    <a:gd name="T148" fmla="*/ 0 h 232"/>
                    <a:gd name="T149" fmla="*/ 199 w 199"/>
                    <a:gd name="T150" fmla="*/ 232 h 232"/>
                  </a:gdLst>
                  <a:ahLst/>
                  <a:cxnLst>
                    <a:cxn ang="T98">
                      <a:pos x="T0" y="T1"/>
                    </a:cxn>
                    <a:cxn ang="T99">
                      <a:pos x="T2" y="T3"/>
                    </a:cxn>
                    <a:cxn ang="T100">
                      <a:pos x="T4" y="T5"/>
                    </a:cxn>
                    <a:cxn ang="T101">
                      <a:pos x="T6" y="T7"/>
                    </a:cxn>
                    <a:cxn ang="T102">
                      <a:pos x="T8" y="T9"/>
                    </a:cxn>
                    <a:cxn ang="T103">
                      <a:pos x="T10" y="T11"/>
                    </a:cxn>
                    <a:cxn ang="T104">
                      <a:pos x="T12" y="T13"/>
                    </a:cxn>
                    <a:cxn ang="T105">
                      <a:pos x="T14" y="T15"/>
                    </a:cxn>
                    <a:cxn ang="T106">
                      <a:pos x="T16" y="T17"/>
                    </a:cxn>
                    <a:cxn ang="T107">
                      <a:pos x="T18" y="T19"/>
                    </a:cxn>
                    <a:cxn ang="T108">
                      <a:pos x="T20" y="T21"/>
                    </a:cxn>
                    <a:cxn ang="T109">
                      <a:pos x="T22" y="T23"/>
                    </a:cxn>
                    <a:cxn ang="T110">
                      <a:pos x="T24" y="T25"/>
                    </a:cxn>
                    <a:cxn ang="T111">
                      <a:pos x="T26" y="T27"/>
                    </a:cxn>
                    <a:cxn ang="T112">
                      <a:pos x="T28" y="T29"/>
                    </a:cxn>
                    <a:cxn ang="T113">
                      <a:pos x="T30" y="T31"/>
                    </a:cxn>
                    <a:cxn ang="T114">
                      <a:pos x="T32" y="T33"/>
                    </a:cxn>
                    <a:cxn ang="T115">
                      <a:pos x="T34" y="T35"/>
                    </a:cxn>
                    <a:cxn ang="T116">
                      <a:pos x="T36" y="T37"/>
                    </a:cxn>
                    <a:cxn ang="T117">
                      <a:pos x="T38" y="T39"/>
                    </a:cxn>
                    <a:cxn ang="T118">
                      <a:pos x="T40" y="T41"/>
                    </a:cxn>
                    <a:cxn ang="T119">
                      <a:pos x="T42" y="T43"/>
                    </a:cxn>
                    <a:cxn ang="T120">
                      <a:pos x="T44" y="T45"/>
                    </a:cxn>
                    <a:cxn ang="T121">
                      <a:pos x="T46" y="T47"/>
                    </a:cxn>
                    <a:cxn ang="T122">
                      <a:pos x="T48" y="T49"/>
                    </a:cxn>
                    <a:cxn ang="T123">
                      <a:pos x="T50" y="T51"/>
                    </a:cxn>
                    <a:cxn ang="T124">
                      <a:pos x="T52" y="T53"/>
                    </a:cxn>
                    <a:cxn ang="T125">
                      <a:pos x="T54" y="T55"/>
                    </a:cxn>
                    <a:cxn ang="T126">
                      <a:pos x="T56" y="T57"/>
                    </a:cxn>
                    <a:cxn ang="T127">
                      <a:pos x="T58" y="T59"/>
                    </a:cxn>
                    <a:cxn ang="T128">
                      <a:pos x="T60" y="T61"/>
                    </a:cxn>
                    <a:cxn ang="T129">
                      <a:pos x="T62" y="T63"/>
                    </a:cxn>
                    <a:cxn ang="T130">
                      <a:pos x="T64" y="T65"/>
                    </a:cxn>
                    <a:cxn ang="T131">
                      <a:pos x="T66" y="T67"/>
                    </a:cxn>
                    <a:cxn ang="T132">
                      <a:pos x="T68" y="T69"/>
                    </a:cxn>
                    <a:cxn ang="T133">
                      <a:pos x="T70" y="T71"/>
                    </a:cxn>
                    <a:cxn ang="T134">
                      <a:pos x="T72" y="T73"/>
                    </a:cxn>
                    <a:cxn ang="T135">
                      <a:pos x="T74" y="T75"/>
                    </a:cxn>
                    <a:cxn ang="T136">
                      <a:pos x="T76" y="T77"/>
                    </a:cxn>
                    <a:cxn ang="T137">
                      <a:pos x="T78" y="T79"/>
                    </a:cxn>
                    <a:cxn ang="T138">
                      <a:pos x="T80" y="T81"/>
                    </a:cxn>
                    <a:cxn ang="T139">
                      <a:pos x="T82" y="T83"/>
                    </a:cxn>
                    <a:cxn ang="T140">
                      <a:pos x="T84" y="T85"/>
                    </a:cxn>
                    <a:cxn ang="T141">
                      <a:pos x="T86" y="T87"/>
                    </a:cxn>
                    <a:cxn ang="T142">
                      <a:pos x="T88" y="T89"/>
                    </a:cxn>
                    <a:cxn ang="T143">
                      <a:pos x="T90" y="T91"/>
                    </a:cxn>
                    <a:cxn ang="T144">
                      <a:pos x="T92" y="T93"/>
                    </a:cxn>
                    <a:cxn ang="T145">
                      <a:pos x="T94" y="T95"/>
                    </a:cxn>
                    <a:cxn ang="T146">
                      <a:pos x="T96" y="T97"/>
                    </a:cxn>
                  </a:cxnLst>
                  <a:rect l="T147" t="T148" r="T149" b="T150"/>
                  <a:pathLst>
                    <a:path w="199" h="232">
                      <a:moveTo>
                        <a:pt x="70" y="29"/>
                      </a:moveTo>
                      <a:lnTo>
                        <a:pt x="55" y="39"/>
                      </a:lnTo>
                      <a:lnTo>
                        <a:pt x="42" y="50"/>
                      </a:lnTo>
                      <a:lnTo>
                        <a:pt x="30" y="63"/>
                      </a:lnTo>
                      <a:lnTo>
                        <a:pt x="20" y="77"/>
                      </a:lnTo>
                      <a:lnTo>
                        <a:pt x="12" y="91"/>
                      </a:lnTo>
                      <a:lnTo>
                        <a:pt x="6" y="108"/>
                      </a:lnTo>
                      <a:lnTo>
                        <a:pt x="2" y="125"/>
                      </a:lnTo>
                      <a:lnTo>
                        <a:pt x="0" y="142"/>
                      </a:lnTo>
                      <a:lnTo>
                        <a:pt x="2" y="166"/>
                      </a:lnTo>
                      <a:lnTo>
                        <a:pt x="12" y="186"/>
                      </a:lnTo>
                      <a:lnTo>
                        <a:pt x="26" y="203"/>
                      </a:lnTo>
                      <a:lnTo>
                        <a:pt x="45" y="216"/>
                      </a:lnTo>
                      <a:lnTo>
                        <a:pt x="66" y="226"/>
                      </a:lnTo>
                      <a:lnTo>
                        <a:pt x="88" y="230"/>
                      </a:lnTo>
                      <a:lnTo>
                        <a:pt x="111" y="232"/>
                      </a:lnTo>
                      <a:lnTo>
                        <a:pt x="134" y="228"/>
                      </a:lnTo>
                      <a:lnTo>
                        <a:pt x="138" y="228"/>
                      </a:lnTo>
                      <a:lnTo>
                        <a:pt x="143" y="226"/>
                      </a:lnTo>
                      <a:lnTo>
                        <a:pt x="147" y="222"/>
                      </a:lnTo>
                      <a:lnTo>
                        <a:pt x="148" y="218"/>
                      </a:lnTo>
                      <a:lnTo>
                        <a:pt x="145" y="212"/>
                      </a:lnTo>
                      <a:lnTo>
                        <a:pt x="141" y="207"/>
                      </a:lnTo>
                      <a:lnTo>
                        <a:pt x="135" y="203"/>
                      </a:lnTo>
                      <a:lnTo>
                        <a:pt x="129" y="201"/>
                      </a:lnTo>
                      <a:lnTo>
                        <a:pt x="117" y="197"/>
                      </a:lnTo>
                      <a:lnTo>
                        <a:pt x="105" y="195"/>
                      </a:lnTo>
                      <a:lnTo>
                        <a:pt x="94" y="193"/>
                      </a:lnTo>
                      <a:lnTo>
                        <a:pt x="83" y="190"/>
                      </a:lnTo>
                      <a:lnTo>
                        <a:pt x="73" y="187"/>
                      </a:lnTo>
                      <a:lnTo>
                        <a:pt x="62" y="182"/>
                      </a:lnTo>
                      <a:lnTo>
                        <a:pt x="53" y="176"/>
                      </a:lnTo>
                      <a:lnTo>
                        <a:pt x="43" y="167"/>
                      </a:lnTo>
                      <a:lnTo>
                        <a:pt x="40" y="128"/>
                      </a:lnTo>
                      <a:lnTo>
                        <a:pt x="49" y="96"/>
                      </a:lnTo>
                      <a:lnTo>
                        <a:pt x="68" y="71"/>
                      </a:lnTo>
                      <a:lnTo>
                        <a:pt x="94" y="50"/>
                      </a:lnTo>
                      <a:lnTo>
                        <a:pt x="122" y="34"/>
                      </a:lnTo>
                      <a:lnTo>
                        <a:pt x="151" y="21"/>
                      </a:lnTo>
                      <a:lnTo>
                        <a:pt x="178" y="12"/>
                      </a:lnTo>
                      <a:lnTo>
                        <a:pt x="199" y="4"/>
                      </a:lnTo>
                      <a:lnTo>
                        <a:pt x="186" y="1"/>
                      </a:lnTo>
                      <a:lnTo>
                        <a:pt x="172" y="0"/>
                      </a:lnTo>
                      <a:lnTo>
                        <a:pt x="156" y="2"/>
                      </a:lnTo>
                      <a:lnTo>
                        <a:pt x="138" y="4"/>
                      </a:lnTo>
                      <a:lnTo>
                        <a:pt x="121" y="10"/>
                      </a:lnTo>
                      <a:lnTo>
                        <a:pt x="103" y="16"/>
                      </a:lnTo>
                      <a:lnTo>
                        <a:pt x="86" y="23"/>
                      </a:lnTo>
                      <a:lnTo>
                        <a:pt x="70" y="29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98590" name="Freeform 1210">
                  <a:extLst>
                    <a:ext uri="{FF2B5EF4-FFF2-40B4-BE49-F238E27FC236}">
                      <a16:creationId xmlns:a16="http://schemas.microsoft.com/office/drawing/2014/main" id="{E864887A-9CAF-4167-ACA7-AE7299C1100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52" y="2656"/>
                  <a:ext cx="47" cy="42"/>
                </a:xfrm>
                <a:custGeom>
                  <a:avLst/>
                  <a:gdLst>
                    <a:gd name="T0" fmla="*/ 0 w 128"/>
                    <a:gd name="T1" fmla="*/ 0 h 180"/>
                    <a:gd name="T2" fmla="*/ 0 w 128"/>
                    <a:gd name="T3" fmla="*/ 0 h 180"/>
                    <a:gd name="T4" fmla="*/ 0 w 128"/>
                    <a:gd name="T5" fmla="*/ 0 h 180"/>
                    <a:gd name="T6" fmla="*/ 0 w 128"/>
                    <a:gd name="T7" fmla="*/ 0 h 180"/>
                    <a:gd name="T8" fmla="*/ 0 w 128"/>
                    <a:gd name="T9" fmla="*/ 0 h 180"/>
                    <a:gd name="T10" fmla="*/ 0 w 128"/>
                    <a:gd name="T11" fmla="*/ 0 h 180"/>
                    <a:gd name="T12" fmla="*/ 0 w 128"/>
                    <a:gd name="T13" fmla="*/ 0 h 180"/>
                    <a:gd name="T14" fmla="*/ 0 w 128"/>
                    <a:gd name="T15" fmla="*/ 0 h 180"/>
                    <a:gd name="T16" fmla="*/ 0 w 128"/>
                    <a:gd name="T17" fmla="*/ 0 h 180"/>
                    <a:gd name="T18" fmla="*/ 0 w 128"/>
                    <a:gd name="T19" fmla="*/ 0 h 180"/>
                    <a:gd name="T20" fmla="*/ 0 w 128"/>
                    <a:gd name="T21" fmla="*/ 0 h 180"/>
                    <a:gd name="T22" fmla="*/ 0 w 128"/>
                    <a:gd name="T23" fmla="*/ 0 h 180"/>
                    <a:gd name="T24" fmla="*/ 0 w 128"/>
                    <a:gd name="T25" fmla="*/ 0 h 180"/>
                    <a:gd name="T26" fmla="*/ 0 w 128"/>
                    <a:gd name="T27" fmla="*/ 0 h 180"/>
                    <a:gd name="T28" fmla="*/ 0 w 128"/>
                    <a:gd name="T29" fmla="*/ 0 h 180"/>
                    <a:gd name="T30" fmla="*/ 0 w 128"/>
                    <a:gd name="T31" fmla="*/ 0 h 180"/>
                    <a:gd name="T32" fmla="*/ 0 w 128"/>
                    <a:gd name="T33" fmla="*/ 0 h 180"/>
                    <a:gd name="T34" fmla="*/ 0 w 128"/>
                    <a:gd name="T35" fmla="*/ 0 h 180"/>
                    <a:gd name="T36" fmla="*/ 0 w 128"/>
                    <a:gd name="T37" fmla="*/ 0 h 180"/>
                    <a:gd name="T38" fmla="*/ 0 w 128"/>
                    <a:gd name="T39" fmla="*/ 0 h 180"/>
                    <a:gd name="T40" fmla="*/ 0 w 128"/>
                    <a:gd name="T41" fmla="*/ 0 h 180"/>
                    <a:gd name="T42" fmla="*/ 0 w 128"/>
                    <a:gd name="T43" fmla="*/ 0 h 180"/>
                    <a:gd name="T44" fmla="*/ 0 w 128"/>
                    <a:gd name="T45" fmla="*/ 0 h 180"/>
                    <a:gd name="T46" fmla="*/ 0 w 128"/>
                    <a:gd name="T47" fmla="*/ 0 h 180"/>
                    <a:gd name="T48" fmla="*/ 0 w 128"/>
                    <a:gd name="T49" fmla="*/ 0 h 180"/>
                    <a:gd name="T50" fmla="*/ 0 w 128"/>
                    <a:gd name="T51" fmla="*/ 0 h 180"/>
                    <a:gd name="T52" fmla="*/ 0 w 128"/>
                    <a:gd name="T53" fmla="*/ 0 h 180"/>
                    <a:gd name="T54" fmla="*/ 0 w 128"/>
                    <a:gd name="T55" fmla="*/ 0 h 180"/>
                    <a:gd name="T56" fmla="*/ 0 w 128"/>
                    <a:gd name="T57" fmla="*/ 0 h 180"/>
                    <a:gd name="T58" fmla="*/ 0 w 128"/>
                    <a:gd name="T59" fmla="*/ 0 h 180"/>
                    <a:gd name="T60" fmla="*/ 0 w 128"/>
                    <a:gd name="T61" fmla="*/ 0 h 180"/>
                    <a:gd name="T62" fmla="*/ 0 w 128"/>
                    <a:gd name="T63" fmla="*/ 0 h 180"/>
                    <a:gd name="T64" fmla="*/ 0 w 128"/>
                    <a:gd name="T65" fmla="*/ 0 h 180"/>
                    <a:gd name="T66" fmla="*/ 0 w 128"/>
                    <a:gd name="T67" fmla="*/ 0 h 180"/>
                    <a:gd name="T68" fmla="*/ 0 w 128"/>
                    <a:gd name="T69" fmla="*/ 0 h 180"/>
                    <a:gd name="T70" fmla="*/ 0 w 128"/>
                    <a:gd name="T71" fmla="*/ 0 h 180"/>
                    <a:gd name="T72" fmla="*/ 0 w 128"/>
                    <a:gd name="T73" fmla="*/ 0 h 180"/>
                    <a:gd name="T74" fmla="*/ 0 w 128"/>
                    <a:gd name="T75" fmla="*/ 0 h 180"/>
                    <a:gd name="T76" fmla="*/ 0 w 128"/>
                    <a:gd name="T77" fmla="*/ 0 h 180"/>
                    <a:gd name="T78" fmla="*/ 0 w 128"/>
                    <a:gd name="T79" fmla="*/ 0 h 180"/>
                    <a:gd name="T80" fmla="*/ 0 w 128"/>
                    <a:gd name="T81" fmla="*/ 0 h 180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w 128"/>
                    <a:gd name="T124" fmla="*/ 0 h 180"/>
                    <a:gd name="T125" fmla="*/ 128 w 128"/>
                    <a:gd name="T126" fmla="*/ 180 h 180"/>
                  </a:gdLst>
                  <a:ahLst/>
                  <a:cxnLst>
                    <a:cxn ang="T82">
                      <a:pos x="T0" y="T1"/>
                    </a:cxn>
                    <a:cxn ang="T83">
                      <a:pos x="T2" y="T3"/>
                    </a:cxn>
                    <a:cxn ang="T84">
                      <a:pos x="T4" y="T5"/>
                    </a:cxn>
                    <a:cxn ang="T85">
                      <a:pos x="T6" y="T7"/>
                    </a:cxn>
                    <a:cxn ang="T86">
                      <a:pos x="T8" y="T9"/>
                    </a:cxn>
                    <a:cxn ang="T87">
                      <a:pos x="T10" y="T11"/>
                    </a:cxn>
                    <a:cxn ang="T88">
                      <a:pos x="T12" y="T13"/>
                    </a:cxn>
                    <a:cxn ang="T89">
                      <a:pos x="T14" y="T15"/>
                    </a:cxn>
                    <a:cxn ang="T90">
                      <a:pos x="T16" y="T17"/>
                    </a:cxn>
                    <a:cxn ang="T91">
                      <a:pos x="T18" y="T19"/>
                    </a:cxn>
                    <a:cxn ang="T92">
                      <a:pos x="T20" y="T21"/>
                    </a:cxn>
                    <a:cxn ang="T93">
                      <a:pos x="T22" y="T23"/>
                    </a:cxn>
                    <a:cxn ang="T94">
                      <a:pos x="T24" y="T25"/>
                    </a:cxn>
                    <a:cxn ang="T95">
                      <a:pos x="T26" y="T27"/>
                    </a:cxn>
                    <a:cxn ang="T96">
                      <a:pos x="T28" y="T29"/>
                    </a:cxn>
                    <a:cxn ang="T97">
                      <a:pos x="T30" y="T31"/>
                    </a:cxn>
                    <a:cxn ang="T98">
                      <a:pos x="T32" y="T33"/>
                    </a:cxn>
                    <a:cxn ang="T99">
                      <a:pos x="T34" y="T35"/>
                    </a:cxn>
                    <a:cxn ang="T100">
                      <a:pos x="T36" y="T37"/>
                    </a:cxn>
                    <a:cxn ang="T101">
                      <a:pos x="T38" y="T39"/>
                    </a:cxn>
                    <a:cxn ang="T102">
                      <a:pos x="T40" y="T41"/>
                    </a:cxn>
                    <a:cxn ang="T103">
                      <a:pos x="T42" y="T43"/>
                    </a:cxn>
                    <a:cxn ang="T104">
                      <a:pos x="T44" y="T45"/>
                    </a:cxn>
                    <a:cxn ang="T105">
                      <a:pos x="T46" y="T47"/>
                    </a:cxn>
                    <a:cxn ang="T106">
                      <a:pos x="T48" y="T49"/>
                    </a:cxn>
                    <a:cxn ang="T107">
                      <a:pos x="T50" y="T51"/>
                    </a:cxn>
                    <a:cxn ang="T108">
                      <a:pos x="T52" y="T53"/>
                    </a:cxn>
                    <a:cxn ang="T109">
                      <a:pos x="T54" y="T55"/>
                    </a:cxn>
                    <a:cxn ang="T110">
                      <a:pos x="T56" y="T57"/>
                    </a:cxn>
                    <a:cxn ang="T111">
                      <a:pos x="T58" y="T59"/>
                    </a:cxn>
                    <a:cxn ang="T112">
                      <a:pos x="T60" y="T61"/>
                    </a:cxn>
                    <a:cxn ang="T113">
                      <a:pos x="T62" y="T63"/>
                    </a:cxn>
                    <a:cxn ang="T114">
                      <a:pos x="T64" y="T65"/>
                    </a:cxn>
                    <a:cxn ang="T115">
                      <a:pos x="T66" y="T67"/>
                    </a:cxn>
                    <a:cxn ang="T116">
                      <a:pos x="T68" y="T69"/>
                    </a:cxn>
                    <a:cxn ang="T117">
                      <a:pos x="T70" y="T71"/>
                    </a:cxn>
                    <a:cxn ang="T118">
                      <a:pos x="T72" y="T73"/>
                    </a:cxn>
                    <a:cxn ang="T119">
                      <a:pos x="T74" y="T75"/>
                    </a:cxn>
                    <a:cxn ang="T120">
                      <a:pos x="T76" y="T77"/>
                    </a:cxn>
                    <a:cxn ang="T121">
                      <a:pos x="T78" y="T79"/>
                    </a:cxn>
                    <a:cxn ang="T122">
                      <a:pos x="T80" y="T81"/>
                    </a:cxn>
                  </a:cxnLst>
                  <a:rect l="T123" t="T124" r="T125" b="T126"/>
                  <a:pathLst>
                    <a:path w="128" h="180">
                      <a:moveTo>
                        <a:pt x="108" y="59"/>
                      </a:moveTo>
                      <a:lnTo>
                        <a:pt x="113" y="77"/>
                      </a:lnTo>
                      <a:lnTo>
                        <a:pt x="111" y="94"/>
                      </a:lnTo>
                      <a:lnTo>
                        <a:pt x="103" y="108"/>
                      </a:lnTo>
                      <a:lnTo>
                        <a:pt x="91" y="121"/>
                      </a:lnTo>
                      <a:lnTo>
                        <a:pt x="77" y="132"/>
                      </a:lnTo>
                      <a:lnTo>
                        <a:pt x="61" y="144"/>
                      </a:lnTo>
                      <a:lnTo>
                        <a:pt x="45" y="154"/>
                      </a:lnTo>
                      <a:lnTo>
                        <a:pt x="30" y="164"/>
                      </a:lnTo>
                      <a:lnTo>
                        <a:pt x="28" y="168"/>
                      </a:lnTo>
                      <a:lnTo>
                        <a:pt x="27" y="170"/>
                      </a:lnTo>
                      <a:lnTo>
                        <a:pt x="27" y="174"/>
                      </a:lnTo>
                      <a:lnTo>
                        <a:pt x="28" y="177"/>
                      </a:lnTo>
                      <a:lnTo>
                        <a:pt x="32" y="179"/>
                      </a:lnTo>
                      <a:lnTo>
                        <a:pt x="35" y="180"/>
                      </a:lnTo>
                      <a:lnTo>
                        <a:pt x="37" y="180"/>
                      </a:lnTo>
                      <a:lnTo>
                        <a:pt x="41" y="179"/>
                      </a:lnTo>
                      <a:lnTo>
                        <a:pt x="60" y="169"/>
                      </a:lnTo>
                      <a:lnTo>
                        <a:pt x="77" y="158"/>
                      </a:lnTo>
                      <a:lnTo>
                        <a:pt x="94" y="145"/>
                      </a:lnTo>
                      <a:lnTo>
                        <a:pt x="109" y="130"/>
                      </a:lnTo>
                      <a:lnTo>
                        <a:pt x="120" y="114"/>
                      </a:lnTo>
                      <a:lnTo>
                        <a:pt x="127" y="95"/>
                      </a:lnTo>
                      <a:lnTo>
                        <a:pt x="128" y="76"/>
                      </a:lnTo>
                      <a:lnTo>
                        <a:pt x="123" y="55"/>
                      </a:lnTo>
                      <a:lnTo>
                        <a:pt x="113" y="39"/>
                      </a:lnTo>
                      <a:lnTo>
                        <a:pt x="97" y="25"/>
                      </a:lnTo>
                      <a:lnTo>
                        <a:pt x="79" y="15"/>
                      </a:lnTo>
                      <a:lnTo>
                        <a:pt x="57" y="7"/>
                      </a:lnTo>
                      <a:lnTo>
                        <a:pt x="36" y="2"/>
                      </a:lnTo>
                      <a:lnTo>
                        <a:pt x="19" y="0"/>
                      </a:lnTo>
                      <a:lnTo>
                        <a:pt x="6" y="0"/>
                      </a:lnTo>
                      <a:lnTo>
                        <a:pt x="0" y="4"/>
                      </a:lnTo>
                      <a:lnTo>
                        <a:pt x="14" y="9"/>
                      </a:lnTo>
                      <a:lnTo>
                        <a:pt x="29" y="14"/>
                      </a:lnTo>
                      <a:lnTo>
                        <a:pt x="46" y="19"/>
                      </a:lnTo>
                      <a:lnTo>
                        <a:pt x="61" y="23"/>
                      </a:lnTo>
                      <a:lnTo>
                        <a:pt x="76" y="29"/>
                      </a:lnTo>
                      <a:lnTo>
                        <a:pt x="89" y="37"/>
                      </a:lnTo>
                      <a:lnTo>
                        <a:pt x="100" y="46"/>
                      </a:lnTo>
                      <a:lnTo>
                        <a:pt x="108" y="59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98591" name="Freeform 1211">
                  <a:extLst>
                    <a:ext uri="{FF2B5EF4-FFF2-40B4-BE49-F238E27FC236}">
                      <a16:creationId xmlns:a16="http://schemas.microsoft.com/office/drawing/2014/main" id="{C05CEE7F-48C3-4D39-A7C9-8C0545F8D8A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89" y="2646"/>
                  <a:ext cx="114" cy="88"/>
                </a:xfrm>
                <a:custGeom>
                  <a:avLst/>
                  <a:gdLst>
                    <a:gd name="T0" fmla="*/ 0 w 322"/>
                    <a:gd name="T1" fmla="*/ 0 h 378"/>
                    <a:gd name="T2" fmla="*/ 0 w 322"/>
                    <a:gd name="T3" fmla="*/ 0 h 378"/>
                    <a:gd name="T4" fmla="*/ 0 w 322"/>
                    <a:gd name="T5" fmla="*/ 0 h 378"/>
                    <a:gd name="T6" fmla="*/ 0 w 322"/>
                    <a:gd name="T7" fmla="*/ 0 h 378"/>
                    <a:gd name="T8" fmla="*/ 0 w 322"/>
                    <a:gd name="T9" fmla="*/ 0 h 378"/>
                    <a:gd name="T10" fmla="*/ 0 w 322"/>
                    <a:gd name="T11" fmla="*/ 0 h 378"/>
                    <a:gd name="T12" fmla="*/ 0 w 322"/>
                    <a:gd name="T13" fmla="*/ 0 h 378"/>
                    <a:gd name="T14" fmla="*/ 0 w 322"/>
                    <a:gd name="T15" fmla="*/ 0 h 378"/>
                    <a:gd name="T16" fmla="*/ 0 w 322"/>
                    <a:gd name="T17" fmla="*/ 0 h 378"/>
                    <a:gd name="T18" fmla="*/ 0 w 322"/>
                    <a:gd name="T19" fmla="*/ 0 h 378"/>
                    <a:gd name="T20" fmla="*/ 0 w 322"/>
                    <a:gd name="T21" fmla="*/ 0 h 378"/>
                    <a:gd name="T22" fmla="*/ 0 w 322"/>
                    <a:gd name="T23" fmla="*/ 0 h 378"/>
                    <a:gd name="T24" fmla="*/ 0 w 322"/>
                    <a:gd name="T25" fmla="*/ 0 h 378"/>
                    <a:gd name="T26" fmla="*/ 0 w 322"/>
                    <a:gd name="T27" fmla="*/ 0 h 378"/>
                    <a:gd name="T28" fmla="*/ 0 w 322"/>
                    <a:gd name="T29" fmla="*/ 0 h 378"/>
                    <a:gd name="T30" fmla="*/ 0 w 322"/>
                    <a:gd name="T31" fmla="*/ 0 h 378"/>
                    <a:gd name="T32" fmla="*/ 0 w 322"/>
                    <a:gd name="T33" fmla="*/ 0 h 378"/>
                    <a:gd name="T34" fmla="*/ 0 w 322"/>
                    <a:gd name="T35" fmla="*/ 0 h 378"/>
                    <a:gd name="T36" fmla="*/ 0 w 322"/>
                    <a:gd name="T37" fmla="*/ 0 h 378"/>
                    <a:gd name="T38" fmla="*/ 0 w 322"/>
                    <a:gd name="T39" fmla="*/ 0 h 378"/>
                    <a:gd name="T40" fmla="*/ 0 w 322"/>
                    <a:gd name="T41" fmla="*/ 0 h 378"/>
                    <a:gd name="T42" fmla="*/ 0 w 322"/>
                    <a:gd name="T43" fmla="*/ 0 h 378"/>
                    <a:gd name="T44" fmla="*/ 0 w 322"/>
                    <a:gd name="T45" fmla="*/ 0 h 378"/>
                    <a:gd name="T46" fmla="*/ 0 w 322"/>
                    <a:gd name="T47" fmla="*/ 0 h 378"/>
                    <a:gd name="T48" fmla="*/ 0 w 322"/>
                    <a:gd name="T49" fmla="*/ 0 h 378"/>
                    <a:gd name="T50" fmla="*/ 0 w 322"/>
                    <a:gd name="T51" fmla="*/ 0 h 378"/>
                    <a:gd name="T52" fmla="*/ 0 w 322"/>
                    <a:gd name="T53" fmla="*/ 0 h 378"/>
                    <a:gd name="T54" fmla="*/ 0 w 322"/>
                    <a:gd name="T55" fmla="*/ 0 h 378"/>
                    <a:gd name="T56" fmla="*/ 0 w 322"/>
                    <a:gd name="T57" fmla="*/ 0 h 378"/>
                    <a:gd name="T58" fmla="*/ 0 w 322"/>
                    <a:gd name="T59" fmla="*/ 0 h 378"/>
                    <a:gd name="T60" fmla="*/ 0 w 322"/>
                    <a:gd name="T61" fmla="*/ 0 h 378"/>
                    <a:gd name="T62" fmla="*/ 0 w 322"/>
                    <a:gd name="T63" fmla="*/ 0 h 378"/>
                    <a:gd name="T64" fmla="*/ 0 w 322"/>
                    <a:gd name="T65" fmla="*/ 0 h 378"/>
                    <a:gd name="T66" fmla="*/ 0 w 322"/>
                    <a:gd name="T67" fmla="*/ 0 h 378"/>
                    <a:gd name="T68" fmla="*/ 0 w 322"/>
                    <a:gd name="T69" fmla="*/ 0 h 378"/>
                    <a:gd name="T70" fmla="*/ 0 w 322"/>
                    <a:gd name="T71" fmla="*/ 0 h 378"/>
                    <a:gd name="T72" fmla="*/ 0 w 322"/>
                    <a:gd name="T73" fmla="*/ 0 h 378"/>
                    <a:gd name="T74" fmla="*/ 0 w 322"/>
                    <a:gd name="T75" fmla="*/ 0 h 378"/>
                    <a:gd name="T76" fmla="*/ 0 w 322"/>
                    <a:gd name="T77" fmla="*/ 0 h 378"/>
                    <a:gd name="T78" fmla="*/ 0 w 322"/>
                    <a:gd name="T79" fmla="*/ 0 h 378"/>
                    <a:gd name="T80" fmla="*/ 0 w 322"/>
                    <a:gd name="T81" fmla="*/ 0 h 378"/>
                    <a:gd name="T82" fmla="*/ 0 w 322"/>
                    <a:gd name="T83" fmla="*/ 0 h 378"/>
                    <a:gd name="T84" fmla="*/ 0 w 322"/>
                    <a:gd name="T85" fmla="*/ 0 h 378"/>
                    <a:gd name="T86" fmla="*/ 0 w 322"/>
                    <a:gd name="T87" fmla="*/ 0 h 378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w 322"/>
                    <a:gd name="T133" fmla="*/ 0 h 378"/>
                    <a:gd name="T134" fmla="*/ 322 w 322"/>
                    <a:gd name="T135" fmla="*/ 378 h 378"/>
                  </a:gdLst>
                  <a:ahLst/>
                  <a:cxnLst>
                    <a:cxn ang="T88">
                      <a:pos x="T0" y="T1"/>
                    </a:cxn>
                    <a:cxn ang="T89">
                      <a:pos x="T2" y="T3"/>
                    </a:cxn>
                    <a:cxn ang="T90">
                      <a:pos x="T4" y="T5"/>
                    </a:cxn>
                    <a:cxn ang="T91">
                      <a:pos x="T6" y="T7"/>
                    </a:cxn>
                    <a:cxn ang="T92">
                      <a:pos x="T8" y="T9"/>
                    </a:cxn>
                    <a:cxn ang="T93">
                      <a:pos x="T10" y="T11"/>
                    </a:cxn>
                    <a:cxn ang="T94">
                      <a:pos x="T12" y="T13"/>
                    </a:cxn>
                    <a:cxn ang="T95">
                      <a:pos x="T14" y="T15"/>
                    </a:cxn>
                    <a:cxn ang="T96">
                      <a:pos x="T16" y="T17"/>
                    </a:cxn>
                    <a:cxn ang="T97">
                      <a:pos x="T18" y="T19"/>
                    </a:cxn>
                    <a:cxn ang="T98">
                      <a:pos x="T20" y="T21"/>
                    </a:cxn>
                    <a:cxn ang="T99">
                      <a:pos x="T22" y="T23"/>
                    </a:cxn>
                    <a:cxn ang="T100">
                      <a:pos x="T24" y="T25"/>
                    </a:cxn>
                    <a:cxn ang="T101">
                      <a:pos x="T26" y="T27"/>
                    </a:cxn>
                    <a:cxn ang="T102">
                      <a:pos x="T28" y="T29"/>
                    </a:cxn>
                    <a:cxn ang="T103">
                      <a:pos x="T30" y="T31"/>
                    </a:cxn>
                    <a:cxn ang="T104">
                      <a:pos x="T32" y="T33"/>
                    </a:cxn>
                    <a:cxn ang="T105">
                      <a:pos x="T34" y="T35"/>
                    </a:cxn>
                    <a:cxn ang="T106">
                      <a:pos x="T36" y="T37"/>
                    </a:cxn>
                    <a:cxn ang="T107">
                      <a:pos x="T38" y="T39"/>
                    </a:cxn>
                    <a:cxn ang="T108">
                      <a:pos x="T40" y="T41"/>
                    </a:cxn>
                    <a:cxn ang="T109">
                      <a:pos x="T42" y="T43"/>
                    </a:cxn>
                    <a:cxn ang="T110">
                      <a:pos x="T44" y="T45"/>
                    </a:cxn>
                    <a:cxn ang="T111">
                      <a:pos x="T46" y="T47"/>
                    </a:cxn>
                    <a:cxn ang="T112">
                      <a:pos x="T48" y="T49"/>
                    </a:cxn>
                    <a:cxn ang="T113">
                      <a:pos x="T50" y="T51"/>
                    </a:cxn>
                    <a:cxn ang="T114">
                      <a:pos x="T52" y="T53"/>
                    </a:cxn>
                    <a:cxn ang="T115">
                      <a:pos x="T54" y="T55"/>
                    </a:cxn>
                    <a:cxn ang="T116">
                      <a:pos x="T56" y="T57"/>
                    </a:cxn>
                    <a:cxn ang="T117">
                      <a:pos x="T58" y="T59"/>
                    </a:cxn>
                    <a:cxn ang="T118">
                      <a:pos x="T60" y="T61"/>
                    </a:cxn>
                    <a:cxn ang="T119">
                      <a:pos x="T62" y="T63"/>
                    </a:cxn>
                    <a:cxn ang="T120">
                      <a:pos x="T64" y="T65"/>
                    </a:cxn>
                    <a:cxn ang="T121">
                      <a:pos x="T66" y="T67"/>
                    </a:cxn>
                    <a:cxn ang="T122">
                      <a:pos x="T68" y="T69"/>
                    </a:cxn>
                    <a:cxn ang="T123">
                      <a:pos x="T70" y="T71"/>
                    </a:cxn>
                    <a:cxn ang="T124">
                      <a:pos x="T72" y="T73"/>
                    </a:cxn>
                    <a:cxn ang="T125">
                      <a:pos x="T74" y="T75"/>
                    </a:cxn>
                    <a:cxn ang="T126">
                      <a:pos x="T76" y="T77"/>
                    </a:cxn>
                    <a:cxn ang="T127">
                      <a:pos x="T78" y="T79"/>
                    </a:cxn>
                    <a:cxn ang="T128">
                      <a:pos x="T80" y="T81"/>
                    </a:cxn>
                    <a:cxn ang="T129">
                      <a:pos x="T82" y="T83"/>
                    </a:cxn>
                    <a:cxn ang="T130">
                      <a:pos x="T84" y="T85"/>
                    </a:cxn>
                    <a:cxn ang="T131">
                      <a:pos x="T86" y="T87"/>
                    </a:cxn>
                  </a:cxnLst>
                  <a:rect l="T132" t="T133" r="T134" b="T135"/>
                  <a:pathLst>
                    <a:path w="322" h="378">
                      <a:moveTo>
                        <a:pt x="125" y="49"/>
                      </a:moveTo>
                      <a:lnTo>
                        <a:pt x="100" y="70"/>
                      </a:lnTo>
                      <a:lnTo>
                        <a:pt x="76" y="90"/>
                      </a:lnTo>
                      <a:lnTo>
                        <a:pt x="53" y="115"/>
                      </a:lnTo>
                      <a:lnTo>
                        <a:pt x="34" y="140"/>
                      </a:lnTo>
                      <a:lnTo>
                        <a:pt x="17" y="166"/>
                      </a:lnTo>
                      <a:lnTo>
                        <a:pt x="5" y="195"/>
                      </a:lnTo>
                      <a:lnTo>
                        <a:pt x="0" y="226"/>
                      </a:lnTo>
                      <a:lnTo>
                        <a:pt x="1" y="258"/>
                      </a:lnTo>
                      <a:lnTo>
                        <a:pt x="3" y="266"/>
                      </a:lnTo>
                      <a:lnTo>
                        <a:pt x="5" y="275"/>
                      </a:lnTo>
                      <a:lnTo>
                        <a:pt x="9" y="282"/>
                      </a:lnTo>
                      <a:lnTo>
                        <a:pt x="14" y="290"/>
                      </a:lnTo>
                      <a:lnTo>
                        <a:pt x="19" y="297"/>
                      </a:lnTo>
                      <a:lnTo>
                        <a:pt x="26" y="304"/>
                      </a:lnTo>
                      <a:lnTo>
                        <a:pt x="32" y="310"/>
                      </a:lnTo>
                      <a:lnTo>
                        <a:pt x="41" y="314"/>
                      </a:lnTo>
                      <a:lnTo>
                        <a:pt x="56" y="324"/>
                      </a:lnTo>
                      <a:lnTo>
                        <a:pt x="71" y="332"/>
                      </a:lnTo>
                      <a:lnTo>
                        <a:pt x="86" y="338"/>
                      </a:lnTo>
                      <a:lnTo>
                        <a:pt x="103" y="344"/>
                      </a:lnTo>
                      <a:lnTo>
                        <a:pt x="119" y="350"/>
                      </a:lnTo>
                      <a:lnTo>
                        <a:pt x="136" y="355"/>
                      </a:lnTo>
                      <a:lnTo>
                        <a:pt x="152" y="359"/>
                      </a:lnTo>
                      <a:lnTo>
                        <a:pt x="168" y="363"/>
                      </a:lnTo>
                      <a:lnTo>
                        <a:pt x="186" y="366"/>
                      </a:lnTo>
                      <a:lnTo>
                        <a:pt x="202" y="368"/>
                      </a:lnTo>
                      <a:lnTo>
                        <a:pt x="220" y="371"/>
                      </a:lnTo>
                      <a:lnTo>
                        <a:pt x="238" y="373"/>
                      </a:lnTo>
                      <a:lnTo>
                        <a:pt x="254" y="374"/>
                      </a:lnTo>
                      <a:lnTo>
                        <a:pt x="272" y="375"/>
                      </a:lnTo>
                      <a:lnTo>
                        <a:pt x="289" y="376"/>
                      </a:lnTo>
                      <a:lnTo>
                        <a:pt x="306" y="378"/>
                      </a:lnTo>
                      <a:lnTo>
                        <a:pt x="311" y="378"/>
                      </a:lnTo>
                      <a:lnTo>
                        <a:pt x="316" y="375"/>
                      </a:lnTo>
                      <a:lnTo>
                        <a:pt x="320" y="371"/>
                      </a:lnTo>
                      <a:lnTo>
                        <a:pt x="322" y="366"/>
                      </a:lnTo>
                      <a:lnTo>
                        <a:pt x="322" y="360"/>
                      </a:lnTo>
                      <a:lnTo>
                        <a:pt x="320" y="356"/>
                      </a:lnTo>
                      <a:lnTo>
                        <a:pt x="315" y="352"/>
                      </a:lnTo>
                      <a:lnTo>
                        <a:pt x="309" y="350"/>
                      </a:lnTo>
                      <a:lnTo>
                        <a:pt x="294" y="347"/>
                      </a:lnTo>
                      <a:lnTo>
                        <a:pt x="279" y="344"/>
                      </a:lnTo>
                      <a:lnTo>
                        <a:pt x="263" y="341"/>
                      </a:lnTo>
                      <a:lnTo>
                        <a:pt x="247" y="338"/>
                      </a:lnTo>
                      <a:lnTo>
                        <a:pt x="232" y="336"/>
                      </a:lnTo>
                      <a:lnTo>
                        <a:pt x="216" y="334"/>
                      </a:lnTo>
                      <a:lnTo>
                        <a:pt x="200" y="332"/>
                      </a:lnTo>
                      <a:lnTo>
                        <a:pt x="185" y="328"/>
                      </a:lnTo>
                      <a:lnTo>
                        <a:pt x="170" y="326"/>
                      </a:lnTo>
                      <a:lnTo>
                        <a:pt x="154" y="322"/>
                      </a:lnTo>
                      <a:lnTo>
                        <a:pt x="139" y="318"/>
                      </a:lnTo>
                      <a:lnTo>
                        <a:pt x="124" y="314"/>
                      </a:lnTo>
                      <a:lnTo>
                        <a:pt x="110" y="309"/>
                      </a:lnTo>
                      <a:lnTo>
                        <a:pt x="94" y="303"/>
                      </a:lnTo>
                      <a:lnTo>
                        <a:pt x="80" y="297"/>
                      </a:lnTo>
                      <a:lnTo>
                        <a:pt x="66" y="289"/>
                      </a:lnTo>
                      <a:lnTo>
                        <a:pt x="55" y="281"/>
                      </a:lnTo>
                      <a:lnTo>
                        <a:pt x="45" y="271"/>
                      </a:lnTo>
                      <a:lnTo>
                        <a:pt x="38" y="259"/>
                      </a:lnTo>
                      <a:lnTo>
                        <a:pt x="35" y="245"/>
                      </a:lnTo>
                      <a:lnTo>
                        <a:pt x="34" y="232"/>
                      </a:lnTo>
                      <a:lnTo>
                        <a:pt x="35" y="216"/>
                      </a:lnTo>
                      <a:lnTo>
                        <a:pt x="38" y="200"/>
                      </a:lnTo>
                      <a:lnTo>
                        <a:pt x="43" y="187"/>
                      </a:lnTo>
                      <a:lnTo>
                        <a:pt x="51" y="170"/>
                      </a:lnTo>
                      <a:lnTo>
                        <a:pt x="60" y="152"/>
                      </a:lnTo>
                      <a:lnTo>
                        <a:pt x="71" y="137"/>
                      </a:lnTo>
                      <a:lnTo>
                        <a:pt x="83" y="124"/>
                      </a:lnTo>
                      <a:lnTo>
                        <a:pt x="94" y="110"/>
                      </a:lnTo>
                      <a:lnTo>
                        <a:pt x="107" y="96"/>
                      </a:lnTo>
                      <a:lnTo>
                        <a:pt x="123" y="82"/>
                      </a:lnTo>
                      <a:lnTo>
                        <a:pt x="138" y="69"/>
                      </a:lnTo>
                      <a:lnTo>
                        <a:pt x="153" y="57"/>
                      </a:lnTo>
                      <a:lnTo>
                        <a:pt x="173" y="47"/>
                      </a:lnTo>
                      <a:lnTo>
                        <a:pt x="195" y="38"/>
                      </a:lnTo>
                      <a:lnTo>
                        <a:pt x="218" y="28"/>
                      </a:lnTo>
                      <a:lnTo>
                        <a:pt x="238" y="20"/>
                      </a:lnTo>
                      <a:lnTo>
                        <a:pt x="254" y="13"/>
                      </a:lnTo>
                      <a:lnTo>
                        <a:pt x="264" y="7"/>
                      </a:lnTo>
                      <a:lnTo>
                        <a:pt x="268" y="2"/>
                      </a:lnTo>
                      <a:lnTo>
                        <a:pt x="256" y="0"/>
                      </a:lnTo>
                      <a:lnTo>
                        <a:pt x="240" y="1"/>
                      </a:lnTo>
                      <a:lnTo>
                        <a:pt x="221" y="4"/>
                      </a:lnTo>
                      <a:lnTo>
                        <a:pt x="201" y="10"/>
                      </a:lnTo>
                      <a:lnTo>
                        <a:pt x="180" y="18"/>
                      </a:lnTo>
                      <a:lnTo>
                        <a:pt x="160" y="27"/>
                      </a:lnTo>
                      <a:lnTo>
                        <a:pt x="141" y="38"/>
                      </a:lnTo>
                      <a:lnTo>
                        <a:pt x="125" y="49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98592" name="Freeform 1212">
                  <a:extLst>
                    <a:ext uri="{FF2B5EF4-FFF2-40B4-BE49-F238E27FC236}">
                      <a16:creationId xmlns:a16="http://schemas.microsoft.com/office/drawing/2014/main" id="{EAA1B61D-F66D-48B4-AFA9-DC6D2669433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50" y="2643"/>
                  <a:ext cx="99" cy="59"/>
                </a:xfrm>
                <a:custGeom>
                  <a:avLst/>
                  <a:gdLst>
                    <a:gd name="T0" fmla="*/ 0 w 283"/>
                    <a:gd name="T1" fmla="*/ 0 h 252"/>
                    <a:gd name="T2" fmla="*/ 0 w 283"/>
                    <a:gd name="T3" fmla="*/ 0 h 252"/>
                    <a:gd name="T4" fmla="*/ 0 w 283"/>
                    <a:gd name="T5" fmla="*/ 0 h 252"/>
                    <a:gd name="T6" fmla="*/ 0 w 283"/>
                    <a:gd name="T7" fmla="*/ 0 h 252"/>
                    <a:gd name="T8" fmla="*/ 0 w 283"/>
                    <a:gd name="T9" fmla="*/ 0 h 252"/>
                    <a:gd name="T10" fmla="*/ 0 w 283"/>
                    <a:gd name="T11" fmla="*/ 0 h 252"/>
                    <a:gd name="T12" fmla="*/ 0 w 283"/>
                    <a:gd name="T13" fmla="*/ 0 h 252"/>
                    <a:gd name="T14" fmla="*/ 0 w 283"/>
                    <a:gd name="T15" fmla="*/ 0 h 252"/>
                    <a:gd name="T16" fmla="*/ 0 w 283"/>
                    <a:gd name="T17" fmla="*/ 0 h 252"/>
                    <a:gd name="T18" fmla="*/ 0 w 283"/>
                    <a:gd name="T19" fmla="*/ 0 h 252"/>
                    <a:gd name="T20" fmla="*/ 0 w 283"/>
                    <a:gd name="T21" fmla="*/ 0 h 252"/>
                    <a:gd name="T22" fmla="*/ 0 w 283"/>
                    <a:gd name="T23" fmla="*/ 0 h 252"/>
                    <a:gd name="T24" fmla="*/ 0 w 283"/>
                    <a:gd name="T25" fmla="*/ 0 h 252"/>
                    <a:gd name="T26" fmla="*/ 0 w 283"/>
                    <a:gd name="T27" fmla="*/ 0 h 252"/>
                    <a:gd name="T28" fmla="*/ 0 w 283"/>
                    <a:gd name="T29" fmla="*/ 0 h 252"/>
                    <a:gd name="T30" fmla="*/ 0 w 283"/>
                    <a:gd name="T31" fmla="*/ 0 h 252"/>
                    <a:gd name="T32" fmla="*/ 0 w 283"/>
                    <a:gd name="T33" fmla="*/ 0 h 252"/>
                    <a:gd name="T34" fmla="*/ 0 w 283"/>
                    <a:gd name="T35" fmla="*/ 0 h 252"/>
                    <a:gd name="T36" fmla="*/ 0 w 283"/>
                    <a:gd name="T37" fmla="*/ 0 h 252"/>
                    <a:gd name="T38" fmla="*/ 0 w 283"/>
                    <a:gd name="T39" fmla="*/ 0 h 252"/>
                    <a:gd name="T40" fmla="*/ 0 w 283"/>
                    <a:gd name="T41" fmla="*/ 0 h 252"/>
                    <a:gd name="T42" fmla="*/ 0 w 283"/>
                    <a:gd name="T43" fmla="*/ 0 h 252"/>
                    <a:gd name="T44" fmla="*/ 0 w 283"/>
                    <a:gd name="T45" fmla="*/ 0 h 252"/>
                    <a:gd name="T46" fmla="*/ 0 w 283"/>
                    <a:gd name="T47" fmla="*/ 0 h 252"/>
                    <a:gd name="T48" fmla="*/ 0 w 283"/>
                    <a:gd name="T49" fmla="*/ 0 h 252"/>
                    <a:gd name="T50" fmla="*/ 0 w 283"/>
                    <a:gd name="T51" fmla="*/ 0 h 252"/>
                    <a:gd name="T52" fmla="*/ 0 w 283"/>
                    <a:gd name="T53" fmla="*/ 0 h 252"/>
                    <a:gd name="T54" fmla="*/ 0 w 283"/>
                    <a:gd name="T55" fmla="*/ 0 h 252"/>
                    <a:gd name="T56" fmla="*/ 0 w 283"/>
                    <a:gd name="T57" fmla="*/ 0 h 252"/>
                    <a:gd name="T58" fmla="*/ 0 w 283"/>
                    <a:gd name="T59" fmla="*/ 0 h 252"/>
                    <a:gd name="T60" fmla="*/ 0 w 283"/>
                    <a:gd name="T61" fmla="*/ 0 h 252"/>
                    <a:gd name="T62" fmla="*/ 0 w 283"/>
                    <a:gd name="T63" fmla="*/ 0 h 252"/>
                    <a:gd name="T64" fmla="*/ 0 w 283"/>
                    <a:gd name="T65" fmla="*/ 0 h 252"/>
                    <a:gd name="T66" fmla="*/ 0 w 283"/>
                    <a:gd name="T67" fmla="*/ 0 h 252"/>
                    <a:gd name="T68" fmla="*/ 0 w 283"/>
                    <a:gd name="T69" fmla="*/ 0 h 252"/>
                    <a:gd name="T70" fmla="*/ 0 w 283"/>
                    <a:gd name="T71" fmla="*/ 0 h 252"/>
                    <a:gd name="T72" fmla="*/ 0 w 283"/>
                    <a:gd name="T73" fmla="*/ 0 h 252"/>
                    <a:gd name="T74" fmla="*/ 0 w 283"/>
                    <a:gd name="T75" fmla="*/ 0 h 252"/>
                    <a:gd name="T76" fmla="*/ 0 w 283"/>
                    <a:gd name="T77" fmla="*/ 0 h 252"/>
                    <a:gd name="T78" fmla="*/ 0 w 283"/>
                    <a:gd name="T79" fmla="*/ 0 h 252"/>
                    <a:gd name="T80" fmla="*/ 0 w 283"/>
                    <a:gd name="T81" fmla="*/ 0 h 252"/>
                    <a:gd name="T82" fmla="*/ 0 w 283"/>
                    <a:gd name="T83" fmla="*/ 0 h 252"/>
                    <a:gd name="T84" fmla="*/ 0 w 283"/>
                    <a:gd name="T85" fmla="*/ 0 h 252"/>
                    <a:gd name="T86" fmla="*/ 0 w 283"/>
                    <a:gd name="T87" fmla="*/ 0 h 252"/>
                    <a:gd name="T88" fmla="*/ 0 w 283"/>
                    <a:gd name="T89" fmla="*/ 0 h 252"/>
                    <a:gd name="T90" fmla="*/ 0 w 283"/>
                    <a:gd name="T91" fmla="*/ 0 h 252"/>
                    <a:gd name="T92" fmla="*/ 0 w 283"/>
                    <a:gd name="T93" fmla="*/ 0 h 252"/>
                    <a:gd name="T94" fmla="*/ 0 w 283"/>
                    <a:gd name="T95" fmla="*/ 0 h 252"/>
                    <a:gd name="T96" fmla="*/ 0 w 283"/>
                    <a:gd name="T97" fmla="*/ 0 h 252"/>
                    <a:gd name="T98" fmla="*/ 0 w 283"/>
                    <a:gd name="T99" fmla="*/ 0 h 252"/>
                    <a:gd name="T100" fmla="*/ 0 w 283"/>
                    <a:gd name="T101" fmla="*/ 0 h 252"/>
                    <a:gd name="T102" fmla="*/ 0 w 283"/>
                    <a:gd name="T103" fmla="*/ 0 h 252"/>
                    <a:gd name="T104" fmla="*/ 0 w 283"/>
                    <a:gd name="T105" fmla="*/ 0 h 252"/>
                    <a:gd name="T106" fmla="*/ 0 w 283"/>
                    <a:gd name="T107" fmla="*/ 0 h 252"/>
                    <a:gd name="T108" fmla="*/ 0 w 283"/>
                    <a:gd name="T109" fmla="*/ 0 h 252"/>
                    <a:gd name="T110" fmla="*/ 0 w 283"/>
                    <a:gd name="T111" fmla="*/ 0 h 252"/>
                    <a:gd name="T112" fmla="*/ 0 w 283"/>
                    <a:gd name="T113" fmla="*/ 0 h 252"/>
                    <a:gd name="T114" fmla="*/ 0 w 283"/>
                    <a:gd name="T115" fmla="*/ 0 h 252"/>
                    <a:gd name="T116" fmla="*/ 0 w 283"/>
                    <a:gd name="T117" fmla="*/ 0 h 252"/>
                    <a:gd name="T118" fmla="*/ 0 w 283"/>
                    <a:gd name="T119" fmla="*/ 0 h 252"/>
                    <a:gd name="T120" fmla="*/ 0 w 283"/>
                    <a:gd name="T121" fmla="*/ 0 h 252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60000 65536"/>
                    <a:gd name="T148" fmla="*/ 0 60000 65536"/>
                    <a:gd name="T149" fmla="*/ 0 60000 65536"/>
                    <a:gd name="T150" fmla="*/ 0 60000 65536"/>
                    <a:gd name="T151" fmla="*/ 0 60000 65536"/>
                    <a:gd name="T152" fmla="*/ 0 60000 65536"/>
                    <a:gd name="T153" fmla="*/ 0 60000 65536"/>
                    <a:gd name="T154" fmla="*/ 0 60000 65536"/>
                    <a:gd name="T155" fmla="*/ 0 60000 65536"/>
                    <a:gd name="T156" fmla="*/ 0 60000 65536"/>
                    <a:gd name="T157" fmla="*/ 0 60000 65536"/>
                    <a:gd name="T158" fmla="*/ 0 60000 65536"/>
                    <a:gd name="T159" fmla="*/ 0 60000 65536"/>
                    <a:gd name="T160" fmla="*/ 0 60000 65536"/>
                    <a:gd name="T161" fmla="*/ 0 60000 65536"/>
                    <a:gd name="T162" fmla="*/ 0 60000 65536"/>
                    <a:gd name="T163" fmla="*/ 0 60000 65536"/>
                    <a:gd name="T164" fmla="*/ 0 60000 65536"/>
                    <a:gd name="T165" fmla="*/ 0 60000 65536"/>
                    <a:gd name="T166" fmla="*/ 0 60000 65536"/>
                    <a:gd name="T167" fmla="*/ 0 60000 65536"/>
                    <a:gd name="T168" fmla="*/ 0 60000 65536"/>
                    <a:gd name="T169" fmla="*/ 0 60000 65536"/>
                    <a:gd name="T170" fmla="*/ 0 60000 65536"/>
                    <a:gd name="T171" fmla="*/ 0 60000 65536"/>
                    <a:gd name="T172" fmla="*/ 0 60000 65536"/>
                    <a:gd name="T173" fmla="*/ 0 60000 65536"/>
                    <a:gd name="T174" fmla="*/ 0 60000 65536"/>
                    <a:gd name="T175" fmla="*/ 0 60000 65536"/>
                    <a:gd name="T176" fmla="*/ 0 60000 65536"/>
                    <a:gd name="T177" fmla="*/ 0 60000 65536"/>
                    <a:gd name="T178" fmla="*/ 0 60000 65536"/>
                    <a:gd name="T179" fmla="*/ 0 60000 65536"/>
                    <a:gd name="T180" fmla="*/ 0 60000 65536"/>
                    <a:gd name="T181" fmla="*/ 0 60000 65536"/>
                    <a:gd name="T182" fmla="*/ 0 60000 65536"/>
                    <a:gd name="T183" fmla="*/ 0 w 283"/>
                    <a:gd name="T184" fmla="*/ 0 h 252"/>
                    <a:gd name="T185" fmla="*/ 283 w 283"/>
                    <a:gd name="T186" fmla="*/ 252 h 252"/>
                  </a:gdLst>
                  <a:ahLst/>
                  <a:cxnLst>
                    <a:cxn ang="T122">
                      <a:pos x="T0" y="T1"/>
                    </a:cxn>
                    <a:cxn ang="T123">
                      <a:pos x="T2" y="T3"/>
                    </a:cxn>
                    <a:cxn ang="T124">
                      <a:pos x="T4" y="T5"/>
                    </a:cxn>
                    <a:cxn ang="T125">
                      <a:pos x="T6" y="T7"/>
                    </a:cxn>
                    <a:cxn ang="T126">
                      <a:pos x="T8" y="T9"/>
                    </a:cxn>
                    <a:cxn ang="T127">
                      <a:pos x="T10" y="T11"/>
                    </a:cxn>
                    <a:cxn ang="T128">
                      <a:pos x="T12" y="T13"/>
                    </a:cxn>
                    <a:cxn ang="T129">
                      <a:pos x="T14" y="T15"/>
                    </a:cxn>
                    <a:cxn ang="T130">
                      <a:pos x="T16" y="T17"/>
                    </a:cxn>
                    <a:cxn ang="T131">
                      <a:pos x="T18" y="T19"/>
                    </a:cxn>
                    <a:cxn ang="T132">
                      <a:pos x="T20" y="T21"/>
                    </a:cxn>
                    <a:cxn ang="T133">
                      <a:pos x="T22" y="T23"/>
                    </a:cxn>
                    <a:cxn ang="T134">
                      <a:pos x="T24" y="T25"/>
                    </a:cxn>
                    <a:cxn ang="T135">
                      <a:pos x="T26" y="T27"/>
                    </a:cxn>
                    <a:cxn ang="T136">
                      <a:pos x="T28" y="T29"/>
                    </a:cxn>
                    <a:cxn ang="T137">
                      <a:pos x="T30" y="T31"/>
                    </a:cxn>
                    <a:cxn ang="T138">
                      <a:pos x="T32" y="T33"/>
                    </a:cxn>
                    <a:cxn ang="T139">
                      <a:pos x="T34" y="T35"/>
                    </a:cxn>
                    <a:cxn ang="T140">
                      <a:pos x="T36" y="T37"/>
                    </a:cxn>
                    <a:cxn ang="T141">
                      <a:pos x="T38" y="T39"/>
                    </a:cxn>
                    <a:cxn ang="T142">
                      <a:pos x="T40" y="T41"/>
                    </a:cxn>
                    <a:cxn ang="T143">
                      <a:pos x="T42" y="T43"/>
                    </a:cxn>
                    <a:cxn ang="T144">
                      <a:pos x="T44" y="T45"/>
                    </a:cxn>
                    <a:cxn ang="T145">
                      <a:pos x="T46" y="T47"/>
                    </a:cxn>
                    <a:cxn ang="T146">
                      <a:pos x="T48" y="T49"/>
                    </a:cxn>
                    <a:cxn ang="T147">
                      <a:pos x="T50" y="T51"/>
                    </a:cxn>
                    <a:cxn ang="T148">
                      <a:pos x="T52" y="T53"/>
                    </a:cxn>
                    <a:cxn ang="T149">
                      <a:pos x="T54" y="T55"/>
                    </a:cxn>
                    <a:cxn ang="T150">
                      <a:pos x="T56" y="T57"/>
                    </a:cxn>
                    <a:cxn ang="T151">
                      <a:pos x="T58" y="T59"/>
                    </a:cxn>
                    <a:cxn ang="T152">
                      <a:pos x="T60" y="T61"/>
                    </a:cxn>
                    <a:cxn ang="T153">
                      <a:pos x="T62" y="T63"/>
                    </a:cxn>
                    <a:cxn ang="T154">
                      <a:pos x="T64" y="T65"/>
                    </a:cxn>
                    <a:cxn ang="T155">
                      <a:pos x="T66" y="T67"/>
                    </a:cxn>
                    <a:cxn ang="T156">
                      <a:pos x="T68" y="T69"/>
                    </a:cxn>
                    <a:cxn ang="T157">
                      <a:pos x="T70" y="T71"/>
                    </a:cxn>
                    <a:cxn ang="T158">
                      <a:pos x="T72" y="T73"/>
                    </a:cxn>
                    <a:cxn ang="T159">
                      <a:pos x="T74" y="T75"/>
                    </a:cxn>
                    <a:cxn ang="T160">
                      <a:pos x="T76" y="T77"/>
                    </a:cxn>
                    <a:cxn ang="T161">
                      <a:pos x="T78" y="T79"/>
                    </a:cxn>
                    <a:cxn ang="T162">
                      <a:pos x="T80" y="T81"/>
                    </a:cxn>
                    <a:cxn ang="T163">
                      <a:pos x="T82" y="T83"/>
                    </a:cxn>
                    <a:cxn ang="T164">
                      <a:pos x="T84" y="T85"/>
                    </a:cxn>
                    <a:cxn ang="T165">
                      <a:pos x="T86" y="T87"/>
                    </a:cxn>
                    <a:cxn ang="T166">
                      <a:pos x="T88" y="T89"/>
                    </a:cxn>
                    <a:cxn ang="T167">
                      <a:pos x="T90" y="T91"/>
                    </a:cxn>
                    <a:cxn ang="T168">
                      <a:pos x="T92" y="T93"/>
                    </a:cxn>
                    <a:cxn ang="T169">
                      <a:pos x="T94" y="T95"/>
                    </a:cxn>
                    <a:cxn ang="T170">
                      <a:pos x="T96" y="T97"/>
                    </a:cxn>
                    <a:cxn ang="T171">
                      <a:pos x="T98" y="T99"/>
                    </a:cxn>
                    <a:cxn ang="T172">
                      <a:pos x="T100" y="T101"/>
                    </a:cxn>
                    <a:cxn ang="T173">
                      <a:pos x="T102" y="T103"/>
                    </a:cxn>
                    <a:cxn ang="T174">
                      <a:pos x="T104" y="T105"/>
                    </a:cxn>
                    <a:cxn ang="T175">
                      <a:pos x="T106" y="T107"/>
                    </a:cxn>
                    <a:cxn ang="T176">
                      <a:pos x="T108" y="T109"/>
                    </a:cxn>
                    <a:cxn ang="T177">
                      <a:pos x="T110" y="T111"/>
                    </a:cxn>
                    <a:cxn ang="T178">
                      <a:pos x="T112" y="T113"/>
                    </a:cxn>
                    <a:cxn ang="T179">
                      <a:pos x="T114" y="T115"/>
                    </a:cxn>
                    <a:cxn ang="T180">
                      <a:pos x="T116" y="T117"/>
                    </a:cxn>
                    <a:cxn ang="T181">
                      <a:pos x="T118" y="T119"/>
                    </a:cxn>
                    <a:cxn ang="T182">
                      <a:pos x="T120" y="T121"/>
                    </a:cxn>
                  </a:cxnLst>
                  <a:rect l="T183" t="T184" r="T185" b="T186"/>
                  <a:pathLst>
                    <a:path w="283" h="252">
                      <a:moveTo>
                        <a:pt x="235" y="77"/>
                      </a:moveTo>
                      <a:lnTo>
                        <a:pt x="248" y="91"/>
                      </a:lnTo>
                      <a:lnTo>
                        <a:pt x="256" y="107"/>
                      </a:lnTo>
                      <a:lnTo>
                        <a:pt x="259" y="124"/>
                      </a:lnTo>
                      <a:lnTo>
                        <a:pt x="259" y="142"/>
                      </a:lnTo>
                      <a:lnTo>
                        <a:pt x="257" y="157"/>
                      </a:lnTo>
                      <a:lnTo>
                        <a:pt x="252" y="170"/>
                      </a:lnTo>
                      <a:lnTo>
                        <a:pt x="244" y="183"/>
                      </a:lnTo>
                      <a:lnTo>
                        <a:pt x="236" y="193"/>
                      </a:lnTo>
                      <a:lnTo>
                        <a:pt x="225" y="204"/>
                      </a:lnTo>
                      <a:lnTo>
                        <a:pt x="215" y="214"/>
                      </a:lnTo>
                      <a:lnTo>
                        <a:pt x="204" y="224"/>
                      </a:lnTo>
                      <a:lnTo>
                        <a:pt x="194" y="234"/>
                      </a:lnTo>
                      <a:lnTo>
                        <a:pt x="191" y="238"/>
                      </a:lnTo>
                      <a:lnTo>
                        <a:pt x="191" y="241"/>
                      </a:lnTo>
                      <a:lnTo>
                        <a:pt x="191" y="245"/>
                      </a:lnTo>
                      <a:lnTo>
                        <a:pt x="194" y="248"/>
                      </a:lnTo>
                      <a:lnTo>
                        <a:pt x="197" y="250"/>
                      </a:lnTo>
                      <a:lnTo>
                        <a:pt x="202" y="252"/>
                      </a:lnTo>
                      <a:lnTo>
                        <a:pt x="205" y="250"/>
                      </a:lnTo>
                      <a:lnTo>
                        <a:pt x="209" y="248"/>
                      </a:lnTo>
                      <a:lnTo>
                        <a:pt x="232" y="233"/>
                      </a:lnTo>
                      <a:lnTo>
                        <a:pt x="252" y="214"/>
                      </a:lnTo>
                      <a:lnTo>
                        <a:pt x="268" y="192"/>
                      </a:lnTo>
                      <a:lnTo>
                        <a:pt x="278" y="167"/>
                      </a:lnTo>
                      <a:lnTo>
                        <a:pt x="283" y="141"/>
                      </a:lnTo>
                      <a:lnTo>
                        <a:pt x="280" y="115"/>
                      </a:lnTo>
                      <a:lnTo>
                        <a:pt x="271" y="91"/>
                      </a:lnTo>
                      <a:lnTo>
                        <a:pt x="252" y="69"/>
                      </a:lnTo>
                      <a:lnTo>
                        <a:pt x="238" y="57"/>
                      </a:lnTo>
                      <a:lnTo>
                        <a:pt x="222" y="48"/>
                      </a:lnTo>
                      <a:lnTo>
                        <a:pt x="204" y="39"/>
                      </a:lnTo>
                      <a:lnTo>
                        <a:pt x="184" y="31"/>
                      </a:lnTo>
                      <a:lnTo>
                        <a:pt x="164" y="23"/>
                      </a:lnTo>
                      <a:lnTo>
                        <a:pt x="144" y="17"/>
                      </a:lnTo>
                      <a:lnTo>
                        <a:pt x="123" y="13"/>
                      </a:lnTo>
                      <a:lnTo>
                        <a:pt x="103" y="8"/>
                      </a:lnTo>
                      <a:lnTo>
                        <a:pt x="83" y="5"/>
                      </a:lnTo>
                      <a:lnTo>
                        <a:pt x="66" y="2"/>
                      </a:lnTo>
                      <a:lnTo>
                        <a:pt x="48" y="0"/>
                      </a:lnTo>
                      <a:lnTo>
                        <a:pt x="34" y="0"/>
                      </a:lnTo>
                      <a:lnTo>
                        <a:pt x="21" y="0"/>
                      </a:lnTo>
                      <a:lnTo>
                        <a:pt x="11" y="0"/>
                      </a:lnTo>
                      <a:lnTo>
                        <a:pt x="4" y="2"/>
                      </a:lnTo>
                      <a:lnTo>
                        <a:pt x="0" y="5"/>
                      </a:lnTo>
                      <a:lnTo>
                        <a:pt x="12" y="7"/>
                      </a:lnTo>
                      <a:lnTo>
                        <a:pt x="24" y="8"/>
                      </a:lnTo>
                      <a:lnTo>
                        <a:pt x="38" y="10"/>
                      </a:lnTo>
                      <a:lnTo>
                        <a:pt x="52" y="13"/>
                      </a:lnTo>
                      <a:lnTo>
                        <a:pt x="66" y="16"/>
                      </a:lnTo>
                      <a:lnTo>
                        <a:pt x="82" y="18"/>
                      </a:lnTo>
                      <a:lnTo>
                        <a:pt x="98" y="22"/>
                      </a:lnTo>
                      <a:lnTo>
                        <a:pt x="114" y="25"/>
                      </a:lnTo>
                      <a:lnTo>
                        <a:pt x="129" y="30"/>
                      </a:lnTo>
                      <a:lnTo>
                        <a:pt x="146" y="34"/>
                      </a:lnTo>
                      <a:lnTo>
                        <a:pt x="162" y="39"/>
                      </a:lnTo>
                      <a:lnTo>
                        <a:pt x="177" y="45"/>
                      </a:lnTo>
                      <a:lnTo>
                        <a:pt x="193" y="52"/>
                      </a:lnTo>
                      <a:lnTo>
                        <a:pt x="208" y="60"/>
                      </a:lnTo>
                      <a:lnTo>
                        <a:pt x="222" y="68"/>
                      </a:lnTo>
                      <a:lnTo>
                        <a:pt x="235" y="77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98593" name="Freeform 1213">
                  <a:extLst>
                    <a:ext uri="{FF2B5EF4-FFF2-40B4-BE49-F238E27FC236}">
                      <a16:creationId xmlns:a16="http://schemas.microsoft.com/office/drawing/2014/main" id="{6999BC39-66D4-4928-A228-F8D321C88A2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47" y="2671"/>
                  <a:ext cx="40" cy="55"/>
                </a:xfrm>
                <a:custGeom>
                  <a:avLst/>
                  <a:gdLst>
                    <a:gd name="T0" fmla="*/ 0 w 114"/>
                    <a:gd name="T1" fmla="*/ 0 h 238"/>
                    <a:gd name="T2" fmla="*/ 0 w 114"/>
                    <a:gd name="T3" fmla="*/ 0 h 238"/>
                    <a:gd name="T4" fmla="*/ 0 w 114"/>
                    <a:gd name="T5" fmla="*/ 0 h 238"/>
                    <a:gd name="T6" fmla="*/ 0 w 114"/>
                    <a:gd name="T7" fmla="*/ 0 h 238"/>
                    <a:gd name="T8" fmla="*/ 0 w 114"/>
                    <a:gd name="T9" fmla="*/ 0 h 238"/>
                    <a:gd name="T10" fmla="*/ 0 w 114"/>
                    <a:gd name="T11" fmla="*/ 0 h 238"/>
                    <a:gd name="T12" fmla="*/ 0 w 114"/>
                    <a:gd name="T13" fmla="*/ 0 h 238"/>
                    <a:gd name="T14" fmla="*/ 0 w 114"/>
                    <a:gd name="T15" fmla="*/ 0 h 238"/>
                    <a:gd name="T16" fmla="*/ 0 w 114"/>
                    <a:gd name="T17" fmla="*/ 0 h 238"/>
                    <a:gd name="T18" fmla="*/ 0 w 114"/>
                    <a:gd name="T19" fmla="*/ 0 h 238"/>
                    <a:gd name="T20" fmla="*/ 0 w 114"/>
                    <a:gd name="T21" fmla="*/ 0 h 238"/>
                    <a:gd name="T22" fmla="*/ 0 w 114"/>
                    <a:gd name="T23" fmla="*/ 0 h 238"/>
                    <a:gd name="T24" fmla="*/ 0 w 114"/>
                    <a:gd name="T25" fmla="*/ 0 h 238"/>
                    <a:gd name="T26" fmla="*/ 0 w 114"/>
                    <a:gd name="T27" fmla="*/ 0 h 238"/>
                    <a:gd name="T28" fmla="*/ 0 w 114"/>
                    <a:gd name="T29" fmla="*/ 0 h 238"/>
                    <a:gd name="T30" fmla="*/ 0 w 114"/>
                    <a:gd name="T31" fmla="*/ 0 h 238"/>
                    <a:gd name="T32" fmla="*/ 0 w 114"/>
                    <a:gd name="T33" fmla="*/ 0 h 238"/>
                    <a:gd name="T34" fmla="*/ 0 w 114"/>
                    <a:gd name="T35" fmla="*/ 0 h 238"/>
                    <a:gd name="T36" fmla="*/ 0 w 114"/>
                    <a:gd name="T37" fmla="*/ 0 h 238"/>
                    <a:gd name="T38" fmla="*/ 0 w 114"/>
                    <a:gd name="T39" fmla="*/ 0 h 238"/>
                    <a:gd name="T40" fmla="*/ 0 w 114"/>
                    <a:gd name="T41" fmla="*/ 0 h 238"/>
                    <a:gd name="T42" fmla="*/ 0 w 114"/>
                    <a:gd name="T43" fmla="*/ 0 h 238"/>
                    <a:gd name="T44" fmla="*/ 0 w 114"/>
                    <a:gd name="T45" fmla="*/ 0 h 238"/>
                    <a:gd name="T46" fmla="*/ 0 w 114"/>
                    <a:gd name="T47" fmla="*/ 0 h 238"/>
                    <a:gd name="T48" fmla="*/ 0 w 114"/>
                    <a:gd name="T49" fmla="*/ 0 h 238"/>
                    <a:gd name="T50" fmla="*/ 0 w 114"/>
                    <a:gd name="T51" fmla="*/ 0 h 238"/>
                    <a:gd name="T52" fmla="*/ 0 w 114"/>
                    <a:gd name="T53" fmla="*/ 0 h 238"/>
                    <a:gd name="T54" fmla="*/ 0 w 114"/>
                    <a:gd name="T55" fmla="*/ 0 h 238"/>
                    <a:gd name="T56" fmla="*/ 0 w 114"/>
                    <a:gd name="T57" fmla="*/ 0 h 238"/>
                    <a:gd name="T58" fmla="*/ 0 w 114"/>
                    <a:gd name="T59" fmla="*/ 0 h 238"/>
                    <a:gd name="T60" fmla="*/ 0 w 114"/>
                    <a:gd name="T61" fmla="*/ 0 h 238"/>
                    <a:gd name="T62" fmla="*/ 0 w 114"/>
                    <a:gd name="T63" fmla="*/ 0 h 238"/>
                    <a:gd name="T64" fmla="*/ 0 w 114"/>
                    <a:gd name="T65" fmla="*/ 0 h 238"/>
                    <a:gd name="T66" fmla="*/ 0 w 114"/>
                    <a:gd name="T67" fmla="*/ 0 h 238"/>
                    <a:gd name="T68" fmla="*/ 0 w 114"/>
                    <a:gd name="T69" fmla="*/ 0 h 238"/>
                    <a:gd name="T70" fmla="*/ 0 w 114"/>
                    <a:gd name="T71" fmla="*/ 0 h 238"/>
                    <a:gd name="T72" fmla="*/ 0 w 114"/>
                    <a:gd name="T73" fmla="*/ 0 h 238"/>
                    <a:gd name="T74" fmla="*/ 0 w 114"/>
                    <a:gd name="T75" fmla="*/ 0 h 238"/>
                    <a:gd name="T76" fmla="*/ 0 w 114"/>
                    <a:gd name="T77" fmla="*/ 0 h 238"/>
                    <a:gd name="T78" fmla="*/ 0 w 114"/>
                    <a:gd name="T79" fmla="*/ 0 h 238"/>
                    <a:gd name="T80" fmla="*/ 0 w 114"/>
                    <a:gd name="T81" fmla="*/ 0 h 238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w 114"/>
                    <a:gd name="T124" fmla="*/ 0 h 238"/>
                    <a:gd name="T125" fmla="*/ 114 w 114"/>
                    <a:gd name="T126" fmla="*/ 238 h 238"/>
                  </a:gdLst>
                  <a:ahLst/>
                  <a:cxnLst>
                    <a:cxn ang="T82">
                      <a:pos x="T0" y="T1"/>
                    </a:cxn>
                    <a:cxn ang="T83">
                      <a:pos x="T2" y="T3"/>
                    </a:cxn>
                    <a:cxn ang="T84">
                      <a:pos x="T4" y="T5"/>
                    </a:cxn>
                    <a:cxn ang="T85">
                      <a:pos x="T6" y="T7"/>
                    </a:cxn>
                    <a:cxn ang="T86">
                      <a:pos x="T8" y="T9"/>
                    </a:cxn>
                    <a:cxn ang="T87">
                      <a:pos x="T10" y="T11"/>
                    </a:cxn>
                    <a:cxn ang="T88">
                      <a:pos x="T12" y="T13"/>
                    </a:cxn>
                    <a:cxn ang="T89">
                      <a:pos x="T14" y="T15"/>
                    </a:cxn>
                    <a:cxn ang="T90">
                      <a:pos x="T16" y="T17"/>
                    </a:cxn>
                    <a:cxn ang="T91">
                      <a:pos x="T18" y="T19"/>
                    </a:cxn>
                    <a:cxn ang="T92">
                      <a:pos x="T20" y="T21"/>
                    </a:cxn>
                    <a:cxn ang="T93">
                      <a:pos x="T22" y="T23"/>
                    </a:cxn>
                    <a:cxn ang="T94">
                      <a:pos x="T24" y="T25"/>
                    </a:cxn>
                    <a:cxn ang="T95">
                      <a:pos x="T26" y="T27"/>
                    </a:cxn>
                    <a:cxn ang="T96">
                      <a:pos x="T28" y="T29"/>
                    </a:cxn>
                    <a:cxn ang="T97">
                      <a:pos x="T30" y="T31"/>
                    </a:cxn>
                    <a:cxn ang="T98">
                      <a:pos x="T32" y="T33"/>
                    </a:cxn>
                    <a:cxn ang="T99">
                      <a:pos x="T34" y="T35"/>
                    </a:cxn>
                    <a:cxn ang="T100">
                      <a:pos x="T36" y="T37"/>
                    </a:cxn>
                    <a:cxn ang="T101">
                      <a:pos x="T38" y="T39"/>
                    </a:cxn>
                    <a:cxn ang="T102">
                      <a:pos x="T40" y="T41"/>
                    </a:cxn>
                    <a:cxn ang="T103">
                      <a:pos x="T42" y="T43"/>
                    </a:cxn>
                    <a:cxn ang="T104">
                      <a:pos x="T44" y="T45"/>
                    </a:cxn>
                    <a:cxn ang="T105">
                      <a:pos x="T46" y="T47"/>
                    </a:cxn>
                    <a:cxn ang="T106">
                      <a:pos x="T48" y="T49"/>
                    </a:cxn>
                    <a:cxn ang="T107">
                      <a:pos x="T50" y="T51"/>
                    </a:cxn>
                    <a:cxn ang="T108">
                      <a:pos x="T52" y="T53"/>
                    </a:cxn>
                    <a:cxn ang="T109">
                      <a:pos x="T54" y="T55"/>
                    </a:cxn>
                    <a:cxn ang="T110">
                      <a:pos x="T56" y="T57"/>
                    </a:cxn>
                    <a:cxn ang="T111">
                      <a:pos x="T58" y="T59"/>
                    </a:cxn>
                    <a:cxn ang="T112">
                      <a:pos x="T60" y="T61"/>
                    </a:cxn>
                    <a:cxn ang="T113">
                      <a:pos x="T62" y="T63"/>
                    </a:cxn>
                    <a:cxn ang="T114">
                      <a:pos x="T64" y="T65"/>
                    </a:cxn>
                    <a:cxn ang="T115">
                      <a:pos x="T66" y="T67"/>
                    </a:cxn>
                    <a:cxn ang="T116">
                      <a:pos x="T68" y="T69"/>
                    </a:cxn>
                    <a:cxn ang="T117">
                      <a:pos x="T70" y="T71"/>
                    </a:cxn>
                    <a:cxn ang="T118">
                      <a:pos x="T72" y="T73"/>
                    </a:cxn>
                    <a:cxn ang="T119">
                      <a:pos x="T74" y="T75"/>
                    </a:cxn>
                    <a:cxn ang="T120">
                      <a:pos x="T76" y="T77"/>
                    </a:cxn>
                    <a:cxn ang="T121">
                      <a:pos x="T78" y="T79"/>
                    </a:cxn>
                    <a:cxn ang="T122">
                      <a:pos x="T80" y="T81"/>
                    </a:cxn>
                  </a:cxnLst>
                  <a:rect l="T123" t="T124" r="T125" b="T126"/>
                  <a:pathLst>
                    <a:path w="114" h="238">
                      <a:moveTo>
                        <a:pt x="0" y="130"/>
                      </a:moveTo>
                      <a:lnTo>
                        <a:pt x="0" y="149"/>
                      </a:lnTo>
                      <a:lnTo>
                        <a:pt x="4" y="168"/>
                      </a:lnTo>
                      <a:lnTo>
                        <a:pt x="12" y="185"/>
                      </a:lnTo>
                      <a:lnTo>
                        <a:pt x="24" y="200"/>
                      </a:lnTo>
                      <a:lnTo>
                        <a:pt x="38" y="213"/>
                      </a:lnTo>
                      <a:lnTo>
                        <a:pt x="55" y="224"/>
                      </a:lnTo>
                      <a:lnTo>
                        <a:pt x="73" y="232"/>
                      </a:lnTo>
                      <a:lnTo>
                        <a:pt x="92" y="237"/>
                      </a:lnTo>
                      <a:lnTo>
                        <a:pt x="98" y="238"/>
                      </a:lnTo>
                      <a:lnTo>
                        <a:pt x="104" y="235"/>
                      </a:lnTo>
                      <a:lnTo>
                        <a:pt x="109" y="232"/>
                      </a:lnTo>
                      <a:lnTo>
                        <a:pt x="111" y="227"/>
                      </a:lnTo>
                      <a:lnTo>
                        <a:pt x="111" y="222"/>
                      </a:lnTo>
                      <a:lnTo>
                        <a:pt x="110" y="216"/>
                      </a:lnTo>
                      <a:lnTo>
                        <a:pt x="106" y="211"/>
                      </a:lnTo>
                      <a:lnTo>
                        <a:pt x="100" y="209"/>
                      </a:lnTo>
                      <a:lnTo>
                        <a:pt x="82" y="202"/>
                      </a:lnTo>
                      <a:lnTo>
                        <a:pt x="64" y="193"/>
                      </a:lnTo>
                      <a:lnTo>
                        <a:pt x="50" y="180"/>
                      </a:lnTo>
                      <a:lnTo>
                        <a:pt x="39" y="167"/>
                      </a:lnTo>
                      <a:lnTo>
                        <a:pt x="32" y="149"/>
                      </a:lnTo>
                      <a:lnTo>
                        <a:pt x="29" y="131"/>
                      </a:lnTo>
                      <a:lnTo>
                        <a:pt x="29" y="111"/>
                      </a:lnTo>
                      <a:lnTo>
                        <a:pt x="35" y="91"/>
                      </a:lnTo>
                      <a:lnTo>
                        <a:pt x="42" y="76"/>
                      </a:lnTo>
                      <a:lnTo>
                        <a:pt x="51" y="62"/>
                      </a:lnTo>
                      <a:lnTo>
                        <a:pt x="62" y="49"/>
                      </a:lnTo>
                      <a:lnTo>
                        <a:pt x="73" y="38"/>
                      </a:lnTo>
                      <a:lnTo>
                        <a:pt x="84" y="28"/>
                      </a:lnTo>
                      <a:lnTo>
                        <a:pt x="96" y="18"/>
                      </a:lnTo>
                      <a:lnTo>
                        <a:pt x="106" y="9"/>
                      </a:lnTo>
                      <a:lnTo>
                        <a:pt x="114" y="1"/>
                      </a:lnTo>
                      <a:lnTo>
                        <a:pt x="106" y="0"/>
                      </a:lnTo>
                      <a:lnTo>
                        <a:pt x="93" y="6"/>
                      </a:lnTo>
                      <a:lnTo>
                        <a:pt x="76" y="18"/>
                      </a:lnTo>
                      <a:lnTo>
                        <a:pt x="56" y="36"/>
                      </a:lnTo>
                      <a:lnTo>
                        <a:pt x="37" y="57"/>
                      </a:lnTo>
                      <a:lnTo>
                        <a:pt x="20" y="80"/>
                      </a:lnTo>
                      <a:lnTo>
                        <a:pt x="7" y="106"/>
                      </a:lnTo>
                      <a:lnTo>
                        <a:pt x="0" y="130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98594" name="Freeform 1214">
                  <a:extLst>
                    <a:ext uri="{FF2B5EF4-FFF2-40B4-BE49-F238E27FC236}">
                      <a16:creationId xmlns:a16="http://schemas.microsoft.com/office/drawing/2014/main" id="{7F291C36-2973-4F97-968D-11033C4B838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30" y="2639"/>
                  <a:ext cx="87" cy="73"/>
                </a:xfrm>
                <a:custGeom>
                  <a:avLst/>
                  <a:gdLst>
                    <a:gd name="T0" fmla="*/ 0 w 246"/>
                    <a:gd name="T1" fmla="*/ 0 h 310"/>
                    <a:gd name="T2" fmla="*/ 0 w 246"/>
                    <a:gd name="T3" fmla="*/ 0 h 310"/>
                    <a:gd name="T4" fmla="*/ 0 w 246"/>
                    <a:gd name="T5" fmla="*/ 0 h 310"/>
                    <a:gd name="T6" fmla="*/ 0 w 246"/>
                    <a:gd name="T7" fmla="*/ 0 h 310"/>
                    <a:gd name="T8" fmla="*/ 0 w 246"/>
                    <a:gd name="T9" fmla="*/ 0 h 310"/>
                    <a:gd name="T10" fmla="*/ 0 w 246"/>
                    <a:gd name="T11" fmla="*/ 0 h 310"/>
                    <a:gd name="T12" fmla="*/ 0 w 246"/>
                    <a:gd name="T13" fmla="*/ 0 h 310"/>
                    <a:gd name="T14" fmla="*/ 0 w 246"/>
                    <a:gd name="T15" fmla="*/ 0 h 310"/>
                    <a:gd name="T16" fmla="*/ 0 w 246"/>
                    <a:gd name="T17" fmla="*/ 0 h 310"/>
                    <a:gd name="T18" fmla="*/ 0 w 246"/>
                    <a:gd name="T19" fmla="*/ 0 h 310"/>
                    <a:gd name="T20" fmla="*/ 0 w 246"/>
                    <a:gd name="T21" fmla="*/ 0 h 310"/>
                    <a:gd name="T22" fmla="*/ 0 w 246"/>
                    <a:gd name="T23" fmla="*/ 0 h 310"/>
                    <a:gd name="T24" fmla="*/ 0 w 246"/>
                    <a:gd name="T25" fmla="*/ 0 h 310"/>
                    <a:gd name="T26" fmla="*/ 0 w 246"/>
                    <a:gd name="T27" fmla="*/ 0 h 310"/>
                    <a:gd name="T28" fmla="*/ 0 w 246"/>
                    <a:gd name="T29" fmla="*/ 0 h 310"/>
                    <a:gd name="T30" fmla="*/ 0 w 246"/>
                    <a:gd name="T31" fmla="*/ 0 h 310"/>
                    <a:gd name="T32" fmla="*/ 0 w 246"/>
                    <a:gd name="T33" fmla="*/ 0 h 310"/>
                    <a:gd name="T34" fmla="*/ 0 w 246"/>
                    <a:gd name="T35" fmla="*/ 0 h 310"/>
                    <a:gd name="T36" fmla="*/ 0 w 246"/>
                    <a:gd name="T37" fmla="*/ 0 h 310"/>
                    <a:gd name="T38" fmla="*/ 0 w 246"/>
                    <a:gd name="T39" fmla="*/ 0 h 310"/>
                    <a:gd name="T40" fmla="*/ 0 w 246"/>
                    <a:gd name="T41" fmla="*/ 0 h 310"/>
                    <a:gd name="T42" fmla="*/ 0 w 246"/>
                    <a:gd name="T43" fmla="*/ 0 h 310"/>
                    <a:gd name="T44" fmla="*/ 0 w 246"/>
                    <a:gd name="T45" fmla="*/ 0 h 310"/>
                    <a:gd name="T46" fmla="*/ 0 w 246"/>
                    <a:gd name="T47" fmla="*/ 0 h 310"/>
                    <a:gd name="T48" fmla="*/ 0 w 246"/>
                    <a:gd name="T49" fmla="*/ 0 h 310"/>
                    <a:gd name="T50" fmla="*/ 0 w 246"/>
                    <a:gd name="T51" fmla="*/ 0 h 310"/>
                    <a:gd name="T52" fmla="*/ 0 w 246"/>
                    <a:gd name="T53" fmla="*/ 0 h 310"/>
                    <a:gd name="T54" fmla="*/ 0 w 246"/>
                    <a:gd name="T55" fmla="*/ 0 h 310"/>
                    <a:gd name="T56" fmla="*/ 0 w 246"/>
                    <a:gd name="T57" fmla="*/ 0 h 310"/>
                    <a:gd name="T58" fmla="*/ 0 w 246"/>
                    <a:gd name="T59" fmla="*/ 0 h 310"/>
                    <a:gd name="T60" fmla="*/ 0 w 246"/>
                    <a:gd name="T61" fmla="*/ 0 h 310"/>
                    <a:gd name="T62" fmla="*/ 0 w 246"/>
                    <a:gd name="T63" fmla="*/ 0 h 310"/>
                    <a:gd name="T64" fmla="*/ 0 w 246"/>
                    <a:gd name="T65" fmla="*/ 0 h 310"/>
                    <a:gd name="T66" fmla="*/ 0 w 246"/>
                    <a:gd name="T67" fmla="*/ 0 h 310"/>
                    <a:gd name="T68" fmla="*/ 0 w 246"/>
                    <a:gd name="T69" fmla="*/ 0 h 310"/>
                    <a:gd name="T70" fmla="*/ 0 w 246"/>
                    <a:gd name="T71" fmla="*/ 0 h 310"/>
                    <a:gd name="T72" fmla="*/ 0 w 246"/>
                    <a:gd name="T73" fmla="*/ 0 h 310"/>
                    <a:gd name="T74" fmla="*/ 0 w 246"/>
                    <a:gd name="T75" fmla="*/ 0 h 310"/>
                    <a:gd name="T76" fmla="*/ 0 60000 65536"/>
                    <a:gd name="T77" fmla="*/ 0 60000 65536"/>
                    <a:gd name="T78" fmla="*/ 0 60000 65536"/>
                    <a:gd name="T79" fmla="*/ 0 60000 65536"/>
                    <a:gd name="T80" fmla="*/ 0 60000 65536"/>
                    <a:gd name="T81" fmla="*/ 0 60000 65536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w 246"/>
                    <a:gd name="T115" fmla="*/ 0 h 310"/>
                    <a:gd name="T116" fmla="*/ 246 w 246"/>
                    <a:gd name="T117" fmla="*/ 310 h 310"/>
                  </a:gdLst>
                  <a:ahLst/>
                  <a:cxnLst>
                    <a:cxn ang="T76">
                      <a:pos x="T0" y="T1"/>
                    </a:cxn>
                    <a:cxn ang="T77">
                      <a:pos x="T2" y="T3"/>
                    </a:cxn>
                    <a:cxn ang="T78">
                      <a:pos x="T4" y="T5"/>
                    </a:cxn>
                    <a:cxn ang="T79">
                      <a:pos x="T6" y="T7"/>
                    </a:cxn>
                    <a:cxn ang="T80">
                      <a:pos x="T8" y="T9"/>
                    </a:cxn>
                    <a:cxn ang="T81">
                      <a:pos x="T10" y="T11"/>
                    </a:cxn>
                    <a:cxn ang="T82">
                      <a:pos x="T12" y="T13"/>
                    </a:cxn>
                    <a:cxn ang="T83">
                      <a:pos x="T14" y="T15"/>
                    </a:cxn>
                    <a:cxn ang="T84">
                      <a:pos x="T16" y="T17"/>
                    </a:cxn>
                    <a:cxn ang="T85">
                      <a:pos x="T18" y="T19"/>
                    </a:cxn>
                    <a:cxn ang="T86">
                      <a:pos x="T20" y="T21"/>
                    </a:cxn>
                    <a:cxn ang="T87">
                      <a:pos x="T22" y="T23"/>
                    </a:cxn>
                    <a:cxn ang="T88">
                      <a:pos x="T24" y="T25"/>
                    </a:cxn>
                    <a:cxn ang="T89">
                      <a:pos x="T26" y="T27"/>
                    </a:cxn>
                    <a:cxn ang="T90">
                      <a:pos x="T28" y="T29"/>
                    </a:cxn>
                    <a:cxn ang="T91">
                      <a:pos x="T30" y="T31"/>
                    </a:cxn>
                    <a:cxn ang="T92">
                      <a:pos x="T32" y="T33"/>
                    </a:cxn>
                    <a:cxn ang="T93">
                      <a:pos x="T34" y="T35"/>
                    </a:cxn>
                    <a:cxn ang="T94">
                      <a:pos x="T36" y="T37"/>
                    </a:cxn>
                    <a:cxn ang="T95">
                      <a:pos x="T38" y="T39"/>
                    </a:cxn>
                    <a:cxn ang="T96">
                      <a:pos x="T40" y="T41"/>
                    </a:cxn>
                    <a:cxn ang="T97">
                      <a:pos x="T42" y="T43"/>
                    </a:cxn>
                    <a:cxn ang="T98">
                      <a:pos x="T44" y="T45"/>
                    </a:cxn>
                    <a:cxn ang="T99">
                      <a:pos x="T46" y="T47"/>
                    </a:cxn>
                    <a:cxn ang="T100">
                      <a:pos x="T48" y="T49"/>
                    </a:cxn>
                    <a:cxn ang="T101">
                      <a:pos x="T50" y="T51"/>
                    </a:cxn>
                    <a:cxn ang="T102">
                      <a:pos x="T52" y="T53"/>
                    </a:cxn>
                    <a:cxn ang="T103">
                      <a:pos x="T54" y="T55"/>
                    </a:cxn>
                    <a:cxn ang="T104">
                      <a:pos x="T56" y="T57"/>
                    </a:cxn>
                    <a:cxn ang="T105">
                      <a:pos x="T58" y="T59"/>
                    </a:cxn>
                    <a:cxn ang="T106">
                      <a:pos x="T60" y="T61"/>
                    </a:cxn>
                    <a:cxn ang="T107">
                      <a:pos x="T62" y="T63"/>
                    </a:cxn>
                    <a:cxn ang="T108">
                      <a:pos x="T64" y="T65"/>
                    </a:cxn>
                    <a:cxn ang="T109">
                      <a:pos x="T66" y="T67"/>
                    </a:cxn>
                    <a:cxn ang="T110">
                      <a:pos x="T68" y="T69"/>
                    </a:cxn>
                    <a:cxn ang="T111">
                      <a:pos x="T70" y="T71"/>
                    </a:cxn>
                    <a:cxn ang="T112">
                      <a:pos x="T72" y="T73"/>
                    </a:cxn>
                    <a:cxn ang="T113">
                      <a:pos x="T74" y="T75"/>
                    </a:cxn>
                  </a:cxnLst>
                  <a:rect l="T114" t="T115" r="T116" b="T117"/>
                  <a:pathLst>
                    <a:path w="246" h="310">
                      <a:moveTo>
                        <a:pt x="199" y="116"/>
                      </a:moveTo>
                      <a:lnTo>
                        <a:pt x="207" y="124"/>
                      </a:lnTo>
                      <a:lnTo>
                        <a:pt x="214" y="133"/>
                      </a:lnTo>
                      <a:lnTo>
                        <a:pt x="219" y="143"/>
                      </a:lnTo>
                      <a:lnTo>
                        <a:pt x="223" y="154"/>
                      </a:lnTo>
                      <a:lnTo>
                        <a:pt x="225" y="164"/>
                      </a:lnTo>
                      <a:lnTo>
                        <a:pt x="225" y="176"/>
                      </a:lnTo>
                      <a:lnTo>
                        <a:pt x="221" y="187"/>
                      </a:lnTo>
                      <a:lnTo>
                        <a:pt x="216" y="197"/>
                      </a:lnTo>
                      <a:lnTo>
                        <a:pt x="208" y="209"/>
                      </a:lnTo>
                      <a:lnTo>
                        <a:pt x="199" y="219"/>
                      </a:lnTo>
                      <a:lnTo>
                        <a:pt x="188" y="228"/>
                      </a:lnTo>
                      <a:lnTo>
                        <a:pt x="177" y="238"/>
                      </a:lnTo>
                      <a:lnTo>
                        <a:pt x="166" y="246"/>
                      </a:lnTo>
                      <a:lnTo>
                        <a:pt x="154" y="255"/>
                      </a:lnTo>
                      <a:lnTo>
                        <a:pt x="143" y="264"/>
                      </a:lnTo>
                      <a:lnTo>
                        <a:pt x="132" y="274"/>
                      </a:lnTo>
                      <a:lnTo>
                        <a:pt x="129" y="278"/>
                      </a:lnTo>
                      <a:lnTo>
                        <a:pt x="126" y="282"/>
                      </a:lnTo>
                      <a:lnTo>
                        <a:pt x="124" y="287"/>
                      </a:lnTo>
                      <a:lnTo>
                        <a:pt x="121" y="292"/>
                      </a:lnTo>
                      <a:lnTo>
                        <a:pt x="120" y="296"/>
                      </a:lnTo>
                      <a:lnTo>
                        <a:pt x="120" y="301"/>
                      </a:lnTo>
                      <a:lnTo>
                        <a:pt x="121" y="305"/>
                      </a:lnTo>
                      <a:lnTo>
                        <a:pt x="125" y="309"/>
                      </a:lnTo>
                      <a:lnTo>
                        <a:pt x="130" y="310"/>
                      </a:lnTo>
                      <a:lnTo>
                        <a:pt x="134" y="310"/>
                      </a:lnTo>
                      <a:lnTo>
                        <a:pt x="139" y="309"/>
                      </a:lnTo>
                      <a:lnTo>
                        <a:pt x="143" y="305"/>
                      </a:lnTo>
                      <a:lnTo>
                        <a:pt x="154" y="293"/>
                      </a:lnTo>
                      <a:lnTo>
                        <a:pt x="167" y="280"/>
                      </a:lnTo>
                      <a:lnTo>
                        <a:pt x="180" y="269"/>
                      </a:lnTo>
                      <a:lnTo>
                        <a:pt x="194" y="257"/>
                      </a:lnTo>
                      <a:lnTo>
                        <a:pt x="207" y="246"/>
                      </a:lnTo>
                      <a:lnTo>
                        <a:pt x="219" y="233"/>
                      </a:lnTo>
                      <a:lnTo>
                        <a:pt x="231" y="219"/>
                      </a:lnTo>
                      <a:lnTo>
                        <a:pt x="239" y="204"/>
                      </a:lnTo>
                      <a:lnTo>
                        <a:pt x="245" y="187"/>
                      </a:lnTo>
                      <a:lnTo>
                        <a:pt x="246" y="170"/>
                      </a:lnTo>
                      <a:lnTo>
                        <a:pt x="242" y="153"/>
                      </a:lnTo>
                      <a:lnTo>
                        <a:pt x="236" y="136"/>
                      </a:lnTo>
                      <a:lnTo>
                        <a:pt x="227" y="120"/>
                      </a:lnTo>
                      <a:lnTo>
                        <a:pt x="215" y="107"/>
                      </a:lnTo>
                      <a:lnTo>
                        <a:pt x="201" y="94"/>
                      </a:lnTo>
                      <a:lnTo>
                        <a:pt x="187" y="82"/>
                      </a:lnTo>
                      <a:lnTo>
                        <a:pt x="177" y="74"/>
                      </a:lnTo>
                      <a:lnTo>
                        <a:pt x="165" y="68"/>
                      </a:lnTo>
                      <a:lnTo>
                        <a:pt x="152" y="60"/>
                      </a:lnTo>
                      <a:lnTo>
                        <a:pt x="139" y="51"/>
                      </a:lnTo>
                      <a:lnTo>
                        <a:pt x="126" y="43"/>
                      </a:lnTo>
                      <a:lnTo>
                        <a:pt x="112" y="35"/>
                      </a:lnTo>
                      <a:lnTo>
                        <a:pt x="98" y="28"/>
                      </a:lnTo>
                      <a:lnTo>
                        <a:pt x="85" y="22"/>
                      </a:lnTo>
                      <a:lnTo>
                        <a:pt x="72" y="16"/>
                      </a:lnTo>
                      <a:lnTo>
                        <a:pt x="59" y="10"/>
                      </a:lnTo>
                      <a:lnTo>
                        <a:pt x="46" y="7"/>
                      </a:lnTo>
                      <a:lnTo>
                        <a:pt x="35" y="3"/>
                      </a:lnTo>
                      <a:lnTo>
                        <a:pt x="24" y="1"/>
                      </a:lnTo>
                      <a:lnTo>
                        <a:pt x="15" y="0"/>
                      </a:lnTo>
                      <a:lnTo>
                        <a:pt x="7" y="1"/>
                      </a:lnTo>
                      <a:lnTo>
                        <a:pt x="0" y="3"/>
                      </a:lnTo>
                      <a:lnTo>
                        <a:pt x="8" y="6"/>
                      </a:lnTo>
                      <a:lnTo>
                        <a:pt x="17" y="9"/>
                      </a:lnTo>
                      <a:lnTo>
                        <a:pt x="28" y="14"/>
                      </a:lnTo>
                      <a:lnTo>
                        <a:pt x="38" y="18"/>
                      </a:lnTo>
                      <a:lnTo>
                        <a:pt x="51" y="24"/>
                      </a:lnTo>
                      <a:lnTo>
                        <a:pt x="64" y="30"/>
                      </a:lnTo>
                      <a:lnTo>
                        <a:pt x="78" y="37"/>
                      </a:lnTo>
                      <a:lnTo>
                        <a:pt x="92" y="43"/>
                      </a:lnTo>
                      <a:lnTo>
                        <a:pt x="106" y="51"/>
                      </a:lnTo>
                      <a:lnTo>
                        <a:pt x="120" y="60"/>
                      </a:lnTo>
                      <a:lnTo>
                        <a:pt x="134" y="69"/>
                      </a:lnTo>
                      <a:lnTo>
                        <a:pt x="148" y="78"/>
                      </a:lnTo>
                      <a:lnTo>
                        <a:pt x="163" y="87"/>
                      </a:lnTo>
                      <a:lnTo>
                        <a:pt x="175" y="96"/>
                      </a:lnTo>
                      <a:lnTo>
                        <a:pt x="187" y="105"/>
                      </a:lnTo>
                      <a:lnTo>
                        <a:pt x="199" y="116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98595" name="Freeform 1215">
                  <a:extLst>
                    <a:ext uri="{FF2B5EF4-FFF2-40B4-BE49-F238E27FC236}">
                      <a16:creationId xmlns:a16="http://schemas.microsoft.com/office/drawing/2014/main" id="{D1F7C64B-4D5D-470E-9878-97A9AF4A027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115" y="2660"/>
                  <a:ext cx="69" cy="55"/>
                </a:xfrm>
                <a:custGeom>
                  <a:avLst/>
                  <a:gdLst>
                    <a:gd name="T0" fmla="*/ 0 w 198"/>
                    <a:gd name="T1" fmla="*/ 0 h 236"/>
                    <a:gd name="T2" fmla="*/ 0 w 198"/>
                    <a:gd name="T3" fmla="*/ 0 h 236"/>
                    <a:gd name="T4" fmla="*/ 0 w 198"/>
                    <a:gd name="T5" fmla="*/ 0 h 236"/>
                    <a:gd name="T6" fmla="*/ 0 w 198"/>
                    <a:gd name="T7" fmla="*/ 0 h 236"/>
                    <a:gd name="T8" fmla="*/ 0 w 198"/>
                    <a:gd name="T9" fmla="*/ 0 h 236"/>
                    <a:gd name="T10" fmla="*/ 0 w 198"/>
                    <a:gd name="T11" fmla="*/ 0 h 236"/>
                    <a:gd name="T12" fmla="*/ 0 w 198"/>
                    <a:gd name="T13" fmla="*/ 0 h 236"/>
                    <a:gd name="T14" fmla="*/ 0 w 198"/>
                    <a:gd name="T15" fmla="*/ 0 h 236"/>
                    <a:gd name="T16" fmla="*/ 0 w 198"/>
                    <a:gd name="T17" fmla="*/ 0 h 236"/>
                    <a:gd name="T18" fmla="*/ 0 w 198"/>
                    <a:gd name="T19" fmla="*/ 0 h 236"/>
                    <a:gd name="T20" fmla="*/ 0 w 198"/>
                    <a:gd name="T21" fmla="*/ 0 h 236"/>
                    <a:gd name="T22" fmla="*/ 0 w 198"/>
                    <a:gd name="T23" fmla="*/ 0 h 236"/>
                    <a:gd name="T24" fmla="*/ 0 w 198"/>
                    <a:gd name="T25" fmla="*/ 0 h 236"/>
                    <a:gd name="T26" fmla="*/ 0 w 198"/>
                    <a:gd name="T27" fmla="*/ 0 h 236"/>
                    <a:gd name="T28" fmla="*/ 0 w 198"/>
                    <a:gd name="T29" fmla="*/ 0 h 236"/>
                    <a:gd name="T30" fmla="*/ 0 w 198"/>
                    <a:gd name="T31" fmla="*/ 0 h 236"/>
                    <a:gd name="T32" fmla="*/ 0 w 198"/>
                    <a:gd name="T33" fmla="*/ 0 h 236"/>
                    <a:gd name="T34" fmla="*/ 0 w 198"/>
                    <a:gd name="T35" fmla="*/ 0 h 236"/>
                    <a:gd name="T36" fmla="*/ 0 w 198"/>
                    <a:gd name="T37" fmla="*/ 0 h 236"/>
                    <a:gd name="T38" fmla="*/ 0 w 198"/>
                    <a:gd name="T39" fmla="*/ 0 h 236"/>
                    <a:gd name="T40" fmla="*/ 0 w 198"/>
                    <a:gd name="T41" fmla="*/ 0 h 236"/>
                    <a:gd name="T42" fmla="*/ 0 w 198"/>
                    <a:gd name="T43" fmla="*/ 0 h 236"/>
                    <a:gd name="T44" fmla="*/ 0 w 198"/>
                    <a:gd name="T45" fmla="*/ 0 h 236"/>
                    <a:gd name="T46" fmla="*/ 0 w 198"/>
                    <a:gd name="T47" fmla="*/ 0 h 236"/>
                    <a:gd name="T48" fmla="*/ 0 w 198"/>
                    <a:gd name="T49" fmla="*/ 0 h 236"/>
                    <a:gd name="T50" fmla="*/ 0 w 198"/>
                    <a:gd name="T51" fmla="*/ 0 h 236"/>
                    <a:gd name="T52" fmla="*/ 0 w 198"/>
                    <a:gd name="T53" fmla="*/ 0 h 236"/>
                    <a:gd name="T54" fmla="*/ 0 w 198"/>
                    <a:gd name="T55" fmla="*/ 0 h 236"/>
                    <a:gd name="T56" fmla="*/ 0 w 198"/>
                    <a:gd name="T57" fmla="*/ 0 h 236"/>
                    <a:gd name="T58" fmla="*/ 0 w 198"/>
                    <a:gd name="T59" fmla="*/ 0 h 236"/>
                    <a:gd name="T60" fmla="*/ 0 w 198"/>
                    <a:gd name="T61" fmla="*/ 0 h 236"/>
                    <a:gd name="T62" fmla="*/ 0 w 198"/>
                    <a:gd name="T63" fmla="*/ 0 h 236"/>
                    <a:gd name="T64" fmla="*/ 0 w 198"/>
                    <a:gd name="T65" fmla="*/ 0 h 236"/>
                    <a:gd name="T66" fmla="*/ 0 w 198"/>
                    <a:gd name="T67" fmla="*/ 0 h 236"/>
                    <a:gd name="T68" fmla="*/ 0 w 198"/>
                    <a:gd name="T69" fmla="*/ 0 h 236"/>
                    <a:gd name="T70" fmla="*/ 0 w 198"/>
                    <a:gd name="T71" fmla="*/ 0 h 236"/>
                    <a:gd name="T72" fmla="*/ 0 w 198"/>
                    <a:gd name="T73" fmla="*/ 0 h 236"/>
                    <a:gd name="T74" fmla="*/ 0 w 198"/>
                    <a:gd name="T75" fmla="*/ 0 h 236"/>
                    <a:gd name="T76" fmla="*/ 0 w 198"/>
                    <a:gd name="T77" fmla="*/ 0 h 236"/>
                    <a:gd name="T78" fmla="*/ 0 w 198"/>
                    <a:gd name="T79" fmla="*/ 0 h 236"/>
                    <a:gd name="T80" fmla="*/ 0 w 198"/>
                    <a:gd name="T81" fmla="*/ 0 h 236"/>
                    <a:gd name="T82" fmla="*/ 0 w 198"/>
                    <a:gd name="T83" fmla="*/ 0 h 236"/>
                    <a:gd name="T84" fmla="*/ 0 w 198"/>
                    <a:gd name="T85" fmla="*/ 0 h 236"/>
                    <a:gd name="T86" fmla="*/ 0 w 198"/>
                    <a:gd name="T87" fmla="*/ 0 h 236"/>
                    <a:gd name="T88" fmla="*/ 0 w 198"/>
                    <a:gd name="T89" fmla="*/ 0 h 236"/>
                    <a:gd name="T90" fmla="*/ 0 w 198"/>
                    <a:gd name="T91" fmla="*/ 0 h 236"/>
                    <a:gd name="T92" fmla="*/ 0 w 198"/>
                    <a:gd name="T93" fmla="*/ 0 h 236"/>
                    <a:gd name="T94" fmla="*/ 0 w 198"/>
                    <a:gd name="T95" fmla="*/ 0 h 236"/>
                    <a:gd name="T96" fmla="*/ 0 w 198"/>
                    <a:gd name="T97" fmla="*/ 0 h 236"/>
                    <a:gd name="T98" fmla="*/ 0 w 198"/>
                    <a:gd name="T99" fmla="*/ 0 h 236"/>
                    <a:gd name="T100" fmla="*/ 0 w 198"/>
                    <a:gd name="T101" fmla="*/ 0 h 236"/>
                    <a:gd name="T102" fmla="*/ 0 w 198"/>
                    <a:gd name="T103" fmla="*/ 0 h 236"/>
                    <a:gd name="T104" fmla="*/ 0 w 198"/>
                    <a:gd name="T105" fmla="*/ 0 h 236"/>
                    <a:gd name="T106" fmla="*/ 0 w 198"/>
                    <a:gd name="T107" fmla="*/ 0 h 236"/>
                    <a:gd name="T108" fmla="*/ 0 w 198"/>
                    <a:gd name="T109" fmla="*/ 0 h 236"/>
                    <a:gd name="T110" fmla="*/ 0 w 198"/>
                    <a:gd name="T111" fmla="*/ 0 h 236"/>
                    <a:gd name="T112" fmla="*/ 0 w 198"/>
                    <a:gd name="T113" fmla="*/ 0 h 236"/>
                    <a:gd name="T114" fmla="*/ 0 w 198"/>
                    <a:gd name="T115" fmla="*/ 0 h 236"/>
                    <a:gd name="T116" fmla="*/ 0 w 198"/>
                    <a:gd name="T117" fmla="*/ 0 h 236"/>
                    <a:gd name="T118" fmla="*/ 0 w 198"/>
                    <a:gd name="T119" fmla="*/ 0 h 236"/>
                    <a:gd name="T120" fmla="*/ 0 w 198"/>
                    <a:gd name="T121" fmla="*/ 0 h 2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60000 65536"/>
                    <a:gd name="T148" fmla="*/ 0 60000 65536"/>
                    <a:gd name="T149" fmla="*/ 0 60000 65536"/>
                    <a:gd name="T150" fmla="*/ 0 60000 65536"/>
                    <a:gd name="T151" fmla="*/ 0 60000 65536"/>
                    <a:gd name="T152" fmla="*/ 0 60000 65536"/>
                    <a:gd name="T153" fmla="*/ 0 60000 65536"/>
                    <a:gd name="T154" fmla="*/ 0 60000 65536"/>
                    <a:gd name="T155" fmla="*/ 0 60000 65536"/>
                    <a:gd name="T156" fmla="*/ 0 60000 65536"/>
                    <a:gd name="T157" fmla="*/ 0 60000 65536"/>
                    <a:gd name="T158" fmla="*/ 0 60000 65536"/>
                    <a:gd name="T159" fmla="*/ 0 60000 65536"/>
                    <a:gd name="T160" fmla="*/ 0 60000 65536"/>
                    <a:gd name="T161" fmla="*/ 0 60000 65536"/>
                    <a:gd name="T162" fmla="*/ 0 60000 65536"/>
                    <a:gd name="T163" fmla="*/ 0 60000 65536"/>
                    <a:gd name="T164" fmla="*/ 0 60000 65536"/>
                    <a:gd name="T165" fmla="*/ 0 60000 65536"/>
                    <a:gd name="T166" fmla="*/ 0 60000 65536"/>
                    <a:gd name="T167" fmla="*/ 0 60000 65536"/>
                    <a:gd name="T168" fmla="*/ 0 60000 65536"/>
                    <a:gd name="T169" fmla="*/ 0 60000 65536"/>
                    <a:gd name="T170" fmla="*/ 0 60000 65536"/>
                    <a:gd name="T171" fmla="*/ 0 60000 65536"/>
                    <a:gd name="T172" fmla="*/ 0 60000 65536"/>
                    <a:gd name="T173" fmla="*/ 0 60000 65536"/>
                    <a:gd name="T174" fmla="*/ 0 60000 65536"/>
                    <a:gd name="T175" fmla="*/ 0 60000 65536"/>
                    <a:gd name="T176" fmla="*/ 0 60000 65536"/>
                    <a:gd name="T177" fmla="*/ 0 60000 65536"/>
                    <a:gd name="T178" fmla="*/ 0 60000 65536"/>
                    <a:gd name="T179" fmla="*/ 0 60000 65536"/>
                    <a:gd name="T180" fmla="*/ 0 60000 65536"/>
                    <a:gd name="T181" fmla="*/ 0 60000 65536"/>
                    <a:gd name="T182" fmla="*/ 0 60000 65536"/>
                    <a:gd name="T183" fmla="*/ 0 w 198"/>
                    <a:gd name="T184" fmla="*/ 0 h 236"/>
                    <a:gd name="T185" fmla="*/ 198 w 198"/>
                    <a:gd name="T186" fmla="*/ 236 h 236"/>
                  </a:gdLst>
                  <a:ahLst/>
                  <a:cxnLst>
                    <a:cxn ang="T122">
                      <a:pos x="T0" y="T1"/>
                    </a:cxn>
                    <a:cxn ang="T123">
                      <a:pos x="T2" y="T3"/>
                    </a:cxn>
                    <a:cxn ang="T124">
                      <a:pos x="T4" y="T5"/>
                    </a:cxn>
                    <a:cxn ang="T125">
                      <a:pos x="T6" y="T7"/>
                    </a:cxn>
                    <a:cxn ang="T126">
                      <a:pos x="T8" y="T9"/>
                    </a:cxn>
                    <a:cxn ang="T127">
                      <a:pos x="T10" y="T11"/>
                    </a:cxn>
                    <a:cxn ang="T128">
                      <a:pos x="T12" y="T13"/>
                    </a:cxn>
                    <a:cxn ang="T129">
                      <a:pos x="T14" y="T15"/>
                    </a:cxn>
                    <a:cxn ang="T130">
                      <a:pos x="T16" y="T17"/>
                    </a:cxn>
                    <a:cxn ang="T131">
                      <a:pos x="T18" y="T19"/>
                    </a:cxn>
                    <a:cxn ang="T132">
                      <a:pos x="T20" y="T21"/>
                    </a:cxn>
                    <a:cxn ang="T133">
                      <a:pos x="T22" y="T23"/>
                    </a:cxn>
                    <a:cxn ang="T134">
                      <a:pos x="T24" y="T25"/>
                    </a:cxn>
                    <a:cxn ang="T135">
                      <a:pos x="T26" y="T27"/>
                    </a:cxn>
                    <a:cxn ang="T136">
                      <a:pos x="T28" y="T29"/>
                    </a:cxn>
                    <a:cxn ang="T137">
                      <a:pos x="T30" y="T31"/>
                    </a:cxn>
                    <a:cxn ang="T138">
                      <a:pos x="T32" y="T33"/>
                    </a:cxn>
                    <a:cxn ang="T139">
                      <a:pos x="T34" y="T35"/>
                    </a:cxn>
                    <a:cxn ang="T140">
                      <a:pos x="T36" y="T37"/>
                    </a:cxn>
                    <a:cxn ang="T141">
                      <a:pos x="T38" y="T39"/>
                    </a:cxn>
                    <a:cxn ang="T142">
                      <a:pos x="T40" y="T41"/>
                    </a:cxn>
                    <a:cxn ang="T143">
                      <a:pos x="T42" y="T43"/>
                    </a:cxn>
                    <a:cxn ang="T144">
                      <a:pos x="T44" y="T45"/>
                    </a:cxn>
                    <a:cxn ang="T145">
                      <a:pos x="T46" y="T47"/>
                    </a:cxn>
                    <a:cxn ang="T146">
                      <a:pos x="T48" y="T49"/>
                    </a:cxn>
                    <a:cxn ang="T147">
                      <a:pos x="T50" y="T51"/>
                    </a:cxn>
                    <a:cxn ang="T148">
                      <a:pos x="T52" y="T53"/>
                    </a:cxn>
                    <a:cxn ang="T149">
                      <a:pos x="T54" y="T55"/>
                    </a:cxn>
                    <a:cxn ang="T150">
                      <a:pos x="T56" y="T57"/>
                    </a:cxn>
                    <a:cxn ang="T151">
                      <a:pos x="T58" y="T59"/>
                    </a:cxn>
                    <a:cxn ang="T152">
                      <a:pos x="T60" y="T61"/>
                    </a:cxn>
                    <a:cxn ang="T153">
                      <a:pos x="T62" y="T63"/>
                    </a:cxn>
                    <a:cxn ang="T154">
                      <a:pos x="T64" y="T65"/>
                    </a:cxn>
                    <a:cxn ang="T155">
                      <a:pos x="T66" y="T67"/>
                    </a:cxn>
                    <a:cxn ang="T156">
                      <a:pos x="T68" y="T69"/>
                    </a:cxn>
                    <a:cxn ang="T157">
                      <a:pos x="T70" y="T71"/>
                    </a:cxn>
                    <a:cxn ang="T158">
                      <a:pos x="T72" y="T73"/>
                    </a:cxn>
                    <a:cxn ang="T159">
                      <a:pos x="T74" y="T75"/>
                    </a:cxn>
                    <a:cxn ang="T160">
                      <a:pos x="T76" y="T77"/>
                    </a:cxn>
                    <a:cxn ang="T161">
                      <a:pos x="T78" y="T79"/>
                    </a:cxn>
                    <a:cxn ang="T162">
                      <a:pos x="T80" y="T81"/>
                    </a:cxn>
                    <a:cxn ang="T163">
                      <a:pos x="T82" y="T83"/>
                    </a:cxn>
                    <a:cxn ang="T164">
                      <a:pos x="T84" y="T85"/>
                    </a:cxn>
                    <a:cxn ang="T165">
                      <a:pos x="T86" y="T87"/>
                    </a:cxn>
                    <a:cxn ang="T166">
                      <a:pos x="T88" y="T89"/>
                    </a:cxn>
                    <a:cxn ang="T167">
                      <a:pos x="T90" y="T91"/>
                    </a:cxn>
                    <a:cxn ang="T168">
                      <a:pos x="T92" y="T93"/>
                    </a:cxn>
                    <a:cxn ang="T169">
                      <a:pos x="T94" y="T95"/>
                    </a:cxn>
                    <a:cxn ang="T170">
                      <a:pos x="T96" y="T97"/>
                    </a:cxn>
                    <a:cxn ang="T171">
                      <a:pos x="T98" y="T99"/>
                    </a:cxn>
                    <a:cxn ang="T172">
                      <a:pos x="T100" y="T101"/>
                    </a:cxn>
                    <a:cxn ang="T173">
                      <a:pos x="T102" y="T103"/>
                    </a:cxn>
                    <a:cxn ang="T174">
                      <a:pos x="T104" y="T105"/>
                    </a:cxn>
                    <a:cxn ang="T175">
                      <a:pos x="T106" y="T107"/>
                    </a:cxn>
                    <a:cxn ang="T176">
                      <a:pos x="T108" y="T109"/>
                    </a:cxn>
                    <a:cxn ang="T177">
                      <a:pos x="T110" y="T111"/>
                    </a:cxn>
                    <a:cxn ang="T178">
                      <a:pos x="T112" y="T113"/>
                    </a:cxn>
                    <a:cxn ang="T179">
                      <a:pos x="T114" y="T115"/>
                    </a:cxn>
                    <a:cxn ang="T180">
                      <a:pos x="T116" y="T117"/>
                    </a:cxn>
                    <a:cxn ang="T181">
                      <a:pos x="T118" y="T119"/>
                    </a:cxn>
                    <a:cxn ang="T182">
                      <a:pos x="T120" y="T121"/>
                    </a:cxn>
                  </a:cxnLst>
                  <a:rect l="T183" t="T184" r="T185" b="T186"/>
                  <a:pathLst>
                    <a:path w="198" h="236">
                      <a:moveTo>
                        <a:pt x="73" y="36"/>
                      </a:moveTo>
                      <a:lnTo>
                        <a:pt x="58" y="46"/>
                      </a:lnTo>
                      <a:lnTo>
                        <a:pt x="46" y="58"/>
                      </a:lnTo>
                      <a:lnTo>
                        <a:pt x="33" y="72"/>
                      </a:lnTo>
                      <a:lnTo>
                        <a:pt x="22" y="85"/>
                      </a:lnTo>
                      <a:lnTo>
                        <a:pt x="14" y="100"/>
                      </a:lnTo>
                      <a:lnTo>
                        <a:pt x="7" y="115"/>
                      </a:lnTo>
                      <a:lnTo>
                        <a:pt x="2" y="130"/>
                      </a:lnTo>
                      <a:lnTo>
                        <a:pt x="0" y="146"/>
                      </a:lnTo>
                      <a:lnTo>
                        <a:pt x="2" y="170"/>
                      </a:lnTo>
                      <a:lnTo>
                        <a:pt x="12" y="190"/>
                      </a:lnTo>
                      <a:lnTo>
                        <a:pt x="26" y="207"/>
                      </a:lnTo>
                      <a:lnTo>
                        <a:pt x="43" y="220"/>
                      </a:lnTo>
                      <a:lnTo>
                        <a:pt x="64" y="229"/>
                      </a:lnTo>
                      <a:lnTo>
                        <a:pt x="88" y="235"/>
                      </a:lnTo>
                      <a:lnTo>
                        <a:pt x="110" y="236"/>
                      </a:lnTo>
                      <a:lnTo>
                        <a:pt x="132" y="232"/>
                      </a:lnTo>
                      <a:lnTo>
                        <a:pt x="137" y="232"/>
                      </a:lnTo>
                      <a:lnTo>
                        <a:pt x="142" y="230"/>
                      </a:lnTo>
                      <a:lnTo>
                        <a:pt x="145" y="226"/>
                      </a:lnTo>
                      <a:lnTo>
                        <a:pt x="146" y="221"/>
                      </a:lnTo>
                      <a:lnTo>
                        <a:pt x="145" y="219"/>
                      </a:lnTo>
                      <a:lnTo>
                        <a:pt x="142" y="219"/>
                      </a:lnTo>
                      <a:lnTo>
                        <a:pt x="137" y="217"/>
                      </a:lnTo>
                      <a:lnTo>
                        <a:pt x="131" y="217"/>
                      </a:lnTo>
                      <a:lnTo>
                        <a:pt x="124" y="217"/>
                      </a:lnTo>
                      <a:lnTo>
                        <a:pt x="118" y="217"/>
                      </a:lnTo>
                      <a:lnTo>
                        <a:pt x="112" y="217"/>
                      </a:lnTo>
                      <a:lnTo>
                        <a:pt x="109" y="217"/>
                      </a:lnTo>
                      <a:lnTo>
                        <a:pt x="97" y="216"/>
                      </a:lnTo>
                      <a:lnTo>
                        <a:pt x="87" y="215"/>
                      </a:lnTo>
                      <a:lnTo>
                        <a:pt x="75" y="214"/>
                      </a:lnTo>
                      <a:lnTo>
                        <a:pt x="63" y="211"/>
                      </a:lnTo>
                      <a:lnTo>
                        <a:pt x="51" y="207"/>
                      </a:lnTo>
                      <a:lnTo>
                        <a:pt x="40" y="199"/>
                      </a:lnTo>
                      <a:lnTo>
                        <a:pt x="29" y="189"/>
                      </a:lnTo>
                      <a:lnTo>
                        <a:pt x="17" y="174"/>
                      </a:lnTo>
                      <a:lnTo>
                        <a:pt x="15" y="157"/>
                      </a:lnTo>
                      <a:lnTo>
                        <a:pt x="16" y="141"/>
                      </a:lnTo>
                      <a:lnTo>
                        <a:pt x="21" y="124"/>
                      </a:lnTo>
                      <a:lnTo>
                        <a:pt x="28" y="109"/>
                      </a:lnTo>
                      <a:lnTo>
                        <a:pt x="39" y="96"/>
                      </a:lnTo>
                      <a:lnTo>
                        <a:pt x="50" y="82"/>
                      </a:lnTo>
                      <a:lnTo>
                        <a:pt x="63" y="70"/>
                      </a:lnTo>
                      <a:lnTo>
                        <a:pt x="78" y="59"/>
                      </a:lnTo>
                      <a:lnTo>
                        <a:pt x="94" y="49"/>
                      </a:lnTo>
                      <a:lnTo>
                        <a:pt x="110" y="39"/>
                      </a:lnTo>
                      <a:lnTo>
                        <a:pt x="126" y="31"/>
                      </a:lnTo>
                      <a:lnTo>
                        <a:pt x="142" y="24"/>
                      </a:lnTo>
                      <a:lnTo>
                        <a:pt x="158" y="19"/>
                      </a:lnTo>
                      <a:lnTo>
                        <a:pt x="172" y="13"/>
                      </a:lnTo>
                      <a:lnTo>
                        <a:pt x="186" y="10"/>
                      </a:lnTo>
                      <a:lnTo>
                        <a:pt x="198" y="7"/>
                      </a:lnTo>
                      <a:lnTo>
                        <a:pt x="190" y="3"/>
                      </a:lnTo>
                      <a:lnTo>
                        <a:pt x="177" y="0"/>
                      </a:lnTo>
                      <a:lnTo>
                        <a:pt x="162" y="3"/>
                      </a:lnTo>
                      <a:lnTo>
                        <a:pt x="144" y="6"/>
                      </a:lnTo>
                      <a:lnTo>
                        <a:pt x="124" y="12"/>
                      </a:lnTo>
                      <a:lnTo>
                        <a:pt x="105" y="19"/>
                      </a:lnTo>
                      <a:lnTo>
                        <a:pt x="88" y="28"/>
                      </a:lnTo>
                      <a:lnTo>
                        <a:pt x="73" y="3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98596" name="Freeform 1216">
                  <a:extLst>
                    <a:ext uri="{FF2B5EF4-FFF2-40B4-BE49-F238E27FC236}">
                      <a16:creationId xmlns:a16="http://schemas.microsoft.com/office/drawing/2014/main" id="{C124A2A4-E33F-446C-BED8-6A652A1A40F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33" y="2660"/>
                  <a:ext cx="47" cy="42"/>
                </a:xfrm>
                <a:custGeom>
                  <a:avLst/>
                  <a:gdLst>
                    <a:gd name="T0" fmla="*/ 0 w 128"/>
                    <a:gd name="T1" fmla="*/ 0 h 183"/>
                    <a:gd name="T2" fmla="*/ 0 w 128"/>
                    <a:gd name="T3" fmla="*/ 0 h 183"/>
                    <a:gd name="T4" fmla="*/ 0 w 128"/>
                    <a:gd name="T5" fmla="*/ 0 h 183"/>
                    <a:gd name="T6" fmla="*/ 0 w 128"/>
                    <a:gd name="T7" fmla="*/ 0 h 183"/>
                    <a:gd name="T8" fmla="*/ 0 w 128"/>
                    <a:gd name="T9" fmla="*/ 0 h 183"/>
                    <a:gd name="T10" fmla="*/ 0 w 128"/>
                    <a:gd name="T11" fmla="*/ 0 h 183"/>
                    <a:gd name="T12" fmla="*/ 0 w 128"/>
                    <a:gd name="T13" fmla="*/ 0 h 183"/>
                    <a:gd name="T14" fmla="*/ 0 w 128"/>
                    <a:gd name="T15" fmla="*/ 0 h 183"/>
                    <a:gd name="T16" fmla="*/ 0 w 128"/>
                    <a:gd name="T17" fmla="*/ 0 h 183"/>
                    <a:gd name="T18" fmla="*/ 0 w 128"/>
                    <a:gd name="T19" fmla="*/ 0 h 183"/>
                    <a:gd name="T20" fmla="*/ 0 w 128"/>
                    <a:gd name="T21" fmla="*/ 0 h 183"/>
                    <a:gd name="T22" fmla="*/ 0 w 128"/>
                    <a:gd name="T23" fmla="*/ 0 h 183"/>
                    <a:gd name="T24" fmla="*/ 0 w 128"/>
                    <a:gd name="T25" fmla="*/ 0 h 183"/>
                    <a:gd name="T26" fmla="*/ 0 w 128"/>
                    <a:gd name="T27" fmla="*/ 0 h 183"/>
                    <a:gd name="T28" fmla="*/ 0 w 128"/>
                    <a:gd name="T29" fmla="*/ 0 h 183"/>
                    <a:gd name="T30" fmla="*/ 0 w 128"/>
                    <a:gd name="T31" fmla="*/ 0 h 183"/>
                    <a:gd name="T32" fmla="*/ 0 w 128"/>
                    <a:gd name="T33" fmla="*/ 0 h 183"/>
                    <a:gd name="T34" fmla="*/ 0 w 128"/>
                    <a:gd name="T35" fmla="*/ 0 h 183"/>
                    <a:gd name="T36" fmla="*/ 0 w 128"/>
                    <a:gd name="T37" fmla="*/ 0 h 183"/>
                    <a:gd name="T38" fmla="*/ 0 w 128"/>
                    <a:gd name="T39" fmla="*/ 0 h 183"/>
                    <a:gd name="T40" fmla="*/ 0 w 128"/>
                    <a:gd name="T41" fmla="*/ 0 h 183"/>
                    <a:gd name="T42" fmla="*/ 0 w 128"/>
                    <a:gd name="T43" fmla="*/ 0 h 183"/>
                    <a:gd name="T44" fmla="*/ 0 w 128"/>
                    <a:gd name="T45" fmla="*/ 0 h 183"/>
                    <a:gd name="T46" fmla="*/ 0 w 128"/>
                    <a:gd name="T47" fmla="*/ 0 h 183"/>
                    <a:gd name="T48" fmla="*/ 0 w 128"/>
                    <a:gd name="T49" fmla="*/ 0 h 183"/>
                    <a:gd name="T50" fmla="*/ 0 w 128"/>
                    <a:gd name="T51" fmla="*/ 0 h 183"/>
                    <a:gd name="T52" fmla="*/ 0 w 128"/>
                    <a:gd name="T53" fmla="*/ 0 h 183"/>
                    <a:gd name="T54" fmla="*/ 0 w 128"/>
                    <a:gd name="T55" fmla="*/ 0 h 183"/>
                    <a:gd name="T56" fmla="*/ 0 w 128"/>
                    <a:gd name="T57" fmla="*/ 0 h 183"/>
                    <a:gd name="T58" fmla="*/ 0 w 128"/>
                    <a:gd name="T59" fmla="*/ 0 h 183"/>
                    <a:gd name="T60" fmla="*/ 0 w 128"/>
                    <a:gd name="T61" fmla="*/ 0 h 183"/>
                    <a:gd name="T62" fmla="*/ 0 w 128"/>
                    <a:gd name="T63" fmla="*/ 0 h 183"/>
                    <a:gd name="T64" fmla="*/ 0 w 128"/>
                    <a:gd name="T65" fmla="*/ 0 h 183"/>
                    <a:gd name="T66" fmla="*/ 0 w 128"/>
                    <a:gd name="T67" fmla="*/ 0 h 183"/>
                    <a:gd name="T68" fmla="*/ 0 w 128"/>
                    <a:gd name="T69" fmla="*/ 0 h 183"/>
                    <a:gd name="T70" fmla="*/ 0 w 128"/>
                    <a:gd name="T71" fmla="*/ 0 h 183"/>
                    <a:gd name="T72" fmla="*/ 0 w 128"/>
                    <a:gd name="T73" fmla="*/ 0 h 183"/>
                    <a:gd name="T74" fmla="*/ 0 w 128"/>
                    <a:gd name="T75" fmla="*/ 0 h 183"/>
                    <a:gd name="T76" fmla="*/ 0 w 128"/>
                    <a:gd name="T77" fmla="*/ 0 h 183"/>
                    <a:gd name="T78" fmla="*/ 0 w 128"/>
                    <a:gd name="T79" fmla="*/ 0 h 183"/>
                    <a:gd name="T80" fmla="*/ 0 w 128"/>
                    <a:gd name="T81" fmla="*/ 0 h 183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w 128"/>
                    <a:gd name="T124" fmla="*/ 0 h 183"/>
                    <a:gd name="T125" fmla="*/ 128 w 128"/>
                    <a:gd name="T126" fmla="*/ 183 h 183"/>
                  </a:gdLst>
                  <a:ahLst/>
                  <a:cxnLst>
                    <a:cxn ang="T82">
                      <a:pos x="T0" y="T1"/>
                    </a:cxn>
                    <a:cxn ang="T83">
                      <a:pos x="T2" y="T3"/>
                    </a:cxn>
                    <a:cxn ang="T84">
                      <a:pos x="T4" y="T5"/>
                    </a:cxn>
                    <a:cxn ang="T85">
                      <a:pos x="T6" y="T7"/>
                    </a:cxn>
                    <a:cxn ang="T86">
                      <a:pos x="T8" y="T9"/>
                    </a:cxn>
                    <a:cxn ang="T87">
                      <a:pos x="T10" y="T11"/>
                    </a:cxn>
                    <a:cxn ang="T88">
                      <a:pos x="T12" y="T13"/>
                    </a:cxn>
                    <a:cxn ang="T89">
                      <a:pos x="T14" y="T15"/>
                    </a:cxn>
                    <a:cxn ang="T90">
                      <a:pos x="T16" y="T17"/>
                    </a:cxn>
                    <a:cxn ang="T91">
                      <a:pos x="T18" y="T19"/>
                    </a:cxn>
                    <a:cxn ang="T92">
                      <a:pos x="T20" y="T21"/>
                    </a:cxn>
                    <a:cxn ang="T93">
                      <a:pos x="T22" y="T23"/>
                    </a:cxn>
                    <a:cxn ang="T94">
                      <a:pos x="T24" y="T25"/>
                    </a:cxn>
                    <a:cxn ang="T95">
                      <a:pos x="T26" y="T27"/>
                    </a:cxn>
                    <a:cxn ang="T96">
                      <a:pos x="T28" y="T29"/>
                    </a:cxn>
                    <a:cxn ang="T97">
                      <a:pos x="T30" y="T31"/>
                    </a:cxn>
                    <a:cxn ang="T98">
                      <a:pos x="T32" y="T33"/>
                    </a:cxn>
                    <a:cxn ang="T99">
                      <a:pos x="T34" y="T35"/>
                    </a:cxn>
                    <a:cxn ang="T100">
                      <a:pos x="T36" y="T37"/>
                    </a:cxn>
                    <a:cxn ang="T101">
                      <a:pos x="T38" y="T39"/>
                    </a:cxn>
                    <a:cxn ang="T102">
                      <a:pos x="T40" y="T41"/>
                    </a:cxn>
                    <a:cxn ang="T103">
                      <a:pos x="T42" y="T43"/>
                    </a:cxn>
                    <a:cxn ang="T104">
                      <a:pos x="T44" y="T45"/>
                    </a:cxn>
                    <a:cxn ang="T105">
                      <a:pos x="T46" y="T47"/>
                    </a:cxn>
                    <a:cxn ang="T106">
                      <a:pos x="T48" y="T49"/>
                    </a:cxn>
                    <a:cxn ang="T107">
                      <a:pos x="T50" y="T51"/>
                    </a:cxn>
                    <a:cxn ang="T108">
                      <a:pos x="T52" y="T53"/>
                    </a:cxn>
                    <a:cxn ang="T109">
                      <a:pos x="T54" y="T55"/>
                    </a:cxn>
                    <a:cxn ang="T110">
                      <a:pos x="T56" y="T57"/>
                    </a:cxn>
                    <a:cxn ang="T111">
                      <a:pos x="T58" y="T59"/>
                    </a:cxn>
                    <a:cxn ang="T112">
                      <a:pos x="T60" y="T61"/>
                    </a:cxn>
                    <a:cxn ang="T113">
                      <a:pos x="T62" y="T63"/>
                    </a:cxn>
                    <a:cxn ang="T114">
                      <a:pos x="T64" y="T65"/>
                    </a:cxn>
                    <a:cxn ang="T115">
                      <a:pos x="T66" y="T67"/>
                    </a:cxn>
                    <a:cxn ang="T116">
                      <a:pos x="T68" y="T69"/>
                    </a:cxn>
                    <a:cxn ang="T117">
                      <a:pos x="T70" y="T71"/>
                    </a:cxn>
                    <a:cxn ang="T118">
                      <a:pos x="T72" y="T73"/>
                    </a:cxn>
                    <a:cxn ang="T119">
                      <a:pos x="T74" y="T75"/>
                    </a:cxn>
                    <a:cxn ang="T120">
                      <a:pos x="T76" y="T77"/>
                    </a:cxn>
                    <a:cxn ang="T121">
                      <a:pos x="T78" y="T79"/>
                    </a:cxn>
                    <a:cxn ang="T122">
                      <a:pos x="T80" y="T81"/>
                    </a:cxn>
                  </a:cxnLst>
                  <a:rect l="T123" t="T124" r="T125" b="T126"/>
                  <a:pathLst>
                    <a:path w="128" h="183">
                      <a:moveTo>
                        <a:pt x="108" y="61"/>
                      </a:moveTo>
                      <a:lnTo>
                        <a:pt x="111" y="80"/>
                      </a:lnTo>
                      <a:lnTo>
                        <a:pt x="109" y="97"/>
                      </a:lnTo>
                      <a:lnTo>
                        <a:pt x="101" y="110"/>
                      </a:lnTo>
                      <a:lnTo>
                        <a:pt x="89" y="123"/>
                      </a:lnTo>
                      <a:lnTo>
                        <a:pt x="75" y="134"/>
                      </a:lnTo>
                      <a:lnTo>
                        <a:pt x="60" y="145"/>
                      </a:lnTo>
                      <a:lnTo>
                        <a:pt x="43" y="156"/>
                      </a:lnTo>
                      <a:lnTo>
                        <a:pt x="29" y="167"/>
                      </a:lnTo>
                      <a:lnTo>
                        <a:pt x="27" y="170"/>
                      </a:lnTo>
                      <a:lnTo>
                        <a:pt x="26" y="172"/>
                      </a:lnTo>
                      <a:lnTo>
                        <a:pt x="26" y="176"/>
                      </a:lnTo>
                      <a:lnTo>
                        <a:pt x="28" y="179"/>
                      </a:lnTo>
                      <a:lnTo>
                        <a:pt x="30" y="182"/>
                      </a:lnTo>
                      <a:lnTo>
                        <a:pt x="34" y="183"/>
                      </a:lnTo>
                      <a:lnTo>
                        <a:pt x="37" y="183"/>
                      </a:lnTo>
                      <a:lnTo>
                        <a:pt x="41" y="182"/>
                      </a:lnTo>
                      <a:lnTo>
                        <a:pt x="58" y="171"/>
                      </a:lnTo>
                      <a:lnTo>
                        <a:pt x="76" y="160"/>
                      </a:lnTo>
                      <a:lnTo>
                        <a:pt x="92" y="147"/>
                      </a:lnTo>
                      <a:lnTo>
                        <a:pt x="108" y="132"/>
                      </a:lnTo>
                      <a:lnTo>
                        <a:pt x="118" y="116"/>
                      </a:lnTo>
                      <a:lnTo>
                        <a:pt x="125" y="98"/>
                      </a:lnTo>
                      <a:lnTo>
                        <a:pt x="128" y="78"/>
                      </a:lnTo>
                      <a:lnTo>
                        <a:pt x="123" y="58"/>
                      </a:lnTo>
                      <a:lnTo>
                        <a:pt x="112" y="41"/>
                      </a:lnTo>
                      <a:lnTo>
                        <a:pt x="98" y="28"/>
                      </a:lnTo>
                      <a:lnTo>
                        <a:pt x="80" y="16"/>
                      </a:lnTo>
                      <a:lnTo>
                        <a:pt x="61" y="8"/>
                      </a:lnTo>
                      <a:lnTo>
                        <a:pt x="41" y="2"/>
                      </a:lnTo>
                      <a:lnTo>
                        <a:pt x="23" y="0"/>
                      </a:lnTo>
                      <a:lnTo>
                        <a:pt x="9" y="1"/>
                      </a:lnTo>
                      <a:lnTo>
                        <a:pt x="0" y="6"/>
                      </a:lnTo>
                      <a:lnTo>
                        <a:pt x="16" y="10"/>
                      </a:lnTo>
                      <a:lnTo>
                        <a:pt x="33" y="14"/>
                      </a:lnTo>
                      <a:lnTo>
                        <a:pt x="48" y="17"/>
                      </a:lnTo>
                      <a:lnTo>
                        <a:pt x="63" y="22"/>
                      </a:lnTo>
                      <a:lnTo>
                        <a:pt x="77" y="28"/>
                      </a:lnTo>
                      <a:lnTo>
                        <a:pt x="90" y="36"/>
                      </a:lnTo>
                      <a:lnTo>
                        <a:pt x="101" y="46"/>
                      </a:lnTo>
                      <a:lnTo>
                        <a:pt x="108" y="6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98597" name="Freeform 1217">
                  <a:extLst>
                    <a:ext uri="{FF2B5EF4-FFF2-40B4-BE49-F238E27FC236}">
                      <a16:creationId xmlns:a16="http://schemas.microsoft.com/office/drawing/2014/main" id="{94ADAE72-FCCC-4420-A360-7EA93949E81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70" y="2650"/>
                  <a:ext cx="112" cy="88"/>
                </a:xfrm>
                <a:custGeom>
                  <a:avLst/>
                  <a:gdLst>
                    <a:gd name="T0" fmla="*/ 0 w 323"/>
                    <a:gd name="T1" fmla="*/ 0 h 379"/>
                    <a:gd name="T2" fmla="*/ 0 w 323"/>
                    <a:gd name="T3" fmla="*/ 0 h 379"/>
                    <a:gd name="T4" fmla="*/ 0 w 323"/>
                    <a:gd name="T5" fmla="*/ 0 h 379"/>
                    <a:gd name="T6" fmla="*/ 0 w 323"/>
                    <a:gd name="T7" fmla="*/ 0 h 379"/>
                    <a:gd name="T8" fmla="*/ 0 w 323"/>
                    <a:gd name="T9" fmla="*/ 0 h 379"/>
                    <a:gd name="T10" fmla="*/ 0 w 323"/>
                    <a:gd name="T11" fmla="*/ 0 h 379"/>
                    <a:gd name="T12" fmla="*/ 0 w 323"/>
                    <a:gd name="T13" fmla="*/ 0 h 379"/>
                    <a:gd name="T14" fmla="*/ 0 w 323"/>
                    <a:gd name="T15" fmla="*/ 0 h 379"/>
                    <a:gd name="T16" fmla="*/ 0 w 323"/>
                    <a:gd name="T17" fmla="*/ 0 h 379"/>
                    <a:gd name="T18" fmla="*/ 0 w 323"/>
                    <a:gd name="T19" fmla="*/ 0 h 379"/>
                    <a:gd name="T20" fmla="*/ 0 w 323"/>
                    <a:gd name="T21" fmla="*/ 0 h 379"/>
                    <a:gd name="T22" fmla="*/ 0 w 323"/>
                    <a:gd name="T23" fmla="*/ 0 h 379"/>
                    <a:gd name="T24" fmla="*/ 0 w 323"/>
                    <a:gd name="T25" fmla="*/ 0 h 379"/>
                    <a:gd name="T26" fmla="*/ 0 w 323"/>
                    <a:gd name="T27" fmla="*/ 0 h 379"/>
                    <a:gd name="T28" fmla="*/ 0 w 323"/>
                    <a:gd name="T29" fmla="*/ 0 h 379"/>
                    <a:gd name="T30" fmla="*/ 0 w 323"/>
                    <a:gd name="T31" fmla="*/ 0 h 379"/>
                    <a:gd name="T32" fmla="*/ 0 w 323"/>
                    <a:gd name="T33" fmla="*/ 0 h 379"/>
                    <a:gd name="T34" fmla="*/ 0 w 323"/>
                    <a:gd name="T35" fmla="*/ 0 h 379"/>
                    <a:gd name="T36" fmla="*/ 0 w 323"/>
                    <a:gd name="T37" fmla="*/ 0 h 379"/>
                    <a:gd name="T38" fmla="*/ 0 w 323"/>
                    <a:gd name="T39" fmla="*/ 0 h 379"/>
                    <a:gd name="T40" fmla="*/ 0 w 323"/>
                    <a:gd name="T41" fmla="*/ 0 h 379"/>
                    <a:gd name="T42" fmla="*/ 0 w 323"/>
                    <a:gd name="T43" fmla="*/ 0 h 379"/>
                    <a:gd name="T44" fmla="*/ 0 w 323"/>
                    <a:gd name="T45" fmla="*/ 0 h 379"/>
                    <a:gd name="T46" fmla="*/ 0 w 323"/>
                    <a:gd name="T47" fmla="*/ 0 h 379"/>
                    <a:gd name="T48" fmla="*/ 0 w 323"/>
                    <a:gd name="T49" fmla="*/ 0 h 379"/>
                    <a:gd name="T50" fmla="*/ 0 w 323"/>
                    <a:gd name="T51" fmla="*/ 0 h 379"/>
                    <a:gd name="T52" fmla="*/ 0 w 323"/>
                    <a:gd name="T53" fmla="*/ 0 h 379"/>
                    <a:gd name="T54" fmla="*/ 0 w 323"/>
                    <a:gd name="T55" fmla="*/ 0 h 379"/>
                    <a:gd name="T56" fmla="*/ 0 w 323"/>
                    <a:gd name="T57" fmla="*/ 0 h 379"/>
                    <a:gd name="T58" fmla="*/ 0 w 323"/>
                    <a:gd name="T59" fmla="*/ 0 h 379"/>
                    <a:gd name="T60" fmla="*/ 0 w 323"/>
                    <a:gd name="T61" fmla="*/ 0 h 379"/>
                    <a:gd name="T62" fmla="*/ 0 w 323"/>
                    <a:gd name="T63" fmla="*/ 0 h 379"/>
                    <a:gd name="T64" fmla="*/ 0 w 323"/>
                    <a:gd name="T65" fmla="*/ 0 h 379"/>
                    <a:gd name="T66" fmla="*/ 0 w 323"/>
                    <a:gd name="T67" fmla="*/ 0 h 379"/>
                    <a:gd name="T68" fmla="*/ 0 w 323"/>
                    <a:gd name="T69" fmla="*/ 0 h 379"/>
                    <a:gd name="T70" fmla="*/ 0 w 323"/>
                    <a:gd name="T71" fmla="*/ 0 h 379"/>
                    <a:gd name="T72" fmla="*/ 0 w 323"/>
                    <a:gd name="T73" fmla="*/ 0 h 379"/>
                    <a:gd name="T74" fmla="*/ 0 w 323"/>
                    <a:gd name="T75" fmla="*/ 0 h 379"/>
                    <a:gd name="T76" fmla="*/ 0 w 323"/>
                    <a:gd name="T77" fmla="*/ 0 h 379"/>
                    <a:gd name="T78" fmla="*/ 0 w 323"/>
                    <a:gd name="T79" fmla="*/ 0 h 379"/>
                    <a:gd name="T80" fmla="*/ 0 w 323"/>
                    <a:gd name="T81" fmla="*/ 0 h 379"/>
                    <a:gd name="T82" fmla="*/ 0 w 323"/>
                    <a:gd name="T83" fmla="*/ 0 h 379"/>
                    <a:gd name="T84" fmla="*/ 0 w 323"/>
                    <a:gd name="T85" fmla="*/ 0 h 379"/>
                    <a:gd name="T86" fmla="*/ 0 w 323"/>
                    <a:gd name="T87" fmla="*/ 0 h 379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w 323"/>
                    <a:gd name="T133" fmla="*/ 0 h 379"/>
                    <a:gd name="T134" fmla="*/ 323 w 323"/>
                    <a:gd name="T135" fmla="*/ 379 h 379"/>
                  </a:gdLst>
                  <a:ahLst/>
                  <a:cxnLst>
                    <a:cxn ang="T88">
                      <a:pos x="T0" y="T1"/>
                    </a:cxn>
                    <a:cxn ang="T89">
                      <a:pos x="T2" y="T3"/>
                    </a:cxn>
                    <a:cxn ang="T90">
                      <a:pos x="T4" y="T5"/>
                    </a:cxn>
                    <a:cxn ang="T91">
                      <a:pos x="T6" y="T7"/>
                    </a:cxn>
                    <a:cxn ang="T92">
                      <a:pos x="T8" y="T9"/>
                    </a:cxn>
                    <a:cxn ang="T93">
                      <a:pos x="T10" y="T11"/>
                    </a:cxn>
                    <a:cxn ang="T94">
                      <a:pos x="T12" y="T13"/>
                    </a:cxn>
                    <a:cxn ang="T95">
                      <a:pos x="T14" y="T15"/>
                    </a:cxn>
                    <a:cxn ang="T96">
                      <a:pos x="T16" y="T17"/>
                    </a:cxn>
                    <a:cxn ang="T97">
                      <a:pos x="T18" y="T19"/>
                    </a:cxn>
                    <a:cxn ang="T98">
                      <a:pos x="T20" y="T21"/>
                    </a:cxn>
                    <a:cxn ang="T99">
                      <a:pos x="T22" y="T23"/>
                    </a:cxn>
                    <a:cxn ang="T100">
                      <a:pos x="T24" y="T25"/>
                    </a:cxn>
                    <a:cxn ang="T101">
                      <a:pos x="T26" y="T27"/>
                    </a:cxn>
                    <a:cxn ang="T102">
                      <a:pos x="T28" y="T29"/>
                    </a:cxn>
                    <a:cxn ang="T103">
                      <a:pos x="T30" y="T31"/>
                    </a:cxn>
                    <a:cxn ang="T104">
                      <a:pos x="T32" y="T33"/>
                    </a:cxn>
                    <a:cxn ang="T105">
                      <a:pos x="T34" y="T35"/>
                    </a:cxn>
                    <a:cxn ang="T106">
                      <a:pos x="T36" y="T37"/>
                    </a:cxn>
                    <a:cxn ang="T107">
                      <a:pos x="T38" y="T39"/>
                    </a:cxn>
                    <a:cxn ang="T108">
                      <a:pos x="T40" y="T41"/>
                    </a:cxn>
                    <a:cxn ang="T109">
                      <a:pos x="T42" y="T43"/>
                    </a:cxn>
                    <a:cxn ang="T110">
                      <a:pos x="T44" y="T45"/>
                    </a:cxn>
                    <a:cxn ang="T111">
                      <a:pos x="T46" y="T47"/>
                    </a:cxn>
                    <a:cxn ang="T112">
                      <a:pos x="T48" y="T49"/>
                    </a:cxn>
                    <a:cxn ang="T113">
                      <a:pos x="T50" y="T51"/>
                    </a:cxn>
                    <a:cxn ang="T114">
                      <a:pos x="T52" y="T53"/>
                    </a:cxn>
                    <a:cxn ang="T115">
                      <a:pos x="T54" y="T55"/>
                    </a:cxn>
                    <a:cxn ang="T116">
                      <a:pos x="T56" y="T57"/>
                    </a:cxn>
                    <a:cxn ang="T117">
                      <a:pos x="T58" y="T59"/>
                    </a:cxn>
                    <a:cxn ang="T118">
                      <a:pos x="T60" y="T61"/>
                    </a:cxn>
                    <a:cxn ang="T119">
                      <a:pos x="T62" y="T63"/>
                    </a:cxn>
                    <a:cxn ang="T120">
                      <a:pos x="T64" y="T65"/>
                    </a:cxn>
                    <a:cxn ang="T121">
                      <a:pos x="T66" y="T67"/>
                    </a:cxn>
                    <a:cxn ang="T122">
                      <a:pos x="T68" y="T69"/>
                    </a:cxn>
                    <a:cxn ang="T123">
                      <a:pos x="T70" y="T71"/>
                    </a:cxn>
                    <a:cxn ang="T124">
                      <a:pos x="T72" y="T73"/>
                    </a:cxn>
                    <a:cxn ang="T125">
                      <a:pos x="T74" y="T75"/>
                    </a:cxn>
                    <a:cxn ang="T126">
                      <a:pos x="T76" y="T77"/>
                    </a:cxn>
                    <a:cxn ang="T127">
                      <a:pos x="T78" y="T79"/>
                    </a:cxn>
                    <a:cxn ang="T128">
                      <a:pos x="T80" y="T81"/>
                    </a:cxn>
                    <a:cxn ang="T129">
                      <a:pos x="T82" y="T83"/>
                    </a:cxn>
                    <a:cxn ang="T130">
                      <a:pos x="T84" y="T85"/>
                    </a:cxn>
                    <a:cxn ang="T131">
                      <a:pos x="T86" y="T87"/>
                    </a:cxn>
                  </a:cxnLst>
                  <a:rect l="T132" t="T133" r="T134" b="T135"/>
                  <a:pathLst>
                    <a:path w="323" h="379">
                      <a:moveTo>
                        <a:pt x="126" y="50"/>
                      </a:moveTo>
                      <a:lnTo>
                        <a:pt x="101" y="70"/>
                      </a:lnTo>
                      <a:lnTo>
                        <a:pt x="76" y="92"/>
                      </a:lnTo>
                      <a:lnTo>
                        <a:pt x="54" y="115"/>
                      </a:lnTo>
                      <a:lnTo>
                        <a:pt x="34" y="140"/>
                      </a:lnTo>
                      <a:lnTo>
                        <a:pt x="18" y="167"/>
                      </a:lnTo>
                      <a:lnTo>
                        <a:pt x="6" y="196"/>
                      </a:lnTo>
                      <a:lnTo>
                        <a:pt x="0" y="227"/>
                      </a:lnTo>
                      <a:lnTo>
                        <a:pt x="1" y="259"/>
                      </a:lnTo>
                      <a:lnTo>
                        <a:pt x="4" y="267"/>
                      </a:lnTo>
                      <a:lnTo>
                        <a:pt x="7" y="277"/>
                      </a:lnTo>
                      <a:lnTo>
                        <a:pt x="11" y="283"/>
                      </a:lnTo>
                      <a:lnTo>
                        <a:pt x="15" y="291"/>
                      </a:lnTo>
                      <a:lnTo>
                        <a:pt x="21" y="298"/>
                      </a:lnTo>
                      <a:lnTo>
                        <a:pt x="27" y="305"/>
                      </a:lnTo>
                      <a:lnTo>
                        <a:pt x="34" y="311"/>
                      </a:lnTo>
                      <a:lnTo>
                        <a:pt x="41" y="316"/>
                      </a:lnTo>
                      <a:lnTo>
                        <a:pt x="57" y="325"/>
                      </a:lnTo>
                      <a:lnTo>
                        <a:pt x="72" y="333"/>
                      </a:lnTo>
                      <a:lnTo>
                        <a:pt x="87" y="340"/>
                      </a:lnTo>
                      <a:lnTo>
                        <a:pt x="103" y="345"/>
                      </a:lnTo>
                      <a:lnTo>
                        <a:pt x="120" y="351"/>
                      </a:lnTo>
                      <a:lnTo>
                        <a:pt x="136" y="356"/>
                      </a:lnTo>
                      <a:lnTo>
                        <a:pt x="153" y="360"/>
                      </a:lnTo>
                      <a:lnTo>
                        <a:pt x="169" y="364"/>
                      </a:lnTo>
                      <a:lnTo>
                        <a:pt x="187" y="367"/>
                      </a:lnTo>
                      <a:lnTo>
                        <a:pt x="204" y="370"/>
                      </a:lnTo>
                      <a:lnTo>
                        <a:pt x="221" y="372"/>
                      </a:lnTo>
                      <a:lnTo>
                        <a:pt x="238" y="374"/>
                      </a:lnTo>
                      <a:lnTo>
                        <a:pt x="256" y="375"/>
                      </a:lnTo>
                      <a:lnTo>
                        <a:pt x="273" y="376"/>
                      </a:lnTo>
                      <a:lnTo>
                        <a:pt x="290" y="378"/>
                      </a:lnTo>
                      <a:lnTo>
                        <a:pt x="307" y="379"/>
                      </a:lnTo>
                      <a:lnTo>
                        <a:pt x="312" y="379"/>
                      </a:lnTo>
                      <a:lnTo>
                        <a:pt x="317" y="375"/>
                      </a:lnTo>
                      <a:lnTo>
                        <a:pt x="320" y="372"/>
                      </a:lnTo>
                      <a:lnTo>
                        <a:pt x="323" y="366"/>
                      </a:lnTo>
                      <a:lnTo>
                        <a:pt x="323" y="360"/>
                      </a:lnTo>
                      <a:lnTo>
                        <a:pt x="320" y="356"/>
                      </a:lnTo>
                      <a:lnTo>
                        <a:pt x="316" y="352"/>
                      </a:lnTo>
                      <a:lnTo>
                        <a:pt x="311" y="351"/>
                      </a:lnTo>
                      <a:lnTo>
                        <a:pt x="295" y="351"/>
                      </a:lnTo>
                      <a:lnTo>
                        <a:pt x="279" y="351"/>
                      </a:lnTo>
                      <a:lnTo>
                        <a:pt x="263" y="350"/>
                      </a:lnTo>
                      <a:lnTo>
                        <a:pt x="248" y="349"/>
                      </a:lnTo>
                      <a:lnTo>
                        <a:pt x="231" y="348"/>
                      </a:lnTo>
                      <a:lnTo>
                        <a:pt x="215" y="345"/>
                      </a:lnTo>
                      <a:lnTo>
                        <a:pt x="200" y="343"/>
                      </a:lnTo>
                      <a:lnTo>
                        <a:pt x="183" y="341"/>
                      </a:lnTo>
                      <a:lnTo>
                        <a:pt x="168" y="337"/>
                      </a:lnTo>
                      <a:lnTo>
                        <a:pt x="151" y="334"/>
                      </a:lnTo>
                      <a:lnTo>
                        <a:pt x="136" y="329"/>
                      </a:lnTo>
                      <a:lnTo>
                        <a:pt x="121" y="325"/>
                      </a:lnTo>
                      <a:lnTo>
                        <a:pt x="106" y="320"/>
                      </a:lnTo>
                      <a:lnTo>
                        <a:pt x="92" y="313"/>
                      </a:lnTo>
                      <a:lnTo>
                        <a:pt x="76" y="306"/>
                      </a:lnTo>
                      <a:lnTo>
                        <a:pt x="62" y="300"/>
                      </a:lnTo>
                      <a:lnTo>
                        <a:pt x="51" y="291"/>
                      </a:lnTo>
                      <a:lnTo>
                        <a:pt x="41" y="280"/>
                      </a:lnTo>
                      <a:lnTo>
                        <a:pt x="35" y="269"/>
                      </a:lnTo>
                      <a:lnTo>
                        <a:pt x="31" y="255"/>
                      </a:lnTo>
                      <a:lnTo>
                        <a:pt x="31" y="239"/>
                      </a:lnTo>
                      <a:lnTo>
                        <a:pt x="33" y="218"/>
                      </a:lnTo>
                      <a:lnTo>
                        <a:pt x="38" y="197"/>
                      </a:lnTo>
                      <a:lnTo>
                        <a:pt x="42" y="182"/>
                      </a:lnTo>
                      <a:lnTo>
                        <a:pt x="51" y="165"/>
                      </a:lnTo>
                      <a:lnTo>
                        <a:pt x="60" y="150"/>
                      </a:lnTo>
                      <a:lnTo>
                        <a:pt x="68" y="136"/>
                      </a:lnTo>
                      <a:lnTo>
                        <a:pt x="79" y="124"/>
                      </a:lnTo>
                      <a:lnTo>
                        <a:pt x="89" y="111"/>
                      </a:lnTo>
                      <a:lnTo>
                        <a:pt x="101" y="100"/>
                      </a:lnTo>
                      <a:lnTo>
                        <a:pt x="114" y="88"/>
                      </a:lnTo>
                      <a:lnTo>
                        <a:pt x="129" y="76"/>
                      </a:lnTo>
                      <a:lnTo>
                        <a:pt x="144" y="64"/>
                      </a:lnTo>
                      <a:lnTo>
                        <a:pt x="162" y="53"/>
                      </a:lnTo>
                      <a:lnTo>
                        <a:pt x="181" y="41"/>
                      </a:lnTo>
                      <a:lnTo>
                        <a:pt x="201" y="31"/>
                      </a:lnTo>
                      <a:lnTo>
                        <a:pt x="219" y="22"/>
                      </a:lnTo>
                      <a:lnTo>
                        <a:pt x="237" y="14"/>
                      </a:lnTo>
                      <a:lnTo>
                        <a:pt x="253" y="7"/>
                      </a:lnTo>
                      <a:lnTo>
                        <a:pt x="268" y="1"/>
                      </a:lnTo>
                      <a:lnTo>
                        <a:pt x="255" y="0"/>
                      </a:lnTo>
                      <a:lnTo>
                        <a:pt x="238" y="1"/>
                      </a:lnTo>
                      <a:lnTo>
                        <a:pt x="221" y="5"/>
                      </a:lnTo>
                      <a:lnTo>
                        <a:pt x="201" y="11"/>
                      </a:lnTo>
                      <a:lnTo>
                        <a:pt x="181" y="19"/>
                      </a:lnTo>
                      <a:lnTo>
                        <a:pt x="161" y="28"/>
                      </a:lnTo>
                      <a:lnTo>
                        <a:pt x="142" y="39"/>
                      </a:lnTo>
                      <a:lnTo>
                        <a:pt x="126" y="5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98598" name="Freeform 1218">
                  <a:extLst>
                    <a:ext uri="{FF2B5EF4-FFF2-40B4-BE49-F238E27FC236}">
                      <a16:creationId xmlns:a16="http://schemas.microsoft.com/office/drawing/2014/main" id="{9DD170C8-5493-4162-B8FC-B07A775691B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29" y="2647"/>
                  <a:ext cx="99" cy="59"/>
                </a:xfrm>
                <a:custGeom>
                  <a:avLst/>
                  <a:gdLst>
                    <a:gd name="T0" fmla="*/ 0 w 282"/>
                    <a:gd name="T1" fmla="*/ 0 h 253"/>
                    <a:gd name="T2" fmla="*/ 0 w 282"/>
                    <a:gd name="T3" fmla="*/ 0 h 253"/>
                    <a:gd name="T4" fmla="*/ 0 w 282"/>
                    <a:gd name="T5" fmla="*/ 0 h 253"/>
                    <a:gd name="T6" fmla="*/ 0 w 282"/>
                    <a:gd name="T7" fmla="*/ 0 h 253"/>
                    <a:gd name="T8" fmla="*/ 0 w 282"/>
                    <a:gd name="T9" fmla="*/ 0 h 253"/>
                    <a:gd name="T10" fmla="*/ 0 w 282"/>
                    <a:gd name="T11" fmla="*/ 0 h 253"/>
                    <a:gd name="T12" fmla="*/ 0 w 282"/>
                    <a:gd name="T13" fmla="*/ 0 h 253"/>
                    <a:gd name="T14" fmla="*/ 0 w 282"/>
                    <a:gd name="T15" fmla="*/ 0 h 253"/>
                    <a:gd name="T16" fmla="*/ 0 w 282"/>
                    <a:gd name="T17" fmla="*/ 0 h 253"/>
                    <a:gd name="T18" fmla="*/ 0 w 282"/>
                    <a:gd name="T19" fmla="*/ 0 h 253"/>
                    <a:gd name="T20" fmla="*/ 0 w 282"/>
                    <a:gd name="T21" fmla="*/ 0 h 253"/>
                    <a:gd name="T22" fmla="*/ 0 w 282"/>
                    <a:gd name="T23" fmla="*/ 0 h 253"/>
                    <a:gd name="T24" fmla="*/ 0 w 282"/>
                    <a:gd name="T25" fmla="*/ 0 h 253"/>
                    <a:gd name="T26" fmla="*/ 0 w 282"/>
                    <a:gd name="T27" fmla="*/ 0 h 253"/>
                    <a:gd name="T28" fmla="*/ 0 w 282"/>
                    <a:gd name="T29" fmla="*/ 0 h 253"/>
                    <a:gd name="T30" fmla="*/ 0 w 282"/>
                    <a:gd name="T31" fmla="*/ 0 h 253"/>
                    <a:gd name="T32" fmla="*/ 0 w 282"/>
                    <a:gd name="T33" fmla="*/ 0 h 253"/>
                    <a:gd name="T34" fmla="*/ 0 w 282"/>
                    <a:gd name="T35" fmla="*/ 0 h 253"/>
                    <a:gd name="T36" fmla="*/ 0 w 282"/>
                    <a:gd name="T37" fmla="*/ 0 h 253"/>
                    <a:gd name="T38" fmla="*/ 0 w 282"/>
                    <a:gd name="T39" fmla="*/ 0 h 253"/>
                    <a:gd name="T40" fmla="*/ 0 w 282"/>
                    <a:gd name="T41" fmla="*/ 0 h 253"/>
                    <a:gd name="T42" fmla="*/ 0 w 282"/>
                    <a:gd name="T43" fmla="*/ 0 h 253"/>
                    <a:gd name="T44" fmla="*/ 0 w 282"/>
                    <a:gd name="T45" fmla="*/ 0 h 253"/>
                    <a:gd name="T46" fmla="*/ 0 w 282"/>
                    <a:gd name="T47" fmla="*/ 0 h 253"/>
                    <a:gd name="T48" fmla="*/ 0 w 282"/>
                    <a:gd name="T49" fmla="*/ 0 h 253"/>
                    <a:gd name="T50" fmla="*/ 0 w 282"/>
                    <a:gd name="T51" fmla="*/ 0 h 253"/>
                    <a:gd name="T52" fmla="*/ 0 w 282"/>
                    <a:gd name="T53" fmla="*/ 0 h 253"/>
                    <a:gd name="T54" fmla="*/ 0 w 282"/>
                    <a:gd name="T55" fmla="*/ 0 h 253"/>
                    <a:gd name="T56" fmla="*/ 0 w 282"/>
                    <a:gd name="T57" fmla="*/ 0 h 253"/>
                    <a:gd name="T58" fmla="*/ 0 w 282"/>
                    <a:gd name="T59" fmla="*/ 0 h 253"/>
                    <a:gd name="T60" fmla="*/ 0 w 282"/>
                    <a:gd name="T61" fmla="*/ 0 h 253"/>
                    <a:gd name="T62" fmla="*/ 0 w 282"/>
                    <a:gd name="T63" fmla="*/ 0 h 253"/>
                    <a:gd name="T64" fmla="*/ 0 w 282"/>
                    <a:gd name="T65" fmla="*/ 0 h 253"/>
                    <a:gd name="T66" fmla="*/ 0 w 282"/>
                    <a:gd name="T67" fmla="*/ 0 h 253"/>
                    <a:gd name="T68" fmla="*/ 0 w 282"/>
                    <a:gd name="T69" fmla="*/ 0 h 253"/>
                    <a:gd name="T70" fmla="*/ 0 w 282"/>
                    <a:gd name="T71" fmla="*/ 0 h 253"/>
                    <a:gd name="T72" fmla="*/ 0 w 282"/>
                    <a:gd name="T73" fmla="*/ 0 h 253"/>
                    <a:gd name="T74" fmla="*/ 0 w 282"/>
                    <a:gd name="T75" fmla="*/ 0 h 253"/>
                    <a:gd name="T76" fmla="*/ 0 w 282"/>
                    <a:gd name="T77" fmla="*/ 0 h 253"/>
                    <a:gd name="T78" fmla="*/ 0 w 282"/>
                    <a:gd name="T79" fmla="*/ 0 h 253"/>
                    <a:gd name="T80" fmla="*/ 0 w 282"/>
                    <a:gd name="T81" fmla="*/ 0 h 253"/>
                    <a:gd name="T82" fmla="*/ 0 w 282"/>
                    <a:gd name="T83" fmla="*/ 0 h 253"/>
                    <a:gd name="T84" fmla="*/ 0 w 282"/>
                    <a:gd name="T85" fmla="*/ 0 h 253"/>
                    <a:gd name="T86" fmla="*/ 0 w 282"/>
                    <a:gd name="T87" fmla="*/ 0 h 253"/>
                    <a:gd name="T88" fmla="*/ 0 w 282"/>
                    <a:gd name="T89" fmla="*/ 0 h 253"/>
                    <a:gd name="T90" fmla="*/ 0 w 282"/>
                    <a:gd name="T91" fmla="*/ 0 h 253"/>
                    <a:gd name="T92" fmla="*/ 0 w 282"/>
                    <a:gd name="T93" fmla="*/ 0 h 253"/>
                    <a:gd name="T94" fmla="*/ 0 w 282"/>
                    <a:gd name="T95" fmla="*/ 0 h 253"/>
                    <a:gd name="T96" fmla="*/ 0 w 282"/>
                    <a:gd name="T97" fmla="*/ 0 h 253"/>
                    <a:gd name="T98" fmla="*/ 0 w 282"/>
                    <a:gd name="T99" fmla="*/ 0 h 253"/>
                    <a:gd name="T100" fmla="*/ 0 w 282"/>
                    <a:gd name="T101" fmla="*/ 0 h 253"/>
                    <a:gd name="T102" fmla="*/ 0 w 282"/>
                    <a:gd name="T103" fmla="*/ 0 h 253"/>
                    <a:gd name="T104" fmla="*/ 0 w 282"/>
                    <a:gd name="T105" fmla="*/ 0 h 253"/>
                    <a:gd name="T106" fmla="*/ 0 w 282"/>
                    <a:gd name="T107" fmla="*/ 0 h 253"/>
                    <a:gd name="T108" fmla="*/ 0 w 282"/>
                    <a:gd name="T109" fmla="*/ 0 h 253"/>
                    <a:gd name="T110" fmla="*/ 0 w 282"/>
                    <a:gd name="T111" fmla="*/ 0 h 253"/>
                    <a:gd name="T112" fmla="*/ 0 w 282"/>
                    <a:gd name="T113" fmla="*/ 0 h 253"/>
                    <a:gd name="T114" fmla="*/ 0 w 282"/>
                    <a:gd name="T115" fmla="*/ 0 h 253"/>
                    <a:gd name="T116" fmla="*/ 0 w 282"/>
                    <a:gd name="T117" fmla="*/ 0 h 253"/>
                    <a:gd name="T118" fmla="*/ 0 w 282"/>
                    <a:gd name="T119" fmla="*/ 0 h 253"/>
                    <a:gd name="T120" fmla="*/ 0 w 282"/>
                    <a:gd name="T121" fmla="*/ 0 h 253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60000 65536"/>
                    <a:gd name="T148" fmla="*/ 0 60000 65536"/>
                    <a:gd name="T149" fmla="*/ 0 60000 65536"/>
                    <a:gd name="T150" fmla="*/ 0 60000 65536"/>
                    <a:gd name="T151" fmla="*/ 0 60000 65536"/>
                    <a:gd name="T152" fmla="*/ 0 60000 65536"/>
                    <a:gd name="T153" fmla="*/ 0 60000 65536"/>
                    <a:gd name="T154" fmla="*/ 0 60000 65536"/>
                    <a:gd name="T155" fmla="*/ 0 60000 65536"/>
                    <a:gd name="T156" fmla="*/ 0 60000 65536"/>
                    <a:gd name="T157" fmla="*/ 0 60000 65536"/>
                    <a:gd name="T158" fmla="*/ 0 60000 65536"/>
                    <a:gd name="T159" fmla="*/ 0 60000 65536"/>
                    <a:gd name="T160" fmla="*/ 0 60000 65536"/>
                    <a:gd name="T161" fmla="*/ 0 60000 65536"/>
                    <a:gd name="T162" fmla="*/ 0 60000 65536"/>
                    <a:gd name="T163" fmla="*/ 0 60000 65536"/>
                    <a:gd name="T164" fmla="*/ 0 60000 65536"/>
                    <a:gd name="T165" fmla="*/ 0 60000 65536"/>
                    <a:gd name="T166" fmla="*/ 0 60000 65536"/>
                    <a:gd name="T167" fmla="*/ 0 60000 65536"/>
                    <a:gd name="T168" fmla="*/ 0 60000 65536"/>
                    <a:gd name="T169" fmla="*/ 0 60000 65536"/>
                    <a:gd name="T170" fmla="*/ 0 60000 65536"/>
                    <a:gd name="T171" fmla="*/ 0 60000 65536"/>
                    <a:gd name="T172" fmla="*/ 0 60000 65536"/>
                    <a:gd name="T173" fmla="*/ 0 60000 65536"/>
                    <a:gd name="T174" fmla="*/ 0 60000 65536"/>
                    <a:gd name="T175" fmla="*/ 0 60000 65536"/>
                    <a:gd name="T176" fmla="*/ 0 60000 65536"/>
                    <a:gd name="T177" fmla="*/ 0 60000 65536"/>
                    <a:gd name="T178" fmla="*/ 0 60000 65536"/>
                    <a:gd name="T179" fmla="*/ 0 60000 65536"/>
                    <a:gd name="T180" fmla="*/ 0 60000 65536"/>
                    <a:gd name="T181" fmla="*/ 0 60000 65536"/>
                    <a:gd name="T182" fmla="*/ 0 60000 65536"/>
                    <a:gd name="T183" fmla="*/ 0 w 282"/>
                    <a:gd name="T184" fmla="*/ 0 h 253"/>
                    <a:gd name="T185" fmla="*/ 282 w 282"/>
                    <a:gd name="T186" fmla="*/ 253 h 253"/>
                  </a:gdLst>
                  <a:ahLst/>
                  <a:cxnLst>
                    <a:cxn ang="T122">
                      <a:pos x="T0" y="T1"/>
                    </a:cxn>
                    <a:cxn ang="T123">
                      <a:pos x="T2" y="T3"/>
                    </a:cxn>
                    <a:cxn ang="T124">
                      <a:pos x="T4" y="T5"/>
                    </a:cxn>
                    <a:cxn ang="T125">
                      <a:pos x="T6" y="T7"/>
                    </a:cxn>
                    <a:cxn ang="T126">
                      <a:pos x="T8" y="T9"/>
                    </a:cxn>
                    <a:cxn ang="T127">
                      <a:pos x="T10" y="T11"/>
                    </a:cxn>
                    <a:cxn ang="T128">
                      <a:pos x="T12" y="T13"/>
                    </a:cxn>
                    <a:cxn ang="T129">
                      <a:pos x="T14" y="T15"/>
                    </a:cxn>
                    <a:cxn ang="T130">
                      <a:pos x="T16" y="T17"/>
                    </a:cxn>
                    <a:cxn ang="T131">
                      <a:pos x="T18" y="T19"/>
                    </a:cxn>
                    <a:cxn ang="T132">
                      <a:pos x="T20" y="T21"/>
                    </a:cxn>
                    <a:cxn ang="T133">
                      <a:pos x="T22" y="T23"/>
                    </a:cxn>
                    <a:cxn ang="T134">
                      <a:pos x="T24" y="T25"/>
                    </a:cxn>
                    <a:cxn ang="T135">
                      <a:pos x="T26" y="T27"/>
                    </a:cxn>
                    <a:cxn ang="T136">
                      <a:pos x="T28" y="T29"/>
                    </a:cxn>
                    <a:cxn ang="T137">
                      <a:pos x="T30" y="T31"/>
                    </a:cxn>
                    <a:cxn ang="T138">
                      <a:pos x="T32" y="T33"/>
                    </a:cxn>
                    <a:cxn ang="T139">
                      <a:pos x="T34" y="T35"/>
                    </a:cxn>
                    <a:cxn ang="T140">
                      <a:pos x="T36" y="T37"/>
                    </a:cxn>
                    <a:cxn ang="T141">
                      <a:pos x="T38" y="T39"/>
                    </a:cxn>
                    <a:cxn ang="T142">
                      <a:pos x="T40" y="T41"/>
                    </a:cxn>
                    <a:cxn ang="T143">
                      <a:pos x="T42" y="T43"/>
                    </a:cxn>
                    <a:cxn ang="T144">
                      <a:pos x="T44" y="T45"/>
                    </a:cxn>
                    <a:cxn ang="T145">
                      <a:pos x="T46" y="T47"/>
                    </a:cxn>
                    <a:cxn ang="T146">
                      <a:pos x="T48" y="T49"/>
                    </a:cxn>
                    <a:cxn ang="T147">
                      <a:pos x="T50" y="T51"/>
                    </a:cxn>
                    <a:cxn ang="T148">
                      <a:pos x="T52" y="T53"/>
                    </a:cxn>
                    <a:cxn ang="T149">
                      <a:pos x="T54" y="T55"/>
                    </a:cxn>
                    <a:cxn ang="T150">
                      <a:pos x="T56" y="T57"/>
                    </a:cxn>
                    <a:cxn ang="T151">
                      <a:pos x="T58" y="T59"/>
                    </a:cxn>
                    <a:cxn ang="T152">
                      <a:pos x="T60" y="T61"/>
                    </a:cxn>
                    <a:cxn ang="T153">
                      <a:pos x="T62" y="T63"/>
                    </a:cxn>
                    <a:cxn ang="T154">
                      <a:pos x="T64" y="T65"/>
                    </a:cxn>
                    <a:cxn ang="T155">
                      <a:pos x="T66" y="T67"/>
                    </a:cxn>
                    <a:cxn ang="T156">
                      <a:pos x="T68" y="T69"/>
                    </a:cxn>
                    <a:cxn ang="T157">
                      <a:pos x="T70" y="T71"/>
                    </a:cxn>
                    <a:cxn ang="T158">
                      <a:pos x="T72" y="T73"/>
                    </a:cxn>
                    <a:cxn ang="T159">
                      <a:pos x="T74" y="T75"/>
                    </a:cxn>
                    <a:cxn ang="T160">
                      <a:pos x="T76" y="T77"/>
                    </a:cxn>
                    <a:cxn ang="T161">
                      <a:pos x="T78" y="T79"/>
                    </a:cxn>
                    <a:cxn ang="T162">
                      <a:pos x="T80" y="T81"/>
                    </a:cxn>
                    <a:cxn ang="T163">
                      <a:pos x="T82" y="T83"/>
                    </a:cxn>
                    <a:cxn ang="T164">
                      <a:pos x="T84" y="T85"/>
                    </a:cxn>
                    <a:cxn ang="T165">
                      <a:pos x="T86" y="T87"/>
                    </a:cxn>
                    <a:cxn ang="T166">
                      <a:pos x="T88" y="T89"/>
                    </a:cxn>
                    <a:cxn ang="T167">
                      <a:pos x="T90" y="T91"/>
                    </a:cxn>
                    <a:cxn ang="T168">
                      <a:pos x="T92" y="T93"/>
                    </a:cxn>
                    <a:cxn ang="T169">
                      <a:pos x="T94" y="T95"/>
                    </a:cxn>
                    <a:cxn ang="T170">
                      <a:pos x="T96" y="T97"/>
                    </a:cxn>
                    <a:cxn ang="T171">
                      <a:pos x="T98" y="T99"/>
                    </a:cxn>
                    <a:cxn ang="T172">
                      <a:pos x="T100" y="T101"/>
                    </a:cxn>
                    <a:cxn ang="T173">
                      <a:pos x="T102" y="T103"/>
                    </a:cxn>
                    <a:cxn ang="T174">
                      <a:pos x="T104" y="T105"/>
                    </a:cxn>
                    <a:cxn ang="T175">
                      <a:pos x="T106" y="T107"/>
                    </a:cxn>
                    <a:cxn ang="T176">
                      <a:pos x="T108" y="T109"/>
                    </a:cxn>
                    <a:cxn ang="T177">
                      <a:pos x="T110" y="T111"/>
                    </a:cxn>
                    <a:cxn ang="T178">
                      <a:pos x="T112" y="T113"/>
                    </a:cxn>
                    <a:cxn ang="T179">
                      <a:pos x="T114" y="T115"/>
                    </a:cxn>
                    <a:cxn ang="T180">
                      <a:pos x="T116" y="T117"/>
                    </a:cxn>
                    <a:cxn ang="T181">
                      <a:pos x="T118" y="T119"/>
                    </a:cxn>
                    <a:cxn ang="T182">
                      <a:pos x="T120" y="T121"/>
                    </a:cxn>
                  </a:cxnLst>
                  <a:rect l="T183" t="T184" r="T185" b="T186"/>
                  <a:pathLst>
                    <a:path w="282" h="253">
                      <a:moveTo>
                        <a:pt x="235" y="78"/>
                      </a:moveTo>
                      <a:lnTo>
                        <a:pt x="248" y="92"/>
                      </a:lnTo>
                      <a:lnTo>
                        <a:pt x="255" y="108"/>
                      </a:lnTo>
                      <a:lnTo>
                        <a:pt x="259" y="125"/>
                      </a:lnTo>
                      <a:lnTo>
                        <a:pt x="259" y="144"/>
                      </a:lnTo>
                      <a:lnTo>
                        <a:pt x="257" y="159"/>
                      </a:lnTo>
                      <a:lnTo>
                        <a:pt x="252" y="171"/>
                      </a:lnTo>
                      <a:lnTo>
                        <a:pt x="244" y="184"/>
                      </a:lnTo>
                      <a:lnTo>
                        <a:pt x="236" y="194"/>
                      </a:lnTo>
                      <a:lnTo>
                        <a:pt x="225" y="206"/>
                      </a:lnTo>
                      <a:lnTo>
                        <a:pt x="215" y="215"/>
                      </a:lnTo>
                      <a:lnTo>
                        <a:pt x="204" y="225"/>
                      </a:lnTo>
                      <a:lnTo>
                        <a:pt x="194" y="236"/>
                      </a:lnTo>
                      <a:lnTo>
                        <a:pt x="191" y="239"/>
                      </a:lnTo>
                      <a:lnTo>
                        <a:pt x="190" y="242"/>
                      </a:lnTo>
                      <a:lnTo>
                        <a:pt x="191" y="246"/>
                      </a:lnTo>
                      <a:lnTo>
                        <a:pt x="194" y="249"/>
                      </a:lnTo>
                      <a:lnTo>
                        <a:pt x="197" y="252"/>
                      </a:lnTo>
                      <a:lnTo>
                        <a:pt x="201" y="253"/>
                      </a:lnTo>
                      <a:lnTo>
                        <a:pt x="205" y="252"/>
                      </a:lnTo>
                      <a:lnTo>
                        <a:pt x="209" y="249"/>
                      </a:lnTo>
                      <a:lnTo>
                        <a:pt x="232" y="234"/>
                      </a:lnTo>
                      <a:lnTo>
                        <a:pt x="251" y="215"/>
                      </a:lnTo>
                      <a:lnTo>
                        <a:pt x="267" y="192"/>
                      </a:lnTo>
                      <a:lnTo>
                        <a:pt x="278" y="168"/>
                      </a:lnTo>
                      <a:lnTo>
                        <a:pt x="282" y="141"/>
                      </a:lnTo>
                      <a:lnTo>
                        <a:pt x="279" y="116"/>
                      </a:lnTo>
                      <a:lnTo>
                        <a:pt x="270" y="92"/>
                      </a:lnTo>
                      <a:lnTo>
                        <a:pt x="251" y="70"/>
                      </a:lnTo>
                      <a:lnTo>
                        <a:pt x="237" y="59"/>
                      </a:lnTo>
                      <a:lnTo>
                        <a:pt x="221" y="48"/>
                      </a:lnTo>
                      <a:lnTo>
                        <a:pt x="202" y="39"/>
                      </a:lnTo>
                      <a:lnTo>
                        <a:pt x="183" y="31"/>
                      </a:lnTo>
                      <a:lnTo>
                        <a:pt x="163" y="24"/>
                      </a:lnTo>
                      <a:lnTo>
                        <a:pt x="142" y="18"/>
                      </a:lnTo>
                      <a:lnTo>
                        <a:pt x="122" y="13"/>
                      </a:lnTo>
                      <a:lnTo>
                        <a:pt x="101" y="8"/>
                      </a:lnTo>
                      <a:lnTo>
                        <a:pt x="82" y="5"/>
                      </a:lnTo>
                      <a:lnTo>
                        <a:pt x="63" y="2"/>
                      </a:lnTo>
                      <a:lnTo>
                        <a:pt x="47" y="0"/>
                      </a:lnTo>
                      <a:lnTo>
                        <a:pt x="32" y="0"/>
                      </a:lnTo>
                      <a:lnTo>
                        <a:pt x="19" y="0"/>
                      </a:lnTo>
                      <a:lnTo>
                        <a:pt x="10" y="1"/>
                      </a:lnTo>
                      <a:lnTo>
                        <a:pt x="4" y="4"/>
                      </a:lnTo>
                      <a:lnTo>
                        <a:pt x="0" y="6"/>
                      </a:lnTo>
                      <a:lnTo>
                        <a:pt x="12" y="8"/>
                      </a:lnTo>
                      <a:lnTo>
                        <a:pt x="25" y="9"/>
                      </a:lnTo>
                      <a:lnTo>
                        <a:pt x="38" y="12"/>
                      </a:lnTo>
                      <a:lnTo>
                        <a:pt x="52" y="14"/>
                      </a:lnTo>
                      <a:lnTo>
                        <a:pt x="67" y="16"/>
                      </a:lnTo>
                      <a:lnTo>
                        <a:pt x="82" y="18"/>
                      </a:lnTo>
                      <a:lnTo>
                        <a:pt x="97" y="22"/>
                      </a:lnTo>
                      <a:lnTo>
                        <a:pt x="114" y="25"/>
                      </a:lnTo>
                      <a:lnTo>
                        <a:pt x="129" y="30"/>
                      </a:lnTo>
                      <a:lnTo>
                        <a:pt x="146" y="35"/>
                      </a:lnTo>
                      <a:lnTo>
                        <a:pt x="162" y="40"/>
                      </a:lnTo>
                      <a:lnTo>
                        <a:pt x="177" y="46"/>
                      </a:lnTo>
                      <a:lnTo>
                        <a:pt x="192" y="53"/>
                      </a:lnTo>
                      <a:lnTo>
                        <a:pt x="208" y="60"/>
                      </a:lnTo>
                      <a:lnTo>
                        <a:pt x="222" y="69"/>
                      </a:lnTo>
                      <a:lnTo>
                        <a:pt x="235" y="7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98599" name="Freeform 1219">
                  <a:extLst>
                    <a:ext uri="{FF2B5EF4-FFF2-40B4-BE49-F238E27FC236}">
                      <a16:creationId xmlns:a16="http://schemas.microsoft.com/office/drawing/2014/main" id="{33B98839-F3F6-46A9-AC5E-B56FDA156C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30" y="2680"/>
                  <a:ext cx="40" cy="54"/>
                </a:xfrm>
                <a:custGeom>
                  <a:avLst/>
                  <a:gdLst>
                    <a:gd name="T0" fmla="*/ 0 w 115"/>
                    <a:gd name="T1" fmla="*/ 0 h 236"/>
                    <a:gd name="T2" fmla="*/ 0 w 115"/>
                    <a:gd name="T3" fmla="*/ 0 h 236"/>
                    <a:gd name="T4" fmla="*/ 0 w 115"/>
                    <a:gd name="T5" fmla="*/ 0 h 236"/>
                    <a:gd name="T6" fmla="*/ 0 w 115"/>
                    <a:gd name="T7" fmla="*/ 0 h 236"/>
                    <a:gd name="T8" fmla="*/ 0 w 115"/>
                    <a:gd name="T9" fmla="*/ 0 h 236"/>
                    <a:gd name="T10" fmla="*/ 0 w 115"/>
                    <a:gd name="T11" fmla="*/ 0 h 236"/>
                    <a:gd name="T12" fmla="*/ 0 w 115"/>
                    <a:gd name="T13" fmla="*/ 0 h 236"/>
                    <a:gd name="T14" fmla="*/ 0 w 115"/>
                    <a:gd name="T15" fmla="*/ 0 h 236"/>
                    <a:gd name="T16" fmla="*/ 0 w 115"/>
                    <a:gd name="T17" fmla="*/ 0 h 236"/>
                    <a:gd name="T18" fmla="*/ 0 w 115"/>
                    <a:gd name="T19" fmla="*/ 0 h 236"/>
                    <a:gd name="T20" fmla="*/ 0 w 115"/>
                    <a:gd name="T21" fmla="*/ 0 h 236"/>
                    <a:gd name="T22" fmla="*/ 0 w 115"/>
                    <a:gd name="T23" fmla="*/ 0 h 236"/>
                    <a:gd name="T24" fmla="*/ 0 w 115"/>
                    <a:gd name="T25" fmla="*/ 0 h 236"/>
                    <a:gd name="T26" fmla="*/ 0 w 115"/>
                    <a:gd name="T27" fmla="*/ 0 h 236"/>
                    <a:gd name="T28" fmla="*/ 0 w 115"/>
                    <a:gd name="T29" fmla="*/ 0 h 236"/>
                    <a:gd name="T30" fmla="*/ 0 w 115"/>
                    <a:gd name="T31" fmla="*/ 0 h 236"/>
                    <a:gd name="T32" fmla="*/ 0 w 115"/>
                    <a:gd name="T33" fmla="*/ 0 h 236"/>
                    <a:gd name="T34" fmla="*/ 0 w 115"/>
                    <a:gd name="T35" fmla="*/ 0 h 236"/>
                    <a:gd name="T36" fmla="*/ 0 w 115"/>
                    <a:gd name="T37" fmla="*/ 0 h 236"/>
                    <a:gd name="T38" fmla="*/ 0 w 115"/>
                    <a:gd name="T39" fmla="*/ 0 h 236"/>
                    <a:gd name="T40" fmla="*/ 0 w 115"/>
                    <a:gd name="T41" fmla="*/ 0 h 236"/>
                    <a:gd name="T42" fmla="*/ 0 w 115"/>
                    <a:gd name="T43" fmla="*/ 0 h 236"/>
                    <a:gd name="T44" fmla="*/ 0 w 115"/>
                    <a:gd name="T45" fmla="*/ 0 h 236"/>
                    <a:gd name="T46" fmla="*/ 0 w 115"/>
                    <a:gd name="T47" fmla="*/ 0 h 236"/>
                    <a:gd name="T48" fmla="*/ 0 w 115"/>
                    <a:gd name="T49" fmla="*/ 0 h 236"/>
                    <a:gd name="T50" fmla="*/ 0 w 115"/>
                    <a:gd name="T51" fmla="*/ 0 h 236"/>
                    <a:gd name="T52" fmla="*/ 0 w 115"/>
                    <a:gd name="T53" fmla="*/ 0 h 236"/>
                    <a:gd name="T54" fmla="*/ 0 w 115"/>
                    <a:gd name="T55" fmla="*/ 0 h 236"/>
                    <a:gd name="T56" fmla="*/ 0 w 115"/>
                    <a:gd name="T57" fmla="*/ 0 h 236"/>
                    <a:gd name="T58" fmla="*/ 0 w 115"/>
                    <a:gd name="T59" fmla="*/ 0 h 236"/>
                    <a:gd name="T60" fmla="*/ 0 w 115"/>
                    <a:gd name="T61" fmla="*/ 0 h 236"/>
                    <a:gd name="T62" fmla="*/ 0 w 115"/>
                    <a:gd name="T63" fmla="*/ 0 h 236"/>
                    <a:gd name="T64" fmla="*/ 0 w 115"/>
                    <a:gd name="T65" fmla="*/ 0 h 236"/>
                    <a:gd name="T66" fmla="*/ 0 w 115"/>
                    <a:gd name="T67" fmla="*/ 0 h 236"/>
                    <a:gd name="T68" fmla="*/ 0 w 115"/>
                    <a:gd name="T69" fmla="*/ 0 h 236"/>
                    <a:gd name="T70" fmla="*/ 0 w 115"/>
                    <a:gd name="T71" fmla="*/ 0 h 236"/>
                    <a:gd name="T72" fmla="*/ 0 w 115"/>
                    <a:gd name="T73" fmla="*/ 0 h 236"/>
                    <a:gd name="T74" fmla="*/ 0 w 115"/>
                    <a:gd name="T75" fmla="*/ 0 h 236"/>
                    <a:gd name="T76" fmla="*/ 0 w 115"/>
                    <a:gd name="T77" fmla="*/ 0 h 236"/>
                    <a:gd name="T78" fmla="*/ 0 w 115"/>
                    <a:gd name="T79" fmla="*/ 0 h 236"/>
                    <a:gd name="T80" fmla="*/ 0 w 115"/>
                    <a:gd name="T81" fmla="*/ 0 h 236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w 115"/>
                    <a:gd name="T124" fmla="*/ 0 h 236"/>
                    <a:gd name="T125" fmla="*/ 115 w 115"/>
                    <a:gd name="T126" fmla="*/ 236 h 236"/>
                  </a:gdLst>
                  <a:ahLst/>
                  <a:cxnLst>
                    <a:cxn ang="T82">
                      <a:pos x="T0" y="T1"/>
                    </a:cxn>
                    <a:cxn ang="T83">
                      <a:pos x="T2" y="T3"/>
                    </a:cxn>
                    <a:cxn ang="T84">
                      <a:pos x="T4" y="T5"/>
                    </a:cxn>
                    <a:cxn ang="T85">
                      <a:pos x="T6" y="T7"/>
                    </a:cxn>
                    <a:cxn ang="T86">
                      <a:pos x="T8" y="T9"/>
                    </a:cxn>
                    <a:cxn ang="T87">
                      <a:pos x="T10" y="T11"/>
                    </a:cxn>
                    <a:cxn ang="T88">
                      <a:pos x="T12" y="T13"/>
                    </a:cxn>
                    <a:cxn ang="T89">
                      <a:pos x="T14" y="T15"/>
                    </a:cxn>
                    <a:cxn ang="T90">
                      <a:pos x="T16" y="T17"/>
                    </a:cxn>
                    <a:cxn ang="T91">
                      <a:pos x="T18" y="T19"/>
                    </a:cxn>
                    <a:cxn ang="T92">
                      <a:pos x="T20" y="T21"/>
                    </a:cxn>
                    <a:cxn ang="T93">
                      <a:pos x="T22" y="T23"/>
                    </a:cxn>
                    <a:cxn ang="T94">
                      <a:pos x="T24" y="T25"/>
                    </a:cxn>
                    <a:cxn ang="T95">
                      <a:pos x="T26" y="T27"/>
                    </a:cxn>
                    <a:cxn ang="T96">
                      <a:pos x="T28" y="T29"/>
                    </a:cxn>
                    <a:cxn ang="T97">
                      <a:pos x="T30" y="T31"/>
                    </a:cxn>
                    <a:cxn ang="T98">
                      <a:pos x="T32" y="T33"/>
                    </a:cxn>
                    <a:cxn ang="T99">
                      <a:pos x="T34" y="T35"/>
                    </a:cxn>
                    <a:cxn ang="T100">
                      <a:pos x="T36" y="T37"/>
                    </a:cxn>
                    <a:cxn ang="T101">
                      <a:pos x="T38" y="T39"/>
                    </a:cxn>
                    <a:cxn ang="T102">
                      <a:pos x="T40" y="T41"/>
                    </a:cxn>
                    <a:cxn ang="T103">
                      <a:pos x="T42" y="T43"/>
                    </a:cxn>
                    <a:cxn ang="T104">
                      <a:pos x="T44" y="T45"/>
                    </a:cxn>
                    <a:cxn ang="T105">
                      <a:pos x="T46" y="T47"/>
                    </a:cxn>
                    <a:cxn ang="T106">
                      <a:pos x="T48" y="T49"/>
                    </a:cxn>
                    <a:cxn ang="T107">
                      <a:pos x="T50" y="T51"/>
                    </a:cxn>
                    <a:cxn ang="T108">
                      <a:pos x="T52" y="T53"/>
                    </a:cxn>
                    <a:cxn ang="T109">
                      <a:pos x="T54" y="T55"/>
                    </a:cxn>
                    <a:cxn ang="T110">
                      <a:pos x="T56" y="T57"/>
                    </a:cxn>
                    <a:cxn ang="T111">
                      <a:pos x="T58" y="T59"/>
                    </a:cxn>
                    <a:cxn ang="T112">
                      <a:pos x="T60" y="T61"/>
                    </a:cxn>
                    <a:cxn ang="T113">
                      <a:pos x="T62" y="T63"/>
                    </a:cxn>
                    <a:cxn ang="T114">
                      <a:pos x="T64" y="T65"/>
                    </a:cxn>
                    <a:cxn ang="T115">
                      <a:pos x="T66" y="T67"/>
                    </a:cxn>
                    <a:cxn ang="T116">
                      <a:pos x="T68" y="T69"/>
                    </a:cxn>
                    <a:cxn ang="T117">
                      <a:pos x="T70" y="T71"/>
                    </a:cxn>
                    <a:cxn ang="T118">
                      <a:pos x="T72" y="T73"/>
                    </a:cxn>
                    <a:cxn ang="T119">
                      <a:pos x="T74" y="T75"/>
                    </a:cxn>
                    <a:cxn ang="T120">
                      <a:pos x="T76" y="T77"/>
                    </a:cxn>
                    <a:cxn ang="T121">
                      <a:pos x="T78" y="T79"/>
                    </a:cxn>
                    <a:cxn ang="T122">
                      <a:pos x="T80" y="T81"/>
                    </a:cxn>
                  </a:cxnLst>
                  <a:rect l="T123" t="T124" r="T125" b="T126"/>
                  <a:pathLst>
                    <a:path w="115" h="236">
                      <a:moveTo>
                        <a:pt x="0" y="128"/>
                      </a:moveTo>
                      <a:lnTo>
                        <a:pt x="0" y="148"/>
                      </a:lnTo>
                      <a:lnTo>
                        <a:pt x="5" y="166"/>
                      </a:lnTo>
                      <a:lnTo>
                        <a:pt x="13" y="184"/>
                      </a:lnTo>
                      <a:lnTo>
                        <a:pt x="24" y="198"/>
                      </a:lnTo>
                      <a:lnTo>
                        <a:pt x="39" y="211"/>
                      </a:lnTo>
                      <a:lnTo>
                        <a:pt x="55" y="223"/>
                      </a:lnTo>
                      <a:lnTo>
                        <a:pt x="74" y="231"/>
                      </a:lnTo>
                      <a:lnTo>
                        <a:pt x="92" y="235"/>
                      </a:lnTo>
                      <a:lnTo>
                        <a:pt x="98" y="236"/>
                      </a:lnTo>
                      <a:lnTo>
                        <a:pt x="104" y="234"/>
                      </a:lnTo>
                      <a:lnTo>
                        <a:pt x="109" y="231"/>
                      </a:lnTo>
                      <a:lnTo>
                        <a:pt x="111" y="226"/>
                      </a:lnTo>
                      <a:lnTo>
                        <a:pt x="111" y="220"/>
                      </a:lnTo>
                      <a:lnTo>
                        <a:pt x="110" y="215"/>
                      </a:lnTo>
                      <a:lnTo>
                        <a:pt x="107" y="210"/>
                      </a:lnTo>
                      <a:lnTo>
                        <a:pt x="101" y="208"/>
                      </a:lnTo>
                      <a:lnTo>
                        <a:pt x="82" y="201"/>
                      </a:lnTo>
                      <a:lnTo>
                        <a:pt x="64" y="192"/>
                      </a:lnTo>
                      <a:lnTo>
                        <a:pt x="50" y="179"/>
                      </a:lnTo>
                      <a:lnTo>
                        <a:pt x="40" y="165"/>
                      </a:lnTo>
                      <a:lnTo>
                        <a:pt x="33" y="148"/>
                      </a:lnTo>
                      <a:lnTo>
                        <a:pt x="29" y="130"/>
                      </a:lnTo>
                      <a:lnTo>
                        <a:pt x="29" y="110"/>
                      </a:lnTo>
                      <a:lnTo>
                        <a:pt x="35" y="89"/>
                      </a:lnTo>
                      <a:lnTo>
                        <a:pt x="43" y="74"/>
                      </a:lnTo>
                      <a:lnTo>
                        <a:pt x="56" y="60"/>
                      </a:lnTo>
                      <a:lnTo>
                        <a:pt x="70" y="46"/>
                      </a:lnTo>
                      <a:lnTo>
                        <a:pt x="85" y="33"/>
                      </a:lnTo>
                      <a:lnTo>
                        <a:pt x="98" y="23"/>
                      </a:lnTo>
                      <a:lnTo>
                        <a:pt x="109" y="12"/>
                      </a:lnTo>
                      <a:lnTo>
                        <a:pt x="115" y="6"/>
                      </a:lnTo>
                      <a:lnTo>
                        <a:pt x="115" y="0"/>
                      </a:lnTo>
                      <a:lnTo>
                        <a:pt x="102" y="4"/>
                      </a:lnTo>
                      <a:lnTo>
                        <a:pt x="85" y="12"/>
                      </a:lnTo>
                      <a:lnTo>
                        <a:pt x="68" y="26"/>
                      </a:lnTo>
                      <a:lnTo>
                        <a:pt x="49" y="42"/>
                      </a:lnTo>
                      <a:lnTo>
                        <a:pt x="32" y="61"/>
                      </a:lnTo>
                      <a:lnTo>
                        <a:pt x="17" y="82"/>
                      </a:lnTo>
                      <a:lnTo>
                        <a:pt x="6" y="105"/>
                      </a:lnTo>
                      <a:lnTo>
                        <a:pt x="0" y="1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98600" name="Freeform 1220">
                  <a:extLst>
                    <a:ext uri="{FF2B5EF4-FFF2-40B4-BE49-F238E27FC236}">
                      <a16:creationId xmlns:a16="http://schemas.microsoft.com/office/drawing/2014/main" id="{64EAEF75-910B-4E3E-BD39-216F364F6D1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11" y="2643"/>
                  <a:ext cx="87" cy="73"/>
                </a:xfrm>
                <a:custGeom>
                  <a:avLst/>
                  <a:gdLst>
                    <a:gd name="T0" fmla="*/ 0 w 245"/>
                    <a:gd name="T1" fmla="*/ 0 h 310"/>
                    <a:gd name="T2" fmla="*/ 0 w 245"/>
                    <a:gd name="T3" fmla="*/ 0 h 310"/>
                    <a:gd name="T4" fmla="*/ 0 w 245"/>
                    <a:gd name="T5" fmla="*/ 0 h 310"/>
                    <a:gd name="T6" fmla="*/ 0 w 245"/>
                    <a:gd name="T7" fmla="*/ 0 h 310"/>
                    <a:gd name="T8" fmla="*/ 0 w 245"/>
                    <a:gd name="T9" fmla="*/ 0 h 310"/>
                    <a:gd name="T10" fmla="*/ 0 w 245"/>
                    <a:gd name="T11" fmla="*/ 0 h 310"/>
                    <a:gd name="T12" fmla="*/ 0 w 245"/>
                    <a:gd name="T13" fmla="*/ 0 h 310"/>
                    <a:gd name="T14" fmla="*/ 0 w 245"/>
                    <a:gd name="T15" fmla="*/ 0 h 310"/>
                    <a:gd name="T16" fmla="*/ 0 w 245"/>
                    <a:gd name="T17" fmla="*/ 0 h 310"/>
                    <a:gd name="T18" fmla="*/ 0 w 245"/>
                    <a:gd name="T19" fmla="*/ 0 h 310"/>
                    <a:gd name="T20" fmla="*/ 0 w 245"/>
                    <a:gd name="T21" fmla="*/ 0 h 310"/>
                    <a:gd name="T22" fmla="*/ 0 w 245"/>
                    <a:gd name="T23" fmla="*/ 0 h 310"/>
                    <a:gd name="T24" fmla="*/ 0 w 245"/>
                    <a:gd name="T25" fmla="*/ 0 h 310"/>
                    <a:gd name="T26" fmla="*/ 0 w 245"/>
                    <a:gd name="T27" fmla="*/ 0 h 310"/>
                    <a:gd name="T28" fmla="*/ 0 w 245"/>
                    <a:gd name="T29" fmla="*/ 0 h 310"/>
                    <a:gd name="T30" fmla="*/ 0 w 245"/>
                    <a:gd name="T31" fmla="*/ 0 h 310"/>
                    <a:gd name="T32" fmla="*/ 0 w 245"/>
                    <a:gd name="T33" fmla="*/ 0 h 310"/>
                    <a:gd name="T34" fmla="*/ 0 w 245"/>
                    <a:gd name="T35" fmla="*/ 0 h 310"/>
                    <a:gd name="T36" fmla="*/ 0 w 245"/>
                    <a:gd name="T37" fmla="*/ 0 h 310"/>
                    <a:gd name="T38" fmla="*/ 0 w 245"/>
                    <a:gd name="T39" fmla="*/ 0 h 310"/>
                    <a:gd name="T40" fmla="*/ 0 w 245"/>
                    <a:gd name="T41" fmla="*/ 0 h 310"/>
                    <a:gd name="T42" fmla="*/ 0 w 245"/>
                    <a:gd name="T43" fmla="*/ 0 h 310"/>
                    <a:gd name="T44" fmla="*/ 0 w 245"/>
                    <a:gd name="T45" fmla="*/ 0 h 310"/>
                    <a:gd name="T46" fmla="*/ 0 w 245"/>
                    <a:gd name="T47" fmla="*/ 0 h 310"/>
                    <a:gd name="T48" fmla="*/ 0 w 245"/>
                    <a:gd name="T49" fmla="*/ 0 h 310"/>
                    <a:gd name="T50" fmla="*/ 0 w 245"/>
                    <a:gd name="T51" fmla="*/ 0 h 310"/>
                    <a:gd name="T52" fmla="*/ 0 w 245"/>
                    <a:gd name="T53" fmla="*/ 0 h 310"/>
                    <a:gd name="T54" fmla="*/ 0 w 245"/>
                    <a:gd name="T55" fmla="*/ 0 h 310"/>
                    <a:gd name="T56" fmla="*/ 0 w 245"/>
                    <a:gd name="T57" fmla="*/ 0 h 310"/>
                    <a:gd name="T58" fmla="*/ 0 w 245"/>
                    <a:gd name="T59" fmla="*/ 0 h 310"/>
                    <a:gd name="T60" fmla="*/ 0 w 245"/>
                    <a:gd name="T61" fmla="*/ 0 h 310"/>
                    <a:gd name="T62" fmla="*/ 0 w 245"/>
                    <a:gd name="T63" fmla="*/ 0 h 310"/>
                    <a:gd name="T64" fmla="*/ 0 w 245"/>
                    <a:gd name="T65" fmla="*/ 0 h 310"/>
                    <a:gd name="T66" fmla="*/ 0 w 245"/>
                    <a:gd name="T67" fmla="*/ 0 h 310"/>
                    <a:gd name="T68" fmla="*/ 0 w 245"/>
                    <a:gd name="T69" fmla="*/ 0 h 310"/>
                    <a:gd name="T70" fmla="*/ 0 w 245"/>
                    <a:gd name="T71" fmla="*/ 0 h 310"/>
                    <a:gd name="T72" fmla="*/ 0 w 245"/>
                    <a:gd name="T73" fmla="*/ 0 h 310"/>
                    <a:gd name="T74" fmla="*/ 0 w 245"/>
                    <a:gd name="T75" fmla="*/ 0 h 310"/>
                    <a:gd name="T76" fmla="*/ 0 60000 65536"/>
                    <a:gd name="T77" fmla="*/ 0 60000 65536"/>
                    <a:gd name="T78" fmla="*/ 0 60000 65536"/>
                    <a:gd name="T79" fmla="*/ 0 60000 65536"/>
                    <a:gd name="T80" fmla="*/ 0 60000 65536"/>
                    <a:gd name="T81" fmla="*/ 0 60000 65536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w 245"/>
                    <a:gd name="T115" fmla="*/ 0 h 310"/>
                    <a:gd name="T116" fmla="*/ 245 w 245"/>
                    <a:gd name="T117" fmla="*/ 310 h 310"/>
                  </a:gdLst>
                  <a:ahLst/>
                  <a:cxnLst>
                    <a:cxn ang="T76">
                      <a:pos x="T0" y="T1"/>
                    </a:cxn>
                    <a:cxn ang="T77">
                      <a:pos x="T2" y="T3"/>
                    </a:cxn>
                    <a:cxn ang="T78">
                      <a:pos x="T4" y="T5"/>
                    </a:cxn>
                    <a:cxn ang="T79">
                      <a:pos x="T6" y="T7"/>
                    </a:cxn>
                    <a:cxn ang="T80">
                      <a:pos x="T8" y="T9"/>
                    </a:cxn>
                    <a:cxn ang="T81">
                      <a:pos x="T10" y="T11"/>
                    </a:cxn>
                    <a:cxn ang="T82">
                      <a:pos x="T12" y="T13"/>
                    </a:cxn>
                    <a:cxn ang="T83">
                      <a:pos x="T14" y="T15"/>
                    </a:cxn>
                    <a:cxn ang="T84">
                      <a:pos x="T16" y="T17"/>
                    </a:cxn>
                    <a:cxn ang="T85">
                      <a:pos x="T18" y="T19"/>
                    </a:cxn>
                    <a:cxn ang="T86">
                      <a:pos x="T20" y="T21"/>
                    </a:cxn>
                    <a:cxn ang="T87">
                      <a:pos x="T22" y="T23"/>
                    </a:cxn>
                    <a:cxn ang="T88">
                      <a:pos x="T24" y="T25"/>
                    </a:cxn>
                    <a:cxn ang="T89">
                      <a:pos x="T26" y="T27"/>
                    </a:cxn>
                    <a:cxn ang="T90">
                      <a:pos x="T28" y="T29"/>
                    </a:cxn>
                    <a:cxn ang="T91">
                      <a:pos x="T30" y="T31"/>
                    </a:cxn>
                    <a:cxn ang="T92">
                      <a:pos x="T32" y="T33"/>
                    </a:cxn>
                    <a:cxn ang="T93">
                      <a:pos x="T34" y="T35"/>
                    </a:cxn>
                    <a:cxn ang="T94">
                      <a:pos x="T36" y="T37"/>
                    </a:cxn>
                    <a:cxn ang="T95">
                      <a:pos x="T38" y="T39"/>
                    </a:cxn>
                    <a:cxn ang="T96">
                      <a:pos x="T40" y="T41"/>
                    </a:cxn>
                    <a:cxn ang="T97">
                      <a:pos x="T42" y="T43"/>
                    </a:cxn>
                    <a:cxn ang="T98">
                      <a:pos x="T44" y="T45"/>
                    </a:cxn>
                    <a:cxn ang="T99">
                      <a:pos x="T46" y="T47"/>
                    </a:cxn>
                    <a:cxn ang="T100">
                      <a:pos x="T48" y="T49"/>
                    </a:cxn>
                    <a:cxn ang="T101">
                      <a:pos x="T50" y="T51"/>
                    </a:cxn>
                    <a:cxn ang="T102">
                      <a:pos x="T52" y="T53"/>
                    </a:cxn>
                    <a:cxn ang="T103">
                      <a:pos x="T54" y="T55"/>
                    </a:cxn>
                    <a:cxn ang="T104">
                      <a:pos x="T56" y="T57"/>
                    </a:cxn>
                    <a:cxn ang="T105">
                      <a:pos x="T58" y="T59"/>
                    </a:cxn>
                    <a:cxn ang="T106">
                      <a:pos x="T60" y="T61"/>
                    </a:cxn>
                    <a:cxn ang="T107">
                      <a:pos x="T62" y="T63"/>
                    </a:cxn>
                    <a:cxn ang="T108">
                      <a:pos x="T64" y="T65"/>
                    </a:cxn>
                    <a:cxn ang="T109">
                      <a:pos x="T66" y="T67"/>
                    </a:cxn>
                    <a:cxn ang="T110">
                      <a:pos x="T68" y="T69"/>
                    </a:cxn>
                    <a:cxn ang="T111">
                      <a:pos x="T70" y="T71"/>
                    </a:cxn>
                    <a:cxn ang="T112">
                      <a:pos x="T72" y="T73"/>
                    </a:cxn>
                    <a:cxn ang="T113">
                      <a:pos x="T74" y="T75"/>
                    </a:cxn>
                  </a:cxnLst>
                  <a:rect l="T114" t="T115" r="T116" b="T117"/>
                  <a:pathLst>
                    <a:path w="245" h="310">
                      <a:moveTo>
                        <a:pt x="200" y="116"/>
                      </a:moveTo>
                      <a:lnTo>
                        <a:pt x="208" y="124"/>
                      </a:lnTo>
                      <a:lnTo>
                        <a:pt x="214" y="133"/>
                      </a:lnTo>
                      <a:lnTo>
                        <a:pt x="220" y="144"/>
                      </a:lnTo>
                      <a:lnTo>
                        <a:pt x="223" y="154"/>
                      </a:lnTo>
                      <a:lnTo>
                        <a:pt x="226" y="164"/>
                      </a:lnTo>
                      <a:lnTo>
                        <a:pt x="224" y="176"/>
                      </a:lnTo>
                      <a:lnTo>
                        <a:pt x="222" y="187"/>
                      </a:lnTo>
                      <a:lnTo>
                        <a:pt x="216" y="198"/>
                      </a:lnTo>
                      <a:lnTo>
                        <a:pt x="208" y="209"/>
                      </a:lnTo>
                      <a:lnTo>
                        <a:pt x="199" y="219"/>
                      </a:lnTo>
                      <a:lnTo>
                        <a:pt x="188" y="229"/>
                      </a:lnTo>
                      <a:lnTo>
                        <a:pt x="177" y="238"/>
                      </a:lnTo>
                      <a:lnTo>
                        <a:pt x="166" y="246"/>
                      </a:lnTo>
                      <a:lnTo>
                        <a:pt x="154" y="255"/>
                      </a:lnTo>
                      <a:lnTo>
                        <a:pt x="142" y="264"/>
                      </a:lnTo>
                      <a:lnTo>
                        <a:pt x="132" y="275"/>
                      </a:lnTo>
                      <a:lnTo>
                        <a:pt x="128" y="278"/>
                      </a:lnTo>
                      <a:lnTo>
                        <a:pt x="126" y="283"/>
                      </a:lnTo>
                      <a:lnTo>
                        <a:pt x="124" y="287"/>
                      </a:lnTo>
                      <a:lnTo>
                        <a:pt x="121" y="292"/>
                      </a:lnTo>
                      <a:lnTo>
                        <a:pt x="120" y="296"/>
                      </a:lnTo>
                      <a:lnTo>
                        <a:pt x="120" y="301"/>
                      </a:lnTo>
                      <a:lnTo>
                        <a:pt x="122" y="306"/>
                      </a:lnTo>
                      <a:lnTo>
                        <a:pt x="126" y="309"/>
                      </a:lnTo>
                      <a:lnTo>
                        <a:pt x="131" y="310"/>
                      </a:lnTo>
                      <a:lnTo>
                        <a:pt x="135" y="310"/>
                      </a:lnTo>
                      <a:lnTo>
                        <a:pt x="139" y="309"/>
                      </a:lnTo>
                      <a:lnTo>
                        <a:pt x="142" y="306"/>
                      </a:lnTo>
                      <a:lnTo>
                        <a:pt x="154" y="292"/>
                      </a:lnTo>
                      <a:lnTo>
                        <a:pt x="167" y="280"/>
                      </a:lnTo>
                      <a:lnTo>
                        <a:pt x="180" y="269"/>
                      </a:lnTo>
                      <a:lnTo>
                        <a:pt x="194" y="257"/>
                      </a:lnTo>
                      <a:lnTo>
                        <a:pt x="207" y="246"/>
                      </a:lnTo>
                      <a:lnTo>
                        <a:pt x="220" y="233"/>
                      </a:lnTo>
                      <a:lnTo>
                        <a:pt x="230" y="219"/>
                      </a:lnTo>
                      <a:lnTo>
                        <a:pt x="238" y="204"/>
                      </a:lnTo>
                      <a:lnTo>
                        <a:pt x="244" y="186"/>
                      </a:lnTo>
                      <a:lnTo>
                        <a:pt x="245" y="169"/>
                      </a:lnTo>
                      <a:lnTo>
                        <a:pt x="243" y="152"/>
                      </a:lnTo>
                      <a:lnTo>
                        <a:pt x="237" y="134"/>
                      </a:lnTo>
                      <a:lnTo>
                        <a:pt x="228" y="119"/>
                      </a:lnTo>
                      <a:lnTo>
                        <a:pt x="217" y="105"/>
                      </a:lnTo>
                      <a:lnTo>
                        <a:pt x="203" y="93"/>
                      </a:lnTo>
                      <a:lnTo>
                        <a:pt x="188" y="83"/>
                      </a:lnTo>
                      <a:lnTo>
                        <a:pt x="176" y="76"/>
                      </a:lnTo>
                      <a:lnTo>
                        <a:pt x="163" y="69"/>
                      </a:lnTo>
                      <a:lnTo>
                        <a:pt x="151" y="61"/>
                      </a:lnTo>
                      <a:lnTo>
                        <a:pt x="136" y="54"/>
                      </a:lnTo>
                      <a:lnTo>
                        <a:pt x="122" y="46"/>
                      </a:lnTo>
                      <a:lnTo>
                        <a:pt x="107" y="39"/>
                      </a:lnTo>
                      <a:lnTo>
                        <a:pt x="93" y="31"/>
                      </a:lnTo>
                      <a:lnTo>
                        <a:pt x="79" y="24"/>
                      </a:lnTo>
                      <a:lnTo>
                        <a:pt x="66" y="18"/>
                      </a:lnTo>
                      <a:lnTo>
                        <a:pt x="53" y="13"/>
                      </a:lnTo>
                      <a:lnTo>
                        <a:pt x="40" y="8"/>
                      </a:lnTo>
                      <a:lnTo>
                        <a:pt x="30" y="5"/>
                      </a:lnTo>
                      <a:lnTo>
                        <a:pt x="20" y="1"/>
                      </a:lnTo>
                      <a:lnTo>
                        <a:pt x="12" y="0"/>
                      </a:lnTo>
                      <a:lnTo>
                        <a:pt x="5" y="0"/>
                      </a:lnTo>
                      <a:lnTo>
                        <a:pt x="0" y="2"/>
                      </a:lnTo>
                      <a:lnTo>
                        <a:pt x="11" y="8"/>
                      </a:lnTo>
                      <a:lnTo>
                        <a:pt x="23" y="14"/>
                      </a:lnTo>
                      <a:lnTo>
                        <a:pt x="36" y="20"/>
                      </a:lnTo>
                      <a:lnTo>
                        <a:pt x="47" y="25"/>
                      </a:lnTo>
                      <a:lnTo>
                        <a:pt x="60" y="31"/>
                      </a:lnTo>
                      <a:lnTo>
                        <a:pt x="73" y="37"/>
                      </a:lnTo>
                      <a:lnTo>
                        <a:pt x="86" y="44"/>
                      </a:lnTo>
                      <a:lnTo>
                        <a:pt x="99" y="51"/>
                      </a:lnTo>
                      <a:lnTo>
                        <a:pt x="113" y="57"/>
                      </a:lnTo>
                      <a:lnTo>
                        <a:pt x="126" y="64"/>
                      </a:lnTo>
                      <a:lnTo>
                        <a:pt x="139" y="71"/>
                      </a:lnTo>
                      <a:lnTo>
                        <a:pt x="152" y="79"/>
                      </a:lnTo>
                      <a:lnTo>
                        <a:pt x="165" y="88"/>
                      </a:lnTo>
                      <a:lnTo>
                        <a:pt x="176" y="96"/>
                      </a:lnTo>
                      <a:lnTo>
                        <a:pt x="188" y="106"/>
                      </a:lnTo>
                      <a:lnTo>
                        <a:pt x="200" y="11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pic>
            <p:nvPicPr>
              <p:cNvPr id="98588" name="Picture 1221" descr="access_point_stylized_gray_small">
                <a:extLst>
                  <a:ext uri="{FF2B5EF4-FFF2-40B4-BE49-F238E27FC236}">
                    <a16:creationId xmlns:a16="http://schemas.microsoft.com/office/drawing/2014/main" id="{B5F01B2C-CF3A-47A4-B887-7401B12DA4E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072" y="3642"/>
                <a:ext cx="430" cy="34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grpSp>
          <p:nvGrpSpPr>
            <p:cNvPr id="98390" name="Group 1222">
              <a:extLst>
                <a:ext uri="{FF2B5EF4-FFF2-40B4-BE49-F238E27FC236}">
                  <a16:creationId xmlns:a16="http://schemas.microsoft.com/office/drawing/2014/main" id="{8571CDD2-111C-4795-9B97-F4EEE6B7586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52" y="2211"/>
              <a:ext cx="251" cy="226"/>
              <a:chOff x="5072" y="3611"/>
              <a:chExt cx="459" cy="380"/>
            </a:xfrm>
          </p:grpSpPr>
          <p:grpSp>
            <p:nvGrpSpPr>
              <p:cNvPr id="98573" name="Group 1223">
                <a:extLst>
                  <a:ext uri="{FF2B5EF4-FFF2-40B4-BE49-F238E27FC236}">
                    <a16:creationId xmlns:a16="http://schemas.microsoft.com/office/drawing/2014/main" id="{E7CB386C-AD04-4EC2-A015-2D0431685AE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144" y="3611"/>
                <a:ext cx="387" cy="99"/>
                <a:chOff x="5030" y="2639"/>
                <a:chExt cx="387" cy="99"/>
              </a:xfrm>
            </p:grpSpPr>
            <p:sp>
              <p:nvSpPr>
                <p:cNvPr id="98575" name="Freeform 1224">
                  <a:extLst>
                    <a:ext uri="{FF2B5EF4-FFF2-40B4-BE49-F238E27FC236}">
                      <a16:creationId xmlns:a16="http://schemas.microsoft.com/office/drawing/2014/main" id="{3F1EF73E-45F2-4D80-BCDB-333B684FED2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134" y="2657"/>
                  <a:ext cx="69" cy="55"/>
                </a:xfrm>
                <a:custGeom>
                  <a:avLst/>
                  <a:gdLst>
                    <a:gd name="T0" fmla="*/ 0 w 199"/>
                    <a:gd name="T1" fmla="*/ 0 h 232"/>
                    <a:gd name="T2" fmla="*/ 0 w 199"/>
                    <a:gd name="T3" fmla="*/ 0 h 232"/>
                    <a:gd name="T4" fmla="*/ 0 w 199"/>
                    <a:gd name="T5" fmla="*/ 0 h 232"/>
                    <a:gd name="T6" fmla="*/ 0 w 199"/>
                    <a:gd name="T7" fmla="*/ 0 h 232"/>
                    <a:gd name="T8" fmla="*/ 0 w 199"/>
                    <a:gd name="T9" fmla="*/ 0 h 232"/>
                    <a:gd name="T10" fmla="*/ 0 w 199"/>
                    <a:gd name="T11" fmla="*/ 0 h 232"/>
                    <a:gd name="T12" fmla="*/ 0 w 199"/>
                    <a:gd name="T13" fmla="*/ 0 h 232"/>
                    <a:gd name="T14" fmla="*/ 0 w 199"/>
                    <a:gd name="T15" fmla="*/ 0 h 232"/>
                    <a:gd name="T16" fmla="*/ 0 w 199"/>
                    <a:gd name="T17" fmla="*/ 0 h 232"/>
                    <a:gd name="T18" fmla="*/ 0 w 199"/>
                    <a:gd name="T19" fmla="*/ 0 h 232"/>
                    <a:gd name="T20" fmla="*/ 0 w 199"/>
                    <a:gd name="T21" fmla="*/ 0 h 232"/>
                    <a:gd name="T22" fmla="*/ 0 w 199"/>
                    <a:gd name="T23" fmla="*/ 0 h 232"/>
                    <a:gd name="T24" fmla="*/ 0 w 199"/>
                    <a:gd name="T25" fmla="*/ 0 h 232"/>
                    <a:gd name="T26" fmla="*/ 0 w 199"/>
                    <a:gd name="T27" fmla="*/ 0 h 232"/>
                    <a:gd name="T28" fmla="*/ 0 w 199"/>
                    <a:gd name="T29" fmla="*/ 0 h 232"/>
                    <a:gd name="T30" fmla="*/ 0 w 199"/>
                    <a:gd name="T31" fmla="*/ 0 h 232"/>
                    <a:gd name="T32" fmla="*/ 0 w 199"/>
                    <a:gd name="T33" fmla="*/ 0 h 232"/>
                    <a:gd name="T34" fmla="*/ 0 w 199"/>
                    <a:gd name="T35" fmla="*/ 0 h 232"/>
                    <a:gd name="T36" fmla="*/ 0 w 199"/>
                    <a:gd name="T37" fmla="*/ 0 h 232"/>
                    <a:gd name="T38" fmla="*/ 0 w 199"/>
                    <a:gd name="T39" fmla="*/ 0 h 232"/>
                    <a:gd name="T40" fmla="*/ 0 w 199"/>
                    <a:gd name="T41" fmla="*/ 0 h 232"/>
                    <a:gd name="T42" fmla="*/ 0 w 199"/>
                    <a:gd name="T43" fmla="*/ 0 h 232"/>
                    <a:gd name="T44" fmla="*/ 0 w 199"/>
                    <a:gd name="T45" fmla="*/ 0 h 232"/>
                    <a:gd name="T46" fmla="*/ 0 w 199"/>
                    <a:gd name="T47" fmla="*/ 0 h 232"/>
                    <a:gd name="T48" fmla="*/ 0 w 199"/>
                    <a:gd name="T49" fmla="*/ 0 h 232"/>
                    <a:gd name="T50" fmla="*/ 0 w 199"/>
                    <a:gd name="T51" fmla="*/ 0 h 232"/>
                    <a:gd name="T52" fmla="*/ 0 w 199"/>
                    <a:gd name="T53" fmla="*/ 0 h 232"/>
                    <a:gd name="T54" fmla="*/ 0 w 199"/>
                    <a:gd name="T55" fmla="*/ 0 h 232"/>
                    <a:gd name="T56" fmla="*/ 0 w 199"/>
                    <a:gd name="T57" fmla="*/ 0 h 232"/>
                    <a:gd name="T58" fmla="*/ 0 w 199"/>
                    <a:gd name="T59" fmla="*/ 0 h 232"/>
                    <a:gd name="T60" fmla="*/ 0 w 199"/>
                    <a:gd name="T61" fmla="*/ 0 h 232"/>
                    <a:gd name="T62" fmla="*/ 0 w 199"/>
                    <a:gd name="T63" fmla="*/ 0 h 232"/>
                    <a:gd name="T64" fmla="*/ 0 w 199"/>
                    <a:gd name="T65" fmla="*/ 0 h 232"/>
                    <a:gd name="T66" fmla="*/ 0 w 199"/>
                    <a:gd name="T67" fmla="*/ 0 h 232"/>
                    <a:gd name="T68" fmla="*/ 0 w 199"/>
                    <a:gd name="T69" fmla="*/ 0 h 232"/>
                    <a:gd name="T70" fmla="*/ 0 w 199"/>
                    <a:gd name="T71" fmla="*/ 0 h 232"/>
                    <a:gd name="T72" fmla="*/ 0 w 199"/>
                    <a:gd name="T73" fmla="*/ 0 h 232"/>
                    <a:gd name="T74" fmla="*/ 0 w 199"/>
                    <a:gd name="T75" fmla="*/ 0 h 232"/>
                    <a:gd name="T76" fmla="*/ 0 w 199"/>
                    <a:gd name="T77" fmla="*/ 0 h 232"/>
                    <a:gd name="T78" fmla="*/ 0 w 199"/>
                    <a:gd name="T79" fmla="*/ 0 h 232"/>
                    <a:gd name="T80" fmla="*/ 0 w 199"/>
                    <a:gd name="T81" fmla="*/ 0 h 232"/>
                    <a:gd name="T82" fmla="*/ 0 w 199"/>
                    <a:gd name="T83" fmla="*/ 0 h 232"/>
                    <a:gd name="T84" fmla="*/ 0 w 199"/>
                    <a:gd name="T85" fmla="*/ 0 h 232"/>
                    <a:gd name="T86" fmla="*/ 0 w 199"/>
                    <a:gd name="T87" fmla="*/ 0 h 232"/>
                    <a:gd name="T88" fmla="*/ 0 w 199"/>
                    <a:gd name="T89" fmla="*/ 0 h 232"/>
                    <a:gd name="T90" fmla="*/ 0 w 199"/>
                    <a:gd name="T91" fmla="*/ 0 h 232"/>
                    <a:gd name="T92" fmla="*/ 0 w 199"/>
                    <a:gd name="T93" fmla="*/ 0 h 232"/>
                    <a:gd name="T94" fmla="*/ 0 w 199"/>
                    <a:gd name="T95" fmla="*/ 0 h 232"/>
                    <a:gd name="T96" fmla="*/ 0 w 199"/>
                    <a:gd name="T97" fmla="*/ 0 h 232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w 199"/>
                    <a:gd name="T148" fmla="*/ 0 h 232"/>
                    <a:gd name="T149" fmla="*/ 199 w 199"/>
                    <a:gd name="T150" fmla="*/ 232 h 232"/>
                  </a:gdLst>
                  <a:ahLst/>
                  <a:cxnLst>
                    <a:cxn ang="T98">
                      <a:pos x="T0" y="T1"/>
                    </a:cxn>
                    <a:cxn ang="T99">
                      <a:pos x="T2" y="T3"/>
                    </a:cxn>
                    <a:cxn ang="T100">
                      <a:pos x="T4" y="T5"/>
                    </a:cxn>
                    <a:cxn ang="T101">
                      <a:pos x="T6" y="T7"/>
                    </a:cxn>
                    <a:cxn ang="T102">
                      <a:pos x="T8" y="T9"/>
                    </a:cxn>
                    <a:cxn ang="T103">
                      <a:pos x="T10" y="T11"/>
                    </a:cxn>
                    <a:cxn ang="T104">
                      <a:pos x="T12" y="T13"/>
                    </a:cxn>
                    <a:cxn ang="T105">
                      <a:pos x="T14" y="T15"/>
                    </a:cxn>
                    <a:cxn ang="T106">
                      <a:pos x="T16" y="T17"/>
                    </a:cxn>
                    <a:cxn ang="T107">
                      <a:pos x="T18" y="T19"/>
                    </a:cxn>
                    <a:cxn ang="T108">
                      <a:pos x="T20" y="T21"/>
                    </a:cxn>
                    <a:cxn ang="T109">
                      <a:pos x="T22" y="T23"/>
                    </a:cxn>
                    <a:cxn ang="T110">
                      <a:pos x="T24" y="T25"/>
                    </a:cxn>
                    <a:cxn ang="T111">
                      <a:pos x="T26" y="T27"/>
                    </a:cxn>
                    <a:cxn ang="T112">
                      <a:pos x="T28" y="T29"/>
                    </a:cxn>
                    <a:cxn ang="T113">
                      <a:pos x="T30" y="T31"/>
                    </a:cxn>
                    <a:cxn ang="T114">
                      <a:pos x="T32" y="T33"/>
                    </a:cxn>
                    <a:cxn ang="T115">
                      <a:pos x="T34" y="T35"/>
                    </a:cxn>
                    <a:cxn ang="T116">
                      <a:pos x="T36" y="T37"/>
                    </a:cxn>
                    <a:cxn ang="T117">
                      <a:pos x="T38" y="T39"/>
                    </a:cxn>
                    <a:cxn ang="T118">
                      <a:pos x="T40" y="T41"/>
                    </a:cxn>
                    <a:cxn ang="T119">
                      <a:pos x="T42" y="T43"/>
                    </a:cxn>
                    <a:cxn ang="T120">
                      <a:pos x="T44" y="T45"/>
                    </a:cxn>
                    <a:cxn ang="T121">
                      <a:pos x="T46" y="T47"/>
                    </a:cxn>
                    <a:cxn ang="T122">
                      <a:pos x="T48" y="T49"/>
                    </a:cxn>
                    <a:cxn ang="T123">
                      <a:pos x="T50" y="T51"/>
                    </a:cxn>
                    <a:cxn ang="T124">
                      <a:pos x="T52" y="T53"/>
                    </a:cxn>
                    <a:cxn ang="T125">
                      <a:pos x="T54" y="T55"/>
                    </a:cxn>
                    <a:cxn ang="T126">
                      <a:pos x="T56" y="T57"/>
                    </a:cxn>
                    <a:cxn ang="T127">
                      <a:pos x="T58" y="T59"/>
                    </a:cxn>
                    <a:cxn ang="T128">
                      <a:pos x="T60" y="T61"/>
                    </a:cxn>
                    <a:cxn ang="T129">
                      <a:pos x="T62" y="T63"/>
                    </a:cxn>
                    <a:cxn ang="T130">
                      <a:pos x="T64" y="T65"/>
                    </a:cxn>
                    <a:cxn ang="T131">
                      <a:pos x="T66" y="T67"/>
                    </a:cxn>
                    <a:cxn ang="T132">
                      <a:pos x="T68" y="T69"/>
                    </a:cxn>
                    <a:cxn ang="T133">
                      <a:pos x="T70" y="T71"/>
                    </a:cxn>
                    <a:cxn ang="T134">
                      <a:pos x="T72" y="T73"/>
                    </a:cxn>
                    <a:cxn ang="T135">
                      <a:pos x="T74" y="T75"/>
                    </a:cxn>
                    <a:cxn ang="T136">
                      <a:pos x="T76" y="T77"/>
                    </a:cxn>
                    <a:cxn ang="T137">
                      <a:pos x="T78" y="T79"/>
                    </a:cxn>
                    <a:cxn ang="T138">
                      <a:pos x="T80" y="T81"/>
                    </a:cxn>
                    <a:cxn ang="T139">
                      <a:pos x="T82" y="T83"/>
                    </a:cxn>
                    <a:cxn ang="T140">
                      <a:pos x="T84" y="T85"/>
                    </a:cxn>
                    <a:cxn ang="T141">
                      <a:pos x="T86" y="T87"/>
                    </a:cxn>
                    <a:cxn ang="T142">
                      <a:pos x="T88" y="T89"/>
                    </a:cxn>
                    <a:cxn ang="T143">
                      <a:pos x="T90" y="T91"/>
                    </a:cxn>
                    <a:cxn ang="T144">
                      <a:pos x="T92" y="T93"/>
                    </a:cxn>
                    <a:cxn ang="T145">
                      <a:pos x="T94" y="T95"/>
                    </a:cxn>
                    <a:cxn ang="T146">
                      <a:pos x="T96" y="T97"/>
                    </a:cxn>
                  </a:cxnLst>
                  <a:rect l="T147" t="T148" r="T149" b="T150"/>
                  <a:pathLst>
                    <a:path w="199" h="232">
                      <a:moveTo>
                        <a:pt x="70" y="29"/>
                      </a:moveTo>
                      <a:lnTo>
                        <a:pt x="55" y="39"/>
                      </a:lnTo>
                      <a:lnTo>
                        <a:pt x="42" y="50"/>
                      </a:lnTo>
                      <a:lnTo>
                        <a:pt x="30" y="63"/>
                      </a:lnTo>
                      <a:lnTo>
                        <a:pt x="20" y="77"/>
                      </a:lnTo>
                      <a:lnTo>
                        <a:pt x="12" y="91"/>
                      </a:lnTo>
                      <a:lnTo>
                        <a:pt x="6" y="108"/>
                      </a:lnTo>
                      <a:lnTo>
                        <a:pt x="2" y="125"/>
                      </a:lnTo>
                      <a:lnTo>
                        <a:pt x="0" y="142"/>
                      </a:lnTo>
                      <a:lnTo>
                        <a:pt x="2" y="166"/>
                      </a:lnTo>
                      <a:lnTo>
                        <a:pt x="12" y="186"/>
                      </a:lnTo>
                      <a:lnTo>
                        <a:pt x="26" y="203"/>
                      </a:lnTo>
                      <a:lnTo>
                        <a:pt x="45" y="216"/>
                      </a:lnTo>
                      <a:lnTo>
                        <a:pt x="66" y="226"/>
                      </a:lnTo>
                      <a:lnTo>
                        <a:pt x="88" y="230"/>
                      </a:lnTo>
                      <a:lnTo>
                        <a:pt x="111" y="232"/>
                      </a:lnTo>
                      <a:lnTo>
                        <a:pt x="134" y="228"/>
                      </a:lnTo>
                      <a:lnTo>
                        <a:pt x="138" y="228"/>
                      </a:lnTo>
                      <a:lnTo>
                        <a:pt x="143" y="226"/>
                      </a:lnTo>
                      <a:lnTo>
                        <a:pt x="147" y="222"/>
                      </a:lnTo>
                      <a:lnTo>
                        <a:pt x="148" y="218"/>
                      </a:lnTo>
                      <a:lnTo>
                        <a:pt x="145" y="212"/>
                      </a:lnTo>
                      <a:lnTo>
                        <a:pt x="141" y="207"/>
                      </a:lnTo>
                      <a:lnTo>
                        <a:pt x="135" y="203"/>
                      </a:lnTo>
                      <a:lnTo>
                        <a:pt x="129" y="201"/>
                      </a:lnTo>
                      <a:lnTo>
                        <a:pt x="117" y="197"/>
                      </a:lnTo>
                      <a:lnTo>
                        <a:pt x="105" y="195"/>
                      </a:lnTo>
                      <a:lnTo>
                        <a:pt x="94" y="193"/>
                      </a:lnTo>
                      <a:lnTo>
                        <a:pt x="83" y="190"/>
                      </a:lnTo>
                      <a:lnTo>
                        <a:pt x="73" y="187"/>
                      </a:lnTo>
                      <a:lnTo>
                        <a:pt x="62" y="182"/>
                      </a:lnTo>
                      <a:lnTo>
                        <a:pt x="53" y="176"/>
                      </a:lnTo>
                      <a:lnTo>
                        <a:pt x="43" y="167"/>
                      </a:lnTo>
                      <a:lnTo>
                        <a:pt x="40" y="128"/>
                      </a:lnTo>
                      <a:lnTo>
                        <a:pt x="49" y="96"/>
                      </a:lnTo>
                      <a:lnTo>
                        <a:pt x="68" y="71"/>
                      </a:lnTo>
                      <a:lnTo>
                        <a:pt x="94" y="50"/>
                      </a:lnTo>
                      <a:lnTo>
                        <a:pt x="122" y="34"/>
                      </a:lnTo>
                      <a:lnTo>
                        <a:pt x="151" y="21"/>
                      </a:lnTo>
                      <a:lnTo>
                        <a:pt x="178" y="12"/>
                      </a:lnTo>
                      <a:lnTo>
                        <a:pt x="199" y="4"/>
                      </a:lnTo>
                      <a:lnTo>
                        <a:pt x="186" y="1"/>
                      </a:lnTo>
                      <a:lnTo>
                        <a:pt x="172" y="0"/>
                      </a:lnTo>
                      <a:lnTo>
                        <a:pt x="156" y="2"/>
                      </a:lnTo>
                      <a:lnTo>
                        <a:pt x="138" y="4"/>
                      </a:lnTo>
                      <a:lnTo>
                        <a:pt x="121" y="10"/>
                      </a:lnTo>
                      <a:lnTo>
                        <a:pt x="103" y="16"/>
                      </a:lnTo>
                      <a:lnTo>
                        <a:pt x="86" y="23"/>
                      </a:lnTo>
                      <a:lnTo>
                        <a:pt x="70" y="29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98576" name="Freeform 1225">
                  <a:extLst>
                    <a:ext uri="{FF2B5EF4-FFF2-40B4-BE49-F238E27FC236}">
                      <a16:creationId xmlns:a16="http://schemas.microsoft.com/office/drawing/2014/main" id="{E1C59A19-8355-4265-99DC-2E3692326D7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52" y="2656"/>
                  <a:ext cx="47" cy="42"/>
                </a:xfrm>
                <a:custGeom>
                  <a:avLst/>
                  <a:gdLst>
                    <a:gd name="T0" fmla="*/ 0 w 128"/>
                    <a:gd name="T1" fmla="*/ 0 h 180"/>
                    <a:gd name="T2" fmla="*/ 0 w 128"/>
                    <a:gd name="T3" fmla="*/ 0 h 180"/>
                    <a:gd name="T4" fmla="*/ 0 w 128"/>
                    <a:gd name="T5" fmla="*/ 0 h 180"/>
                    <a:gd name="T6" fmla="*/ 0 w 128"/>
                    <a:gd name="T7" fmla="*/ 0 h 180"/>
                    <a:gd name="T8" fmla="*/ 0 w 128"/>
                    <a:gd name="T9" fmla="*/ 0 h 180"/>
                    <a:gd name="T10" fmla="*/ 0 w 128"/>
                    <a:gd name="T11" fmla="*/ 0 h 180"/>
                    <a:gd name="T12" fmla="*/ 0 w 128"/>
                    <a:gd name="T13" fmla="*/ 0 h 180"/>
                    <a:gd name="T14" fmla="*/ 0 w 128"/>
                    <a:gd name="T15" fmla="*/ 0 h 180"/>
                    <a:gd name="T16" fmla="*/ 0 w 128"/>
                    <a:gd name="T17" fmla="*/ 0 h 180"/>
                    <a:gd name="T18" fmla="*/ 0 w 128"/>
                    <a:gd name="T19" fmla="*/ 0 h 180"/>
                    <a:gd name="T20" fmla="*/ 0 w 128"/>
                    <a:gd name="T21" fmla="*/ 0 h 180"/>
                    <a:gd name="T22" fmla="*/ 0 w 128"/>
                    <a:gd name="T23" fmla="*/ 0 h 180"/>
                    <a:gd name="T24" fmla="*/ 0 w 128"/>
                    <a:gd name="T25" fmla="*/ 0 h 180"/>
                    <a:gd name="T26" fmla="*/ 0 w 128"/>
                    <a:gd name="T27" fmla="*/ 0 h 180"/>
                    <a:gd name="T28" fmla="*/ 0 w 128"/>
                    <a:gd name="T29" fmla="*/ 0 h 180"/>
                    <a:gd name="T30" fmla="*/ 0 w 128"/>
                    <a:gd name="T31" fmla="*/ 0 h 180"/>
                    <a:gd name="T32" fmla="*/ 0 w 128"/>
                    <a:gd name="T33" fmla="*/ 0 h 180"/>
                    <a:gd name="T34" fmla="*/ 0 w 128"/>
                    <a:gd name="T35" fmla="*/ 0 h 180"/>
                    <a:gd name="T36" fmla="*/ 0 w 128"/>
                    <a:gd name="T37" fmla="*/ 0 h 180"/>
                    <a:gd name="T38" fmla="*/ 0 w 128"/>
                    <a:gd name="T39" fmla="*/ 0 h 180"/>
                    <a:gd name="T40" fmla="*/ 0 w 128"/>
                    <a:gd name="T41" fmla="*/ 0 h 180"/>
                    <a:gd name="T42" fmla="*/ 0 w 128"/>
                    <a:gd name="T43" fmla="*/ 0 h 180"/>
                    <a:gd name="T44" fmla="*/ 0 w 128"/>
                    <a:gd name="T45" fmla="*/ 0 h 180"/>
                    <a:gd name="T46" fmla="*/ 0 w 128"/>
                    <a:gd name="T47" fmla="*/ 0 h 180"/>
                    <a:gd name="T48" fmla="*/ 0 w 128"/>
                    <a:gd name="T49" fmla="*/ 0 h 180"/>
                    <a:gd name="T50" fmla="*/ 0 w 128"/>
                    <a:gd name="T51" fmla="*/ 0 h 180"/>
                    <a:gd name="T52" fmla="*/ 0 w 128"/>
                    <a:gd name="T53" fmla="*/ 0 h 180"/>
                    <a:gd name="T54" fmla="*/ 0 w 128"/>
                    <a:gd name="T55" fmla="*/ 0 h 180"/>
                    <a:gd name="T56" fmla="*/ 0 w 128"/>
                    <a:gd name="T57" fmla="*/ 0 h 180"/>
                    <a:gd name="T58" fmla="*/ 0 w 128"/>
                    <a:gd name="T59" fmla="*/ 0 h 180"/>
                    <a:gd name="T60" fmla="*/ 0 w 128"/>
                    <a:gd name="T61" fmla="*/ 0 h 180"/>
                    <a:gd name="T62" fmla="*/ 0 w 128"/>
                    <a:gd name="T63" fmla="*/ 0 h 180"/>
                    <a:gd name="T64" fmla="*/ 0 w 128"/>
                    <a:gd name="T65" fmla="*/ 0 h 180"/>
                    <a:gd name="T66" fmla="*/ 0 w 128"/>
                    <a:gd name="T67" fmla="*/ 0 h 180"/>
                    <a:gd name="T68" fmla="*/ 0 w 128"/>
                    <a:gd name="T69" fmla="*/ 0 h 180"/>
                    <a:gd name="T70" fmla="*/ 0 w 128"/>
                    <a:gd name="T71" fmla="*/ 0 h 180"/>
                    <a:gd name="T72" fmla="*/ 0 w 128"/>
                    <a:gd name="T73" fmla="*/ 0 h 180"/>
                    <a:gd name="T74" fmla="*/ 0 w 128"/>
                    <a:gd name="T75" fmla="*/ 0 h 180"/>
                    <a:gd name="T76" fmla="*/ 0 w 128"/>
                    <a:gd name="T77" fmla="*/ 0 h 180"/>
                    <a:gd name="T78" fmla="*/ 0 w 128"/>
                    <a:gd name="T79" fmla="*/ 0 h 180"/>
                    <a:gd name="T80" fmla="*/ 0 w 128"/>
                    <a:gd name="T81" fmla="*/ 0 h 180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w 128"/>
                    <a:gd name="T124" fmla="*/ 0 h 180"/>
                    <a:gd name="T125" fmla="*/ 128 w 128"/>
                    <a:gd name="T126" fmla="*/ 180 h 180"/>
                  </a:gdLst>
                  <a:ahLst/>
                  <a:cxnLst>
                    <a:cxn ang="T82">
                      <a:pos x="T0" y="T1"/>
                    </a:cxn>
                    <a:cxn ang="T83">
                      <a:pos x="T2" y="T3"/>
                    </a:cxn>
                    <a:cxn ang="T84">
                      <a:pos x="T4" y="T5"/>
                    </a:cxn>
                    <a:cxn ang="T85">
                      <a:pos x="T6" y="T7"/>
                    </a:cxn>
                    <a:cxn ang="T86">
                      <a:pos x="T8" y="T9"/>
                    </a:cxn>
                    <a:cxn ang="T87">
                      <a:pos x="T10" y="T11"/>
                    </a:cxn>
                    <a:cxn ang="T88">
                      <a:pos x="T12" y="T13"/>
                    </a:cxn>
                    <a:cxn ang="T89">
                      <a:pos x="T14" y="T15"/>
                    </a:cxn>
                    <a:cxn ang="T90">
                      <a:pos x="T16" y="T17"/>
                    </a:cxn>
                    <a:cxn ang="T91">
                      <a:pos x="T18" y="T19"/>
                    </a:cxn>
                    <a:cxn ang="T92">
                      <a:pos x="T20" y="T21"/>
                    </a:cxn>
                    <a:cxn ang="T93">
                      <a:pos x="T22" y="T23"/>
                    </a:cxn>
                    <a:cxn ang="T94">
                      <a:pos x="T24" y="T25"/>
                    </a:cxn>
                    <a:cxn ang="T95">
                      <a:pos x="T26" y="T27"/>
                    </a:cxn>
                    <a:cxn ang="T96">
                      <a:pos x="T28" y="T29"/>
                    </a:cxn>
                    <a:cxn ang="T97">
                      <a:pos x="T30" y="T31"/>
                    </a:cxn>
                    <a:cxn ang="T98">
                      <a:pos x="T32" y="T33"/>
                    </a:cxn>
                    <a:cxn ang="T99">
                      <a:pos x="T34" y="T35"/>
                    </a:cxn>
                    <a:cxn ang="T100">
                      <a:pos x="T36" y="T37"/>
                    </a:cxn>
                    <a:cxn ang="T101">
                      <a:pos x="T38" y="T39"/>
                    </a:cxn>
                    <a:cxn ang="T102">
                      <a:pos x="T40" y="T41"/>
                    </a:cxn>
                    <a:cxn ang="T103">
                      <a:pos x="T42" y="T43"/>
                    </a:cxn>
                    <a:cxn ang="T104">
                      <a:pos x="T44" y="T45"/>
                    </a:cxn>
                    <a:cxn ang="T105">
                      <a:pos x="T46" y="T47"/>
                    </a:cxn>
                    <a:cxn ang="T106">
                      <a:pos x="T48" y="T49"/>
                    </a:cxn>
                    <a:cxn ang="T107">
                      <a:pos x="T50" y="T51"/>
                    </a:cxn>
                    <a:cxn ang="T108">
                      <a:pos x="T52" y="T53"/>
                    </a:cxn>
                    <a:cxn ang="T109">
                      <a:pos x="T54" y="T55"/>
                    </a:cxn>
                    <a:cxn ang="T110">
                      <a:pos x="T56" y="T57"/>
                    </a:cxn>
                    <a:cxn ang="T111">
                      <a:pos x="T58" y="T59"/>
                    </a:cxn>
                    <a:cxn ang="T112">
                      <a:pos x="T60" y="T61"/>
                    </a:cxn>
                    <a:cxn ang="T113">
                      <a:pos x="T62" y="T63"/>
                    </a:cxn>
                    <a:cxn ang="T114">
                      <a:pos x="T64" y="T65"/>
                    </a:cxn>
                    <a:cxn ang="T115">
                      <a:pos x="T66" y="T67"/>
                    </a:cxn>
                    <a:cxn ang="T116">
                      <a:pos x="T68" y="T69"/>
                    </a:cxn>
                    <a:cxn ang="T117">
                      <a:pos x="T70" y="T71"/>
                    </a:cxn>
                    <a:cxn ang="T118">
                      <a:pos x="T72" y="T73"/>
                    </a:cxn>
                    <a:cxn ang="T119">
                      <a:pos x="T74" y="T75"/>
                    </a:cxn>
                    <a:cxn ang="T120">
                      <a:pos x="T76" y="T77"/>
                    </a:cxn>
                    <a:cxn ang="T121">
                      <a:pos x="T78" y="T79"/>
                    </a:cxn>
                    <a:cxn ang="T122">
                      <a:pos x="T80" y="T81"/>
                    </a:cxn>
                  </a:cxnLst>
                  <a:rect l="T123" t="T124" r="T125" b="T126"/>
                  <a:pathLst>
                    <a:path w="128" h="180">
                      <a:moveTo>
                        <a:pt x="108" y="59"/>
                      </a:moveTo>
                      <a:lnTo>
                        <a:pt x="113" y="77"/>
                      </a:lnTo>
                      <a:lnTo>
                        <a:pt x="111" y="94"/>
                      </a:lnTo>
                      <a:lnTo>
                        <a:pt x="103" y="108"/>
                      </a:lnTo>
                      <a:lnTo>
                        <a:pt x="91" y="121"/>
                      </a:lnTo>
                      <a:lnTo>
                        <a:pt x="77" y="132"/>
                      </a:lnTo>
                      <a:lnTo>
                        <a:pt x="61" y="144"/>
                      </a:lnTo>
                      <a:lnTo>
                        <a:pt x="45" y="154"/>
                      </a:lnTo>
                      <a:lnTo>
                        <a:pt x="30" y="164"/>
                      </a:lnTo>
                      <a:lnTo>
                        <a:pt x="28" y="168"/>
                      </a:lnTo>
                      <a:lnTo>
                        <a:pt x="27" y="170"/>
                      </a:lnTo>
                      <a:lnTo>
                        <a:pt x="27" y="174"/>
                      </a:lnTo>
                      <a:lnTo>
                        <a:pt x="28" y="177"/>
                      </a:lnTo>
                      <a:lnTo>
                        <a:pt x="32" y="179"/>
                      </a:lnTo>
                      <a:lnTo>
                        <a:pt x="35" y="180"/>
                      </a:lnTo>
                      <a:lnTo>
                        <a:pt x="37" y="180"/>
                      </a:lnTo>
                      <a:lnTo>
                        <a:pt x="41" y="179"/>
                      </a:lnTo>
                      <a:lnTo>
                        <a:pt x="60" y="169"/>
                      </a:lnTo>
                      <a:lnTo>
                        <a:pt x="77" y="158"/>
                      </a:lnTo>
                      <a:lnTo>
                        <a:pt x="94" y="145"/>
                      </a:lnTo>
                      <a:lnTo>
                        <a:pt x="109" y="130"/>
                      </a:lnTo>
                      <a:lnTo>
                        <a:pt x="120" y="114"/>
                      </a:lnTo>
                      <a:lnTo>
                        <a:pt x="127" y="95"/>
                      </a:lnTo>
                      <a:lnTo>
                        <a:pt x="128" y="76"/>
                      </a:lnTo>
                      <a:lnTo>
                        <a:pt x="123" y="55"/>
                      </a:lnTo>
                      <a:lnTo>
                        <a:pt x="113" y="39"/>
                      </a:lnTo>
                      <a:lnTo>
                        <a:pt x="97" y="25"/>
                      </a:lnTo>
                      <a:lnTo>
                        <a:pt x="79" y="15"/>
                      </a:lnTo>
                      <a:lnTo>
                        <a:pt x="57" y="7"/>
                      </a:lnTo>
                      <a:lnTo>
                        <a:pt x="36" y="2"/>
                      </a:lnTo>
                      <a:lnTo>
                        <a:pt x="19" y="0"/>
                      </a:lnTo>
                      <a:lnTo>
                        <a:pt x="6" y="0"/>
                      </a:lnTo>
                      <a:lnTo>
                        <a:pt x="0" y="4"/>
                      </a:lnTo>
                      <a:lnTo>
                        <a:pt x="14" y="9"/>
                      </a:lnTo>
                      <a:lnTo>
                        <a:pt x="29" y="14"/>
                      </a:lnTo>
                      <a:lnTo>
                        <a:pt x="46" y="19"/>
                      </a:lnTo>
                      <a:lnTo>
                        <a:pt x="61" y="23"/>
                      </a:lnTo>
                      <a:lnTo>
                        <a:pt x="76" y="29"/>
                      </a:lnTo>
                      <a:lnTo>
                        <a:pt x="89" y="37"/>
                      </a:lnTo>
                      <a:lnTo>
                        <a:pt x="100" y="46"/>
                      </a:lnTo>
                      <a:lnTo>
                        <a:pt x="108" y="59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98577" name="Freeform 1226">
                  <a:extLst>
                    <a:ext uri="{FF2B5EF4-FFF2-40B4-BE49-F238E27FC236}">
                      <a16:creationId xmlns:a16="http://schemas.microsoft.com/office/drawing/2014/main" id="{C90F8841-DFBA-424F-AEA4-BABCE3D269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89" y="2646"/>
                  <a:ext cx="114" cy="88"/>
                </a:xfrm>
                <a:custGeom>
                  <a:avLst/>
                  <a:gdLst>
                    <a:gd name="T0" fmla="*/ 0 w 322"/>
                    <a:gd name="T1" fmla="*/ 0 h 378"/>
                    <a:gd name="T2" fmla="*/ 0 w 322"/>
                    <a:gd name="T3" fmla="*/ 0 h 378"/>
                    <a:gd name="T4" fmla="*/ 0 w 322"/>
                    <a:gd name="T5" fmla="*/ 0 h 378"/>
                    <a:gd name="T6" fmla="*/ 0 w 322"/>
                    <a:gd name="T7" fmla="*/ 0 h 378"/>
                    <a:gd name="T8" fmla="*/ 0 w 322"/>
                    <a:gd name="T9" fmla="*/ 0 h 378"/>
                    <a:gd name="T10" fmla="*/ 0 w 322"/>
                    <a:gd name="T11" fmla="*/ 0 h 378"/>
                    <a:gd name="T12" fmla="*/ 0 w 322"/>
                    <a:gd name="T13" fmla="*/ 0 h 378"/>
                    <a:gd name="T14" fmla="*/ 0 w 322"/>
                    <a:gd name="T15" fmla="*/ 0 h 378"/>
                    <a:gd name="T16" fmla="*/ 0 w 322"/>
                    <a:gd name="T17" fmla="*/ 0 h 378"/>
                    <a:gd name="T18" fmla="*/ 0 w 322"/>
                    <a:gd name="T19" fmla="*/ 0 h 378"/>
                    <a:gd name="T20" fmla="*/ 0 w 322"/>
                    <a:gd name="T21" fmla="*/ 0 h 378"/>
                    <a:gd name="T22" fmla="*/ 0 w 322"/>
                    <a:gd name="T23" fmla="*/ 0 h 378"/>
                    <a:gd name="T24" fmla="*/ 0 w 322"/>
                    <a:gd name="T25" fmla="*/ 0 h 378"/>
                    <a:gd name="T26" fmla="*/ 0 w 322"/>
                    <a:gd name="T27" fmla="*/ 0 h 378"/>
                    <a:gd name="T28" fmla="*/ 0 w 322"/>
                    <a:gd name="T29" fmla="*/ 0 h 378"/>
                    <a:gd name="T30" fmla="*/ 0 w 322"/>
                    <a:gd name="T31" fmla="*/ 0 h 378"/>
                    <a:gd name="T32" fmla="*/ 0 w 322"/>
                    <a:gd name="T33" fmla="*/ 0 h 378"/>
                    <a:gd name="T34" fmla="*/ 0 w 322"/>
                    <a:gd name="T35" fmla="*/ 0 h 378"/>
                    <a:gd name="T36" fmla="*/ 0 w 322"/>
                    <a:gd name="T37" fmla="*/ 0 h 378"/>
                    <a:gd name="T38" fmla="*/ 0 w 322"/>
                    <a:gd name="T39" fmla="*/ 0 h 378"/>
                    <a:gd name="T40" fmla="*/ 0 w 322"/>
                    <a:gd name="T41" fmla="*/ 0 h 378"/>
                    <a:gd name="T42" fmla="*/ 0 w 322"/>
                    <a:gd name="T43" fmla="*/ 0 h 378"/>
                    <a:gd name="T44" fmla="*/ 0 w 322"/>
                    <a:gd name="T45" fmla="*/ 0 h 378"/>
                    <a:gd name="T46" fmla="*/ 0 w 322"/>
                    <a:gd name="T47" fmla="*/ 0 h 378"/>
                    <a:gd name="T48" fmla="*/ 0 w 322"/>
                    <a:gd name="T49" fmla="*/ 0 h 378"/>
                    <a:gd name="T50" fmla="*/ 0 w 322"/>
                    <a:gd name="T51" fmla="*/ 0 h 378"/>
                    <a:gd name="T52" fmla="*/ 0 w 322"/>
                    <a:gd name="T53" fmla="*/ 0 h 378"/>
                    <a:gd name="T54" fmla="*/ 0 w 322"/>
                    <a:gd name="T55" fmla="*/ 0 h 378"/>
                    <a:gd name="T56" fmla="*/ 0 w 322"/>
                    <a:gd name="T57" fmla="*/ 0 h 378"/>
                    <a:gd name="T58" fmla="*/ 0 w 322"/>
                    <a:gd name="T59" fmla="*/ 0 h 378"/>
                    <a:gd name="T60" fmla="*/ 0 w 322"/>
                    <a:gd name="T61" fmla="*/ 0 h 378"/>
                    <a:gd name="T62" fmla="*/ 0 w 322"/>
                    <a:gd name="T63" fmla="*/ 0 h 378"/>
                    <a:gd name="T64" fmla="*/ 0 w 322"/>
                    <a:gd name="T65" fmla="*/ 0 h 378"/>
                    <a:gd name="T66" fmla="*/ 0 w 322"/>
                    <a:gd name="T67" fmla="*/ 0 h 378"/>
                    <a:gd name="T68" fmla="*/ 0 w 322"/>
                    <a:gd name="T69" fmla="*/ 0 h 378"/>
                    <a:gd name="T70" fmla="*/ 0 w 322"/>
                    <a:gd name="T71" fmla="*/ 0 h 378"/>
                    <a:gd name="T72" fmla="*/ 0 w 322"/>
                    <a:gd name="T73" fmla="*/ 0 h 378"/>
                    <a:gd name="T74" fmla="*/ 0 w 322"/>
                    <a:gd name="T75" fmla="*/ 0 h 378"/>
                    <a:gd name="T76" fmla="*/ 0 w 322"/>
                    <a:gd name="T77" fmla="*/ 0 h 378"/>
                    <a:gd name="T78" fmla="*/ 0 w 322"/>
                    <a:gd name="T79" fmla="*/ 0 h 378"/>
                    <a:gd name="T80" fmla="*/ 0 w 322"/>
                    <a:gd name="T81" fmla="*/ 0 h 378"/>
                    <a:gd name="T82" fmla="*/ 0 w 322"/>
                    <a:gd name="T83" fmla="*/ 0 h 378"/>
                    <a:gd name="T84" fmla="*/ 0 w 322"/>
                    <a:gd name="T85" fmla="*/ 0 h 378"/>
                    <a:gd name="T86" fmla="*/ 0 w 322"/>
                    <a:gd name="T87" fmla="*/ 0 h 378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w 322"/>
                    <a:gd name="T133" fmla="*/ 0 h 378"/>
                    <a:gd name="T134" fmla="*/ 322 w 322"/>
                    <a:gd name="T135" fmla="*/ 378 h 378"/>
                  </a:gdLst>
                  <a:ahLst/>
                  <a:cxnLst>
                    <a:cxn ang="T88">
                      <a:pos x="T0" y="T1"/>
                    </a:cxn>
                    <a:cxn ang="T89">
                      <a:pos x="T2" y="T3"/>
                    </a:cxn>
                    <a:cxn ang="T90">
                      <a:pos x="T4" y="T5"/>
                    </a:cxn>
                    <a:cxn ang="T91">
                      <a:pos x="T6" y="T7"/>
                    </a:cxn>
                    <a:cxn ang="T92">
                      <a:pos x="T8" y="T9"/>
                    </a:cxn>
                    <a:cxn ang="T93">
                      <a:pos x="T10" y="T11"/>
                    </a:cxn>
                    <a:cxn ang="T94">
                      <a:pos x="T12" y="T13"/>
                    </a:cxn>
                    <a:cxn ang="T95">
                      <a:pos x="T14" y="T15"/>
                    </a:cxn>
                    <a:cxn ang="T96">
                      <a:pos x="T16" y="T17"/>
                    </a:cxn>
                    <a:cxn ang="T97">
                      <a:pos x="T18" y="T19"/>
                    </a:cxn>
                    <a:cxn ang="T98">
                      <a:pos x="T20" y="T21"/>
                    </a:cxn>
                    <a:cxn ang="T99">
                      <a:pos x="T22" y="T23"/>
                    </a:cxn>
                    <a:cxn ang="T100">
                      <a:pos x="T24" y="T25"/>
                    </a:cxn>
                    <a:cxn ang="T101">
                      <a:pos x="T26" y="T27"/>
                    </a:cxn>
                    <a:cxn ang="T102">
                      <a:pos x="T28" y="T29"/>
                    </a:cxn>
                    <a:cxn ang="T103">
                      <a:pos x="T30" y="T31"/>
                    </a:cxn>
                    <a:cxn ang="T104">
                      <a:pos x="T32" y="T33"/>
                    </a:cxn>
                    <a:cxn ang="T105">
                      <a:pos x="T34" y="T35"/>
                    </a:cxn>
                    <a:cxn ang="T106">
                      <a:pos x="T36" y="T37"/>
                    </a:cxn>
                    <a:cxn ang="T107">
                      <a:pos x="T38" y="T39"/>
                    </a:cxn>
                    <a:cxn ang="T108">
                      <a:pos x="T40" y="T41"/>
                    </a:cxn>
                    <a:cxn ang="T109">
                      <a:pos x="T42" y="T43"/>
                    </a:cxn>
                    <a:cxn ang="T110">
                      <a:pos x="T44" y="T45"/>
                    </a:cxn>
                    <a:cxn ang="T111">
                      <a:pos x="T46" y="T47"/>
                    </a:cxn>
                    <a:cxn ang="T112">
                      <a:pos x="T48" y="T49"/>
                    </a:cxn>
                    <a:cxn ang="T113">
                      <a:pos x="T50" y="T51"/>
                    </a:cxn>
                    <a:cxn ang="T114">
                      <a:pos x="T52" y="T53"/>
                    </a:cxn>
                    <a:cxn ang="T115">
                      <a:pos x="T54" y="T55"/>
                    </a:cxn>
                    <a:cxn ang="T116">
                      <a:pos x="T56" y="T57"/>
                    </a:cxn>
                    <a:cxn ang="T117">
                      <a:pos x="T58" y="T59"/>
                    </a:cxn>
                    <a:cxn ang="T118">
                      <a:pos x="T60" y="T61"/>
                    </a:cxn>
                    <a:cxn ang="T119">
                      <a:pos x="T62" y="T63"/>
                    </a:cxn>
                    <a:cxn ang="T120">
                      <a:pos x="T64" y="T65"/>
                    </a:cxn>
                    <a:cxn ang="T121">
                      <a:pos x="T66" y="T67"/>
                    </a:cxn>
                    <a:cxn ang="T122">
                      <a:pos x="T68" y="T69"/>
                    </a:cxn>
                    <a:cxn ang="T123">
                      <a:pos x="T70" y="T71"/>
                    </a:cxn>
                    <a:cxn ang="T124">
                      <a:pos x="T72" y="T73"/>
                    </a:cxn>
                    <a:cxn ang="T125">
                      <a:pos x="T74" y="T75"/>
                    </a:cxn>
                    <a:cxn ang="T126">
                      <a:pos x="T76" y="T77"/>
                    </a:cxn>
                    <a:cxn ang="T127">
                      <a:pos x="T78" y="T79"/>
                    </a:cxn>
                    <a:cxn ang="T128">
                      <a:pos x="T80" y="T81"/>
                    </a:cxn>
                    <a:cxn ang="T129">
                      <a:pos x="T82" y="T83"/>
                    </a:cxn>
                    <a:cxn ang="T130">
                      <a:pos x="T84" y="T85"/>
                    </a:cxn>
                    <a:cxn ang="T131">
                      <a:pos x="T86" y="T87"/>
                    </a:cxn>
                  </a:cxnLst>
                  <a:rect l="T132" t="T133" r="T134" b="T135"/>
                  <a:pathLst>
                    <a:path w="322" h="378">
                      <a:moveTo>
                        <a:pt x="125" y="49"/>
                      </a:moveTo>
                      <a:lnTo>
                        <a:pt x="100" y="70"/>
                      </a:lnTo>
                      <a:lnTo>
                        <a:pt x="76" y="90"/>
                      </a:lnTo>
                      <a:lnTo>
                        <a:pt x="53" y="115"/>
                      </a:lnTo>
                      <a:lnTo>
                        <a:pt x="34" y="140"/>
                      </a:lnTo>
                      <a:lnTo>
                        <a:pt x="17" y="166"/>
                      </a:lnTo>
                      <a:lnTo>
                        <a:pt x="5" y="195"/>
                      </a:lnTo>
                      <a:lnTo>
                        <a:pt x="0" y="226"/>
                      </a:lnTo>
                      <a:lnTo>
                        <a:pt x="1" y="258"/>
                      </a:lnTo>
                      <a:lnTo>
                        <a:pt x="3" y="266"/>
                      </a:lnTo>
                      <a:lnTo>
                        <a:pt x="5" y="275"/>
                      </a:lnTo>
                      <a:lnTo>
                        <a:pt x="9" y="282"/>
                      </a:lnTo>
                      <a:lnTo>
                        <a:pt x="14" y="290"/>
                      </a:lnTo>
                      <a:lnTo>
                        <a:pt x="19" y="297"/>
                      </a:lnTo>
                      <a:lnTo>
                        <a:pt x="26" y="304"/>
                      </a:lnTo>
                      <a:lnTo>
                        <a:pt x="32" y="310"/>
                      </a:lnTo>
                      <a:lnTo>
                        <a:pt x="41" y="314"/>
                      </a:lnTo>
                      <a:lnTo>
                        <a:pt x="56" y="324"/>
                      </a:lnTo>
                      <a:lnTo>
                        <a:pt x="71" y="332"/>
                      </a:lnTo>
                      <a:lnTo>
                        <a:pt x="86" y="338"/>
                      </a:lnTo>
                      <a:lnTo>
                        <a:pt x="103" y="344"/>
                      </a:lnTo>
                      <a:lnTo>
                        <a:pt x="119" y="350"/>
                      </a:lnTo>
                      <a:lnTo>
                        <a:pt x="136" y="355"/>
                      </a:lnTo>
                      <a:lnTo>
                        <a:pt x="152" y="359"/>
                      </a:lnTo>
                      <a:lnTo>
                        <a:pt x="168" y="363"/>
                      </a:lnTo>
                      <a:lnTo>
                        <a:pt x="186" y="366"/>
                      </a:lnTo>
                      <a:lnTo>
                        <a:pt x="202" y="368"/>
                      </a:lnTo>
                      <a:lnTo>
                        <a:pt x="220" y="371"/>
                      </a:lnTo>
                      <a:lnTo>
                        <a:pt x="238" y="373"/>
                      </a:lnTo>
                      <a:lnTo>
                        <a:pt x="254" y="374"/>
                      </a:lnTo>
                      <a:lnTo>
                        <a:pt x="272" y="375"/>
                      </a:lnTo>
                      <a:lnTo>
                        <a:pt x="289" y="376"/>
                      </a:lnTo>
                      <a:lnTo>
                        <a:pt x="306" y="378"/>
                      </a:lnTo>
                      <a:lnTo>
                        <a:pt x="311" y="378"/>
                      </a:lnTo>
                      <a:lnTo>
                        <a:pt x="316" y="375"/>
                      </a:lnTo>
                      <a:lnTo>
                        <a:pt x="320" y="371"/>
                      </a:lnTo>
                      <a:lnTo>
                        <a:pt x="322" y="366"/>
                      </a:lnTo>
                      <a:lnTo>
                        <a:pt x="322" y="360"/>
                      </a:lnTo>
                      <a:lnTo>
                        <a:pt x="320" y="356"/>
                      </a:lnTo>
                      <a:lnTo>
                        <a:pt x="315" y="352"/>
                      </a:lnTo>
                      <a:lnTo>
                        <a:pt x="309" y="350"/>
                      </a:lnTo>
                      <a:lnTo>
                        <a:pt x="294" y="347"/>
                      </a:lnTo>
                      <a:lnTo>
                        <a:pt x="279" y="344"/>
                      </a:lnTo>
                      <a:lnTo>
                        <a:pt x="263" y="341"/>
                      </a:lnTo>
                      <a:lnTo>
                        <a:pt x="247" y="338"/>
                      </a:lnTo>
                      <a:lnTo>
                        <a:pt x="232" y="336"/>
                      </a:lnTo>
                      <a:lnTo>
                        <a:pt x="216" y="334"/>
                      </a:lnTo>
                      <a:lnTo>
                        <a:pt x="200" y="332"/>
                      </a:lnTo>
                      <a:lnTo>
                        <a:pt x="185" y="328"/>
                      </a:lnTo>
                      <a:lnTo>
                        <a:pt x="170" y="326"/>
                      </a:lnTo>
                      <a:lnTo>
                        <a:pt x="154" y="322"/>
                      </a:lnTo>
                      <a:lnTo>
                        <a:pt x="139" y="318"/>
                      </a:lnTo>
                      <a:lnTo>
                        <a:pt x="124" y="314"/>
                      </a:lnTo>
                      <a:lnTo>
                        <a:pt x="110" y="309"/>
                      </a:lnTo>
                      <a:lnTo>
                        <a:pt x="94" y="303"/>
                      </a:lnTo>
                      <a:lnTo>
                        <a:pt x="80" y="297"/>
                      </a:lnTo>
                      <a:lnTo>
                        <a:pt x="66" y="289"/>
                      </a:lnTo>
                      <a:lnTo>
                        <a:pt x="55" y="281"/>
                      </a:lnTo>
                      <a:lnTo>
                        <a:pt x="45" y="271"/>
                      </a:lnTo>
                      <a:lnTo>
                        <a:pt x="38" y="259"/>
                      </a:lnTo>
                      <a:lnTo>
                        <a:pt x="35" y="245"/>
                      </a:lnTo>
                      <a:lnTo>
                        <a:pt x="34" y="232"/>
                      </a:lnTo>
                      <a:lnTo>
                        <a:pt x="35" y="216"/>
                      </a:lnTo>
                      <a:lnTo>
                        <a:pt x="38" y="200"/>
                      </a:lnTo>
                      <a:lnTo>
                        <a:pt x="43" y="187"/>
                      </a:lnTo>
                      <a:lnTo>
                        <a:pt x="51" y="170"/>
                      </a:lnTo>
                      <a:lnTo>
                        <a:pt x="60" y="152"/>
                      </a:lnTo>
                      <a:lnTo>
                        <a:pt x="71" y="137"/>
                      </a:lnTo>
                      <a:lnTo>
                        <a:pt x="83" y="124"/>
                      </a:lnTo>
                      <a:lnTo>
                        <a:pt x="94" y="110"/>
                      </a:lnTo>
                      <a:lnTo>
                        <a:pt x="107" y="96"/>
                      </a:lnTo>
                      <a:lnTo>
                        <a:pt x="123" y="82"/>
                      </a:lnTo>
                      <a:lnTo>
                        <a:pt x="138" y="69"/>
                      </a:lnTo>
                      <a:lnTo>
                        <a:pt x="153" y="57"/>
                      </a:lnTo>
                      <a:lnTo>
                        <a:pt x="173" y="47"/>
                      </a:lnTo>
                      <a:lnTo>
                        <a:pt x="195" y="38"/>
                      </a:lnTo>
                      <a:lnTo>
                        <a:pt x="218" y="28"/>
                      </a:lnTo>
                      <a:lnTo>
                        <a:pt x="238" y="20"/>
                      </a:lnTo>
                      <a:lnTo>
                        <a:pt x="254" y="13"/>
                      </a:lnTo>
                      <a:lnTo>
                        <a:pt x="264" y="7"/>
                      </a:lnTo>
                      <a:lnTo>
                        <a:pt x="268" y="2"/>
                      </a:lnTo>
                      <a:lnTo>
                        <a:pt x="256" y="0"/>
                      </a:lnTo>
                      <a:lnTo>
                        <a:pt x="240" y="1"/>
                      </a:lnTo>
                      <a:lnTo>
                        <a:pt x="221" y="4"/>
                      </a:lnTo>
                      <a:lnTo>
                        <a:pt x="201" y="10"/>
                      </a:lnTo>
                      <a:lnTo>
                        <a:pt x="180" y="18"/>
                      </a:lnTo>
                      <a:lnTo>
                        <a:pt x="160" y="27"/>
                      </a:lnTo>
                      <a:lnTo>
                        <a:pt x="141" y="38"/>
                      </a:lnTo>
                      <a:lnTo>
                        <a:pt x="125" y="49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98578" name="Freeform 1227">
                  <a:extLst>
                    <a:ext uri="{FF2B5EF4-FFF2-40B4-BE49-F238E27FC236}">
                      <a16:creationId xmlns:a16="http://schemas.microsoft.com/office/drawing/2014/main" id="{0E6FEDCE-F76D-43CE-835B-B28312E8C83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50" y="2643"/>
                  <a:ext cx="99" cy="59"/>
                </a:xfrm>
                <a:custGeom>
                  <a:avLst/>
                  <a:gdLst>
                    <a:gd name="T0" fmla="*/ 0 w 283"/>
                    <a:gd name="T1" fmla="*/ 0 h 252"/>
                    <a:gd name="T2" fmla="*/ 0 w 283"/>
                    <a:gd name="T3" fmla="*/ 0 h 252"/>
                    <a:gd name="T4" fmla="*/ 0 w 283"/>
                    <a:gd name="T5" fmla="*/ 0 h 252"/>
                    <a:gd name="T6" fmla="*/ 0 w 283"/>
                    <a:gd name="T7" fmla="*/ 0 h 252"/>
                    <a:gd name="T8" fmla="*/ 0 w 283"/>
                    <a:gd name="T9" fmla="*/ 0 h 252"/>
                    <a:gd name="T10" fmla="*/ 0 w 283"/>
                    <a:gd name="T11" fmla="*/ 0 h 252"/>
                    <a:gd name="T12" fmla="*/ 0 w 283"/>
                    <a:gd name="T13" fmla="*/ 0 h 252"/>
                    <a:gd name="T14" fmla="*/ 0 w 283"/>
                    <a:gd name="T15" fmla="*/ 0 h 252"/>
                    <a:gd name="T16" fmla="*/ 0 w 283"/>
                    <a:gd name="T17" fmla="*/ 0 h 252"/>
                    <a:gd name="T18" fmla="*/ 0 w 283"/>
                    <a:gd name="T19" fmla="*/ 0 h 252"/>
                    <a:gd name="T20" fmla="*/ 0 w 283"/>
                    <a:gd name="T21" fmla="*/ 0 h 252"/>
                    <a:gd name="T22" fmla="*/ 0 w 283"/>
                    <a:gd name="T23" fmla="*/ 0 h 252"/>
                    <a:gd name="T24" fmla="*/ 0 w 283"/>
                    <a:gd name="T25" fmla="*/ 0 h 252"/>
                    <a:gd name="T26" fmla="*/ 0 w 283"/>
                    <a:gd name="T27" fmla="*/ 0 h 252"/>
                    <a:gd name="T28" fmla="*/ 0 w 283"/>
                    <a:gd name="T29" fmla="*/ 0 h 252"/>
                    <a:gd name="T30" fmla="*/ 0 w 283"/>
                    <a:gd name="T31" fmla="*/ 0 h 252"/>
                    <a:gd name="T32" fmla="*/ 0 w 283"/>
                    <a:gd name="T33" fmla="*/ 0 h 252"/>
                    <a:gd name="T34" fmla="*/ 0 w 283"/>
                    <a:gd name="T35" fmla="*/ 0 h 252"/>
                    <a:gd name="T36" fmla="*/ 0 w 283"/>
                    <a:gd name="T37" fmla="*/ 0 h 252"/>
                    <a:gd name="T38" fmla="*/ 0 w 283"/>
                    <a:gd name="T39" fmla="*/ 0 h 252"/>
                    <a:gd name="T40" fmla="*/ 0 w 283"/>
                    <a:gd name="T41" fmla="*/ 0 h 252"/>
                    <a:gd name="T42" fmla="*/ 0 w 283"/>
                    <a:gd name="T43" fmla="*/ 0 h 252"/>
                    <a:gd name="T44" fmla="*/ 0 w 283"/>
                    <a:gd name="T45" fmla="*/ 0 h 252"/>
                    <a:gd name="T46" fmla="*/ 0 w 283"/>
                    <a:gd name="T47" fmla="*/ 0 h 252"/>
                    <a:gd name="T48" fmla="*/ 0 w 283"/>
                    <a:gd name="T49" fmla="*/ 0 h 252"/>
                    <a:gd name="T50" fmla="*/ 0 w 283"/>
                    <a:gd name="T51" fmla="*/ 0 h 252"/>
                    <a:gd name="T52" fmla="*/ 0 w 283"/>
                    <a:gd name="T53" fmla="*/ 0 h 252"/>
                    <a:gd name="T54" fmla="*/ 0 w 283"/>
                    <a:gd name="T55" fmla="*/ 0 h 252"/>
                    <a:gd name="T56" fmla="*/ 0 w 283"/>
                    <a:gd name="T57" fmla="*/ 0 h 252"/>
                    <a:gd name="T58" fmla="*/ 0 w 283"/>
                    <a:gd name="T59" fmla="*/ 0 h 252"/>
                    <a:gd name="T60" fmla="*/ 0 w 283"/>
                    <a:gd name="T61" fmla="*/ 0 h 252"/>
                    <a:gd name="T62" fmla="*/ 0 w 283"/>
                    <a:gd name="T63" fmla="*/ 0 h 252"/>
                    <a:gd name="T64" fmla="*/ 0 w 283"/>
                    <a:gd name="T65" fmla="*/ 0 h 252"/>
                    <a:gd name="T66" fmla="*/ 0 w 283"/>
                    <a:gd name="T67" fmla="*/ 0 h 252"/>
                    <a:gd name="T68" fmla="*/ 0 w 283"/>
                    <a:gd name="T69" fmla="*/ 0 h 252"/>
                    <a:gd name="T70" fmla="*/ 0 w 283"/>
                    <a:gd name="T71" fmla="*/ 0 h 252"/>
                    <a:gd name="T72" fmla="*/ 0 w 283"/>
                    <a:gd name="T73" fmla="*/ 0 h 252"/>
                    <a:gd name="T74" fmla="*/ 0 w 283"/>
                    <a:gd name="T75" fmla="*/ 0 h 252"/>
                    <a:gd name="T76" fmla="*/ 0 w 283"/>
                    <a:gd name="T77" fmla="*/ 0 h 252"/>
                    <a:gd name="T78" fmla="*/ 0 w 283"/>
                    <a:gd name="T79" fmla="*/ 0 h 252"/>
                    <a:gd name="T80" fmla="*/ 0 w 283"/>
                    <a:gd name="T81" fmla="*/ 0 h 252"/>
                    <a:gd name="T82" fmla="*/ 0 w 283"/>
                    <a:gd name="T83" fmla="*/ 0 h 252"/>
                    <a:gd name="T84" fmla="*/ 0 w 283"/>
                    <a:gd name="T85" fmla="*/ 0 h 252"/>
                    <a:gd name="T86" fmla="*/ 0 w 283"/>
                    <a:gd name="T87" fmla="*/ 0 h 252"/>
                    <a:gd name="T88" fmla="*/ 0 w 283"/>
                    <a:gd name="T89" fmla="*/ 0 h 252"/>
                    <a:gd name="T90" fmla="*/ 0 w 283"/>
                    <a:gd name="T91" fmla="*/ 0 h 252"/>
                    <a:gd name="T92" fmla="*/ 0 w 283"/>
                    <a:gd name="T93" fmla="*/ 0 h 252"/>
                    <a:gd name="T94" fmla="*/ 0 w 283"/>
                    <a:gd name="T95" fmla="*/ 0 h 252"/>
                    <a:gd name="T96" fmla="*/ 0 w 283"/>
                    <a:gd name="T97" fmla="*/ 0 h 252"/>
                    <a:gd name="T98" fmla="*/ 0 w 283"/>
                    <a:gd name="T99" fmla="*/ 0 h 252"/>
                    <a:gd name="T100" fmla="*/ 0 w 283"/>
                    <a:gd name="T101" fmla="*/ 0 h 252"/>
                    <a:gd name="T102" fmla="*/ 0 w 283"/>
                    <a:gd name="T103" fmla="*/ 0 h 252"/>
                    <a:gd name="T104" fmla="*/ 0 w 283"/>
                    <a:gd name="T105" fmla="*/ 0 h 252"/>
                    <a:gd name="T106" fmla="*/ 0 w 283"/>
                    <a:gd name="T107" fmla="*/ 0 h 252"/>
                    <a:gd name="T108" fmla="*/ 0 w 283"/>
                    <a:gd name="T109" fmla="*/ 0 h 252"/>
                    <a:gd name="T110" fmla="*/ 0 w 283"/>
                    <a:gd name="T111" fmla="*/ 0 h 252"/>
                    <a:gd name="T112" fmla="*/ 0 w 283"/>
                    <a:gd name="T113" fmla="*/ 0 h 252"/>
                    <a:gd name="T114" fmla="*/ 0 w 283"/>
                    <a:gd name="T115" fmla="*/ 0 h 252"/>
                    <a:gd name="T116" fmla="*/ 0 w 283"/>
                    <a:gd name="T117" fmla="*/ 0 h 252"/>
                    <a:gd name="T118" fmla="*/ 0 w 283"/>
                    <a:gd name="T119" fmla="*/ 0 h 252"/>
                    <a:gd name="T120" fmla="*/ 0 w 283"/>
                    <a:gd name="T121" fmla="*/ 0 h 252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60000 65536"/>
                    <a:gd name="T148" fmla="*/ 0 60000 65536"/>
                    <a:gd name="T149" fmla="*/ 0 60000 65536"/>
                    <a:gd name="T150" fmla="*/ 0 60000 65536"/>
                    <a:gd name="T151" fmla="*/ 0 60000 65536"/>
                    <a:gd name="T152" fmla="*/ 0 60000 65536"/>
                    <a:gd name="T153" fmla="*/ 0 60000 65536"/>
                    <a:gd name="T154" fmla="*/ 0 60000 65536"/>
                    <a:gd name="T155" fmla="*/ 0 60000 65536"/>
                    <a:gd name="T156" fmla="*/ 0 60000 65536"/>
                    <a:gd name="T157" fmla="*/ 0 60000 65536"/>
                    <a:gd name="T158" fmla="*/ 0 60000 65536"/>
                    <a:gd name="T159" fmla="*/ 0 60000 65536"/>
                    <a:gd name="T160" fmla="*/ 0 60000 65536"/>
                    <a:gd name="T161" fmla="*/ 0 60000 65536"/>
                    <a:gd name="T162" fmla="*/ 0 60000 65536"/>
                    <a:gd name="T163" fmla="*/ 0 60000 65536"/>
                    <a:gd name="T164" fmla="*/ 0 60000 65536"/>
                    <a:gd name="T165" fmla="*/ 0 60000 65536"/>
                    <a:gd name="T166" fmla="*/ 0 60000 65536"/>
                    <a:gd name="T167" fmla="*/ 0 60000 65536"/>
                    <a:gd name="T168" fmla="*/ 0 60000 65536"/>
                    <a:gd name="T169" fmla="*/ 0 60000 65536"/>
                    <a:gd name="T170" fmla="*/ 0 60000 65536"/>
                    <a:gd name="T171" fmla="*/ 0 60000 65536"/>
                    <a:gd name="T172" fmla="*/ 0 60000 65536"/>
                    <a:gd name="T173" fmla="*/ 0 60000 65536"/>
                    <a:gd name="T174" fmla="*/ 0 60000 65536"/>
                    <a:gd name="T175" fmla="*/ 0 60000 65536"/>
                    <a:gd name="T176" fmla="*/ 0 60000 65536"/>
                    <a:gd name="T177" fmla="*/ 0 60000 65536"/>
                    <a:gd name="T178" fmla="*/ 0 60000 65536"/>
                    <a:gd name="T179" fmla="*/ 0 60000 65536"/>
                    <a:gd name="T180" fmla="*/ 0 60000 65536"/>
                    <a:gd name="T181" fmla="*/ 0 60000 65536"/>
                    <a:gd name="T182" fmla="*/ 0 60000 65536"/>
                    <a:gd name="T183" fmla="*/ 0 w 283"/>
                    <a:gd name="T184" fmla="*/ 0 h 252"/>
                    <a:gd name="T185" fmla="*/ 283 w 283"/>
                    <a:gd name="T186" fmla="*/ 252 h 252"/>
                  </a:gdLst>
                  <a:ahLst/>
                  <a:cxnLst>
                    <a:cxn ang="T122">
                      <a:pos x="T0" y="T1"/>
                    </a:cxn>
                    <a:cxn ang="T123">
                      <a:pos x="T2" y="T3"/>
                    </a:cxn>
                    <a:cxn ang="T124">
                      <a:pos x="T4" y="T5"/>
                    </a:cxn>
                    <a:cxn ang="T125">
                      <a:pos x="T6" y="T7"/>
                    </a:cxn>
                    <a:cxn ang="T126">
                      <a:pos x="T8" y="T9"/>
                    </a:cxn>
                    <a:cxn ang="T127">
                      <a:pos x="T10" y="T11"/>
                    </a:cxn>
                    <a:cxn ang="T128">
                      <a:pos x="T12" y="T13"/>
                    </a:cxn>
                    <a:cxn ang="T129">
                      <a:pos x="T14" y="T15"/>
                    </a:cxn>
                    <a:cxn ang="T130">
                      <a:pos x="T16" y="T17"/>
                    </a:cxn>
                    <a:cxn ang="T131">
                      <a:pos x="T18" y="T19"/>
                    </a:cxn>
                    <a:cxn ang="T132">
                      <a:pos x="T20" y="T21"/>
                    </a:cxn>
                    <a:cxn ang="T133">
                      <a:pos x="T22" y="T23"/>
                    </a:cxn>
                    <a:cxn ang="T134">
                      <a:pos x="T24" y="T25"/>
                    </a:cxn>
                    <a:cxn ang="T135">
                      <a:pos x="T26" y="T27"/>
                    </a:cxn>
                    <a:cxn ang="T136">
                      <a:pos x="T28" y="T29"/>
                    </a:cxn>
                    <a:cxn ang="T137">
                      <a:pos x="T30" y="T31"/>
                    </a:cxn>
                    <a:cxn ang="T138">
                      <a:pos x="T32" y="T33"/>
                    </a:cxn>
                    <a:cxn ang="T139">
                      <a:pos x="T34" y="T35"/>
                    </a:cxn>
                    <a:cxn ang="T140">
                      <a:pos x="T36" y="T37"/>
                    </a:cxn>
                    <a:cxn ang="T141">
                      <a:pos x="T38" y="T39"/>
                    </a:cxn>
                    <a:cxn ang="T142">
                      <a:pos x="T40" y="T41"/>
                    </a:cxn>
                    <a:cxn ang="T143">
                      <a:pos x="T42" y="T43"/>
                    </a:cxn>
                    <a:cxn ang="T144">
                      <a:pos x="T44" y="T45"/>
                    </a:cxn>
                    <a:cxn ang="T145">
                      <a:pos x="T46" y="T47"/>
                    </a:cxn>
                    <a:cxn ang="T146">
                      <a:pos x="T48" y="T49"/>
                    </a:cxn>
                    <a:cxn ang="T147">
                      <a:pos x="T50" y="T51"/>
                    </a:cxn>
                    <a:cxn ang="T148">
                      <a:pos x="T52" y="T53"/>
                    </a:cxn>
                    <a:cxn ang="T149">
                      <a:pos x="T54" y="T55"/>
                    </a:cxn>
                    <a:cxn ang="T150">
                      <a:pos x="T56" y="T57"/>
                    </a:cxn>
                    <a:cxn ang="T151">
                      <a:pos x="T58" y="T59"/>
                    </a:cxn>
                    <a:cxn ang="T152">
                      <a:pos x="T60" y="T61"/>
                    </a:cxn>
                    <a:cxn ang="T153">
                      <a:pos x="T62" y="T63"/>
                    </a:cxn>
                    <a:cxn ang="T154">
                      <a:pos x="T64" y="T65"/>
                    </a:cxn>
                    <a:cxn ang="T155">
                      <a:pos x="T66" y="T67"/>
                    </a:cxn>
                    <a:cxn ang="T156">
                      <a:pos x="T68" y="T69"/>
                    </a:cxn>
                    <a:cxn ang="T157">
                      <a:pos x="T70" y="T71"/>
                    </a:cxn>
                    <a:cxn ang="T158">
                      <a:pos x="T72" y="T73"/>
                    </a:cxn>
                    <a:cxn ang="T159">
                      <a:pos x="T74" y="T75"/>
                    </a:cxn>
                    <a:cxn ang="T160">
                      <a:pos x="T76" y="T77"/>
                    </a:cxn>
                    <a:cxn ang="T161">
                      <a:pos x="T78" y="T79"/>
                    </a:cxn>
                    <a:cxn ang="T162">
                      <a:pos x="T80" y="T81"/>
                    </a:cxn>
                    <a:cxn ang="T163">
                      <a:pos x="T82" y="T83"/>
                    </a:cxn>
                    <a:cxn ang="T164">
                      <a:pos x="T84" y="T85"/>
                    </a:cxn>
                    <a:cxn ang="T165">
                      <a:pos x="T86" y="T87"/>
                    </a:cxn>
                    <a:cxn ang="T166">
                      <a:pos x="T88" y="T89"/>
                    </a:cxn>
                    <a:cxn ang="T167">
                      <a:pos x="T90" y="T91"/>
                    </a:cxn>
                    <a:cxn ang="T168">
                      <a:pos x="T92" y="T93"/>
                    </a:cxn>
                    <a:cxn ang="T169">
                      <a:pos x="T94" y="T95"/>
                    </a:cxn>
                    <a:cxn ang="T170">
                      <a:pos x="T96" y="T97"/>
                    </a:cxn>
                    <a:cxn ang="T171">
                      <a:pos x="T98" y="T99"/>
                    </a:cxn>
                    <a:cxn ang="T172">
                      <a:pos x="T100" y="T101"/>
                    </a:cxn>
                    <a:cxn ang="T173">
                      <a:pos x="T102" y="T103"/>
                    </a:cxn>
                    <a:cxn ang="T174">
                      <a:pos x="T104" y="T105"/>
                    </a:cxn>
                    <a:cxn ang="T175">
                      <a:pos x="T106" y="T107"/>
                    </a:cxn>
                    <a:cxn ang="T176">
                      <a:pos x="T108" y="T109"/>
                    </a:cxn>
                    <a:cxn ang="T177">
                      <a:pos x="T110" y="T111"/>
                    </a:cxn>
                    <a:cxn ang="T178">
                      <a:pos x="T112" y="T113"/>
                    </a:cxn>
                    <a:cxn ang="T179">
                      <a:pos x="T114" y="T115"/>
                    </a:cxn>
                    <a:cxn ang="T180">
                      <a:pos x="T116" y="T117"/>
                    </a:cxn>
                    <a:cxn ang="T181">
                      <a:pos x="T118" y="T119"/>
                    </a:cxn>
                    <a:cxn ang="T182">
                      <a:pos x="T120" y="T121"/>
                    </a:cxn>
                  </a:cxnLst>
                  <a:rect l="T183" t="T184" r="T185" b="T186"/>
                  <a:pathLst>
                    <a:path w="283" h="252">
                      <a:moveTo>
                        <a:pt x="235" y="77"/>
                      </a:moveTo>
                      <a:lnTo>
                        <a:pt x="248" y="91"/>
                      </a:lnTo>
                      <a:lnTo>
                        <a:pt x="256" y="107"/>
                      </a:lnTo>
                      <a:lnTo>
                        <a:pt x="259" y="124"/>
                      </a:lnTo>
                      <a:lnTo>
                        <a:pt x="259" y="142"/>
                      </a:lnTo>
                      <a:lnTo>
                        <a:pt x="257" y="157"/>
                      </a:lnTo>
                      <a:lnTo>
                        <a:pt x="252" y="170"/>
                      </a:lnTo>
                      <a:lnTo>
                        <a:pt x="244" y="183"/>
                      </a:lnTo>
                      <a:lnTo>
                        <a:pt x="236" y="193"/>
                      </a:lnTo>
                      <a:lnTo>
                        <a:pt x="225" y="204"/>
                      </a:lnTo>
                      <a:lnTo>
                        <a:pt x="215" y="214"/>
                      </a:lnTo>
                      <a:lnTo>
                        <a:pt x="204" y="224"/>
                      </a:lnTo>
                      <a:lnTo>
                        <a:pt x="194" y="234"/>
                      </a:lnTo>
                      <a:lnTo>
                        <a:pt x="191" y="238"/>
                      </a:lnTo>
                      <a:lnTo>
                        <a:pt x="191" y="241"/>
                      </a:lnTo>
                      <a:lnTo>
                        <a:pt x="191" y="245"/>
                      </a:lnTo>
                      <a:lnTo>
                        <a:pt x="194" y="248"/>
                      </a:lnTo>
                      <a:lnTo>
                        <a:pt x="197" y="250"/>
                      </a:lnTo>
                      <a:lnTo>
                        <a:pt x="202" y="252"/>
                      </a:lnTo>
                      <a:lnTo>
                        <a:pt x="205" y="250"/>
                      </a:lnTo>
                      <a:lnTo>
                        <a:pt x="209" y="248"/>
                      </a:lnTo>
                      <a:lnTo>
                        <a:pt x="232" y="233"/>
                      </a:lnTo>
                      <a:lnTo>
                        <a:pt x="252" y="214"/>
                      </a:lnTo>
                      <a:lnTo>
                        <a:pt x="268" y="192"/>
                      </a:lnTo>
                      <a:lnTo>
                        <a:pt x="278" y="167"/>
                      </a:lnTo>
                      <a:lnTo>
                        <a:pt x="283" y="141"/>
                      </a:lnTo>
                      <a:lnTo>
                        <a:pt x="280" y="115"/>
                      </a:lnTo>
                      <a:lnTo>
                        <a:pt x="271" y="91"/>
                      </a:lnTo>
                      <a:lnTo>
                        <a:pt x="252" y="69"/>
                      </a:lnTo>
                      <a:lnTo>
                        <a:pt x="238" y="57"/>
                      </a:lnTo>
                      <a:lnTo>
                        <a:pt x="222" y="48"/>
                      </a:lnTo>
                      <a:lnTo>
                        <a:pt x="204" y="39"/>
                      </a:lnTo>
                      <a:lnTo>
                        <a:pt x="184" y="31"/>
                      </a:lnTo>
                      <a:lnTo>
                        <a:pt x="164" y="23"/>
                      </a:lnTo>
                      <a:lnTo>
                        <a:pt x="144" y="17"/>
                      </a:lnTo>
                      <a:lnTo>
                        <a:pt x="123" y="13"/>
                      </a:lnTo>
                      <a:lnTo>
                        <a:pt x="103" y="8"/>
                      </a:lnTo>
                      <a:lnTo>
                        <a:pt x="83" y="5"/>
                      </a:lnTo>
                      <a:lnTo>
                        <a:pt x="66" y="2"/>
                      </a:lnTo>
                      <a:lnTo>
                        <a:pt x="48" y="0"/>
                      </a:lnTo>
                      <a:lnTo>
                        <a:pt x="34" y="0"/>
                      </a:lnTo>
                      <a:lnTo>
                        <a:pt x="21" y="0"/>
                      </a:lnTo>
                      <a:lnTo>
                        <a:pt x="11" y="0"/>
                      </a:lnTo>
                      <a:lnTo>
                        <a:pt x="4" y="2"/>
                      </a:lnTo>
                      <a:lnTo>
                        <a:pt x="0" y="5"/>
                      </a:lnTo>
                      <a:lnTo>
                        <a:pt x="12" y="7"/>
                      </a:lnTo>
                      <a:lnTo>
                        <a:pt x="24" y="8"/>
                      </a:lnTo>
                      <a:lnTo>
                        <a:pt x="38" y="10"/>
                      </a:lnTo>
                      <a:lnTo>
                        <a:pt x="52" y="13"/>
                      </a:lnTo>
                      <a:lnTo>
                        <a:pt x="66" y="16"/>
                      </a:lnTo>
                      <a:lnTo>
                        <a:pt x="82" y="18"/>
                      </a:lnTo>
                      <a:lnTo>
                        <a:pt x="98" y="22"/>
                      </a:lnTo>
                      <a:lnTo>
                        <a:pt x="114" y="25"/>
                      </a:lnTo>
                      <a:lnTo>
                        <a:pt x="129" y="30"/>
                      </a:lnTo>
                      <a:lnTo>
                        <a:pt x="146" y="34"/>
                      </a:lnTo>
                      <a:lnTo>
                        <a:pt x="162" y="39"/>
                      </a:lnTo>
                      <a:lnTo>
                        <a:pt x="177" y="45"/>
                      </a:lnTo>
                      <a:lnTo>
                        <a:pt x="193" y="52"/>
                      </a:lnTo>
                      <a:lnTo>
                        <a:pt x="208" y="60"/>
                      </a:lnTo>
                      <a:lnTo>
                        <a:pt x="222" y="68"/>
                      </a:lnTo>
                      <a:lnTo>
                        <a:pt x="235" y="77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98579" name="Freeform 1228">
                  <a:extLst>
                    <a:ext uri="{FF2B5EF4-FFF2-40B4-BE49-F238E27FC236}">
                      <a16:creationId xmlns:a16="http://schemas.microsoft.com/office/drawing/2014/main" id="{E1A2CED8-9AD4-4EF3-B848-5B936A45854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47" y="2671"/>
                  <a:ext cx="40" cy="55"/>
                </a:xfrm>
                <a:custGeom>
                  <a:avLst/>
                  <a:gdLst>
                    <a:gd name="T0" fmla="*/ 0 w 114"/>
                    <a:gd name="T1" fmla="*/ 0 h 238"/>
                    <a:gd name="T2" fmla="*/ 0 w 114"/>
                    <a:gd name="T3" fmla="*/ 0 h 238"/>
                    <a:gd name="T4" fmla="*/ 0 w 114"/>
                    <a:gd name="T5" fmla="*/ 0 h 238"/>
                    <a:gd name="T6" fmla="*/ 0 w 114"/>
                    <a:gd name="T7" fmla="*/ 0 h 238"/>
                    <a:gd name="T8" fmla="*/ 0 w 114"/>
                    <a:gd name="T9" fmla="*/ 0 h 238"/>
                    <a:gd name="T10" fmla="*/ 0 w 114"/>
                    <a:gd name="T11" fmla="*/ 0 h 238"/>
                    <a:gd name="T12" fmla="*/ 0 w 114"/>
                    <a:gd name="T13" fmla="*/ 0 h 238"/>
                    <a:gd name="T14" fmla="*/ 0 w 114"/>
                    <a:gd name="T15" fmla="*/ 0 h 238"/>
                    <a:gd name="T16" fmla="*/ 0 w 114"/>
                    <a:gd name="T17" fmla="*/ 0 h 238"/>
                    <a:gd name="T18" fmla="*/ 0 w 114"/>
                    <a:gd name="T19" fmla="*/ 0 h 238"/>
                    <a:gd name="T20" fmla="*/ 0 w 114"/>
                    <a:gd name="T21" fmla="*/ 0 h 238"/>
                    <a:gd name="T22" fmla="*/ 0 w 114"/>
                    <a:gd name="T23" fmla="*/ 0 h 238"/>
                    <a:gd name="T24" fmla="*/ 0 w 114"/>
                    <a:gd name="T25" fmla="*/ 0 h 238"/>
                    <a:gd name="T26" fmla="*/ 0 w 114"/>
                    <a:gd name="T27" fmla="*/ 0 h 238"/>
                    <a:gd name="T28" fmla="*/ 0 w 114"/>
                    <a:gd name="T29" fmla="*/ 0 h 238"/>
                    <a:gd name="T30" fmla="*/ 0 w 114"/>
                    <a:gd name="T31" fmla="*/ 0 h 238"/>
                    <a:gd name="T32" fmla="*/ 0 w 114"/>
                    <a:gd name="T33" fmla="*/ 0 h 238"/>
                    <a:gd name="T34" fmla="*/ 0 w 114"/>
                    <a:gd name="T35" fmla="*/ 0 h 238"/>
                    <a:gd name="T36" fmla="*/ 0 w 114"/>
                    <a:gd name="T37" fmla="*/ 0 h 238"/>
                    <a:gd name="T38" fmla="*/ 0 w 114"/>
                    <a:gd name="T39" fmla="*/ 0 h 238"/>
                    <a:gd name="T40" fmla="*/ 0 w 114"/>
                    <a:gd name="T41" fmla="*/ 0 h 238"/>
                    <a:gd name="T42" fmla="*/ 0 w 114"/>
                    <a:gd name="T43" fmla="*/ 0 h 238"/>
                    <a:gd name="T44" fmla="*/ 0 w 114"/>
                    <a:gd name="T45" fmla="*/ 0 h 238"/>
                    <a:gd name="T46" fmla="*/ 0 w 114"/>
                    <a:gd name="T47" fmla="*/ 0 h 238"/>
                    <a:gd name="T48" fmla="*/ 0 w 114"/>
                    <a:gd name="T49" fmla="*/ 0 h 238"/>
                    <a:gd name="T50" fmla="*/ 0 w 114"/>
                    <a:gd name="T51" fmla="*/ 0 h 238"/>
                    <a:gd name="T52" fmla="*/ 0 w 114"/>
                    <a:gd name="T53" fmla="*/ 0 h 238"/>
                    <a:gd name="T54" fmla="*/ 0 w 114"/>
                    <a:gd name="T55" fmla="*/ 0 h 238"/>
                    <a:gd name="T56" fmla="*/ 0 w 114"/>
                    <a:gd name="T57" fmla="*/ 0 h 238"/>
                    <a:gd name="T58" fmla="*/ 0 w 114"/>
                    <a:gd name="T59" fmla="*/ 0 h 238"/>
                    <a:gd name="T60" fmla="*/ 0 w 114"/>
                    <a:gd name="T61" fmla="*/ 0 h 238"/>
                    <a:gd name="T62" fmla="*/ 0 w 114"/>
                    <a:gd name="T63" fmla="*/ 0 h 238"/>
                    <a:gd name="T64" fmla="*/ 0 w 114"/>
                    <a:gd name="T65" fmla="*/ 0 h 238"/>
                    <a:gd name="T66" fmla="*/ 0 w 114"/>
                    <a:gd name="T67" fmla="*/ 0 h 238"/>
                    <a:gd name="T68" fmla="*/ 0 w 114"/>
                    <a:gd name="T69" fmla="*/ 0 h 238"/>
                    <a:gd name="T70" fmla="*/ 0 w 114"/>
                    <a:gd name="T71" fmla="*/ 0 h 238"/>
                    <a:gd name="T72" fmla="*/ 0 w 114"/>
                    <a:gd name="T73" fmla="*/ 0 h 238"/>
                    <a:gd name="T74" fmla="*/ 0 w 114"/>
                    <a:gd name="T75" fmla="*/ 0 h 238"/>
                    <a:gd name="T76" fmla="*/ 0 w 114"/>
                    <a:gd name="T77" fmla="*/ 0 h 238"/>
                    <a:gd name="T78" fmla="*/ 0 w 114"/>
                    <a:gd name="T79" fmla="*/ 0 h 238"/>
                    <a:gd name="T80" fmla="*/ 0 w 114"/>
                    <a:gd name="T81" fmla="*/ 0 h 238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w 114"/>
                    <a:gd name="T124" fmla="*/ 0 h 238"/>
                    <a:gd name="T125" fmla="*/ 114 w 114"/>
                    <a:gd name="T126" fmla="*/ 238 h 238"/>
                  </a:gdLst>
                  <a:ahLst/>
                  <a:cxnLst>
                    <a:cxn ang="T82">
                      <a:pos x="T0" y="T1"/>
                    </a:cxn>
                    <a:cxn ang="T83">
                      <a:pos x="T2" y="T3"/>
                    </a:cxn>
                    <a:cxn ang="T84">
                      <a:pos x="T4" y="T5"/>
                    </a:cxn>
                    <a:cxn ang="T85">
                      <a:pos x="T6" y="T7"/>
                    </a:cxn>
                    <a:cxn ang="T86">
                      <a:pos x="T8" y="T9"/>
                    </a:cxn>
                    <a:cxn ang="T87">
                      <a:pos x="T10" y="T11"/>
                    </a:cxn>
                    <a:cxn ang="T88">
                      <a:pos x="T12" y="T13"/>
                    </a:cxn>
                    <a:cxn ang="T89">
                      <a:pos x="T14" y="T15"/>
                    </a:cxn>
                    <a:cxn ang="T90">
                      <a:pos x="T16" y="T17"/>
                    </a:cxn>
                    <a:cxn ang="T91">
                      <a:pos x="T18" y="T19"/>
                    </a:cxn>
                    <a:cxn ang="T92">
                      <a:pos x="T20" y="T21"/>
                    </a:cxn>
                    <a:cxn ang="T93">
                      <a:pos x="T22" y="T23"/>
                    </a:cxn>
                    <a:cxn ang="T94">
                      <a:pos x="T24" y="T25"/>
                    </a:cxn>
                    <a:cxn ang="T95">
                      <a:pos x="T26" y="T27"/>
                    </a:cxn>
                    <a:cxn ang="T96">
                      <a:pos x="T28" y="T29"/>
                    </a:cxn>
                    <a:cxn ang="T97">
                      <a:pos x="T30" y="T31"/>
                    </a:cxn>
                    <a:cxn ang="T98">
                      <a:pos x="T32" y="T33"/>
                    </a:cxn>
                    <a:cxn ang="T99">
                      <a:pos x="T34" y="T35"/>
                    </a:cxn>
                    <a:cxn ang="T100">
                      <a:pos x="T36" y="T37"/>
                    </a:cxn>
                    <a:cxn ang="T101">
                      <a:pos x="T38" y="T39"/>
                    </a:cxn>
                    <a:cxn ang="T102">
                      <a:pos x="T40" y="T41"/>
                    </a:cxn>
                    <a:cxn ang="T103">
                      <a:pos x="T42" y="T43"/>
                    </a:cxn>
                    <a:cxn ang="T104">
                      <a:pos x="T44" y="T45"/>
                    </a:cxn>
                    <a:cxn ang="T105">
                      <a:pos x="T46" y="T47"/>
                    </a:cxn>
                    <a:cxn ang="T106">
                      <a:pos x="T48" y="T49"/>
                    </a:cxn>
                    <a:cxn ang="T107">
                      <a:pos x="T50" y="T51"/>
                    </a:cxn>
                    <a:cxn ang="T108">
                      <a:pos x="T52" y="T53"/>
                    </a:cxn>
                    <a:cxn ang="T109">
                      <a:pos x="T54" y="T55"/>
                    </a:cxn>
                    <a:cxn ang="T110">
                      <a:pos x="T56" y="T57"/>
                    </a:cxn>
                    <a:cxn ang="T111">
                      <a:pos x="T58" y="T59"/>
                    </a:cxn>
                    <a:cxn ang="T112">
                      <a:pos x="T60" y="T61"/>
                    </a:cxn>
                    <a:cxn ang="T113">
                      <a:pos x="T62" y="T63"/>
                    </a:cxn>
                    <a:cxn ang="T114">
                      <a:pos x="T64" y="T65"/>
                    </a:cxn>
                    <a:cxn ang="T115">
                      <a:pos x="T66" y="T67"/>
                    </a:cxn>
                    <a:cxn ang="T116">
                      <a:pos x="T68" y="T69"/>
                    </a:cxn>
                    <a:cxn ang="T117">
                      <a:pos x="T70" y="T71"/>
                    </a:cxn>
                    <a:cxn ang="T118">
                      <a:pos x="T72" y="T73"/>
                    </a:cxn>
                    <a:cxn ang="T119">
                      <a:pos x="T74" y="T75"/>
                    </a:cxn>
                    <a:cxn ang="T120">
                      <a:pos x="T76" y="T77"/>
                    </a:cxn>
                    <a:cxn ang="T121">
                      <a:pos x="T78" y="T79"/>
                    </a:cxn>
                    <a:cxn ang="T122">
                      <a:pos x="T80" y="T81"/>
                    </a:cxn>
                  </a:cxnLst>
                  <a:rect l="T123" t="T124" r="T125" b="T126"/>
                  <a:pathLst>
                    <a:path w="114" h="238">
                      <a:moveTo>
                        <a:pt x="0" y="130"/>
                      </a:moveTo>
                      <a:lnTo>
                        <a:pt x="0" y="149"/>
                      </a:lnTo>
                      <a:lnTo>
                        <a:pt x="4" y="168"/>
                      </a:lnTo>
                      <a:lnTo>
                        <a:pt x="12" y="185"/>
                      </a:lnTo>
                      <a:lnTo>
                        <a:pt x="24" y="200"/>
                      </a:lnTo>
                      <a:lnTo>
                        <a:pt x="38" y="213"/>
                      </a:lnTo>
                      <a:lnTo>
                        <a:pt x="55" y="224"/>
                      </a:lnTo>
                      <a:lnTo>
                        <a:pt x="73" y="232"/>
                      </a:lnTo>
                      <a:lnTo>
                        <a:pt x="92" y="237"/>
                      </a:lnTo>
                      <a:lnTo>
                        <a:pt x="98" y="238"/>
                      </a:lnTo>
                      <a:lnTo>
                        <a:pt x="104" y="235"/>
                      </a:lnTo>
                      <a:lnTo>
                        <a:pt x="109" y="232"/>
                      </a:lnTo>
                      <a:lnTo>
                        <a:pt x="111" y="227"/>
                      </a:lnTo>
                      <a:lnTo>
                        <a:pt x="111" y="222"/>
                      </a:lnTo>
                      <a:lnTo>
                        <a:pt x="110" y="216"/>
                      </a:lnTo>
                      <a:lnTo>
                        <a:pt x="106" y="211"/>
                      </a:lnTo>
                      <a:lnTo>
                        <a:pt x="100" y="209"/>
                      </a:lnTo>
                      <a:lnTo>
                        <a:pt x="82" y="202"/>
                      </a:lnTo>
                      <a:lnTo>
                        <a:pt x="64" y="193"/>
                      </a:lnTo>
                      <a:lnTo>
                        <a:pt x="50" y="180"/>
                      </a:lnTo>
                      <a:lnTo>
                        <a:pt x="39" y="167"/>
                      </a:lnTo>
                      <a:lnTo>
                        <a:pt x="32" y="149"/>
                      </a:lnTo>
                      <a:lnTo>
                        <a:pt x="29" y="131"/>
                      </a:lnTo>
                      <a:lnTo>
                        <a:pt x="29" y="111"/>
                      </a:lnTo>
                      <a:lnTo>
                        <a:pt x="35" y="91"/>
                      </a:lnTo>
                      <a:lnTo>
                        <a:pt x="42" y="76"/>
                      </a:lnTo>
                      <a:lnTo>
                        <a:pt x="51" y="62"/>
                      </a:lnTo>
                      <a:lnTo>
                        <a:pt x="62" y="49"/>
                      </a:lnTo>
                      <a:lnTo>
                        <a:pt x="73" y="38"/>
                      </a:lnTo>
                      <a:lnTo>
                        <a:pt x="84" y="28"/>
                      </a:lnTo>
                      <a:lnTo>
                        <a:pt x="96" y="18"/>
                      </a:lnTo>
                      <a:lnTo>
                        <a:pt x="106" y="9"/>
                      </a:lnTo>
                      <a:lnTo>
                        <a:pt x="114" y="1"/>
                      </a:lnTo>
                      <a:lnTo>
                        <a:pt x="106" y="0"/>
                      </a:lnTo>
                      <a:lnTo>
                        <a:pt x="93" y="6"/>
                      </a:lnTo>
                      <a:lnTo>
                        <a:pt x="76" y="18"/>
                      </a:lnTo>
                      <a:lnTo>
                        <a:pt x="56" y="36"/>
                      </a:lnTo>
                      <a:lnTo>
                        <a:pt x="37" y="57"/>
                      </a:lnTo>
                      <a:lnTo>
                        <a:pt x="20" y="80"/>
                      </a:lnTo>
                      <a:lnTo>
                        <a:pt x="7" y="106"/>
                      </a:lnTo>
                      <a:lnTo>
                        <a:pt x="0" y="130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98580" name="Freeform 1229">
                  <a:extLst>
                    <a:ext uri="{FF2B5EF4-FFF2-40B4-BE49-F238E27FC236}">
                      <a16:creationId xmlns:a16="http://schemas.microsoft.com/office/drawing/2014/main" id="{61773AF3-0A56-498B-BDB0-81A7D9C8C63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30" y="2639"/>
                  <a:ext cx="87" cy="73"/>
                </a:xfrm>
                <a:custGeom>
                  <a:avLst/>
                  <a:gdLst>
                    <a:gd name="T0" fmla="*/ 0 w 246"/>
                    <a:gd name="T1" fmla="*/ 0 h 310"/>
                    <a:gd name="T2" fmla="*/ 0 w 246"/>
                    <a:gd name="T3" fmla="*/ 0 h 310"/>
                    <a:gd name="T4" fmla="*/ 0 w 246"/>
                    <a:gd name="T5" fmla="*/ 0 h 310"/>
                    <a:gd name="T6" fmla="*/ 0 w 246"/>
                    <a:gd name="T7" fmla="*/ 0 h 310"/>
                    <a:gd name="T8" fmla="*/ 0 w 246"/>
                    <a:gd name="T9" fmla="*/ 0 h 310"/>
                    <a:gd name="T10" fmla="*/ 0 w 246"/>
                    <a:gd name="T11" fmla="*/ 0 h 310"/>
                    <a:gd name="T12" fmla="*/ 0 w 246"/>
                    <a:gd name="T13" fmla="*/ 0 h 310"/>
                    <a:gd name="T14" fmla="*/ 0 w 246"/>
                    <a:gd name="T15" fmla="*/ 0 h 310"/>
                    <a:gd name="T16" fmla="*/ 0 w 246"/>
                    <a:gd name="T17" fmla="*/ 0 h 310"/>
                    <a:gd name="T18" fmla="*/ 0 w 246"/>
                    <a:gd name="T19" fmla="*/ 0 h 310"/>
                    <a:gd name="T20" fmla="*/ 0 w 246"/>
                    <a:gd name="T21" fmla="*/ 0 h 310"/>
                    <a:gd name="T22" fmla="*/ 0 w 246"/>
                    <a:gd name="T23" fmla="*/ 0 h 310"/>
                    <a:gd name="T24" fmla="*/ 0 w 246"/>
                    <a:gd name="T25" fmla="*/ 0 h 310"/>
                    <a:gd name="T26" fmla="*/ 0 w 246"/>
                    <a:gd name="T27" fmla="*/ 0 h 310"/>
                    <a:gd name="T28" fmla="*/ 0 w 246"/>
                    <a:gd name="T29" fmla="*/ 0 h 310"/>
                    <a:gd name="T30" fmla="*/ 0 w 246"/>
                    <a:gd name="T31" fmla="*/ 0 h 310"/>
                    <a:gd name="T32" fmla="*/ 0 w 246"/>
                    <a:gd name="T33" fmla="*/ 0 h 310"/>
                    <a:gd name="T34" fmla="*/ 0 w 246"/>
                    <a:gd name="T35" fmla="*/ 0 h 310"/>
                    <a:gd name="T36" fmla="*/ 0 w 246"/>
                    <a:gd name="T37" fmla="*/ 0 h 310"/>
                    <a:gd name="T38" fmla="*/ 0 w 246"/>
                    <a:gd name="T39" fmla="*/ 0 h 310"/>
                    <a:gd name="T40" fmla="*/ 0 w 246"/>
                    <a:gd name="T41" fmla="*/ 0 h 310"/>
                    <a:gd name="T42" fmla="*/ 0 w 246"/>
                    <a:gd name="T43" fmla="*/ 0 h 310"/>
                    <a:gd name="T44" fmla="*/ 0 w 246"/>
                    <a:gd name="T45" fmla="*/ 0 h 310"/>
                    <a:gd name="T46" fmla="*/ 0 w 246"/>
                    <a:gd name="T47" fmla="*/ 0 h 310"/>
                    <a:gd name="T48" fmla="*/ 0 w 246"/>
                    <a:gd name="T49" fmla="*/ 0 h 310"/>
                    <a:gd name="T50" fmla="*/ 0 w 246"/>
                    <a:gd name="T51" fmla="*/ 0 h 310"/>
                    <a:gd name="T52" fmla="*/ 0 w 246"/>
                    <a:gd name="T53" fmla="*/ 0 h 310"/>
                    <a:gd name="T54" fmla="*/ 0 w 246"/>
                    <a:gd name="T55" fmla="*/ 0 h 310"/>
                    <a:gd name="T56" fmla="*/ 0 w 246"/>
                    <a:gd name="T57" fmla="*/ 0 h 310"/>
                    <a:gd name="T58" fmla="*/ 0 w 246"/>
                    <a:gd name="T59" fmla="*/ 0 h 310"/>
                    <a:gd name="T60" fmla="*/ 0 w 246"/>
                    <a:gd name="T61" fmla="*/ 0 h 310"/>
                    <a:gd name="T62" fmla="*/ 0 w 246"/>
                    <a:gd name="T63" fmla="*/ 0 h 310"/>
                    <a:gd name="T64" fmla="*/ 0 w 246"/>
                    <a:gd name="T65" fmla="*/ 0 h 310"/>
                    <a:gd name="T66" fmla="*/ 0 w 246"/>
                    <a:gd name="T67" fmla="*/ 0 h 310"/>
                    <a:gd name="T68" fmla="*/ 0 w 246"/>
                    <a:gd name="T69" fmla="*/ 0 h 310"/>
                    <a:gd name="T70" fmla="*/ 0 w 246"/>
                    <a:gd name="T71" fmla="*/ 0 h 310"/>
                    <a:gd name="T72" fmla="*/ 0 w 246"/>
                    <a:gd name="T73" fmla="*/ 0 h 310"/>
                    <a:gd name="T74" fmla="*/ 0 w 246"/>
                    <a:gd name="T75" fmla="*/ 0 h 310"/>
                    <a:gd name="T76" fmla="*/ 0 60000 65536"/>
                    <a:gd name="T77" fmla="*/ 0 60000 65536"/>
                    <a:gd name="T78" fmla="*/ 0 60000 65536"/>
                    <a:gd name="T79" fmla="*/ 0 60000 65536"/>
                    <a:gd name="T80" fmla="*/ 0 60000 65536"/>
                    <a:gd name="T81" fmla="*/ 0 60000 65536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w 246"/>
                    <a:gd name="T115" fmla="*/ 0 h 310"/>
                    <a:gd name="T116" fmla="*/ 246 w 246"/>
                    <a:gd name="T117" fmla="*/ 310 h 310"/>
                  </a:gdLst>
                  <a:ahLst/>
                  <a:cxnLst>
                    <a:cxn ang="T76">
                      <a:pos x="T0" y="T1"/>
                    </a:cxn>
                    <a:cxn ang="T77">
                      <a:pos x="T2" y="T3"/>
                    </a:cxn>
                    <a:cxn ang="T78">
                      <a:pos x="T4" y="T5"/>
                    </a:cxn>
                    <a:cxn ang="T79">
                      <a:pos x="T6" y="T7"/>
                    </a:cxn>
                    <a:cxn ang="T80">
                      <a:pos x="T8" y="T9"/>
                    </a:cxn>
                    <a:cxn ang="T81">
                      <a:pos x="T10" y="T11"/>
                    </a:cxn>
                    <a:cxn ang="T82">
                      <a:pos x="T12" y="T13"/>
                    </a:cxn>
                    <a:cxn ang="T83">
                      <a:pos x="T14" y="T15"/>
                    </a:cxn>
                    <a:cxn ang="T84">
                      <a:pos x="T16" y="T17"/>
                    </a:cxn>
                    <a:cxn ang="T85">
                      <a:pos x="T18" y="T19"/>
                    </a:cxn>
                    <a:cxn ang="T86">
                      <a:pos x="T20" y="T21"/>
                    </a:cxn>
                    <a:cxn ang="T87">
                      <a:pos x="T22" y="T23"/>
                    </a:cxn>
                    <a:cxn ang="T88">
                      <a:pos x="T24" y="T25"/>
                    </a:cxn>
                    <a:cxn ang="T89">
                      <a:pos x="T26" y="T27"/>
                    </a:cxn>
                    <a:cxn ang="T90">
                      <a:pos x="T28" y="T29"/>
                    </a:cxn>
                    <a:cxn ang="T91">
                      <a:pos x="T30" y="T31"/>
                    </a:cxn>
                    <a:cxn ang="T92">
                      <a:pos x="T32" y="T33"/>
                    </a:cxn>
                    <a:cxn ang="T93">
                      <a:pos x="T34" y="T35"/>
                    </a:cxn>
                    <a:cxn ang="T94">
                      <a:pos x="T36" y="T37"/>
                    </a:cxn>
                    <a:cxn ang="T95">
                      <a:pos x="T38" y="T39"/>
                    </a:cxn>
                    <a:cxn ang="T96">
                      <a:pos x="T40" y="T41"/>
                    </a:cxn>
                    <a:cxn ang="T97">
                      <a:pos x="T42" y="T43"/>
                    </a:cxn>
                    <a:cxn ang="T98">
                      <a:pos x="T44" y="T45"/>
                    </a:cxn>
                    <a:cxn ang="T99">
                      <a:pos x="T46" y="T47"/>
                    </a:cxn>
                    <a:cxn ang="T100">
                      <a:pos x="T48" y="T49"/>
                    </a:cxn>
                    <a:cxn ang="T101">
                      <a:pos x="T50" y="T51"/>
                    </a:cxn>
                    <a:cxn ang="T102">
                      <a:pos x="T52" y="T53"/>
                    </a:cxn>
                    <a:cxn ang="T103">
                      <a:pos x="T54" y="T55"/>
                    </a:cxn>
                    <a:cxn ang="T104">
                      <a:pos x="T56" y="T57"/>
                    </a:cxn>
                    <a:cxn ang="T105">
                      <a:pos x="T58" y="T59"/>
                    </a:cxn>
                    <a:cxn ang="T106">
                      <a:pos x="T60" y="T61"/>
                    </a:cxn>
                    <a:cxn ang="T107">
                      <a:pos x="T62" y="T63"/>
                    </a:cxn>
                    <a:cxn ang="T108">
                      <a:pos x="T64" y="T65"/>
                    </a:cxn>
                    <a:cxn ang="T109">
                      <a:pos x="T66" y="T67"/>
                    </a:cxn>
                    <a:cxn ang="T110">
                      <a:pos x="T68" y="T69"/>
                    </a:cxn>
                    <a:cxn ang="T111">
                      <a:pos x="T70" y="T71"/>
                    </a:cxn>
                    <a:cxn ang="T112">
                      <a:pos x="T72" y="T73"/>
                    </a:cxn>
                    <a:cxn ang="T113">
                      <a:pos x="T74" y="T75"/>
                    </a:cxn>
                  </a:cxnLst>
                  <a:rect l="T114" t="T115" r="T116" b="T117"/>
                  <a:pathLst>
                    <a:path w="246" h="310">
                      <a:moveTo>
                        <a:pt x="199" y="116"/>
                      </a:moveTo>
                      <a:lnTo>
                        <a:pt x="207" y="124"/>
                      </a:lnTo>
                      <a:lnTo>
                        <a:pt x="214" y="133"/>
                      </a:lnTo>
                      <a:lnTo>
                        <a:pt x="219" y="143"/>
                      </a:lnTo>
                      <a:lnTo>
                        <a:pt x="223" y="154"/>
                      </a:lnTo>
                      <a:lnTo>
                        <a:pt x="225" y="164"/>
                      </a:lnTo>
                      <a:lnTo>
                        <a:pt x="225" y="176"/>
                      </a:lnTo>
                      <a:lnTo>
                        <a:pt x="221" y="187"/>
                      </a:lnTo>
                      <a:lnTo>
                        <a:pt x="216" y="197"/>
                      </a:lnTo>
                      <a:lnTo>
                        <a:pt x="208" y="209"/>
                      </a:lnTo>
                      <a:lnTo>
                        <a:pt x="199" y="219"/>
                      </a:lnTo>
                      <a:lnTo>
                        <a:pt x="188" y="228"/>
                      </a:lnTo>
                      <a:lnTo>
                        <a:pt x="177" y="238"/>
                      </a:lnTo>
                      <a:lnTo>
                        <a:pt x="166" y="246"/>
                      </a:lnTo>
                      <a:lnTo>
                        <a:pt x="154" y="255"/>
                      </a:lnTo>
                      <a:lnTo>
                        <a:pt x="143" y="264"/>
                      </a:lnTo>
                      <a:lnTo>
                        <a:pt x="132" y="274"/>
                      </a:lnTo>
                      <a:lnTo>
                        <a:pt x="129" y="278"/>
                      </a:lnTo>
                      <a:lnTo>
                        <a:pt x="126" y="282"/>
                      </a:lnTo>
                      <a:lnTo>
                        <a:pt x="124" y="287"/>
                      </a:lnTo>
                      <a:lnTo>
                        <a:pt x="121" y="292"/>
                      </a:lnTo>
                      <a:lnTo>
                        <a:pt x="120" y="296"/>
                      </a:lnTo>
                      <a:lnTo>
                        <a:pt x="120" y="301"/>
                      </a:lnTo>
                      <a:lnTo>
                        <a:pt x="121" y="305"/>
                      </a:lnTo>
                      <a:lnTo>
                        <a:pt x="125" y="309"/>
                      </a:lnTo>
                      <a:lnTo>
                        <a:pt x="130" y="310"/>
                      </a:lnTo>
                      <a:lnTo>
                        <a:pt x="134" y="310"/>
                      </a:lnTo>
                      <a:lnTo>
                        <a:pt x="139" y="309"/>
                      </a:lnTo>
                      <a:lnTo>
                        <a:pt x="143" y="305"/>
                      </a:lnTo>
                      <a:lnTo>
                        <a:pt x="154" y="293"/>
                      </a:lnTo>
                      <a:lnTo>
                        <a:pt x="167" y="280"/>
                      </a:lnTo>
                      <a:lnTo>
                        <a:pt x="180" y="269"/>
                      </a:lnTo>
                      <a:lnTo>
                        <a:pt x="194" y="257"/>
                      </a:lnTo>
                      <a:lnTo>
                        <a:pt x="207" y="246"/>
                      </a:lnTo>
                      <a:lnTo>
                        <a:pt x="219" y="233"/>
                      </a:lnTo>
                      <a:lnTo>
                        <a:pt x="231" y="219"/>
                      </a:lnTo>
                      <a:lnTo>
                        <a:pt x="239" y="204"/>
                      </a:lnTo>
                      <a:lnTo>
                        <a:pt x="245" y="187"/>
                      </a:lnTo>
                      <a:lnTo>
                        <a:pt x="246" y="170"/>
                      </a:lnTo>
                      <a:lnTo>
                        <a:pt x="242" y="153"/>
                      </a:lnTo>
                      <a:lnTo>
                        <a:pt x="236" y="136"/>
                      </a:lnTo>
                      <a:lnTo>
                        <a:pt x="227" y="120"/>
                      </a:lnTo>
                      <a:lnTo>
                        <a:pt x="215" y="107"/>
                      </a:lnTo>
                      <a:lnTo>
                        <a:pt x="201" y="94"/>
                      </a:lnTo>
                      <a:lnTo>
                        <a:pt x="187" y="82"/>
                      </a:lnTo>
                      <a:lnTo>
                        <a:pt x="177" y="74"/>
                      </a:lnTo>
                      <a:lnTo>
                        <a:pt x="165" y="68"/>
                      </a:lnTo>
                      <a:lnTo>
                        <a:pt x="152" y="60"/>
                      </a:lnTo>
                      <a:lnTo>
                        <a:pt x="139" y="51"/>
                      </a:lnTo>
                      <a:lnTo>
                        <a:pt x="126" y="43"/>
                      </a:lnTo>
                      <a:lnTo>
                        <a:pt x="112" y="35"/>
                      </a:lnTo>
                      <a:lnTo>
                        <a:pt x="98" y="28"/>
                      </a:lnTo>
                      <a:lnTo>
                        <a:pt x="85" y="22"/>
                      </a:lnTo>
                      <a:lnTo>
                        <a:pt x="72" y="16"/>
                      </a:lnTo>
                      <a:lnTo>
                        <a:pt x="59" y="10"/>
                      </a:lnTo>
                      <a:lnTo>
                        <a:pt x="46" y="7"/>
                      </a:lnTo>
                      <a:lnTo>
                        <a:pt x="35" y="3"/>
                      </a:lnTo>
                      <a:lnTo>
                        <a:pt x="24" y="1"/>
                      </a:lnTo>
                      <a:lnTo>
                        <a:pt x="15" y="0"/>
                      </a:lnTo>
                      <a:lnTo>
                        <a:pt x="7" y="1"/>
                      </a:lnTo>
                      <a:lnTo>
                        <a:pt x="0" y="3"/>
                      </a:lnTo>
                      <a:lnTo>
                        <a:pt x="8" y="6"/>
                      </a:lnTo>
                      <a:lnTo>
                        <a:pt x="17" y="9"/>
                      </a:lnTo>
                      <a:lnTo>
                        <a:pt x="28" y="14"/>
                      </a:lnTo>
                      <a:lnTo>
                        <a:pt x="38" y="18"/>
                      </a:lnTo>
                      <a:lnTo>
                        <a:pt x="51" y="24"/>
                      </a:lnTo>
                      <a:lnTo>
                        <a:pt x="64" y="30"/>
                      </a:lnTo>
                      <a:lnTo>
                        <a:pt x="78" y="37"/>
                      </a:lnTo>
                      <a:lnTo>
                        <a:pt x="92" y="43"/>
                      </a:lnTo>
                      <a:lnTo>
                        <a:pt x="106" y="51"/>
                      </a:lnTo>
                      <a:lnTo>
                        <a:pt x="120" y="60"/>
                      </a:lnTo>
                      <a:lnTo>
                        <a:pt x="134" y="69"/>
                      </a:lnTo>
                      <a:lnTo>
                        <a:pt x="148" y="78"/>
                      </a:lnTo>
                      <a:lnTo>
                        <a:pt x="163" y="87"/>
                      </a:lnTo>
                      <a:lnTo>
                        <a:pt x="175" y="96"/>
                      </a:lnTo>
                      <a:lnTo>
                        <a:pt x="187" y="105"/>
                      </a:lnTo>
                      <a:lnTo>
                        <a:pt x="199" y="116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98581" name="Freeform 1230">
                  <a:extLst>
                    <a:ext uri="{FF2B5EF4-FFF2-40B4-BE49-F238E27FC236}">
                      <a16:creationId xmlns:a16="http://schemas.microsoft.com/office/drawing/2014/main" id="{0AD36A13-816A-4D39-BD2B-408476A3C2E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115" y="2660"/>
                  <a:ext cx="69" cy="55"/>
                </a:xfrm>
                <a:custGeom>
                  <a:avLst/>
                  <a:gdLst>
                    <a:gd name="T0" fmla="*/ 0 w 198"/>
                    <a:gd name="T1" fmla="*/ 0 h 236"/>
                    <a:gd name="T2" fmla="*/ 0 w 198"/>
                    <a:gd name="T3" fmla="*/ 0 h 236"/>
                    <a:gd name="T4" fmla="*/ 0 w 198"/>
                    <a:gd name="T5" fmla="*/ 0 h 236"/>
                    <a:gd name="T6" fmla="*/ 0 w 198"/>
                    <a:gd name="T7" fmla="*/ 0 h 236"/>
                    <a:gd name="T8" fmla="*/ 0 w 198"/>
                    <a:gd name="T9" fmla="*/ 0 h 236"/>
                    <a:gd name="T10" fmla="*/ 0 w 198"/>
                    <a:gd name="T11" fmla="*/ 0 h 236"/>
                    <a:gd name="T12" fmla="*/ 0 w 198"/>
                    <a:gd name="T13" fmla="*/ 0 h 236"/>
                    <a:gd name="T14" fmla="*/ 0 w 198"/>
                    <a:gd name="T15" fmla="*/ 0 h 236"/>
                    <a:gd name="T16" fmla="*/ 0 w 198"/>
                    <a:gd name="T17" fmla="*/ 0 h 236"/>
                    <a:gd name="T18" fmla="*/ 0 w 198"/>
                    <a:gd name="T19" fmla="*/ 0 h 236"/>
                    <a:gd name="T20" fmla="*/ 0 w 198"/>
                    <a:gd name="T21" fmla="*/ 0 h 236"/>
                    <a:gd name="T22" fmla="*/ 0 w 198"/>
                    <a:gd name="T23" fmla="*/ 0 h 236"/>
                    <a:gd name="T24" fmla="*/ 0 w 198"/>
                    <a:gd name="T25" fmla="*/ 0 h 236"/>
                    <a:gd name="T26" fmla="*/ 0 w 198"/>
                    <a:gd name="T27" fmla="*/ 0 h 236"/>
                    <a:gd name="T28" fmla="*/ 0 w 198"/>
                    <a:gd name="T29" fmla="*/ 0 h 236"/>
                    <a:gd name="T30" fmla="*/ 0 w 198"/>
                    <a:gd name="T31" fmla="*/ 0 h 236"/>
                    <a:gd name="T32" fmla="*/ 0 w 198"/>
                    <a:gd name="T33" fmla="*/ 0 h 236"/>
                    <a:gd name="T34" fmla="*/ 0 w 198"/>
                    <a:gd name="T35" fmla="*/ 0 h 236"/>
                    <a:gd name="T36" fmla="*/ 0 w 198"/>
                    <a:gd name="T37" fmla="*/ 0 h 236"/>
                    <a:gd name="T38" fmla="*/ 0 w 198"/>
                    <a:gd name="T39" fmla="*/ 0 h 236"/>
                    <a:gd name="T40" fmla="*/ 0 w 198"/>
                    <a:gd name="T41" fmla="*/ 0 h 236"/>
                    <a:gd name="T42" fmla="*/ 0 w 198"/>
                    <a:gd name="T43" fmla="*/ 0 h 236"/>
                    <a:gd name="T44" fmla="*/ 0 w 198"/>
                    <a:gd name="T45" fmla="*/ 0 h 236"/>
                    <a:gd name="T46" fmla="*/ 0 w 198"/>
                    <a:gd name="T47" fmla="*/ 0 h 236"/>
                    <a:gd name="T48" fmla="*/ 0 w 198"/>
                    <a:gd name="T49" fmla="*/ 0 h 236"/>
                    <a:gd name="T50" fmla="*/ 0 w 198"/>
                    <a:gd name="T51" fmla="*/ 0 h 236"/>
                    <a:gd name="T52" fmla="*/ 0 w 198"/>
                    <a:gd name="T53" fmla="*/ 0 h 236"/>
                    <a:gd name="T54" fmla="*/ 0 w 198"/>
                    <a:gd name="T55" fmla="*/ 0 h 236"/>
                    <a:gd name="T56" fmla="*/ 0 w 198"/>
                    <a:gd name="T57" fmla="*/ 0 h 236"/>
                    <a:gd name="T58" fmla="*/ 0 w 198"/>
                    <a:gd name="T59" fmla="*/ 0 h 236"/>
                    <a:gd name="T60" fmla="*/ 0 w 198"/>
                    <a:gd name="T61" fmla="*/ 0 h 236"/>
                    <a:gd name="T62" fmla="*/ 0 w 198"/>
                    <a:gd name="T63" fmla="*/ 0 h 236"/>
                    <a:gd name="T64" fmla="*/ 0 w 198"/>
                    <a:gd name="T65" fmla="*/ 0 h 236"/>
                    <a:gd name="T66" fmla="*/ 0 w 198"/>
                    <a:gd name="T67" fmla="*/ 0 h 236"/>
                    <a:gd name="T68" fmla="*/ 0 w 198"/>
                    <a:gd name="T69" fmla="*/ 0 h 236"/>
                    <a:gd name="T70" fmla="*/ 0 w 198"/>
                    <a:gd name="T71" fmla="*/ 0 h 236"/>
                    <a:gd name="T72" fmla="*/ 0 w 198"/>
                    <a:gd name="T73" fmla="*/ 0 h 236"/>
                    <a:gd name="T74" fmla="*/ 0 w 198"/>
                    <a:gd name="T75" fmla="*/ 0 h 236"/>
                    <a:gd name="T76" fmla="*/ 0 w 198"/>
                    <a:gd name="T77" fmla="*/ 0 h 236"/>
                    <a:gd name="T78" fmla="*/ 0 w 198"/>
                    <a:gd name="T79" fmla="*/ 0 h 236"/>
                    <a:gd name="T80" fmla="*/ 0 w 198"/>
                    <a:gd name="T81" fmla="*/ 0 h 236"/>
                    <a:gd name="T82" fmla="*/ 0 w 198"/>
                    <a:gd name="T83" fmla="*/ 0 h 236"/>
                    <a:gd name="T84" fmla="*/ 0 w 198"/>
                    <a:gd name="T85" fmla="*/ 0 h 236"/>
                    <a:gd name="T86" fmla="*/ 0 w 198"/>
                    <a:gd name="T87" fmla="*/ 0 h 236"/>
                    <a:gd name="T88" fmla="*/ 0 w 198"/>
                    <a:gd name="T89" fmla="*/ 0 h 236"/>
                    <a:gd name="T90" fmla="*/ 0 w 198"/>
                    <a:gd name="T91" fmla="*/ 0 h 236"/>
                    <a:gd name="T92" fmla="*/ 0 w 198"/>
                    <a:gd name="T93" fmla="*/ 0 h 236"/>
                    <a:gd name="T94" fmla="*/ 0 w 198"/>
                    <a:gd name="T95" fmla="*/ 0 h 236"/>
                    <a:gd name="T96" fmla="*/ 0 w 198"/>
                    <a:gd name="T97" fmla="*/ 0 h 236"/>
                    <a:gd name="T98" fmla="*/ 0 w 198"/>
                    <a:gd name="T99" fmla="*/ 0 h 236"/>
                    <a:gd name="T100" fmla="*/ 0 w 198"/>
                    <a:gd name="T101" fmla="*/ 0 h 236"/>
                    <a:gd name="T102" fmla="*/ 0 w 198"/>
                    <a:gd name="T103" fmla="*/ 0 h 236"/>
                    <a:gd name="T104" fmla="*/ 0 w 198"/>
                    <a:gd name="T105" fmla="*/ 0 h 236"/>
                    <a:gd name="T106" fmla="*/ 0 w 198"/>
                    <a:gd name="T107" fmla="*/ 0 h 236"/>
                    <a:gd name="T108" fmla="*/ 0 w 198"/>
                    <a:gd name="T109" fmla="*/ 0 h 236"/>
                    <a:gd name="T110" fmla="*/ 0 w 198"/>
                    <a:gd name="T111" fmla="*/ 0 h 236"/>
                    <a:gd name="T112" fmla="*/ 0 w 198"/>
                    <a:gd name="T113" fmla="*/ 0 h 236"/>
                    <a:gd name="T114" fmla="*/ 0 w 198"/>
                    <a:gd name="T115" fmla="*/ 0 h 236"/>
                    <a:gd name="T116" fmla="*/ 0 w 198"/>
                    <a:gd name="T117" fmla="*/ 0 h 236"/>
                    <a:gd name="T118" fmla="*/ 0 w 198"/>
                    <a:gd name="T119" fmla="*/ 0 h 236"/>
                    <a:gd name="T120" fmla="*/ 0 w 198"/>
                    <a:gd name="T121" fmla="*/ 0 h 2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60000 65536"/>
                    <a:gd name="T148" fmla="*/ 0 60000 65536"/>
                    <a:gd name="T149" fmla="*/ 0 60000 65536"/>
                    <a:gd name="T150" fmla="*/ 0 60000 65536"/>
                    <a:gd name="T151" fmla="*/ 0 60000 65536"/>
                    <a:gd name="T152" fmla="*/ 0 60000 65536"/>
                    <a:gd name="T153" fmla="*/ 0 60000 65536"/>
                    <a:gd name="T154" fmla="*/ 0 60000 65536"/>
                    <a:gd name="T155" fmla="*/ 0 60000 65536"/>
                    <a:gd name="T156" fmla="*/ 0 60000 65536"/>
                    <a:gd name="T157" fmla="*/ 0 60000 65536"/>
                    <a:gd name="T158" fmla="*/ 0 60000 65536"/>
                    <a:gd name="T159" fmla="*/ 0 60000 65536"/>
                    <a:gd name="T160" fmla="*/ 0 60000 65536"/>
                    <a:gd name="T161" fmla="*/ 0 60000 65536"/>
                    <a:gd name="T162" fmla="*/ 0 60000 65536"/>
                    <a:gd name="T163" fmla="*/ 0 60000 65536"/>
                    <a:gd name="T164" fmla="*/ 0 60000 65536"/>
                    <a:gd name="T165" fmla="*/ 0 60000 65536"/>
                    <a:gd name="T166" fmla="*/ 0 60000 65536"/>
                    <a:gd name="T167" fmla="*/ 0 60000 65536"/>
                    <a:gd name="T168" fmla="*/ 0 60000 65536"/>
                    <a:gd name="T169" fmla="*/ 0 60000 65536"/>
                    <a:gd name="T170" fmla="*/ 0 60000 65536"/>
                    <a:gd name="T171" fmla="*/ 0 60000 65536"/>
                    <a:gd name="T172" fmla="*/ 0 60000 65536"/>
                    <a:gd name="T173" fmla="*/ 0 60000 65536"/>
                    <a:gd name="T174" fmla="*/ 0 60000 65536"/>
                    <a:gd name="T175" fmla="*/ 0 60000 65536"/>
                    <a:gd name="T176" fmla="*/ 0 60000 65536"/>
                    <a:gd name="T177" fmla="*/ 0 60000 65536"/>
                    <a:gd name="T178" fmla="*/ 0 60000 65536"/>
                    <a:gd name="T179" fmla="*/ 0 60000 65536"/>
                    <a:gd name="T180" fmla="*/ 0 60000 65536"/>
                    <a:gd name="T181" fmla="*/ 0 60000 65536"/>
                    <a:gd name="T182" fmla="*/ 0 60000 65536"/>
                    <a:gd name="T183" fmla="*/ 0 w 198"/>
                    <a:gd name="T184" fmla="*/ 0 h 236"/>
                    <a:gd name="T185" fmla="*/ 198 w 198"/>
                    <a:gd name="T186" fmla="*/ 236 h 236"/>
                  </a:gdLst>
                  <a:ahLst/>
                  <a:cxnLst>
                    <a:cxn ang="T122">
                      <a:pos x="T0" y="T1"/>
                    </a:cxn>
                    <a:cxn ang="T123">
                      <a:pos x="T2" y="T3"/>
                    </a:cxn>
                    <a:cxn ang="T124">
                      <a:pos x="T4" y="T5"/>
                    </a:cxn>
                    <a:cxn ang="T125">
                      <a:pos x="T6" y="T7"/>
                    </a:cxn>
                    <a:cxn ang="T126">
                      <a:pos x="T8" y="T9"/>
                    </a:cxn>
                    <a:cxn ang="T127">
                      <a:pos x="T10" y="T11"/>
                    </a:cxn>
                    <a:cxn ang="T128">
                      <a:pos x="T12" y="T13"/>
                    </a:cxn>
                    <a:cxn ang="T129">
                      <a:pos x="T14" y="T15"/>
                    </a:cxn>
                    <a:cxn ang="T130">
                      <a:pos x="T16" y="T17"/>
                    </a:cxn>
                    <a:cxn ang="T131">
                      <a:pos x="T18" y="T19"/>
                    </a:cxn>
                    <a:cxn ang="T132">
                      <a:pos x="T20" y="T21"/>
                    </a:cxn>
                    <a:cxn ang="T133">
                      <a:pos x="T22" y="T23"/>
                    </a:cxn>
                    <a:cxn ang="T134">
                      <a:pos x="T24" y="T25"/>
                    </a:cxn>
                    <a:cxn ang="T135">
                      <a:pos x="T26" y="T27"/>
                    </a:cxn>
                    <a:cxn ang="T136">
                      <a:pos x="T28" y="T29"/>
                    </a:cxn>
                    <a:cxn ang="T137">
                      <a:pos x="T30" y="T31"/>
                    </a:cxn>
                    <a:cxn ang="T138">
                      <a:pos x="T32" y="T33"/>
                    </a:cxn>
                    <a:cxn ang="T139">
                      <a:pos x="T34" y="T35"/>
                    </a:cxn>
                    <a:cxn ang="T140">
                      <a:pos x="T36" y="T37"/>
                    </a:cxn>
                    <a:cxn ang="T141">
                      <a:pos x="T38" y="T39"/>
                    </a:cxn>
                    <a:cxn ang="T142">
                      <a:pos x="T40" y="T41"/>
                    </a:cxn>
                    <a:cxn ang="T143">
                      <a:pos x="T42" y="T43"/>
                    </a:cxn>
                    <a:cxn ang="T144">
                      <a:pos x="T44" y="T45"/>
                    </a:cxn>
                    <a:cxn ang="T145">
                      <a:pos x="T46" y="T47"/>
                    </a:cxn>
                    <a:cxn ang="T146">
                      <a:pos x="T48" y="T49"/>
                    </a:cxn>
                    <a:cxn ang="T147">
                      <a:pos x="T50" y="T51"/>
                    </a:cxn>
                    <a:cxn ang="T148">
                      <a:pos x="T52" y="T53"/>
                    </a:cxn>
                    <a:cxn ang="T149">
                      <a:pos x="T54" y="T55"/>
                    </a:cxn>
                    <a:cxn ang="T150">
                      <a:pos x="T56" y="T57"/>
                    </a:cxn>
                    <a:cxn ang="T151">
                      <a:pos x="T58" y="T59"/>
                    </a:cxn>
                    <a:cxn ang="T152">
                      <a:pos x="T60" y="T61"/>
                    </a:cxn>
                    <a:cxn ang="T153">
                      <a:pos x="T62" y="T63"/>
                    </a:cxn>
                    <a:cxn ang="T154">
                      <a:pos x="T64" y="T65"/>
                    </a:cxn>
                    <a:cxn ang="T155">
                      <a:pos x="T66" y="T67"/>
                    </a:cxn>
                    <a:cxn ang="T156">
                      <a:pos x="T68" y="T69"/>
                    </a:cxn>
                    <a:cxn ang="T157">
                      <a:pos x="T70" y="T71"/>
                    </a:cxn>
                    <a:cxn ang="T158">
                      <a:pos x="T72" y="T73"/>
                    </a:cxn>
                    <a:cxn ang="T159">
                      <a:pos x="T74" y="T75"/>
                    </a:cxn>
                    <a:cxn ang="T160">
                      <a:pos x="T76" y="T77"/>
                    </a:cxn>
                    <a:cxn ang="T161">
                      <a:pos x="T78" y="T79"/>
                    </a:cxn>
                    <a:cxn ang="T162">
                      <a:pos x="T80" y="T81"/>
                    </a:cxn>
                    <a:cxn ang="T163">
                      <a:pos x="T82" y="T83"/>
                    </a:cxn>
                    <a:cxn ang="T164">
                      <a:pos x="T84" y="T85"/>
                    </a:cxn>
                    <a:cxn ang="T165">
                      <a:pos x="T86" y="T87"/>
                    </a:cxn>
                    <a:cxn ang="T166">
                      <a:pos x="T88" y="T89"/>
                    </a:cxn>
                    <a:cxn ang="T167">
                      <a:pos x="T90" y="T91"/>
                    </a:cxn>
                    <a:cxn ang="T168">
                      <a:pos x="T92" y="T93"/>
                    </a:cxn>
                    <a:cxn ang="T169">
                      <a:pos x="T94" y="T95"/>
                    </a:cxn>
                    <a:cxn ang="T170">
                      <a:pos x="T96" y="T97"/>
                    </a:cxn>
                    <a:cxn ang="T171">
                      <a:pos x="T98" y="T99"/>
                    </a:cxn>
                    <a:cxn ang="T172">
                      <a:pos x="T100" y="T101"/>
                    </a:cxn>
                    <a:cxn ang="T173">
                      <a:pos x="T102" y="T103"/>
                    </a:cxn>
                    <a:cxn ang="T174">
                      <a:pos x="T104" y="T105"/>
                    </a:cxn>
                    <a:cxn ang="T175">
                      <a:pos x="T106" y="T107"/>
                    </a:cxn>
                    <a:cxn ang="T176">
                      <a:pos x="T108" y="T109"/>
                    </a:cxn>
                    <a:cxn ang="T177">
                      <a:pos x="T110" y="T111"/>
                    </a:cxn>
                    <a:cxn ang="T178">
                      <a:pos x="T112" y="T113"/>
                    </a:cxn>
                    <a:cxn ang="T179">
                      <a:pos x="T114" y="T115"/>
                    </a:cxn>
                    <a:cxn ang="T180">
                      <a:pos x="T116" y="T117"/>
                    </a:cxn>
                    <a:cxn ang="T181">
                      <a:pos x="T118" y="T119"/>
                    </a:cxn>
                    <a:cxn ang="T182">
                      <a:pos x="T120" y="T121"/>
                    </a:cxn>
                  </a:cxnLst>
                  <a:rect l="T183" t="T184" r="T185" b="T186"/>
                  <a:pathLst>
                    <a:path w="198" h="236">
                      <a:moveTo>
                        <a:pt x="73" y="36"/>
                      </a:moveTo>
                      <a:lnTo>
                        <a:pt x="58" y="46"/>
                      </a:lnTo>
                      <a:lnTo>
                        <a:pt x="46" y="58"/>
                      </a:lnTo>
                      <a:lnTo>
                        <a:pt x="33" y="72"/>
                      </a:lnTo>
                      <a:lnTo>
                        <a:pt x="22" y="85"/>
                      </a:lnTo>
                      <a:lnTo>
                        <a:pt x="14" y="100"/>
                      </a:lnTo>
                      <a:lnTo>
                        <a:pt x="7" y="115"/>
                      </a:lnTo>
                      <a:lnTo>
                        <a:pt x="2" y="130"/>
                      </a:lnTo>
                      <a:lnTo>
                        <a:pt x="0" y="146"/>
                      </a:lnTo>
                      <a:lnTo>
                        <a:pt x="2" y="170"/>
                      </a:lnTo>
                      <a:lnTo>
                        <a:pt x="12" y="190"/>
                      </a:lnTo>
                      <a:lnTo>
                        <a:pt x="26" y="207"/>
                      </a:lnTo>
                      <a:lnTo>
                        <a:pt x="43" y="220"/>
                      </a:lnTo>
                      <a:lnTo>
                        <a:pt x="64" y="229"/>
                      </a:lnTo>
                      <a:lnTo>
                        <a:pt x="88" y="235"/>
                      </a:lnTo>
                      <a:lnTo>
                        <a:pt x="110" y="236"/>
                      </a:lnTo>
                      <a:lnTo>
                        <a:pt x="132" y="232"/>
                      </a:lnTo>
                      <a:lnTo>
                        <a:pt x="137" y="232"/>
                      </a:lnTo>
                      <a:lnTo>
                        <a:pt x="142" y="230"/>
                      </a:lnTo>
                      <a:lnTo>
                        <a:pt x="145" y="226"/>
                      </a:lnTo>
                      <a:lnTo>
                        <a:pt x="146" y="221"/>
                      </a:lnTo>
                      <a:lnTo>
                        <a:pt x="145" y="219"/>
                      </a:lnTo>
                      <a:lnTo>
                        <a:pt x="142" y="219"/>
                      </a:lnTo>
                      <a:lnTo>
                        <a:pt x="137" y="217"/>
                      </a:lnTo>
                      <a:lnTo>
                        <a:pt x="131" y="217"/>
                      </a:lnTo>
                      <a:lnTo>
                        <a:pt x="124" y="217"/>
                      </a:lnTo>
                      <a:lnTo>
                        <a:pt x="118" y="217"/>
                      </a:lnTo>
                      <a:lnTo>
                        <a:pt x="112" y="217"/>
                      </a:lnTo>
                      <a:lnTo>
                        <a:pt x="109" y="217"/>
                      </a:lnTo>
                      <a:lnTo>
                        <a:pt x="97" y="216"/>
                      </a:lnTo>
                      <a:lnTo>
                        <a:pt x="87" y="215"/>
                      </a:lnTo>
                      <a:lnTo>
                        <a:pt x="75" y="214"/>
                      </a:lnTo>
                      <a:lnTo>
                        <a:pt x="63" y="211"/>
                      </a:lnTo>
                      <a:lnTo>
                        <a:pt x="51" y="207"/>
                      </a:lnTo>
                      <a:lnTo>
                        <a:pt x="40" y="199"/>
                      </a:lnTo>
                      <a:lnTo>
                        <a:pt x="29" y="189"/>
                      </a:lnTo>
                      <a:lnTo>
                        <a:pt x="17" y="174"/>
                      </a:lnTo>
                      <a:lnTo>
                        <a:pt x="15" y="157"/>
                      </a:lnTo>
                      <a:lnTo>
                        <a:pt x="16" y="141"/>
                      </a:lnTo>
                      <a:lnTo>
                        <a:pt x="21" y="124"/>
                      </a:lnTo>
                      <a:lnTo>
                        <a:pt x="28" y="109"/>
                      </a:lnTo>
                      <a:lnTo>
                        <a:pt x="39" y="96"/>
                      </a:lnTo>
                      <a:lnTo>
                        <a:pt x="50" y="82"/>
                      </a:lnTo>
                      <a:lnTo>
                        <a:pt x="63" y="70"/>
                      </a:lnTo>
                      <a:lnTo>
                        <a:pt x="78" y="59"/>
                      </a:lnTo>
                      <a:lnTo>
                        <a:pt x="94" y="49"/>
                      </a:lnTo>
                      <a:lnTo>
                        <a:pt x="110" y="39"/>
                      </a:lnTo>
                      <a:lnTo>
                        <a:pt x="126" y="31"/>
                      </a:lnTo>
                      <a:lnTo>
                        <a:pt x="142" y="24"/>
                      </a:lnTo>
                      <a:lnTo>
                        <a:pt x="158" y="19"/>
                      </a:lnTo>
                      <a:lnTo>
                        <a:pt x="172" y="13"/>
                      </a:lnTo>
                      <a:lnTo>
                        <a:pt x="186" y="10"/>
                      </a:lnTo>
                      <a:lnTo>
                        <a:pt x="198" y="7"/>
                      </a:lnTo>
                      <a:lnTo>
                        <a:pt x="190" y="3"/>
                      </a:lnTo>
                      <a:lnTo>
                        <a:pt x="177" y="0"/>
                      </a:lnTo>
                      <a:lnTo>
                        <a:pt x="162" y="3"/>
                      </a:lnTo>
                      <a:lnTo>
                        <a:pt x="144" y="6"/>
                      </a:lnTo>
                      <a:lnTo>
                        <a:pt x="124" y="12"/>
                      </a:lnTo>
                      <a:lnTo>
                        <a:pt x="105" y="19"/>
                      </a:lnTo>
                      <a:lnTo>
                        <a:pt x="88" y="28"/>
                      </a:lnTo>
                      <a:lnTo>
                        <a:pt x="73" y="3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98582" name="Freeform 1231">
                  <a:extLst>
                    <a:ext uri="{FF2B5EF4-FFF2-40B4-BE49-F238E27FC236}">
                      <a16:creationId xmlns:a16="http://schemas.microsoft.com/office/drawing/2014/main" id="{27E68A5A-D9D8-4016-916E-4AA0546DA1F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33" y="2660"/>
                  <a:ext cx="47" cy="42"/>
                </a:xfrm>
                <a:custGeom>
                  <a:avLst/>
                  <a:gdLst>
                    <a:gd name="T0" fmla="*/ 0 w 128"/>
                    <a:gd name="T1" fmla="*/ 0 h 183"/>
                    <a:gd name="T2" fmla="*/ 0 w 128"/>
                    <a:gd name="T3" fmla="*/ 0 h 183"/>
                    <a:gd name="T4" fmla="*/ 0 w 128"/>
                    <a:gd name="T5" fmla="*/ 0 h 183"/>
                    <a:gd name="T6" fmla="*/ 0 w 128"/>
                    <a:gd name="T7" fmla="*/ 0 h 183"/>
                    <a:gd name="T8" fmla="*/ 0 w 128"/>
                    <a:gd name="T9" fmla="*/ 0 h 183"/>
                    <a:gd name="T10" fmla="*/ 0 w 128"/>
                    <a:gd name="T11" fmla="*/ 0 h 183"/>
                    <a:gd name="T12" fmla="*/ 0 w 128"/>
                    <a:gd name="T13" fmla="*/ 0 h 183"/>
                    <a:gd name="T14" fmla="*/ 0 w 128"/>
                    <a:gd name="T15" fmla="*/ 0 h 183"/>
                    <a:gd name="T16" fmla="*/ 0 w 128"/>
                    <a:gd name="T17" fmla="*/ 0 h 183"/>
                    <a:gd name="T18" fmla="*/ 0 w 128"/>
                    <a:gd name="T19" fmla="*/ 0 h 183"/>
                    <a:gd name="T20" fmla="*/ 0 w 128"/>
                    <a:gd name="T21" fmla="*/ 0 h 183"/>
                    <a:gd name="T22" fmla="*/ 0 w 128"/>
                    <a:gd name="T23" fmla="*/ 0 h 183"/>
                    <a:gd name="T24" fmla="*/ 0 w 128"/>
                    <a:gd name="T25" fmla="*/ 0 h 183"/>
                    <a:gd name="T26" fmla="*/ 0 w 128"/>
                    <a:gd name="T27" fmla="*/ 0 h 183"/>
                    <a:gd name="T28" fmla="*/ 0 w 128"/>
                    <a:gd name="T29" fmla="*/ 0 h 183"/>
                    <a:gd name="T30" fmla="*/ 0 w 128"/>
                    <a:gd name="T31" fmla="*/ 0 h 183"/>
                    <a:gd name="T32" fmla="*/ 0 w 128"/>
                    <a:gd name="T33" fmla="*/ 0 h 183"/>
                    <a:gd name="T34" fmla="*/ 0 w 128"/>
                    <a:gd name="T35" fmla="*/ 0 h 183"/>
                    <a:gd name="T36" fmla="*/ 0 w 128"/>
                    <a:gd name="T37" fmla="*/ 0 h 183"/>
                    <a:gd name="T38" fmla="*/ 0 w 128"/>
                    <a:gd name="T39" fmla="*/ 0 h 183"/>
                    <a:gd name="T40" fmla="*/ 0 w 128"/>
                    <a:gd name="T41" fmla="*/ 0 h 183"/>
                    <a:gd name="T42" fmla="*/ 0 w 128"/>
                    <a:gd name="T43" fmla="*/ 0 h 183"/>
                    <a:gd name="T44" fmla="*/ 0 w 128"/>
                    <a:gd name="T45" fmla="*/ 0 h 183"/>
                    <a:gd name="T46" fmla="*/ 0 w 128"/>
                    <a:gd name="T47" fmla="*/ 0 h 183"/>
                    <a:gd name="T48" fmla="*/ 0 w 128"/>
                    <a:gd name="T49" fmla="*/ 0 h 183"/>
                    <a:gd name="T50" fmla="*/ 0 w 128"/>
                    <a:gd name="T51" fmla="*/ 0 h 183"/>
                    <a:gd name="T52" fmla="*/ 0 w 128"/>
                    <a:gd name="T53" fmla="*/ 0 h 183"/>
                    <a:gd name="T54" fmla="*/ 0 w 128"/>
                    <a:gd name="T55" fmla="*/ 0 h 183"/>
                    <a:gd name="T56" fmla="*/ 0 w 128"/>
                    <a:gd name="T57" fmla="*/ 0 h 183"/>
                    <a:gd name="T58" fmla="*/ 0 w 128"/>
                    <a:gd name="T59" fmla="*/ 0 h 183"/>
                    <a:gd name="T60" fmla="*/ 0 w 128"/>
                    <a:gd name="T61" fmla="*/ 0 h 183"/>
                    <a:gd name="T62" fmla="*/ 0 w 128"/>
                    <a:gd name="T63" fmla="*/ 0 h 183"/>
                    <a:gd name="T64" fmla="*/ 0 w 128"/>
                    <a:gd name="T65" fmla="*/ 0 h 183"/>
                    <a:gd name="T66" fmla="*/ 0 w 128"/>
                    <a:gd name="T67" fmla="*/ 0 h 183"/>
                    <a:gd name="T68" fmla="*/ 0 w 128"/>
                    <a:gd name="T69" fmla="*/ 0 h 183"/>
                    <a:gd name="T70" fmla="*/ 0 w 128"/>
                    <a:gd name="T71" fmla="*/ 0 h 183"/>
                    <a:gd name="T72" fmla="*/ 0 w 128"/>
                    <a:gd name="T73" fmla="*/ 0 h 183"/>
                    <a:gd name="T74" fmla="*/ 0 w 128"/>
                    <a:gd name="T75" fmla="*/ 0 h 183"/>
                    <a:gd name="T76" fmla="*/ 0 w 128"/>
                    <a:gd name="T77" fmla="*/ 0 h 183"/>
                    <a:gd name="T78" fmla="*/ 0 w 128"/>
                    <a:gd name="T79" fmla="*/ 0 h 183"/>
                    <a:gd name="T80" fmla="*/ 0 w 128"/>
                    <a:gd name="T81" fmla="*/ 0 h 183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w 128"/>
                    <a:gd name="T124" fmla="*/ 0 h 183"/>
                    <a:gd name="T125" fmla="*/ 128 w 128"/>
                    <a:gd name="T126" fmla="*/ 183 h 183"/>
                  </a:gdLst>
                  <a:ahLst/>
                  <a:cxnLst>
                    <a:cxn ang="T82">
                      <a:pos x="T0" y="T1"/>
                    </a:cxn>
                    <a:cxn ang="T83">
                      <a:pos x="T2" y="T3"/>
                    </a:cxn>
                    <a:cxn ang="T84">
                      <a:pos x="T4" y="T5"/>
                    </a:cxn>
                    <a:cxn ang="T85">
                      <a:pos x="T6" y="T7"/>
                    </a:cxn>
                    <a:cxn ang="T86">
                      <a:pos x="T8" y="T9"/>
                    </a:cxn>
                    <a:cxn ang="T87">
                      <a:pos x="T10" y="T11"/>
                    </a:cxn>
                    <a:cxn ang="T88">
                      <a:pos x="T12" y="T13"/>
                    </a:cxn>
                    <a:cxn ang="T89">
                      <a:pos x="T14" y="T15"/>
                    </a:cxn>
                    <a:cxn ang="T90">
                      <a:pos x="T16" y="T17"/>
                    </a:cxn>
                    <a:cxn ang="T91">
                      <a:pos x="T18" y="T19"/>
                    </a:cxn>
                    <a:cxn ang="T92">
                      <a:pos x="T20" y="T21"/>
                    </a:cxn>
                    <a:cxn ang="T93">
                      <a:pos x="T22" y="T23"/>
                    </a:cxn>
                    <a:cxn ang="T94">
                      <a:pos x="T24" y="T25"/>
                    </a:cxn>
                    <a:cxn ang="T95">
                      <a:pos x="T26" y="T27"/>
                    </a:cxn>
                    <a:cxn ang="T96">
                      <a:pos x="T28" y="T29"/>
                    </a:cxn>
                    <a:cxn ang="T97">
                      <a:pos x="T30" y="T31"/>
                    </a:cxn>
                    <a:cxn ang="T98">
                      <a:pos x="T32" y="T33"/>
                    </a:cxn>
                    <a:cxn ang="T99">
                      <a:pos x="T34" y="T35"/>
                    </a:cxn>
                    <a:cxn ang="T100">
                      <a:pos x="T36" y="T37"/>
                    </a:cxn>
                    <a:cxn ang="T101">
                      <a:pos x="T38" y="T39"/>
                    </a:cxn>
                    <a:cxn ang="T102">
                      <a:pos x="T40" y="T41"/>
                    </a:cxn>
                    <a:cxn ang="T103">
                      <a:pos x="T42" y="T43"/>
                    </a:cxn>
                    <a:cxn ang="T104">
                      <a:pos x="T44" y="T45"/>
                    </a:cxn>
                    <a:cxn ang="T105">
                      <a:pos x="T46" y="T47"/>
                    </a:cxn>
                    <a:cxn ang="T106">
                      <a:pos x="T48" y="T49"/>
                    </a:cxn>
                    <a:cxn ang="T107">
                      <a:pos x="T50" y="T51"/>
                    </a:cxn>
                    <a:cxn ang="T108">
                      <a:pos x="T52" y="T53"/>
                    </a:cxn>
                    <a:cxn ang="T109">
                      <a:pos x="T54" y="T55"/>
                    </a:cxn>
                    <a:cxn ang="T110">
                      <a:pos x="T56" y="T57"/>
                    </a:cxn>
                    <a:cxn ang="T111">
                      <a:pos x="T58" y="T59"/>
                    </a:cxn>
                    <a:cxn ang="T112">
                      <a:pos x="T60" y="T61"/>
                    </a:cxn>
                    <a:cxn ang="T113">
                      <a:pos x="T62" y="T63"/>
                    </a:cxn>
                    <a:cxn ang="T114">
                      <a:pos x="T64" y="T65"/>
                    </a:cxn>
                    <a:cxn ang="T115">
                      <a:pos x="T66" y="T67"/>
                    </a:cxn>
                    <a:cxn ang="T116">
                      <a:pos x="T68" y="T69"/>
                    </a:cxn>
                    <a:cxn ang="T117">
                      <a:pos x="T70" y="T71"/>
                    </a:cxn>
                    <a:cxn ang="T118">
                      <a:pos x="T72" y="T73"/>
                    </a:cxn>
                    <a:cxn ang="T119">
                      <a:pos x="T74" y="T75"/>
                    </a:cxn>
                    <a:cxn ang="T120">
                      <a:pos x="T76" y="T77"/>
                    </a:cxn>
                    <a:cxn ang="T121">
                      <a:pos x="T78" y="T79"/>
                    </a:cxn>
                    <a:cxn ang="T122">
                      <a:pos x="T80" y="T81"/>
                    </a:cxn>
                  </a:cxnLst>
                  <a:rect l="T123" t="T124" r="T125" b="T126"/>
                  <a:pathLst>
                    <a:path w="128" h="183">
                      <a:moveTo>
                        <a:pt x="108" y="61"/>
                      </a:moveTo>
                      <a:lnTo>
                        <a:pt x="111" y="80"/>
                      </a:lnTo>
                      <a:lnTo>
                        <a:pt x="109" y="97"/>
                      </a:lnTo>
                      <a:lnTo>
                        <a:pt x="101" y="110"/>
                      </a:lnTo>
                      <a:lnTo>
                        <a:pt x="89" y="123"/>
                      </a:lnTo>
                      <a:lnTo>
                        <a:pt x="75" y="134"/>
                      </a:lnTo>
                      <a:lnTo>
                        <a:pt x="60" y="145"/>
                      </a:lnTo>
                      <a:lnTo>
                        <a:pt x="43" y="156"/>
                      </a:lnTo>
                      <a:lnTo>
                        <a:pt x="29" y="167"/>
                      </a:lnTo>
                      <a:lnTo>
                        <a:pt x="27" y="170"/>
                      </a:lnTo>
                      <a:lnTo>
                        <a:pt x="26" y="172"/>
                      </a:lnTo>
                      <a:lnTo>
                        <a:pt x="26" y="176"/>
                      </a:lnTo>
                      <a:lnTo>
                        <a:pt x="28" y="179"/>
                      </a:lnTo>
                      <a:lnTo>
                        <a:pt x="30" y="182"/>
                      </a:lnTo>
                      <a:lnTo>
                        <a:pt x="34" y="183"/>
                      </a:lnTo>
                      <a:lnTo>
                        <a:pt x="37" y="183"/>
                      </a:lnTo>
                      <a:lnTo>
                        <a:pt x="41" y="182"/>
                      </a:lnTo>
                      <a:lnTo>
                        <a:pt x="58" y="171"/>
                      </a:lnTo>
                      <a:lnTo>
                        <a:pt x="76" y="160"/>
                      </a:lnTo>
                      <a:lnTo>
                        <a:pt x="92" y="147"/>
                      </a:lnTo>
                      <a:lnTo>
                        <a:pt x="108" y="132"/>
                      </a:lnTo>
                      <a:lnTo>
                        <a:pt x="118" y="116"/>
                      </a:lnTo>
                      <a:lnTo>
                        <a:pt x="125" y="98"/>
                      </a:lnTo>
                      <a:lnTo>
                        <a:pt x="128" y="78"/>
                      </a:lnTo>
                      <a:lnTo>
                        <a:pt x="123" y="58"/>
                      </a:lnTo>
                      <a:lnTo>
                        <a:pt x="112" y="41"/>
                      </a:lnTo>
                      <a:lnTo>
                        <a:pt x="98" y="28"/>
                      </a:lnTo>
                      <a:lnTo>
                        <a:pt x="80" y="16"/>
                      </a:lnTo>
                      <a:lnTo>
                        <a:pt x="61" y="8"/>
                      </a:lnTo>
                      <a:lnTo>
                        <a:pt x="41" y="2"/>
                      </a:lnTo>
                      <a:lnTo>
                        <a:pt x="23" y="0"/>
                      </a:lnTo>
                      <a:lnTo>
                        <a:pt x="9" y="1"/>
                      </a:lnTo>
                      <a:lnTo>
                        <a:pt x="0" y="6"/>
                      </a:lnTo>
                      <a:lnTo>
                        <a:pt x="16" y="10"/>
                      </a:lnTo>
                      <a:lnTo>
                        <a:pt x="33" y="14"/>
                      </a:lnTo>
                      <a:lnTo>
                        <a:pt x="48" y="17"/>
                      </a:lnTo>
                      <a:lnTo>
                        <a:pt x="63" y="22"/>
                      </a:lnTo>
                      <a:lnTo>
                        <a:pt x="77" y="28"/>
                      </a:lnTo>
                      <a:lnTo>
                        <a:pt x="90" y="36"/>
                      </a:lnTo>
                      <a:lnTo>
                        <a:pt x="101" y="46"/>
                      </a:lnTo>
                      <a:lnTo>
                        <a:pt x="108" y="6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98583" name="Freeform 1232">
                  <a:extLst>
                    <a:ext uri="{FF2B5EF4-FFF2-40B4-BE49-F238E27FC236}">
                      <a16:creationId xmlns:a16="http://schemas.microsoft.com/office/drawing/2014/main" id="{CDEFDFD4-671A-468C-9A60-69638F3DE03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70" y="2650"/>
                  <a:ext cx="112" cy="88"/>
                </a:xfrm>
                <a:custGeom>
                  <a:avLst/>
                  <a:gdLst>
                    <a:gd name="T0" fmla="*/ 0 w 323"/>
                    <a:gd name="T1" fmla="*/ 0 h 379"/>
                    <a:gd name="T2" fmla="*/ 0 w 323"/>
                    <a:gd name="T3" fmla="*/ 0 h 379"/>
                    <a:gd name="T4" fmla="*/ 0 w 323"/>
                    <a:gd name="T5" fmla="*/ 0 h 379"/>
                    <a:gd name="T6" fmla="*/ 0 w 323"/>
                    <a:gd name="T7" fmla="*/ 0 h 379"/>
                    <a:gd name="T8" fmla="*/ 0 w 323"/>
                    <a:gd name="T9" fmla="*/ 0 h 379"/>
                    <a:gd name="T10" fmla="*/ 0 w 323"/>
                    <a:gd name="T11" fmla="*/ 0 h 379"/>
                    <a:gd name="T12" fmla="*/ 0 w 323"/>
                    <a:gd name="T13" fmla="*/ 0 h 379"/>
                    <a:gd name="T14" fmla="*/ 0 w 323"/>
                    <a:gd name="T15" fmla="*/ 0 h 379"/>
                    <a:gd name="T16" fmla="*/ 0 w 323"/>
                    <a:gd name="T17" fmla="*/ 0 h 379"/>
                    <a:gd name="T18" fmla="*/ 0 w 323"/>
                    <a:gd name="T19" fmla="*/ 0 h 379"/>
                    <a:gd name="T20" fmla="*/ 0 w 323"/>
                    <a:gd name="T21" fmla="*/ 0 h 379"/>
                    <a:gd name="T22" fmla="*/ 0 w 323"/>
                    <a:gd name="T23" fmla="*/ 0 h 379"/>
                    <a:gd name="T24" fmla="*/ 0 w 323"/>
                    <a:gd name="T25" fmla="*/ 0 h 379"/>
                    <a:gd name="T26" fmla="*/ 0 w 323"/>
                    <a:gd name="T27" fmla="*/ 0 h 379"/>
                    <a:gd name="T28" fmla="*/ 0 w 323"/>
                    <a:gd name="T29" fmla="*/ 0 h 379"/>
                    <a:gd name="T30" fmla="*/ 0 w 323"/>
                    <a:gd name="T31" fmla="*/ 0 h 379"/>
                    <a:gd name="T32" fmla="*/ 0 w 323"/>
                    <a:gd name="T33" fmla="*/ 0 h 379"/>
                    <a:gd name="T34" fmla="*/ 0 w 323"/>
                    <a:gd name="T35" fmla="*/ 0 h 379"/>
                    <a:gd name="T36" fmla="*/ 0 w 323"/>
                    <a:gd name="T37" fmla="*/ 0 h 379"/>
                    <a:gd name="T38" fmla="*/ 0 w 323"/>
                    <a:gd name="T39" fmla="*/ 0 h 379"/>
                    <a:gd name="T40" fmla="*/ 0 w 323"/>
                    <a:gd name="T41" fmla="*/ 0 h 379"/>
                    <a:gd name="T42" fmla="*/ 0 w 323"/>
                    <a:gd name="T43" fmla="*/ 0 h 379"/>
                    <a:gd name="T44" fmla="*/ 0 w 323"/>
                    <a:gd name="T45" fmla="*/ 0 h 379"/>
                    <a:gd name="T46" fmla="*/ 0 w 323"/>
                    <a:gd name="T47" fmla="*/ 0 h 379"/>
                    <a:gd name="T48" fmla="*/ 0 w 323"/>
                    <a:gd name="T49" fmla="*/ 0 h 379"/>
                    <a:gd name="T50" fmla="*/ 0 w 323"/>
                    <a:gd name="T51" fmla="*/ 0 h 379"/>
                    <a:gd name="T52" fmla="*/ 0 w 323"/>
                    <a:gd name="T53" fmla="*/ 0 h 379"/>
                    <a:gd name="T54" fmla="*/ 0 w 323"/>
                    <a:gd name="T55" fmla="*/ 0 h 379"/>
                    <a:gd name="T56" fmla="*/ 0 w 323"/>
                    <a:gd name="T57" fmla="*/ 0 h 379"/>
                    <a:gd name="T58" fmla="*/ 0 w 323"/>
                    <a:gd name="T59" fmla="*/ 0 h 379"/>
                    <a:gd name="T60" fmla="*/ 0 w 323"/>
                    <a:gd name="T61" fmla="*/ 0 h 379"/>
                    <a:gd name="T62" fmla="*/ 0 w 323"/>
                    <a:gd name="T63" fmla="*/ 0 h 379"/>
                    <a:gd name="T64" fmla="*/ 0 w 323"/>
                    <a:gd name="T65" fmla="*/ 0 h 379"/>
                    <a:gd name="T66" fmla="*/ 0 w 323"/>
                    <a:gd name="T67" fmla="*/ 0 h 379"/>
                    <a:gd name="T68" fmla="*/ 0 w 323"/>
                    <a:gd name="T69" fmla="*/ 0 h 379"/>
                    <a:gd name="T70" fmla="*/ 0 w 323"/>
                    <a:gd name="T71" fmla="*/ 0 h 379"/>
                    <a:gd name="T72" fmla="*/ 0 w 323"/>
                    <a:gd name="T73" fmla="*/ 0 h 379"/>
                    <a:gd name="T74" fmla="*/ 0 w 323"/>
                    <a:gd name="T75" fmla="*/ 0 h 379"/>
                    <a:gd name="T76" fmla="*/ 0 w 323"/>
                    <a:gd name="T77" fmla="*/ 0 h 379"/>
                    <a:gd name="T78" fmla="*/ 0 w 323"/>
                    <a:gd name="T79" fmla="*/ 0 h 379"/>
                    <a:gd name="T80" fmla="*/ 0 w 323"/>
                    <a:gd name="T81" fmla="*/ 0 h 379"/>
                    <a:gd name="T82" fmla="*/ 0 w 323"/>
                    <a:gd name="T83" fmla="*/ 0 h 379"/>
                    <a:gd name="T84" fmla="*/ 0 w 323"/>
                    <a:gd name="T85" fmla="*/ 0 h 379"/>
                    <a:gd name="T86" fmla="*/ 0 w 323"/>
                    <a:gd name="T87" fmla="*/ 0 h 379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w 323"/>
                    <a:gd name="T133" fmla="*/ 0 h 379"/>
                    <a:gd name="T134" fmla="*/ 323 w 323"/>
                    <a:gd name="T135" fmla="*/ 379 h 379"/>
                  </a:gdLst>
                  <a:ahLst/>
                  <a:cxnLst>
                    <a:cxn ang="T88">
                      <a:pos x="T0" y="T1"/>
                    </a:cxn>
                    <a:cxn ang="T89">
                      <a:pos x="T2" y="T3"/>
                    </a:cxn>
                    <a:cxn ang="T90">
                      <a:pos x="T4" y="T5"/>
                    </a:cxn>
                    <a:cxn ang="T91">
                      <a:pos x="T6" y="T7"/>
                    </a:cxn>
                    <a:cxn ang="T92">
                      <a:pos x="T8" y="T9"/>
                    </a:cxn>
                    <a:cxn ang="T93">
                      <a:pos x="T10" y="T11"/>
                    </a:cxn>
                    <a:cxn ang="T94">
                      <a:pos x="T12" y="T13"/>
                    </a:cxn>
                    <a:cxn ang="T95">
                      <a:pos x="T14" y="T15"/>
                    </a:cxn>
                    <a:cxn ang="T96">
                      <a:pos x="T16" y="T17"/>
                    </a:cxn>
                    <a:cxn ang="T97">
                      <a:pos x="T18" y="T19"/>
                    </a:cxn>
                    <a:cxn ang="T98">
                      <a:pos x="T20" y="T21"/>
                    </a:cxn>
                    <a:cxn ang="T99">
                      <a:pos x="T22" y="T23"/>
                    </a:cxn>
                    <a:cxn ang="T100">
                      <a:pos x="T24" y="T25"/>
                    </a:cxn>
                    <a:cxn ang="T101">
                      <a:pos x="T26" y="T27"/>
                    </a:cxn>
                    <a:cxn ang="T102">
                      <a:pos x="T28" y="T29"/>
                    </a:cxn>
                    <a:cxn ang="T103">
                      <a:pos x="T30" y="T31"/>
                    </a:cxn>
                    <a:cxn ang="T104">
                      <a:pos x="T32" y="T33"/>
                    </a:cxn>
                    <a:cxn ang="T105">
                      <a:pos x="T34" y="T35"/>
                    </a:cxn>
                    <a:cxn ang="T106">
                      <a:pos x="T36" y="T37"/>
                    </a:cxn>
                    <a:cxn ang="T107">
                      <a:pos x="T38" y="T39"/>
                    </a:cxn>
                    <a:cxn ang="T108">
                      <a:pos x="T40" y="T41"/>
                    </a:cxn>
                    <a:cxn ang="T109">
                      <a:pos x="T42" y="T43"/>
                    </a:cxn>
                    <a:cxn ang="T110">
                      <a:pos x="T44" y="T45"/>
                    </a:cxn>
                    <a:cxn ang="T111">
                      <a:pos x="T46" y="T47"/>
                    </a:cxn>
                    <a:cxn ang="T112">
                      <a:pos x="T48" y="T49"/>
                    </a:cxn>
                    <a:cxn ang="T113">
                      <a:pos x="T50" y="T51"/>
                    </a:cxn>
                    <a:cxn ang="T114">
                      <a:pos x="T52" y="T53"/>
                    </a:cxn>
                    <a:cxn ang="T115">
                      <a:pos x="T54" y="T55"/>
                    </a:cxn>
                    <a:cxn ang="T116">
                      <a:pos x="T56" y="T57"/>
                    </a:cxn>
                    <a:cxn ang="T117">
                      <a:pos x="T58" y="T59"/>
                    </a:cxn>
                    <a:cxn ang="T118">
                      <a:pos x="T60" y="T61"/>
                    </a:cxn>
                    <a:cxn ang="T119">
                      <a:pos x="T62" y="T63"/>
                    </a:cxn>
                    <a:cxn ang="T120">
                      <a:pos x="T64" y="T65"/>
                    </a:cxn>
                    <a:cxn ang="T121">
                      <a:pos x="T66" y="T67"/>
                    </a:cxn>
                    <a:cxn ang="T122">
                      <a:pos x="T68" y="T69"/>
                    </a:cxn>
                    <a:cxn ang="T123">
                      <a:pos x="T70" y="T71"/>
                    </a:cxn>
                    <a:cxn ang="T124">
                      <a:pos x="T72" y="T73"/>
                    </a:cxn>
                    <a:cxn ang="T125">
                      <a:pos x="T74" y="T75"/>
                    </a:cxn>
                    <a:cxn ang="T126">
                      <a:pos x="T76" y="T77"/>
                    </a:cxn>
                    <a:cxn ang="T127">
                      <a:pos x="T78" y="T79"/>
                    </a:cxn>
                    <a:cxn ang="T128">
                      <a:pos x="T80" y="T81"/>
                    </a:cxn>
                    <a:cxn ang="T129">
                      <a:pos x="T82" y="T83"/>
                    </a:cxn>
                    <a:cxn ang="T130">
                      <a:pos x="T84" y="T85"/>
                    </a:cxn>
                    <a:cxn ang="T131">
                      <a:pos x="T86" y="T87"/>
                    </a:cxn>
                  </a:cxnLst>
                  <a:rect l="T132" t="T133" r="T134" b="T135"/>
                  <a:pathLst>
                    <a:path w="323" h="379">
                      <a:moveTo>
                        <a:pt x="126" y="50"/>
                      </a:moveTo>
                      <a:lnTo>
                        <a:pt x="101" y="70"/>
                      </a:lnTo>
                      <a:lnTo>
                        <a:pt x="76" y="92"/>
                      </a:lnTo>
                      <a:lnTo>
                        <a:pt x="54" y="115"/>
                      </a:lnTo>
                      <a:lnTo>
                        <a:pt x="34" y="140"/>
                      </a:lnTo>
                      <a:lnTo>
                        <a:pt x="18" y="167"/>
                      </a:lnTo>
                      <a:lnTo>
                        <a:pt x="6" y="196"/>
                      </a:lnTo>
                      <a:lnTo>
                        <a:pt x="0" y="227"/>
                      </a:lnTo>
                      <a:lnTo>
                        <a:pt x="1" y="259"/>
                      </a:lnTo>
                      <a:lnTo>
                        <a:pt x="4" y="267"/>
                      </a:lnTo>
                      <a:lnTo>
                        <a:pt x="7" y="277"/>
                      </a:lnTo>
                      <a:lnTo>
                        <a:pt x="11" y="283"/>
                      </a:lnTo>
                      <a:lnTo>
                        <a:pt x="15" y="291"/>
                      </a:lnTo>
                      <a:lnTo>
                        <a:pt x="21" y="298"/>
                      </a:lnTo>
                      <a:lnTo>
                        <a:pt x="27" y="305"/>
                      </a:lnTo>
                      <a:lnTo>
                        <a:pt x="34" y="311"/>
                      </a:lnTo>
                      <a:lnTo>
                        <a:pt x="41" y="316"/>
                      </a:lnTo>
                      <a:lnTo>
                        <a:pt x="57" y="325"/>
                      </a:lnTo>
                      <a:lnTo>
                        <a:pt x="72" y="333"/>
                      </a:lnTo>
                      <a:lnTo>
                        <a:pt x="87" y="340"/>
                      </a:lnTo>
                      <a:lnTo>
                        <a:pt x="103" y="345"/>
                      </a:lnTo>
                      <a:lnTo>
                        <a:pt x="120" y="351"/>
                      </a:lnTo>
                      <a:lnTo>
                        <a:pt x="136" y="356"/>
                      </a:lnTo>
                      <a:lnTo>
                        <a:pt x="153" y="360"/>
                      </a:lnTo>
                      <a:lnTo>
                        <a:pt x="169" y="364"/>
                      </a:lnTo>
                      <a:lnTo>
                        <a:pt x="187" y="367"/>
                      </a:lnTo>
                      <a:lnTo>
                        <a:pt x="204" y="370"/>
                      </a:lnTo>
                      <a:lnTo>
                        <a:pt x="221" y="372"/>
                      </a:lnTo>
                      <a:lnTo>
                        <a:pt x="238" y="374"/>
                      </a:lnTo>
                      <a:lnTo>
                        <a:pt x="256" y="375"/>
                      </a:lnTo>
                      <a:lnTo>
                        <a:pt x="273" y="376"/>
                      </a:lnTo>
                      <a:lnTo>
                        <a:pt x="290" y="378"/>
                      </a:lnTo>
                      <a:lnTo>
                        <a:pt x="307" y="379"/>
                      </a:lnTo>
                      <a:lnTo>
                        <a:pt x="312" y="379"/>
                      </a:lnTo>
                      <a:lnTo>
                        <a:pt x="317" y="375"/>
                      </a:lnTo>
                      <a:lnTo>
                        <a:pt x="320" y="372"/>
                      </a:lnTo>
                      <a:lnTo>
                        <a:pt x="323" y="366"/>
                      </a:lnTo>
                      <a:lnTo>
                        <a:pt x="323" y="360"/>
                      </a:lnTo>
                      <a:lnTo>
                        <a:pt x="320" y="356"/>
                      </a:lnTo>
                      <a:lnTo>
                        <a:pt x="316" y="352"/>
                      </a:lnTo>
                      <a:lnTo>
                        <a:pt x="311" y="351"/>
                      </a:lnTo>
                      <a:lnTo>
                        <a:pt x="295" y="351"/>
                      </a:lnTo>
                      <a:lnTo>
                        <a:pt x="279" y="351"/>
                      </a:lnTo>
                      <a:lnTo>
                        <a:pt x="263" y="350"/>
                      </a:lnTo>
                      <a:lnTo>
                        <a:pt x="248" y="349"/>
                      </a:lnTo>
                      <a:lnTo>
                        <a:pt x="231" y="348"/>
                      </a:lnTo>
                      <a:lnTo>
                        <a:pt x="215" y="345"/>
                      </a:lnTo>
                      <a:lnTo>
                        <a:pt x="200" y="343"/>
                      </a:lnTo>
                      <a:lnTo>
                        <a:pt x="183" y="341"/>
                      </a:lnTo>
                      <a:lnTo>
                        <a:pt x="168" y="337"/>
                      </a:lnTo>
                      <a:lnTo>
                        <a:pt x="151" y="334"/>
                      </a:lnTo>
                      <a:lnTo>
                        <a:pt x="136" y="329"/>
                      </a:lnTo>
                      <a:lnTo>
                        <a:pt x="121" y="325"/>
                      </a:lnTo>
                      <a:lnTo>
                        <a:pt x="106" y="320"/>
                      </a:lnTo>
                      <a:lnTo>
                        <a:pt x="92" y="313"/>
                      </a:lnTo>
                      <a:lnTo>
                        <a:pt x="76" y="306"/>
                      </a:lnTo>
                      <a:lnTo>
                        <a:pt x="62" y="300"/>
                      </a:lnTo>
                      <a:lnTo>
                        <a:pt x="51" y="291"/>
                      </a:lnTo>
                      <a:lnTo>
                        <a:pt x="41" y="280"/>
                      </a:lnTo>
                      <a:lnTo>
                        <a:pt x="35" y="269"/>
                      </a:lnTo>
                      <a:lnTo>
                        <a:pt x="31" y="255"/>
                      </a:lnTo>
                      <a:lnTo>
                        <a:pt x="31" y="239"/>
                      </a:lnTo>
                      <a:lnTo>
                        <a:pt x="33" y="218"/>
                      </a:lnTo>
                      <a:lnTo>
                        <a:pt x="38" y="197"/>
                      </a:lnTo>
                      <a:lnTo>
                        <a:pt x="42" y="182"/>
                      </a:lnTo>
                      <a:lnTo>
                        <a:pt x="51" y="165"/>
                      </a:lnTo>
                      <a:lnTo>
                        <a:pt x="60" y="150"/>
                      </a:lnTo>
                      <a:lnTo>
                        <a:pt x="68" y="136"/>
                      </a:lnTo>
                      <a:lnTo>
                        <a:pt x="79" y="124"/>
                      </a:lnTo>
                      <a:lnTo>
                        <a:pt x="89" y="111"/>
                      </a:lnTo>
                      <a:lnTo>
                        <a:pt x="101" y="100"/>
                      </a:lnTo>
                      <a:lnTo>
                        <a:pt x="114" y="88"/>
                      </a:lnTo>
                      <a:lnTo>
                        <a:pt x="129" y="76"/>
                      </a:lnTo>
                      <a:lnTo>
                        <a:pt x="144" y="64"/>
                      </a:lnTo>
                      <a:lnTo>
                        <a:pt x="162" y="53"/>
                      </a:lnTo>
                      <a:lnTo>
                        <a:pt x="181" y="41"/>
                      </a:lnTo>
                      <a:lnTo>
                        <a:pt x="201" y="31"/>
                      </a:lnTo>
                      <a:lnTo>
                        <a:pt x="219" y="22"/>
                      </a:lnTo>
                      <a:lnTo>
                        <a:pt x="237" y="14"/>
                      </a:lnTo>
                      <a:lnTo>
                        <a:pt x="253" y="7"/>
                      </a:lnTo>
                      <a:lnTo>
                        <a:pt x="268" y="1"/>
                      </a:lnTo>
                      <a:lnTo>
                        <a:pt x="255" y="0"/>
                      </a:lnTo>
                      <a:lnTo>
                        <a:pt x="238" y="1"/>
                      </a:lnTo>
                      <a:lnTo>
                        <a:pt x="221" y="5"/>
                      </a:lnTo>
                      <a:lnTo>
                        <a:pt x="201" y="11"/>
                      </a:lnTo>
                      <a:lnTo>
                        <a:pt x="181" y="19"/>
                      </a:lnTo>
                      <a:lnTo>
                        <a:pt x="161" y="28"/>
                      </a:lnTo>
                      <a:lnTo>
                        <a:pt x="142" y="39"/>
                      </a:lnTo>
                      <a:lnTo>
                        <a:pt x="126" y="5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98584" name="Freeform 1233">
                  <a:extLst>
                    <a:ext uri="{FF2B5EF4-FFF2-40B4-BE49-F238E27FC236}">
                      <a16:creationId xmlns:a16="http://schemas.microsoft.com/office/drawing/2014/main" id="{236C3F56-E479-401F-A331-34B8AEDF6E5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29" y="2647"/>
                  <a:ext cx="99" cy="59"/>
                </a:xfrm>
                <a:custGeom>
                  <a:avLst/>
                  <a:gdLst>
                    <a:gd name="T0" fmla="*/ 0 w 282"/>
                    <a:gd name="T1" fmla="*/ 0 h 253"/>
                    <a:gd name="T2" fmla="*/ 0 w 282"/>
                    <a:gd name="T3" fmla="*/ 0 h 253"/>
                    <a:gd name="T4" fmla="*/ 0 w 282"/>
                    <a:gd name="T5" fmla="*/ 0 h 253"/>
                    <a:gd name="T6" fmla="*/ 0 w 282"/>
                    <a:gd name="T7" fmla="*/ 0 h 253"/>
                    <a:gd name="T8" fmla="*/ 0 w 282"/>
                    <a:gd name="T9" fmla="*/ 0 h 253"/>
                    <a:gd name="T10" fmla="*/ 0 w 282"/>
                    <a:gd name="T11" fmla="*/ 0 h 253"/>
                    <a:gd name="T12" fmla="*/ 0 w 282"/>
                    <a:gd name="T13" fmla="*/ 0 h 253"/>
                    <a:gd name="T14" fmla="*/ 0 w 282"/>
                    <a:gd name="T15" fmla="*/ 0 h 253"/>
                    <a:gd name="T16" fmla="*/ 0 w 282"/>
                    <a:gd name="T17" fmla="*/ 0 h 253"/>
                    <a:gd name="T18" fmla="*/ 0 w 282"/>
                    <a:gd name="T19" fmla="*/ 0 h 253"/>
                    <a:gd name="T20" fmla="*/ 0 w 282"/>
                    <a:gd name="T21" fmla="*/ 0 h 253"/>
                    <a:gd name="T22" fmla="*/ 0 w 282"/>
                    <a:gd name="T23" fmla="*/ 0 h 253"/>
                    <a:gd name="T24" fmla="*/ 0 w 282"/>
                    <a:gd name="T25" fmla="*/ 0 h 253"/>
                    <a:gd name="T26" fmla="*/ 0 w 282"/>
                    <a:gd name="T27" fmla="*/ 0 h 253"/>
                    <a:gd name="T28" fmla="*/ 0 w 282"/>
                    <a:gd name="T29" fmla="*/ 0 h 253"/>
                    <a:gd name="T30" fmla="*/ 0 w 282"/>
                    <a:gd name="T31" fmla="*/ 0 h 253"/>
                    <a:gd name="T32" fmla="*/ 0 w 282"/>
                    <a:gd name="T33" fmla="*/ 0 h 253"/>
                    <a:gd name="T34" fmla="*/ 0 w 282"/>
                    <a:gd name="T35" fmla="*/ 0 h 253"/>
                    <a:gd name="T36" fmla="*/ 0 w 282"/>
                    <a:gd name="T37" fmla="*/ 0 h 253"/>
                    <a:gd name="T38" fmla="*/ 0 w 282"/>
                    <a:gd name="T39" fmla="*/ 0 h 253"/>
                    <a:gd name="T40" fmla="*/ 0 w 282"/>
                    <a:gd name="T41" fmla="*/ 0 h 253"/>
                    <a:gd name="T42" fmla="*/ 0 w 282"/>
                    <a:gd name="T43" fmla="*/ 0 h 253"/>
                    <a:gd name="T44" fmla="*/ 0 w 282"/>
                    <a:gd name="T45" fmla="*/ 0 h 253"/>
                    <a:gd name="T46" fmla="*/ 0 w 282"/>
                    <a:gd name="T47" fmla="*/ 0 h 253"/>
                    <a:gd name="T48" fmla="*/ 0 w 282"/>
                    <a:gd name="T49" fmla="*/ 0 h 253"/>
                    <a:gd name="T50" fmla="*/ 0 w 282"/>
                    <a:gd name="T51" fmla="*/ 0 h 253"/>
                    <a:gd name="T52" fmla="*/ 0 w 282"/>
                    <a:gd name="T53" fmla="*/ 0 h 253"/>
                    <a:gd name="T54" fmla="*/ 0 w 282"/>
                    <a:gd name="T55" fmla="*/ 0 h 253"/>
                    <a:gd name="T56" fmla="*/ 0 w 282"/>
                    <a:gd name="T57" fmla="*/ 0 h 253"/>
                    <a:gd name="T58" fmla="*/ 0 w 282"/>
                    <a:gd name="T59" fmla="*/ 0 h 253"/>
                    <a:gd name="T60" fmla="*/ 0 w 282"/>
                    <a:gd name="T61" fmla="*/ 0 h 253"/>
                    <a:gd name="T62" fmla="*/ 0 w 282"/>
                    <a:gd name="T63" fmla="*/ 0 h 253"/>
                    <a:gd name="T64" fmla="*/ 0 w 282"/>
                    <a:gd name="T65" fmla="*/ 0 h 253"/>
                    <a:gd name="T66" fmla="*/ 0 w 282"/>
                    <a:gd name="T67" fmla="*/ 0 h 253"/>
                    <a:gd name="T68" fmla="*/ 0 w 282"/>
                    <a:gd name="T69" fmla="*/ 0 h 253"/>
                    <a:gd name="T70" fmla="*/ 0 w 282"/>
                    <a:gd name="T71" fmla="*/ 0 h 253"/>
                    <a:gd name="T72" fmla="*/ 0 w 282"/>
                    <a:gd name="T73" fmla="*/ 0 h 253"/>
                    <a:gd name="T74" fmla="*/ 0 w 282"/>
                    <a:gd name="T75" fmla="*/ 0 h 253"/>
                    <a:gd name="T76" fmla="*/ 0 w 282"/>
                    <a:gd name="T77" fmla="*/ 0 h 253"/>
                    <a:gd name="T78" fmla="*/ 0 w 282"/>
                    <a:gd name="T79" fmla="*/ 0 h 253"/>
                    <a:gd name="T80" fmla="*/ 0 w 282"/>
                    <a:gd name="T81" fmla="*/ 0 h 253"/>
                    <a:gd name="T82" fmla="*/ 0 w 282"/>
                    <a:gd name="T83" fmla="*/ 0 h 253"/>
                    <a:gd name="T84" fmla="*/ 0 w 282"/>
                    <a:gd name="T85" fmla="*/ 0 h 253"/>
                    <a:gd name="T86" fmla="*/ 0 w 282"/>
                    <a:gd name="T87" fmla="*/ 0 h 253"/>
                    <a:gd name="T88" fmla="*/ 0 w 282"/>
                    <a:gd name="T89" fmla="*/ 0 h 253"/>
                    <a:gd name="T90" fmla="*/ 0 w 282"/>
                    <a:gd name="T91" fmla="*/ 0 h 253"/>
                    <a:gd name="T92" fmla="*/ 0 w 282"/>
                    <a:gd name="T93" fmla="*/ 0 h 253"/>
                    <a:gd name="T94" fmla="*/ 0 w 282"/>
                    <a:gd name="T95" fmla="*/ 0 h 253"/>
                    <a:gd name="T96" fmla="*/ 0 w 282"/>
                    <a:gd name="T97" fmla="*/ 0 h 253"/>
                    <a:gd name="T98" fmla="*/ 0 w 282"/>
                    <a:gd name="T99" fmla="*/ 0 h 253"/>
                    <a:gd name="T100" fmla="*/ 0 w 282"/>
                    <a:gd name="T101" fmla="*/ 0 h 253"/>
                    <a:gd name="T102" fmla="*/ 0 w 282"/>
                    <a:gd name="T103" fmla="*/ 0 h 253"/>
                    <a:gd name="T104" fmla="*/ 0 w 282"/>
                    <a:gd name="T105" fmla="*/ 0 h 253"/>
                    <a:gd name="T106" fmla="*/ 0 w 282"/>
                    <a:gd name="T107" fmla="*/ 0 h 253"/>
                    <a:gd name="T108" fmla="*/ 0 w 282"/>
                    <a:gd name="T109" fmla="*/ 0 h 253"/>
                    <a:gd name="T110" fmla="*/ 0 w 282"/>
                    <a:gd name="T111" fmla="*/ 0 h 253"/>
                    <a:gd name="T112" fmla="*/ 0 w 282"/>
                    <a:gd name="T113" fmla="*/ 0 h 253"/>
                    <a:gd name="T114" fmla="*/ 0 w 282"/>
                    <a:gd name="T115" fmla="*/ 0 h 253"/>
                    <a:gd name="T116" fmla="*/ 0 w 282"/>
                    <a:gd name="T117" fmla="*/ 0 h 253"/>
                    <a:gd name="T118" fmla="*/ 0 w 282"/>
                    <a:gd name="T119" fmla="*/ 0 h 253"/>
                    <a:gd name="T120" fmla="*/ 0 w 282"/>
                    <a:gd name="T121" fmla="*/ 0 h 253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60000 65536"/>
                    <a:gd name="T148" fmla="*/ 0 60000 65536"/>
                    <a:gd name="T149" fmla="*/ 0 60000 65536"/>
                    <a:gd name="T150" fmla="*/ 0 60000 65536"/>
                    <a:gd name="T151" fmla="*/ 0 60000 65536"/>
                    <a:gd name="T152" fmla="*/ 0 60000 65536"/>
                    <a:gd name="T153" fmla="*/ 0 60000 65536"/>
                    <a:gd name="T154" fmla="*/ 0 60000 65536"/>
                    <a:gd name="T155" fmla="*/ 0 60000 65536"/>
                    <a:gd name="T156" fmla="*/ 0 60000 65536"/>
                    <a:gd name="T157" fmla="*/ 0 60000 65536"/>
                    <a:gd name="T158" fmla="*/ 0 60000 65536"/>
                    <a:gd name="T159" fmla="*/ 0 60000 65536"/>
                    <a:gd name="T160" fmla="*/ 0 60000 65536"/>
                    <a:gd name="T161" fmla="*/ 0 60000 65536"/>
                    <a:gd name="T162" fmla="*/ 0 60000 65536"/>
                    <a:gd name="T163" fmla="*/ 0 60000 65536"/>
                    <a:gd name="T164" fmla="*/ 0 60000 65536"/>
                    <a:gd name="T165" fmla="*/ 0 60000 65536"/>
                    <a:gd name="T166" fmla="*/ 0 60000 65536"/>
                    <a:gd name="T167" fmla="*/ 0 60000 65536"/>
                    <a:gd name="T168" fmla="*/ 0 60000 65536"/>
                    <a:gd name="T169" fmla="*/ 0 60000 65536"/>
                    <a:gd name="T170" fmla="*/ 0 60000 65536"/>
                    <a:gd name="T171" fmla="*/ 0 60000 65536"/>
                    <a:gd name="T172" fmla="*/ 0 60000 65536"/>
                    <a:gd name="T173" fmla="*/ 0 60000 65536"/>
                    <a:gd name="T174" fmla="*/ 0 60000 65536"/>
                    <a:gd name="T175" fmla="*/ 0 60000 65536"/>
                    <a:gd name="T176" fmla="*/ 0 60000 65536"/>
                    <a:gd name="T177" fmla="*/ 0 60000 65536"/>
                    <a:gd name="T178" fmla="*/ 0 60000 65536"/>
                    <a:gd name="T179" fmla="*/ 0 60000 65536"/>
                    <a:gd name="T180" fmla="*/ 0 60000 65536"/>
                    <a:gd name="T181" fmla="*/ 0 60000 65536"/>
                    <a:gd name="T182" fmla="*/ 0 60000 65536"/>
                    <a:gd name="T183" fmla="*/ 0 w 282"/>
                    <a:gd name="T184" fmla="*/ 0 h 253"/>
                    <a:gd name="T185" fmla="*/ 282 w 282"/>
                    <a:gd name="T186" fmla="*/ 253 h 253"/>
                  </a:gdLst>
                  <a:ahLst/>
                  <a:cxnLst>
                    <a:cxn ang="T122">
                      <a:pos x="T0" y="T1"/>
                    </a:cxn>
                    <a:cxn ang="T123">
                      <a:pos x="T2" y="T3"/>
                    </a:cxn>
                    <a:cxn ang="T124">
                      <a:pos x="T4" y="T5"/>
                    </a:cxn>
                    <a:cxn ang="T125">
                      <a:pos x="T6" y="T7"/>
                    </a:cxn>
                    <a:cxn ang="T126">
                      <a:pos x="T8" y="T9"/>
                    </a:cxn>
                    <a:cxn ang="T127">
                      <a:pos x="T10" y="T11"/>
                    </a:cxn>
                    <a:cxn ang="T128">
                      <a:pos x="T12" y="T13"/>
                    </a:cxn>
                    <a:cxn ang="T129">
                      <a:pos x="T14" y="T15"/>
                    </a:cxn>
                    <a:cxn ang="T130">
                      <a:pos x="T16" y="T17"/>
                    </a:cxn>
                    <a:cxn ang="T131">
                      <a:pos x="T18" y="T19"/>
                    </a:cxn>
                    <a:cxn ang="T132">
                      <a:pos x="T20" y="T21"/>
                    </a:cxn>
                    <a:cxn ang="T133">
                      <a:pos x="T22" y="T23"/>
                    </a:cxn>
                    <a:cxn ang="T134">
                      <a:pos x="T24" y="T25"/>
                    </a:cxn>
                    <a:cxn ang="T135">
                      <a:pos x="T26" y="T27"/>
                    </a:cxn>
                    <a:cxn ang="T136">
                      <a:pos x="T28" y="T29"/>
                    </a:cxn>
                    <a:cxn ang="T137">
                      <a:pos x="T30" y="T31"/>
                    </a:cxn>
                    <a:cxn ang="T138">
                      <a:pos x="T32" y="T33"/>
                    </a:cxn>
                    <a:cxn ang="T139">
                      <a:pos x="T34" y="T35"/>
                    </a:cxn>
                    <a:cxn ang="T140">
                      <a:pos x="T36" y="T37"/>
                    </a:cxn>
                    <a:cxn ang="T141">
                      <a:pos x="T38" y="T39"/>
                    </a:cxn>
                    <a:cxn ang="T142">
                      <a:pos x="T40" y="T41"/>
                    </a:cxn>
                    <a:cxn ang="T143">
                      <a:pos x="T42" y="T43"/>
                    </a:cxn>
                    <a:cxn ang="T144">
                      <a:pos x="T44" y="T45"/>
                    </a:cxn>
                    <a:cxn ang="T145">
                      <a:pos x="T46" y="T47"/>
                    </a:cxn>
                    <a:cxn ang="T146">
                      <a:pos x="T48" y="T49"/>
                    </a:cxn>
                    <a:cxn ang="T147">
                      <a:pos x="T50" y="T51"/>
                    </a:cxn>
                    <a:cxn ang="T148">
                      <a:pos x="T52" y="T53"/>
                    </a:cxn>
                    <a:cxn ang="T149">
                      <a:pos x="T54" y="T55"/>
                    </a:cxn>
                    <a:cxn ang="T150">
                      <a:pos x="T56" y="T57"/>
                    </a:cxn>
                    <a:cxn ang="T151">
                      <a:pos x="T58" y="T59"/>
                    </a:cxn>
                    <a:cxn ang="T152">
                      <a:pos x="T60" y="T61"/>
                    </a:cxn>
                    <a:cxn ang="T153">
                      <a:pos x="T62" y="T63"/>
                    </a:cxn>
                    <a:cxn ang="T154">
                      <a:pos x="T64" y="T65"/>
                    </a:cxn>
                    <a:cxn ang="T155">
                      <a:pos x="T66" y="T67"/>
                    </a:cxn>
                    <a:cxn ang="T156">
                      <a:pos x="T68" y="T69"/>
                    </a:cxn>
                    <a:cxn ang="T157">
                      <a:pos x="T70" y="T71"/>
                    </a:cxn>
                    <a:cxn ang="T158">
                      <a:pos x="T72" y="T73"/>
                    </a:cxn>
                    <a:cxn ang="T159">
                      <a:pos x="T74" y="T75"/>
                    </a:cxn>
                    <a:cxn ang="T160">
                      <a:pos x="T76" y="T77"/>
                    </a:cxn>
                    <a:cxn ang="T161">
                      <a:pos x="T78" y="T79"/>
                    </a:cxn>
                    <a:cxn ang="T162">
                      <a:pos x="T80" y="T81"/>
                    </a:cxn>
                    <a:cxn ang="T163">
                      <a:pos x="T82" y="T83"/>
                    </a:cxn>
                    <a:cxn ang="T164">
                      <a:pos x="T84" y="T85"/>
                    </a:cxn>
                    <a:cxn ang="T165">
                      <a:pos x="T86" y="T87"/>
                    </a:cxn>
                    <a:cxn ang="T166">
                      <a:pos x="T88" y="T89"/>
                    </a:cxn>
                    <a:cxn ang="T167">
                      <a:pos x="T90" y="T91"/>
                    </a:cxn>
                    <a:cxn ang="T168">
                      <a:pos x="T92" y="T93"/>
                    </a:cxn>
                    <a:cxn ang="T169">
                      <a:pos x="T94" y="T95"/>
                    </a:cxn>
                    <a:cxn ang="T170">
                      <a:pos x="T96" y="T97"/>
                    </a:cxn>
                    <a:cxn ang="T171">
                      <a:pos x="T98" y="T99"/>
                    </a:cxn>
                    <a:cxn ang="T172">
                      <a:pos x="T100" y="T101"/>
                    </a:cxn>
                    <a:cxn ang="T173">
                      <a:pos x="T102" y="T103"/>
                    </a:cxn>
                    <a:cxn ang="T174">
                      <a:pos x="T104" y="T105"/>
                    </a:cxn>
                    <a:cxn ang="T175">
                      <a:pos x="T106" y="T107"/>
                    </a:cxn>
                    <a:cxn ang="T176">
                      <a:pos x="T108" y="T109"/>
                    </a:cxn>
                    <a:cxn ang="T177">
                      <a:pos x="T110" y="T111"/>
                    </a:cxn>
                    <a:cxn ang="T178">
                      <a:pos x="T112" y="T113"/>
                    </a:cxn>
                    <a:cxn ang="T179">
                      <a:pos x="T114" y="T115"/>
                    </a:cxn>
                    <a:cxn ang="T180">
                      <a:pos x="T116" y="T117"/>
                    </a:cxn>
                    <a:cxn ang="T181">
                      <a:pos x="T118" y="T119"/>
                    </a:cxn>
                    <a:cxn ang="T182">
                      <a:pos x="T120" y="T121"/>
                    </a:cxn>
                  </a:cxnLst>
                  <a:rect l="T183" t="T184" r="T185" b="T186"/>
                  <a:pathLst>
                    <a:path w="282" h="253">
                      <a:moveTo>
                        <a:pt x="235" y="78"/>
                      </a:moveTo>
                      <a:lnTo>
                        <a:pt x="248" y="92"/>
                      </a:lnTo>
                      <a:lnTo>
                        <a:pt x="255" y="108"/>
                      </a:lnTo>
                      <a:lnTo>
                        <a:pt x="259" y="125"/>
                      </a:lnTo>
                      <a:lnTo>
                        <a:pt x="259" y="144"/>
                      </a:lnTo>
                      <a:lnTo>
                        <a:pt x="257" y="159"/>
                      </a:lnTo>
                      <a:lnTo>
                        <a:pt x="252" y="171"/>
                      </a:lnTo>
                      <a:lnTo>
                        <a:pt x="244" y="184"/>
                      </a:lnTo>
                      <a:lnTo>
                        <a:pt x="236" y="194"/>
                      </a:lnTo>
                      <a:lnTo>
                        <a:pt x="225" y="206"/>
                      </a:lnTo>
                      <a:lnTo>
                        <a:pt x="215" y="215"/>
                      </a:lnTo>
                      <a:lnTo>
                        <a:pt x="204" y="225"/>
                      </a:lnTo>
                      <a:lnTo>
                        <a:pt x="194" y="236"/>
                      </a:lnTo>
                      <a:lnTo>
                        <a:pt x="191" y="239"/>
                      </a:lnTo>
                      <a:lnTo>
                        <a:pt x="190" y="242"/>
                      </a:lnTo>
                      <a:lnTo>
                        <a:pt x="191" y="246"/>
                      </a:lnTo>
                      <a:lnTo>
                        <a:pt x="194" y="249"/>
                      </a:lnTo>
                      <a:lnTo>
                        <a:pt x="197" y="252"/>
                      </a:lnTo>
                      <a:lnTo>
                        <a:pt x="201" y="253"/>
                      </a:lnTo>
                      <a:lnTo>
                        <a:pt x="205" y="252"/>
                      </a:lnTo>
                      <a:lnTo>
                        <a:pt x="209" y="249"/>
                      </a:lnTo>
                      <a:lnTo>
                        <a:pt x="232" y="234"/>
                      </a:lnTo>
                      <a:lnTo>
                        <a:pt x="251" y="215"/>
                      </a:lnTo>
                      <a:lnTo>
                        <a:pt x="267" y="192"/>
                      </a:lnTo>
                      <a:lnTo>
                        <a:pt x="278" y="168"/>
                      </a:lnTo>
                      <a:lnTo>
                        <a:pt x="282" y="141"/>
                      </a:lnTo>
                      <a:lnTo>
                        <a:pt x="279" y="116"/>
                      </a:lnTo>
                      <a:lnTo>
                        <a:pt x="270" y="92"/>
                      </a:lnTo>
                      <a:lnTo>
                        <a:pt x="251" y="70"/>
                      </a:lnTo>
                      <a:lnTo>
                        <a:pt x="237" y="59"/>
                      </a:lnTo>
                      <a:lnTo>
                        <a:pt x="221" y="48"/>
                      </a:lnTo>
                      <a:lnTo>
                        <a:pt x="202" y="39"/>
                      </a:lnTo>
                      <a:lnTo>
                        <a:pt x="183" y="31"/>
                      </a:lnTo>
                      <a:lnTo>
                        <a:pt x="163" y="24"/>
                      </a:lnTo>
                      <a:lnTo>
                        <a:pt x="142" y="18"/>
                      </a:lnTo>
                      <a:lnTo>
                        <a:pt x="122" y="13"/>
                      </a:lnTo>
                      <a:lnTo>
                        <a:pt x="101" y="8"/>
                      </a:lnTo>
                      <a:lnTo>
                        <a:pt x="82" y="5"/>
                      </a:lnTo>
                      <a:lnTo>
                        <a:pt x="63" y="2"/>
                      </a:lnTo>
                      <a:lnTo>
                        <a:pt x="47" y="0"/>
                      </a:lnTo>
                      <a:lnTo>
                        <a:pt x="32" y="0"/>
                      </a:lnTo>
                      <a:lnTo>
                        <a:pt x="19" y="0"/>
                      </a:lnTo>
                      <a:lnTo>
                        <a:pt x="10" y="1"/>
                      </a:lnTo>
                      <a:lnTo>
                        <a:pt x="4" y="4"/>
                      </a:lnTo>
                      <a:lnTo>
                        <a:pt x="0" y="6"/>
                      </a:lnTo>
                      <a:lnTo>
                        <a:pt x="12" y="8"/>
                      </a:lnTo>
                      <a:lnTo>
                        <a:pt x="25" y="9"/>
                      </a:lnTo>
                      <a:lnTo>
                        <a:pt x="38" y="12"/>
                      </a:lnTo>
                      <a:lnTo>
                        <a:pt x="52" y="14"/>
                      </a:lnTo>
                      <a:lnTo>
                        <a:pt x="67" y="16"/>
                      </a:lnTo>
                      <a:lnTo>
                        <a:pt x="82" y="18"/>
                      </a:lnTo>
                      <a:lnTo>
                        <a:pt x="97" y="22"/>
                      </a:lnTo>
                      <a:lnTo>
                        <a:pt x="114" y="25"/>
                      </a:lnTo>
                      <a:lnTo>
                        <a:pt x="129" y="30"/>
                      </a:lnTo>
                      <a:lnTo>
                        <a:pt x="146" y="35"/>
                      </a:lnTo>
                      <a:lnTo>
                        <a:pt x="162" y="40"/>
                      </a:lnTo>
                      <a:lnTo>
                        <a:pt x="177" y="46"/>
                      </a:lnTo>
                      <a:lnTo>
                        <a:pt x="192" y="53"/>
                      </a:lnTo>
                      <a:lnTo>
                        <a:pt x="208" y="60"/>
                      </a:lnTo>
                      <a:lnTo>
                        <a:pt x="222" y="69"/>
                      </a:lnTo>
                      <a:lnTo>
                        <a:pt x="235" y="7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98585" name="Freeform 1234">
                  <a:extLst>
                    <a:ext uri="{FF2B5EF4-FFF2-40B4-BE49-F238E27FC236}">
                      <a16:creationId xmlns:a16="http://schemas.microsoft.com/office/drawing/2014/main" id="{978CCA45-165F-4F16-9F3E-DDFB2EC69D4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30" y="2680"/>
                  <a:ext cx="40" cy="54"/>
                </a:xfrm>
                <a:custGeom>
                  <a:avLst/>
                  <a:gdLst>
                    <a:gd name="T0" fmla="*/ 0 w 115"/>
                    <a:gd name="T1" fmla="*/ 0 h 236"/>
                    <a:gd name="T2" fmla="*/ 0 w 115"/>
                    <a:gd name="T3" fmla="*/ 0 h 236"/>
                    <a:gd name="T4" fmla="*/ 0 w 115"/>
                    <a:gd name="T5" fmla="*/ 0 h 236"/>
                    <a:gd name="T6" fmla="*/ 0 w 115"/>
                    <a:gd name="T7" fmla="*/ 0 h 236"/>
                    <a:gd name="T8" fmla="*/ 0 w 115"/>
                    <a:gd name="T9" fmla="*/ 0 h 236"/>
                    <a:gd name="T10" fmla="*/ 0 w 115"/>
                    <a:gd name="T11" fmla="*/ 0 h 236"/>
                    <a:gd name="T12" fmla="*/ 0 w 115"/>
                    <a:gd name="T13" fmla="*/ 0 h 236"/>
                    <a:gd name="T14" fmla="*/ 0 w 115"/>
                    <a:gd name="T15" fmla="*/ 0 h 236"/>
                    <a:gd name="T16" fmla="*/ 0 w 115"/>
                    <a:gd name="T17" fmla="*/ 0 h 236"/>
                    <a:gd name="T18" fmla="*/ 0 w 115"/>
                    <a:gd name="T19" fmla="*/ 0 h 236"/>
                    <a:gd name="T20" fmla="*/ 0 w 115"/>
                    <a:gd name="T21" fmla="*/ 0 h 236"/>
                    <a:gd name="T22" fmla="*/ 0 w 115"/>
                    <a:gd name="T23" fmla="*/ 0 h 236"/>
                    <a:gd name="T24" fmla="*/ 0 w 115"/>
                    <a:gd name="T25" fmla="*/ 0 h 236"/>
                    <a:gd name="T26" fmla="*/ 0 w 115"/>
                    <a:gd name="T27" fmla="*/ 0 h 236"/>
                    <a:gd name="T28" fmla="*/ 0 w 115"/>
                    <a:gd name="T29" fmla="*/ 0 h 236"/>
                    <a:gd name="T30" fmla="*/ 0 w 115"/>
                    <a:gd name="T31" fmla="*/ 0 h 236"/>
                    <a:gd name="T32" fmla="*/ 0 w 115"/>
                    <a:gd name="T33" fmla="*/ 0 h 236"/>
                    <a:gd name="T34" fmla="*/ 0 w 115"/>
                    <a:gd name="T35" fmla="*/ 0 h 236"/>
                    <a:gd name="T36" fmla="*/ 0 w 115"/>
                    <a:gd name="T37" fmla="*/ 0 h 236"/>
                    <a:gd name="T38" fmla="*/ 0 w 115"/>
                    <a:gd name="T39" fmla="*/ 0 h 236"/>
                    <a:gd name="T40" fmla="*/ 0 w 115"/>
                    <a:gd name="T41" fmla="*/ 0 h 236"/>
                    <a:gd name="T42" fmla="*/ 0 w 115"/>
                    <a:gd name="T43" fmla="*/ 0 h 236"/>
                    <a:gd name="T44" fmla="*/ 0 w 115"/>
                    <a:gd name="T45" fmla="*/ 0 h 236"/>
                    <a:gd name="T46" fmla="*/ 0 w 115"/>
                    <a:gd name="T47" fmla="*/ 0 h 236"/>
                    <a:gd name="T48" fmla="*/ 0 w 115"/>
                    <a:gd name="T49" fmla="*/ 0 h 236"/>
                    <a:gd name="T50" fmla="*/ 0 w 115"/>
                    <a:gd name="T51" fmla="*/ 0 h 236"/>
                    <a:gd name="T52" fmla="*/ 0 w 115"/>
                    <a:gd name="T53" fmla="*/ 0 h 236"/>
                    <a:gd name="T54" fmla="*/ 0 w 115"/>
                    <a:gd name="T55" fmla="*/ 0 h 236"/>
                    <a:gd name="T56" fmla="*/ 0 w 115"/>
                    <a:gd name="T57" fmla="*/ 0 h 236"/>
                    <a:gd name="T58" fmla="*/ 0 w 115"/>
                    <a:gd name="T59" fmla="*/ 0 h 236"/>
                    <a:gd name="T60" fmla="*/ 0 w 115"/>
                    <a:gd name="T61" fmla="*/ 0 h 236"/>
                    <a:gd name="T62" fmla="*/ 0 w 115"/>
                    <a:gd name="T63" fmla="*/ 0 h 236"/>
                    <a:gd name="T64" fmla="*/ 0 w 115"/>
                    <a:gd name="T65" fmla="*/ 0 h 236"/>
                    <a:gd name="T66" fmla="*/ 0 w 115"/>
                    <a:gd name="T67" fmla="*/ 0 h 236"/>
                    <a:gd name="T68" fmla="*/ 0 w 115"/>
                    <a:gd name="T69" fmla="*/ 0 h 236"/>
                    <a:gd name="T70" fmla="*/ 0 w 115"/>
                    <a:gd name="T71" fmla="*/ 0 h 236"/>
                    <a:gd name="T72" fmla="*/ 0 w 115"/>
                    <a:gd name="T73" fmla="*/ 0 h 236"/>
                    <a:gd name="T74" fmla="*/ 0 w 115"/>
                    <a:gd name="T75" fmla="*/ 0 h 236"/>
                    <a:gd name="T76" fmla="*/ 0 w 115"/>
                    <a:gd name="T77" fmla="*/ 0 h 236"/>
                    <a:gd name="T78" fmla="*/ 0 w 115"/>
                    <a:gd name="T79" fmla="*/ 0 h 236"/>
                    <a:gd name="T80" fmla="*/ 0 w 115"/>
                    <a:gd name="T81" fmla="*/ 0 h 236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w 115"/>
                    <a:gd name="T124" fmla="*/ 0 h 236"/>
                    <a:gd name="T125" fmla="*/ 115 w 115"/>
                    <a:gd name="T126" fmla="*/ 236 h 236"/>
                  </a:gdLst>
                  <a:ahLst/>
                  <a:cxnLst>
                    <a:cxn ang="T82">
                      <a:pos x="T0" y="T1"/>
                    </a:cxn>
                    <a:cxn ang="T83">
                      <a:pos x="T2" y="T3"/>
                    </a:cxn>
                    <a:cxn ang="T84">
                      <a:pos x="T4" y="T5"/>
                    </a:cxn>
                    <a:cxn ang="T85">
                      <a:pos x="T6" y="T7"/>
                    </a:cxn>
                    <a:cxn ang="T86">
                      <a:pos x="T8" y="T9"/>
                    </a:cxn>
                    <a:cxn ang="T87">
                      <a:pos x="T10" y="T11"/>
                    </a:cxn>
                    <a:cxn ang="T88">
                      <a:pos x="T12" y="T13"/>
                    </a:cxn>
                    <a:cxn ang="T89">
                      <a:pos x="T14" y="T15"/>
                    </a:cxn>
                    <a:cxn ang="T90">
                      <a:pos x="T16" y="T17"/>
                    </a:cxn>
                    <a:cxn ang="T91">
                      <a:pos x="T18" y="T19"/>
                    </a:cxn>
                    <a:cxn ang="T92">
                      <a:pos x="T20" y="T21"/>
                    </a:cxn>
                    <a:cxn ang="T93">
                      <a:pos x="T22" y="T23"/>
                    </a:cxn>
                    <a:cxn ang="T94">
                      <a:pos x="T24" y="T25"/>
                    </a:cxn>
                    <a:cxn ang="T95">
                      <a:pos x="T26" y="T27"/>
                    </a:cxn>
                    <a:cxn ang="T96">
                      <a:pos x="T28" y="T29"/>
                    </a:cxn>
                    <a:cxn ang="T97">
                      <a:pos x="T30" y="T31"/>
                    </a:cxn>
                    <a:cxn ang="T98">
                      <a:pos x="T32" y="T33"/>
                    </a:cxn>
                    <a:cxn ang="T99">
                      <a:pos x="T34" y="T35"/>
                    </a:cxn>
                    <a:cxn ang="T100">
                      <a:pos x="T36" y="T37"/>
                    </a:cxn>
                    <a:cxn ang="T101">
                      <a:pos x="T38" y="T39"/>
                    </a:cxn>
                    <a:cxn ang="T102">
                      <a:pos x="T40" y="T41"/>
                    </a:cxn>
                    <a:cxn ang="T103">
                      <a:pos x="T42" y="T43"/>
                    </a:cxn>
                    <a:cxn ang="T104">
                      <a:pos x="T44" y="T45"/>
                    </a:cxn>
                    <a:cxn ang="T105">
                      <a:pos x="T46" y="T47"/>
                    </a:cxn>
                    <a:cxn ang="T106">
                      <a:pos x="T48" y="T49"/>
                    </a:cxn>
                    <a:cxn ang="T107">
                      <a:pos x="T50" y="T51"/>
                    </a:cxn>
                    <a:cxn ang="T108">
                      <a:pos x="T52" y="T53"/>
                    </a:cxn>
                    <a:cxn ang="T109">
                      <a:pos x="T54" y="T55"/>
                    </a:cxn>
                    <a:cxn ang="T110">
                      <a:pos x="T56" y="T57"/>
                    </a:cxn>
                    <a:cxn ang="T111">
                      <a:pos x="T58" y="T59"/>
                    </a:cxn>
                    <a:cxn ang="T112">
                      <a:pos x="T60" y="T61"/>
                    </a:cxn>
                    <a:cxn ang="T113">
                      <a:pos x="T62" y="T63"/>
                    </a:cxn>
                    <a:cxn ang="T114">
                      <a:pos x="T64" y="T65"/>
                    </a:cxn>
                    <a:cxn ang="T115">
                      <a:pos x="T66" y="T67"/>
                    </a:cxn>
                    <a:cxn ang="T116">
                      <a:pos x="T68" y="T69"/>
                    </a:cxn>
                    <a:cxn ang="T117">
                      <a:pos x="T70" y="T71"/>
                    </a:cxn>
                    <a:cxn ang="T118">
                      <a:pos x="T72" y="T73"/>
                    </a:cxn>
                    <a:cxn ang="T119">
                      <a:pos x="T74" y="T75"/>
                    </a:cxn>
                    <a:cxn ang="T120">
                      <a:pos x="T76" y="T77"/>
                    </a:cxn>
                    <a:cxn ang="T121">
                      <a:pos x="T78" y="T79"/>
                    </a:cxn>
                    <a:cxn ang="T122">
                      <a:pos x="T80" y="T81"/>
                    </a:cxn>
                  </a:cxnLst>
                  <a:rect l="T123" t="T124" r="T125" b="T126"/>
                  <a:pathLst>
                    <a:path w="115" h="236">
                      <a:moveTo>
                        <a:pt x="0" y="128"/>
                      </a:moveTo>
                      <a:lnTo>
                        <a:pt x="0" y="148"/>
                      </a:lnTo>
                      <a:lnTo>
                        <a:pt x="5" y="166"/>
                      </a:lnTo>
                      <a:lnTo>
                        <a:pt x="13" y="184"/>
                      </a:lnTo>
                      <a:lnTo>
                        <a:pt x="24" y="198"/>
                      </a:lnTo>
                      <a:lnTo>
                        <a:pt x="39" y="211"/>
                      </a:lnTo>
                      <a:lnTo>
                        <a:pt x="55" y="223"/>
                      </a:lnTo>
                      <a:lnTo>
                        <a:pt x="74" y="231"/>
                      </a:lnTo>
                      <a:lnTo>
                        <a:pt x="92" y="235"/>
                      </a:lnTo>
                      <a:lnTo>
                        <a:pt x="98" y="236"/>
                      </a:lnTo>
                      <a:lnTo>
                        <a:pt x="104" y="234"/>
                      </a:lnTo>
                      <a:lnTo>
                        <a:pt x="109" y="231"/>
                      </a:lnTo>
                      <a:lnTo>
                        <a:pt x="111" y="226"/>
                      </a:lnTo>
                      <a:lnTo>
                        <a:pt x="111" y="220"/>
                      </a:lnTo>
                      <a:lnTo>
                        <a:pt x="110" y="215"/>
                      </a:lnTo>
                      <a:lnTo>
                        <a:pt x="107" y="210"/>
                      </a:lnTo>
                      <a:lnTo>
                        <a:pt x="101" y="208"/>
                      </a:lnTo>
                      <a:lnTo>
                        <a:pt x="82" y="201"/>
                      </a:lnTo>
                      <a:lnTo>
                        <a:pt x="64" y="192"/>
                      </a:lnTo>
                      <a:lnTo>
                        <a:pt x="50" y="179"/>
                      </a:lnTo>
                      <a:lnTo>
                        <a:pt x="40" y="165"/>
                      </a:lnTo>
                      <a:lnTo>
                        <a:pt x="33" y="148"/>
                      </a:lnTo>
                      <a:lnTo>
                        <a:pt x="29" y="130"/>
                      </a:lnTo>
                      <a:lnTo>
                        <a:pt x="29" y="110"/>
                      </a:lnTo>
                      <a:lnTo>
                        <a:pt x="35" y="89"/>
                      </a:lnTo>
                      <a:lnTo>
                        <a:pt x="43" y="74"/>
                      </a:lnTo>
                      <a:lnTo>
                        <a:pt x="56" y="60"/>
                      </a:lnTo>
                      <a:lnTo>
                        <a:pt x="70" y="46"/>
                      </a:lnTo>
                      <a:lnTo>
                        <a:pt x="85" y="33"/>
                      </a:lnTo>
                      <a:lnTo>
                        <a:pt x="98" y="23"/>
                      </a:lnTo>
                      <a:lnTo>
                        <a:pt x="109" y="12"/>
                      </a:lnTo>
                      <a:lnTo>
                        <a:pt x="115" y="6"/>
                      </a:lnTo>
                      <a:lnTo>
                        <a:pt x="115" y="0"/>
                      </a:lnTo>
                      <a:lnTo>
                        <a:pt x="102" y="4"/>
                      </a:lnTo>
                      <a:lnTo>
                        <a:pt x="85" y="12"/>
                      </a:lnTo>
                      <a:lnTo>
                        <a:pt x="68" y="26"/>
                      </a:lnTo>
                      <a:lnTo>
                        <a:pt x="49" y="42"/>
                      </a:lnTo>
                      <a:lnTo>
                        <a:pt x="32" y="61"/>
                      </a:lnTo>
                      <a:lnTo>
                        <a:pt x="17" y="82"/>
                      </a:lnTo>
                      <a:lnTo>
                        <a:pt x="6" y="105"/>
                      </a:lnTo>
                      <a:lnTo>
                        <a:pt x="0" y="1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98586" name="Freeform 1235">
                  <a:extLst>
                    <a:ext uri="{FF2B5EF4-FFF2-40B4-BE49-F238E27FC236}">
                      <a16:creationId xmlns:a16="http://schemas.microsoft.com/office/drawing/2014/main" id="{BF5F4432-A2CD-4BFB-83BA-8C4EE886A02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11" y="2643"/>
                  <a:ext cx="87" cy="73"/>
                </a:xfrm>
                <a:custGeom>
                  <a:avLst/>
                  <a:gdLst>
                    <a:gd name="T0" fmla="*/ 0 w 245"/>
                    <a:gd name="T1" fmla="*/ 0 h 310"/>
                    <a:gd name="T2" fmla="*/ 0 w 245"/>
                    <a:gd name="T3" fmla="*/ 0 h 310"/>
                    <a:gd name="T4" fmla="*/ 0 w 245"/>
                    <a:gd name="T5" fmla="*/ 0 h 310"/>
                    <a:gd name="T6" fmla="*/ 0 w 245"/>
                    <a:gd name="T7" fmla="*/ 0 h 310"/>
                    <a:gd name="T8" fmla="*/ 0 w 245"/>
                    <a:gd name="T9" fmla="*/ 0 h 310"/>
                    <a:gd name="T10" fmla="*/ 0 w 245"/>
                    <a:gd name="T11" fmla="*/ 0 h 310"/>
                    <a:gd name="T12" fmla="*/ 0 w 245"/>
                    <a:gd name="T13" fmla="*/ 0 h 310"/>
                    <a:gd name="T14" fmla="*/ 0 w 245"/>
                    <a:gd name="T15" fmla="*/ 0 h 310"/>
                    <a:gd name="T16" fmla="*/ 0 w 245"/>
                    <a:gd name="T17" fmla="*/ 0 h 310"/>
                    <a:gd name="T18" fmla="*/ 0 w 245"/>
                    <a:gd name="T19" fmla="*/ 0 h 310"/>
                    <a:gd name="T20" fmla="*/ 0 w 245"/>
                    <a:gd name="T21" fmla="*/ 0 h 310"/>
                    <a:gd name="T22" fmla="*/ 0 w 245"/>
                    <a:gd name="T23" fmla="*/ 0 h 310"/>
                    <a:gd name="T24" fmla="*/ 0 w 245"/>
                    <a:gd name="T25" fmla="*/ 0 h 310"/>
                    <a:gd name="T26" fmla="*/ 0 w 245"/>
                    <a:gd name="T27" fmla="*/ 0 h 310"/>
                    <a:gd name="T28" fmla="*/ 0 w 245"/>
                    <a:gd name="T29" fmla="*/ 0 h 310"/>
                    <a:gd name="T30" fmla="*/ 0 w 245"/>
                    <a:gd name="T31" fmla="*/ 0 h 310"/>
                    <a:gd name="T32" fmla="*/ 0 w 245"/>
                    <a:gd name="T33" fmla="*/ 0 h 310"/>
                    <a:gd name="T34" fmla="*/ 0 w 245"/>
                    <a:gd name="T35" fmla="*/ 0 h 310"/>
                    <a:gd name="T36" fmla="*/ 0 w 245"/>
                    <a:gd name="T37" fmla="*/ 0 h 310"/>
                    <a:gd name="T38" fmla="*/ 0 w 245"/>
                    <a:gd name="T39" fmla="*/ 0 h 310"/>
                    <a:gd name="T40" fmla="*/ 0 w 245"/>
                    <a:gd name="T41" fmla="*/ 0 h 310"/>
                    <a:gd name="T42" fmla="*/ 0 w 245"/>
                    <a:gd name="T43" fmla="*/ 0 h 310"/>
                    <a:gd name="T44" fmla="*/ 0 w 245"/>
                    <a:gd name="T45" fmla="*/ 0 h 310"/>
                    <a:gd name="T46" fmla="*/ 0 w 245"/>
                    <a:gd name="T47" fmla="*/ 0 h 310"/>
                    <a:gd name="T48" fmla="*/ 0 w 245"/>
                    <a:gd name="T49" fmla="*/ 0 h 310"/>
                    <a:gd name="T50" fmla="*/ 0 w 245"/>
                    <a:gd name="T51" fmla="*/ 0 h 310"/>
                    <a:gd name="T52" fmla="*/ 0 w 245"/>
                    <a:gd name="T53" fmla="*/ 0 h 310"/>
                    <a:gd name="T54" fmla="*/ 0 w 245"/>
                    <a:gd name="T55" fmla="*/ 0 h 310"/>
                    <a:gd name="T56" fmla="*/ 0 w 245"/>
                    <a:gd name="T57" fmla="*/ 0 h 310"/>
                    <a:gd name="T58" fmla="*/ 0 w 245"/>
                    <a:gd name="T59" fmla="*/ 0 h 310"/>
                    <a:gd name="T60" fmla="*/ 0 w 245"/>
                    <a:gd name="T61" fmla="*/ 0 h 310"/>
                    <a:gd name="T62" fmla="*/ 0 w 245"/>
                    <a:gd name="T63" fmla="*/ 0 h 310"/>
                    <a:gd name="T64" fmla="*/ 0 w 245"/>
                    <a:gd name="T65" fmla="*/ 0 h 310"/>
                    <a:gd name="T66" fmla="*/ 0 w 245"/>
                    <a:gd name="T67" fmla="*/ 0 h 310"/>
                    <a:gd name="T68" fmla="*/ 0 w 245"/>
                    <a:gd name="T69" fmla="*/ 0 h 310"/>
                    <a:gd name="T70" fmla="*/ 0 w 245"/>
                    <a:gd name="T71" fmla="*/ 0 h 310"/>
                    <a:gd name="T72" fmla="*/ 0 w 245"/>
                    <a:gd name="T73" fmla="*/ 0 h 310"/>
                    <a:gd name="T74" fmla="*/ 0 w 245"/>
                    <a:gd name="T75" fmla="*/ 0 h 310"/>
                    <a:gd name="T76" fmla="*/ 0 60000 65536"/>
                    <a:gd name="T77" fmla="*/ 0 60000 65536"/>
                    <a:gd name="T78" fmla="*/ 0 60000 65536"/>
                    <a:gd name="T79" fmla="*/ 0 60000 65536"/>
                    <a:gd name="T80" fmla="*/ 0 60000 65536"/>
                    <a:gd name="T81" fmla="*/ 0 60000 65536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w 245"/>
                    <a:gd name="T115" fmla="*/ 0 h 310"/>
                    <a:gd name="T116" fmla="*/ 245 w 245"/>
                    <a:gd name="T117" fmla="*/ 310 h 310"/>
                  </a:gdLst>
                  <a:ahLst/>
                  <a:cxnLst>
                    <a:cxn ang="T76">
                      <a:pos x="T0" y="T1"/>
                    </a:cxn>
                    <a:cxn ang="T77">
                      <a:pos x="T2" y="T3"/>
                    </a:cxn>
                    <a:cxn ang="T78">
                      <a:pos x="T4" y="T5"/>
                    </a:cxn>
                    <a:cxn ang="T79">
                      <a:pos x="T6" y="T7"/>
                    </a:cxn>
                    <a:cxn ang="T80">
                      <a:pos x="T8" y="T9"/>
                    </a:cxn>
                    <a:cxn ang="T81">
                      <a:pos x="T10" y="T11"/>
                    </a:cxn>
                    <a:cxn ang="T82">
                      <a:pos x="T12" y="T13"/>
                    </a:cxn>
                    <a:cxn ang="T83">
                      <a:pos x="T14" y="T15"/>
                    </a:cxn>
                    <a:cxn ang="T84">
                      <a:pos x="T16" y="T17"/>
                    </a:cxn>
                    <a:cxn ang="T85">
                      <a:pos x="T18" y="T19"/>
                    </a:cxn>
                    <a:cxn ang="T86">
                      <a:pos x="T20" y="T21"/>
                    </a:cxn>
                    <a:cxn ang="T87">
                      <a:pos x="T22" y="T23"/>
                    </a:cxn>
                    <a:cxn ang="T88">
                      <a:pos x="T24" y="T25"/>
                    </a:cxn>
                    <a:cxn ang="T89">
                      <a:pos x="T26" y="T27"/>
                    </a:cxn>
                    <a:cxn ang="T90">
                      <a:pos x="T28" y="T29"/>
                    </a:cxn>
                    <a:cxn ang="T91">
                      <a:pos x="T30" y="T31"/>
                    </a:cxn>
                    <a:cxn ang="T92">
                      <a:pos x="T32" y="T33"/>
                    </a:cxn>
                    <a:cxn ang="T93">
                      <a:pos x="T34" y="T35"/>
                    </a:cxn>
                    <a:cxn ang="T94">
                      <a:pos x="T36" y="T37"/>
                    </a:cxn>
                    <a:cxn ang="T95">
                      <a:pos x="T38" y="T39"/>
                    </a:cxn>
                    <a:cxn ang="T96">
                      <a:pos x="T40" y="T41"/>
                    </a:cxn>
                    <a:cxn ang="T97">
                      <a:pos x="T42" y="T43"/>
                    </a:cxn>
                    <a:cxn ang="T98">
                      <a:pos x="T44" y="T45"/>
                    </a:cxn>
                    <a:cxn ang="T99">
                      <a:pos x="T46" y="T47"/>
                    </a:cxn>
                    <a:cxn ang="T100">
                      <a:pos x="T48" y="T49"/>
                    </a:cxn>
                    <a:cxn ang="T101">
                      <a:pos x="T50" y="T51"/>
                    </a:cxn>
                    <a:cxn ang="T102">
                      <a:pos x="T52" y="T53"/>
                    </a:cxn>
                    <a:cxn ang="T103">
                      <a:pos x="T54" y="T55"/>
                    </a:cxn>
                    <a:cxn ang="T104">
                      <a:pos x="T56" y="T57"/>
                    </a:cxn>
                    <a:cxn ang="T105">
                      <a:pos x="T58" y="T59"/>
                    </a:cxn>
                    <a:cxn ang="T106">
                      <a:pos x="T60" y="T61"/>
                    </a:cxn>
                    <a:cxn ang="T107">
                      <a:pos x="T62" y="T63"/>
                    </a:cxn>
                    <a:cxn ang="T108">
                      <a:pos x="T64" y="T65"/>
                    </a:cxn>
                    <a:cxn ang="T109">
                      <a:pos x="T66" y="T67"/>
                    </a:cxn>
                    <a:cxn ang="T110">
                      <a:pos x="T68" y="T69"/>
                    </a:cxn>
                    <a:cxn ang="T111">
                      <a:pos x="T70" y="T71"/>
                    </a:cxn>
                    <a:cxn ang="T112">
                      <a:pos x="T72" y="T73"/>
                    </a:cxn>
                    <a:cxn ang="T113">
                      <a:pos x="T74" y="T75"/>
                    </a:cxn>
                  </a:cxnLst>
                  <a:rect l="T114" t="T115" r="T116" b="T117"/>
                  <a:pathLst>
                    <a:path w="245" h="310">
                      <a:moveTo>
                        <a:pt x="200" y="116"/>
                      </a:moveTo>
                      <a:lnTo>
                        <a:pt x="208" y="124"/>
                      </a:lnTo>
                      <a:lnTo>
                        <a:pt x="214" y="133"/>
                      </a:lnTo>
                      <a:lnTo>
                        <a:pt x="220" y="144"/>
                      </a:lnTo>
                      <a:lnTo>
                        <a:pt x="223" y="154"/>
                      </a:lnTo>
                      <a:lnTo>
                        <a:pt x="226" y="164"/>
                      </a:lnTo>
                      <a:lnTo>
                        <a:pt x="224" y="176"/>
                      </a:lnTo>
                      <a:lnTo>
                        <a:pt x="222" y="187"/>
                      </a:lnTo>
                      <a:lnTo>
                        <a:pt x="216" y="198"/>
                      </a:lnTo>
                      <a:lnTo>
                        <a:pt x="208" y="209"/>
                      </a:lnTo>
                      <a:lnTo>
                        <a:pt x="199" y="219"/>
                      </a:lnTo>
                      <a:lnTo>
                        <a:pt x="188" y="229"/>
                      </a:lnTo>
                      <a:lnTo>
                        <a:pt x="177" y="238"/>
                      </a:lnTo>
                      <a:lnTo>
                        <a:pt x="166" y="246"/>
                      </a:lnTo>
                      <a:lnTo>
                        <a:pt x="154" y="255"/>
                      </a:lnTo>
                      <a:lnTo>
                        <a:pt x="142" y="264"/>
                      </a:lnTo>
                      <a:lnTo>
                        <a:pt x="132" y="275"/>
                      </a:lnTo>
                      <a:lnTo>
                        <a:pt x="128" y="278"/>
                      </a:lnTo>
                      <a:lnTo>
                        <a:pt x="126" y="283"/>
                      </a:lnTo>
                      <a:lnTo>
                        <a:pt x="124" y="287"/>
                      </a:lnTo>
                      <a:lnTo>
                        <a:pt x="121" y="292"/>
                      </a:lnTo>
                      <a:lnTo>
                        <a:pt x="120" y="296"/>
                      </a:lnTo>
                      <a:lnTo>
                        <a:pt x="120" y="301"/>
                      </a:lnTo>
                      <a:lnTo>
                        <a:pt x="122" y="306"/>
                      </a:lnTo>
                      <a:lnTo>
                        <a:pt x="126" y="309"/>
                      </a:lnTo>
                      <a:lnTo>
                        <a:pt x="131" y="310"/>
                      </a:lnTo>
                      <a:lnTo>
                        <a:pt x="135" y="310"/>
                      </a:lnTo>
                      <a:lnTo>
                        <a:pt x="139" y="309"/>
                      </a:lnTo>
                      <a:lnTo>
                        <a:pt x="142" y="306"/>
                      </a:lnTo>
                      <a:lnTo>
                        <a:pt x="154" y="292"/>
                      </a:lnTo>
                      <a:lnTo>
                        <a:pt x="167" y="280"/>
                      </a:lnTo>
                      <a:lnTo>
                        <a:pt x="180" y="269"/>
                      </a:lnTo>
                      <a:lnTo>
                        <a:pt x="194" y="257"/>
                      </a:lnTo>
                      <a:lnTo>
                        <a:pt x="207" y="246"/>
                      </a:lnTo>
                      <a:lnTo>
                        <a:pt x="220" y="233"/>
                      </a:lnTo>
                      <a:lnTo>
                        <a:pt x="230" y="219"/>
                      </a:lnTo>
                      <a:lnTo>
                        <a:pt x="238" y="204"/>
                      </a:lnTo>
                      <a:lnTo>
                        <a:pt x="244" y="186"/>
                      </a:lnTo>
                      <a:lnTo>
                        <a:pt x="245" y="169"/>
                      </a:lnTo>
                      <a:lnTo>
                        <a:pt x="243" y="152"/>
                      </a:lnTo>
                      <a:lnTo>
                        <a:pt x="237" y="134"/>
                      </a:lnTo>
                      <a:lnTo>
                        <a:pt x="228" y="119"/>
                      </a:lnTo>
                      <a:lnTo>
                        <a:pt x="217" y="105"/>
                      </a:lnTo>
                      <a:lnTo>
                        <a:pt x="203" y="93"/>
                      </a:lnTo>
                      <a:lnTo>
                        <a:pt x="188" y="83"/>
                      </a:lnTo>
                      <a:lnTo>
                        <a:pt x="176" y="76"/>
                      </a:lnTo>
                      <a:lnTo>
                        <a:pt x="163" y="69"/>
                      </a:lnTo>
                      <a:lnTo>
                        <a:pt x="151" y="61"/>
                      </a:lnTo>
                      <a:lnTo>
                        <a:pt x="136" y="54"/>
                      </a:lnTo>
                      <a:lnTo>
                        <a:pt x="122" y="46"/>
                      </a:lnTo>
                      <a:lnTo>
                        <a:pt x="107" y="39"/>
                      </a:lnTo>
                      <a:lnTo>
                        <a:pt x="93" y="31"/>
                      </a:lnTo>
                      <a:lnTo>
                        <a:pt x="79" y="24"/>
                      </a:lnTo>
                      <a:lnTo>
                        <a:pt x="66" y="18"/>
                      </a:lnTo>
                      <a:lnTo>
                        <a:pt x="53" y="13"/>
                      </a:lnTo>
                      <a:lnTo>
                        <a:pt x="40" y="8"/>
                      </a:lnTo>
                      <a:lnTo>
                        <a:pt x="30" y="5"/>
                      </a:lnTo>
                      <a:lnTo>
                        <a:pt x="20" y="1"/>
                      </a:lnTo>
                      <a:lnTo>
                        <a:pt x="12" y="0"/>
                      </a:lnTo>
                      <a:lnTo>
                        <a:pt x="5" y="0"/>
                      </a:lnTo>
                      <a:lnTo>
                        <a:pt x="0" y="2"/>
                      </a:lnTo>
                      <a:lnTo>
                        <a:pt x="11" y="8"/>
                      </a:lnTo>
                      <a:lnTo>
                        <a:pt x="23" y="14"/>
                      </a:lnTo>
                      <a:lnTo>
                        <a:pt x="36" y="20"/>
                      </a:lnTo>
                      <a:lnTo>
                        <a:pt x="47" y="25"/>
                      </a:lnTo>
                      <a:lnTo>
                        <a:pt x="60" y="31"/>
                      </a:lnTo>
                      <a:lnTo>
                        <a:pt x="73" y="37"/>
                      </a:lnTo>
                      <a:lnTo>
                        <a:pt x="86" y="44"/>
                      </a:lnTo>
                      <a:lnTo>
                        <a:pt x="99" y="51"/>
                      </a:lnTo>
                      <a:lnTo>
                        <a:pt x="113" y="57"/>
                      </a:lnTo>
                      <a:lnTo>
                        <a:pt x="126" y="64"/>
                      </a:lnTo>
                      <a:lnTo>
                        <a:pt x="139" y="71"/>
                      </a:lnTo>
                      <a:lnTo>
                        <a:pt x="152" y="79"/>
                      </a:lnTo>
                      <a:lnTo>
                        <a:pt x="165" y="88"/>
                      </a:lnTo>
                      <a:lnTo>
                        <a:pt x="176" y="96"/>
                      </a:lnTo>
                      <a:lnTo>
                        <a:pt x="188" y="106"/>
                      </a:lnTo>
                      <a:lnTo>
                        <a:pt x="200" y="11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pic>
            <p:nvPicPr>
              <p:cNvPr id="98574" name="Picture 1236" descr="access_point_stylized_gray_small">
                <a:extLst>
                  <a:ext uri="{FF2B5EF4-FFF2-40B4-BE49-F238E27FC236}">
                    <a16:creationId xmlns:a16="http://schemas.microsoft.com/office/drawing/2014/main" id="{53B88D1D-A52A-4C12-ABA9-3D2EE5C7BC8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072" y="3642"/>
                <a:ext cx="430" cy="34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sp>
          <p:nvSpPr>
            <p:cNvPr id="98391" name="Line 1237">
              <a:extLst>
                <a:ext uri="{FF2B5EF4-FFF2-40B4-BE49-F238E27FC236}">
                  <a16:creationId xmlns:a16="http://schemas.microsoft.com/office/drawing/2014/main" id="{3016CE1E-A93C-434D-89B1-D617B63548C2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 flipV="1">
              <a:off x="5034" y="3427"/>
              <a:ext cx="2" cy="54"/>
            </a:xfrm>
            <a:prstGeom prst="line">
              <a:avLst/>
            </a:prstGeom>
            <a:noFill/>
            <a:ln w="127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grpSp>
          <p:nvGrpSpPr>
            <p:cNvPr id="98392" name="Group 1238">
              <a:extLst>
                <a:ext uri="{FF2B5EF4-FFF2-40B4-BE49-F238E27FC236}">
                  <a16:creationId xmlns:a16="http://schemas.microsoft.com/office/drawing/2014/main" id="{1108D29C-DFD9-4D30-B4F8-992CC7926DA5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3638" y="2856"/>
              <a:ext cx="261" cy="235"/>
              <a:chOff x="2839" y="3501"/>
              <a:chExt cx="755" cy="803"/>
            </a:xfrm>
          </p:grpSpPr>
          <p:pic>
            <p:nvPicPr>
              <p:cNvPr id="98571" name="Picture 1239" descr="desktop_computer_stylized_medium">
                <a:extLst>
                  <a:ext uri="{FF2B5EF4-FFF2-40B4-BE49-F238E27FC236}">
                    <a16:creationId xmlns:a16="http://schemas.microsoft.com/office/drawing/2014/main" id="{0387180F-AB88-4F1A-90F5-5A20F39BD8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98572" name="Freeform 1240">
                <a:extLst>
                  <a:ext uri="{FF2B5EF4-FFF2-40B4-BE49-F238E27FC236}">
                    <a16:creationId xmlns:a16="http://schemas.microsoft.com/office/drawing/2014/main" id="{778022CB-CD32-4371-A298-4A2926F2884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grpSp>
          <p:nvGrpSpPr>
            <p:cNvPr id="98393" name="Group 1241">
              <a:extLst>
                <a:ext uri="{FF2B5EF4-FFF2-40B4-BE49-F238E27FC236}">
                  <a16:creationId xmlns:a16="http://schemas.microsoft.com/office/drawing/2014/main" id="{987B4283-2F00-4B55-9FBD-F245875248FD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3438" y="3121"/>
              <a:ext cx="304" cy="256"/>
              <a:chOff x="2839" y="3501"/>
              <a:chExt cx="755" cy="803"/>
            </a:xfrm>
          </p:grpSpPr>
          <p:pic>
            <p:nvPicPr>
              <p:cNvPr id="98569" name="Picture 1242" descr="desktop_computer_stylized_medium">
                <a:extLst>
                  <a:ext uri="{FF2B5EF4-FFF2-40B4-BE49-F238E27FC236}">
                    <a16:creationId xmlns:a16="http://schemas.microsoft.com/office/drawing/2014/main" id="{126F3BE7-71CC-491D-B66C-D5496C2D8CD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98570" name="Freeform 1243">
                <a:extLst>
                  <a:ext uri="{FF2B5EF4-FFF2-40B4-BE49-F238E27FC236}">
                    <a16:creationId xmlns:a16="http://schemas.microsoft.com/office/drawing/2014/main" id="{57771025-6FD8-4513-BC3A-32DACF2667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grpSp>
          <p:nvGrpSpPr>
            <p:cNvPr id="98394" name="Group 1244">
              <a:extLst>
                <a:ext uri="{FF2B5EF4-FFF2-40B4-BE49-F238E27FC236}">
                  <a16:creationId xmlns:a16="http://schemas.microsoft.com/office/drawing/2014/main" id="{A5116B3D-45DC-432D-9B9F-C02AEF5F1103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3739" y="3311"/>
              <a:ext cx="269" cy="220"/>
              <a:chOff x="2839" y="3501"/>
              <a:chExt cx="755" cy="803"/>
            </a:xfrm>
          </p:grpSpPr>
          <p:pic>
            <p:nvPicPr>
              <p:cNvPr id="98567" name="Picture 1245" descr="desktop_computer_stylized_medium">
                <a:extLst>
                  <a:ext uri="{FF2B5EF4-FFF2-40B4-BE49-F238E27FC236}">
                    <a16:creationId xmlns:a16="http://schemas.microsoft.com/office/drawing/2014/main" id="{2075D74A-01E7-4B8C-B48D-1440DA21957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98568" name="Freeform 1246">
                <a:extLst>
                  <a:ext uri="{FF2B5EF4-FFF2-40B4-BE49-F238E27FC236}">
                    <a16:creationId xmlns:a16="http://schemas.microsoft.com/office/drawing/2014/main" id="{BC36C528-25E6-4F9E-80E9-06C24A10088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grpSp>
          <p:nvGrpSpPr>
            <p:cNvPr id="98395" name="Group 1247">
              <a:extLst>
                <a:ext uri="{FF2B5EF4-FFF2-40B4-BE49-F238E27FC236}">
                  <a16:creationId xmlns:a16="http://schemas.microsoft.com/office/drawing/2014/main" id="{B20D188A-88F3-442F-A2AF-40DF787D197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126" y="3300"/>
              <a:ext cx="269" cy="221"/>
              <a:chOff x="2839" y="3501"/>
              <a:chExt cx="755" cy="803"/>
            </a:xfrm>
          </p:grpSpPr>
          <p:pic>
            <p:nvPicPr>
              <p:cNvPr id="98565" name="Picture 1248" descr="desktop_computer_stylized_medium">
                <a:extLst>
                  <a:ext uri="{FF2B5EF4-FFF2-40B4-BE49-F238E27FC236}">
                    <a16:creationId xmlns:a16="http://schemas.microsoft.com/office/drawing/2014/main" id="{9DB80AD8-0B13-4D27-8000-B455234E25B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98566" name="Freeform 1249">
                <a:extLst>
                  <a:ext uri="{FF2B5EF4-FFF2-40B4-BE49-F238E27FC236}">
                    <a16:creationId xmlns:a16="http://schemas.microsoft.com/office/drawing/2014/main" id="{7AA65BE5-2566-401D-B117-9F7C83C680B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pic>
          <p:nvPicPr>
            <p:cNvPr id="98396" name="Picture 1250" descr="car_icon_small">
              <a:extLst>
                <a:ext uri="{FF2B5EF4-FFF2-40B4-BE49-F238E27FC236}">
                  <a16:creationId xmlns:a16="http://schemas.microsoft.com/office/drawing/2014/main" id="{13A6F653-B2AD-4AF3-AB0A-9EDDD7D2CE7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95" y="1084"/>
              <a:ext cx="535" cy="10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98397" name="Group 1251">
              <a:extLst>
                <a:ext uri="{FF2B5EF4-FFF2-40B4-BE49-F238E27FC236}">
                  <a16:creationId xmlns:a16="http://schemas.microsoft.com/office/drawing/2014/main" id="{088010A8-E494-4377-AE98-1348EAE4230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36" y="974"/>
              <a:ext cx="262" cy="243"/>
              <a:chOff x="2751" y="1851"/>
              <a:chExt cx="462" cy="478"/>
            </a:xfrm>
          </p:grpSpPr>
          <p:pic>
            <p:nvPicPr>
              <p:cNvPr id="98563" name="Picture 1252" descr="iphone_stylized_small">
                <a:extLst>
                  <a:ext uri="{FF2B5EF4-FFF2-40B4-BE49-F238E27FC236}">
                    <a16:creationId xmlns:a16="http://schemas.microsoft.com/office/drawing/2014/main" id="{CD0D873B-2FA7-40DC-9902-79CF90CE739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928" y="1922"/>
                <a:ext cx="152" cy="40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98564" name="Picture 1253" descr="antenna_radiation_stylized">
                <a:extLst>
                  <a:ext uri="{FF2B5EF4-FFF2-40B4-BE49-F238E27FC236}">
                    <a16:creationId xmlns:a16="http://schemas.microsoft.com/office/drawing/2014/main" id="{61C4350B-9E5A-450D-B322-378AE5BAEE9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751" y="1851"/>
                <a:ext cx="462" cy="1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grpSp>
          <p:nvGrpSpPr>
            <p:cNvPr id="98398" name="Group 1254">
              <a:extLst>
                <a:ext uri="{FF2B5EF4-FFF2-40B4-BE49-F238E27FC236}">
                  <a16:creationId xmlns:a16="http://schemas.microsoft.com/office/drawing/2014/main" id="{F6E1C4AB-EB7A-42F0-8ADD-97B29368EBF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191" y="3151"/>
              <a:ext cx="143" cy="303"/>
              <a:chOff x="4140" y="429"/>
              <a:chExt cx="1425" cy="2396"/>
            </a:xfrm>
          </p:grpSpPr>
          <p:sp>
            <p:nvSpPr>
              <p:cNvPr id="98531" name="Freeform 1255">
                <a:extLst>
                  <a:ext uri="{FF2B5EF4-FFF2-40B4-BE49-F238E27FC236}">
                    <a16:creationId xmlns:a16="http://schemas.microsoft.com/office/drawing/2014/main" id="{3015402E-F51F-49AE-84E6-97A66714F55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2 w 354"/>
                  <a:gd name="T1" fmla="*/ 0 h 2742"/>
                  <a:gd name="T2" fmla="*/ 2 w 354"/>
                  <a:gd name="T3" fmla="*/ 3 h 2742"/>
                  <a:gd name="T4" fmla="*/ 2 w 354"/>
                  <a:gd name="T5" fmla="*/ 3 h 2742"/>
                  <a:gd name="T6" fmla="*/ 0 w 354"/>
                  <a:gd name="T7" fmla="*/ 3 h 2742"/>
                  <a:gd name="T8" fmla="*/ 2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8532" name="Rectangle 1256">
                <a:extLst>
                  <a:ext uri="{FF2B5EF4-FFF2-40B4-BE49-F238E27FC236}">
                    <a16:creationId xmlns:a16="http://schemas.microsoft.com/office/drawing/2014/main" id="{13B4DF6C-3A3E-456E-9C8D-51BF58A067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429"/>
                <a:ext cx="1046" cy="2285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98533" name="Freeform 1257">
                <a:extLst>
                  <a:ext uri="{FF2B5EF4-FFF2-40B4-BE49-F238E27FC236}">
                    <a16:creationId xmlns:a16="http://schemas.microsoft.com/office/drawing/2014/main" id="{A29D0401-20C3-4D43-89CD-BFFF9E09B8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2 w 211"/>
                  <a:gd name="T3" fmla="*/ 3 h 2537"/>
                  <a:gd name="T4" fmla="*/ 2 w 211"/>
                  <a:gd name="T5" fmla="*/ 3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8534" name="Freeform 1258">
                <a:extLst>
                  <a:ext uri="{FF2B5EF4-FFF2-40B4-BE49-F238E27FC236}">
                    <a16:creationId xmlns:a16="http://schemas.microsoft.com/office/drawing/2014/main" id="{4DE3EA22-54AB-4A80-9745-906F7BE30A2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2 w 328"/>
                  <a:gd name="T3" fmla="*/ 3 h 226"/>
                  <a:gd name="T4" fmla="*/ 2 w 328"/>
                  <a:gd name="T5" fmla="*/ 3 h 226"/>
                  <a:gd name="T6" fmla="*/ 0 w 328"/>
                  <a:gd name="T7" fmla="*/ 3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8535" name="Rectangle 1259">
                <a:extLst>
                  <a:ext uri="{FF2B5EF4-FFF2-40B4-BE49-F238E27FC236}">
                    <a16:creationId xmlns:a16="http://schemas.microsoft.com/office/drawing/2014/main" id="{438F8563-FB97-4534-B8A0-C490B71928E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690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grpSp>
            <p:nvGrpSpPr>
              <p:cNvPr id="98536" name="Group 1260">
                <a:extLst>
                  <a:ext uri="{FF2B5EF4-FFF2-40B4-BE49-F238E27FC236}">
                    <a16:creationId xmlns:a16="http://schemas.microsoft.com/office/drawing/2014/main" id="{58136988-0B80-4F76-AAA0-3651E486513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98561" name="AutoShape 1261">
                  <a:extLst>
                    <a:ext uri="{FF2B5EF4-FFF2-40B4-BE49-F238E27FC236}">
                      <a16:creationId xmlns:a16="http://schemas.microsoft.com/office/drawing/2014/main" id="{E9123B81-5956-4471-A684-7C7DF195EE0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66"/>
                  <a:ext cx="721" cy="14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98562" name="AutoShape 1262">
                  <a:extLst>
                    <a:ext uri="{FF2B5EF4-FFF2-40B4-BE49-F238E27FC236}">
                      <a16:creationId xmlns:a16="http://schemas.microsoft.com/office/drawing/2014/main" id="{A286C005-F8A5-4232-9303-81D9A4E99D5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1"/>
                  <a:ext cx="696" cy="114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98537" name="Rectangle 1263">
                <a:extLst>
                  <a:ext uri="{FF2B5EF4-FFF2-40B4-BE49-F238E27FC236}">
                    <a16:creationId xmlns:a16="http://schemas.microsoft.com/office/drawing/2014/main" id="{C10482DC-1E18-4D2B-A204-5A9D3FE81E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022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grpSp>
            <p:nvGrpSpPr>
              <p:cNvPr id="98538" name="Group 1264">
                <a:extLst>
                  <a:ext uri="{FF2B5EF4-FFF2-40B4-BE49-F238E27FC236}">
                    <a16:creationId xmlns:a16="http://schemas.microsoft.com/office/drawing/2014/main" id="{D0CA3B8D-4992-4FD0-97E9-D132BD9BA3A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98559" name="AutoShape 1265">
                  <a:extLst>
                    <a:ext uri="{FF2B5EF4-FFF2-40B4-BE49-F238E27FC236}">
                      <a16:creationId xmlns:a16="http://schemas.microsoft.com/office/drawing/2014/main" id="{69A499D7-898E-41FD-A0CB-141B907B45C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2564"/>
                  <a:ext cx="721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98560" name="AutoShape 1266">
                  <a:extLst>
                    <a:ext uri="{FF2B5EF4-FFF2-40B4-BE49-F238E27FC236}">
                      <a16:creationId xmlns:a16="http://schemas.microsoft.com/office/drawing/2014/main" id="{B47C67C5-9283-48D3-AB24-4961E9C739B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8" y="2581"/>
                  <a:ext cx="696" cy="107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98539" name="Rectangle 1267">
                <a:extLst>
                  <a:ext uri="{FF2B5EF4-FFF2-40B4-BE49-F238E27FC236}">
                    <a16:creationId xmlns:a16="http://schemas.microsoft.com/office/drawing/2014/main" id="{3C9BDB8A-FB06-40C4-845E-34C3A53A938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354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98540" name="Rectangle 1268">
                <a:extLst>
                  <a:ext uri="{FF2B5EF4-FFF2-40B4-BE49-F238E27FC236}">
                    <a16:creationId xmlns:a16="http://schemas.microsoft.com/office/drawing/2014/main" id="{3A8A4369-3980-4FFC-89C1-D52E123014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30" y="1655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grpSp>
            <p:nvGrpSpPr>
              <p:cNvPr id="98541" name="Group 1269">
                <a:extLst>
                  <a:ext uri="{FF2B5EF4-FFF2-40B4-BE49-F238E27FC236}">
                    <a16:creationId xmlns:a16="http://schemas.microsoft.com/office/drawing/2014/main" id="{6A2E12AB-6742-44D2-BBE9-B05EE8158C5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98557" name="AutoShape 1270">
                  <a:extLst>
                    <a:ext uri="{FF2B5EF4-FFF2-40B4-BE49-F238E27FC236}">
                      <a16:creationId xmlns:a16="http://schemas.microsoft.com/office/drawing/2014/main" id="{4416701F-C936-4CC2-AF54-F5EC6BF8E1D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8" y="2586"/>
                  <a:ext cx="720" cy="12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98558" name="AutoShape 1271">
                  <a:extLst>
                    <a:ext uri="{FF2B5EF4-FFF2-40B4-BE49-F238E27FC236}">
                      <a16:creationId xmlns:a16="http://schemas.microsoft.com/office/drawing/2014/main" id="{7FA8E3FE-F679-47BF-81C2-3866D534AA0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0" y="2586"/>
                  <a:ext cx="695" cy="10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98542" name="Freeform 1272">
                <a:extLst>
                  <a:ext uri="{FF2B5EF4-FFF2-40B4-BE49-F238E27FC236}">
                    <a16:creationId xmlns:a16="http://schemas.microsoft.com/office/drawing/2014/main" id="{1B40397F-4341-4804-9817-A02AFA2530F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2 w 328"/>
                  <a:gd name="T3" fmla="*/ 2 h 226"/>
                  <a:gd name="T4" fmla="*/ 2 w 328"/>
                  <a:gd name="T5" fmla="*/ 2 h 226"/>
                  <a:gd name="T6" fmla="*/ 0 w 328"/>
                  <a:gd name="T7" fmla="*/ 2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98543" name="Group 1273">
                <a:extLst>
                  <a:ext uri="{FF2B5EF4-FFF2-40B4-BE49-F238E27FC236}">
                    <a16:creationId xmlns:a16="http://schemas.microsoft.com/office/drawing/2014/main" id="{6B44D921-4627-47BF-8B29-144561E0F1E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98555" name="AutoShape 1274">
                  <a:extLst>
                    <a:ext uri="{FF2B5EF4-FFF2-40B4-BE49-F238E27FC236}">
                      <a16:creationId xmlns:a16="http://schemas.microsoft.com/office/drawing/2014/main" id="{2403130D-57B9-4915-B0EE-E1BDEFE8F3A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71"/>
                  <a:ext cx="732" cy="13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98556" name="AutoShape 1275">
                  <a:extLst>
                    <a:ext uri="{FF2B5EF4-FFF2-40B4-BE49-F238E27FC236}">
                      <a16:creationId xmlns:a16="http://schemas.microsoft.com/office/drawing/2014/main" id="{FB186E18-DD28-478C-933A-9CA99B9B842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7"/>
                  <a:ext cx="720" cy="103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98544" name="Rectangle 1276">
                <a:extLst>
                  <a:ext uri="{FF2B5EF4-FFF2-40B4-BE49-F238E27FC236}">
                    <a16:creationId xmlns:a16="http://schemas.microsoft.com/office/drawing/2014/main" id="{2061D15D-334E-4117-98D9-02E155BCA12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46" y="429"/>
                <a:ext cx="70" cy="2285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98545" name="Freeform 1277">
                <a:extLst>
                  <a:ext uri="{FF2B5EF4-FFF2-40B4-BE49-F238E27FC236}">
                    <a16:creationId xmlns:a16="http://schemas.microsoft.com/office/drawing/2014/main" id="{A1B18219-3E36-42B1-A0F8-277B90BB70A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2 w 296"/>
                  <a:gd name="T3" fmla="*/ 2 h 256"/>
                  <a:gd name="T4" fmla="*/ 2 w 296"/>
                  <a:gd name="T5" fmla="*/ 2 h 256"/>
                  <a:gd name="T6" fmla="*/ 0 w 296"/>
                  <a:gd name="T7" fmla="*/ 2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8546" name="Freeform 1278">
                <a:extLst>
                  <a:ext uri="{FF2B5EF4-FFF2-40B4-BE49-F238E27FC236}">
                    <a16:creationId xmlns:a16="http://schemas.microsoft.com/office/drawing/2014/main" id="{F9F475E5-AA7D-49B0-A868-81690EA5691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2 w 304"/>
                  <a:gd name="T3" fmla="*/ 2 h 288"/>
                  <a:gd name="T4" fmla="*/ 2 w 304"/>
                  <a:gd name="T5" fmla="*/ 2 h 288"/>
                  <a:gd name="T6" fmla="*/ 2 w 304"/>
                  <a:gd name="T7" fmla="*/ 2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8547" name="Oval 1279">
                <a:extLst>
                  <a:ext uri="{FF2B5EF4-FFF2-40B4-BE49-F238E27FC236}">
                    <a16:creationId xmlns:a16="http://schemas.microsoft.com/office/drawing/2014/main" id="{417BE2E2-E34D-463D-A3B4-18998F6B2D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5" y="2611"/>
                <a:ext cx="50" cy="95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98548" name="Freeform 1280">
                <a:extLst>
                  <a:ext uri="{FF2B5EF4-FFF2-40B4-BE49-F238E27FC236}">
                    <a16:creationId xmlns:a16="http://schemas.microsoft.com/office/drawing/2014/main" id="{F78C6358-2615-4AC4-A23C-DF43DDB6DA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3 h 240"/>
                  <a:gd name="T2" fmla="*/ 2 w 306"/>
                  <a:gd name="T3" fmla="*/ 3 h 240"/>
                  <a:gd name="T4" fmla="*/ 2 w 306"/>
                  <a:gd name="T5" fmla="*/ 3 h 240"/>
                  <a:gd name="T6" fmla="*/ 2 w 306"/>
                  <a:gd name="T7" fmla="*/ 0 h 240"/>
                  <a:gd name="T8" fmla="*/ 0 w 306"/>
                  <a:gd name="T9" fmla="*/ 3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8549" name="AutoShape 1281">
                <a:extLst>
                  <a:ext uri="{FF2B5EF4-FFF2-40B4-BE49-F238E27FC236}">
                    <a16:creationId xmlns:a16="http://schemas.microsoft.com/office/drawing/2014/main" id="{B9D80406-1A9F-4C39-8F52-33012EDD59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75"/>
                <a:ext cx="1196" cy="150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98550" name="AutoShape 1282">
                <a:extLst>
                  <a:ext uri="{FF2B5EF4-FFF2-40B4-BE49-F238E27FC236}">
                    <a16:creationId xmlns:a16="http://schemas.microsoft.com/office/drawing/2014/main" id="{2D7A2565-782D-460C-84FB-5A2938CF38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2714"/>
                <a:ext cx="1066" cy="7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chemeClr val="tx2"/>
                  </a:gs>
                  <a:gs pos="100000">
                    <a:schemeClr val="bg2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98551" name="Oval 1283">
                <a:extLst>
                  <a:ext uri="{FF2B5EF4-FFF2-40B4-BE49-F238E27FC236}">
                    <a16:creationId xmlns:a16="http://schemas.microsoft.com/office/drawing/2014/main" id="{6E2A0677-932E-4944-A1CE-FC6989F6C13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9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98552" name="Oval 1284">
                <a:extLst>
                  <a:ext uri="{FF2B5EF4-FFF2-40B4-BE49-F238E27FC236}">
                    <a16:creationId xmlns:a16="http://schemas.microsoft.com/office/drawing/2014/main" id="{691C9586-7B94-44AD-92F2-E511345814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9" y="2382"/>
                <a:ext cx="159" cy="142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98553" name="Oval 1285">
                <a:extLst>
                  <a:ext uri="{FF2B5EF4-FFF2-40B4-BE49-F238E27FC236}">
                    <a16:creationId xmlns:a16="http://schemas.microsoft.com/office/drawing/2014/main" id="{78FBCA16-ACB3-4146-88B8-49B59C516E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8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98554" name="Rectangle 1286">
                <a:extLst>
                  <a:ext uri="{FF2B5EF4-FFF2-40B4-BE49-F238E27FC236}">
                    <a16:creationId xmlns:a16="http://schemas.microsoft.com/office/drawing/2014/main" id="{D40F8DEF-8754-496F-950B-AFEC8916F73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7" y="1837"/>
                <a:ext cx="80" cy="759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grpSp>
          <p:nvGrpSpPr>
            <p:cNvPr id="98399" name="Group 1287">
              <a:extLst>
                <a:ext uri="{FF2B5EF4-FFF2-40B4-BE49-F238E27FC236}">
                  <a16:creationId xmlns:a16="http://schemas.microsoft.com/office/drawing/2014/main" id="{E09CF74A-57FB-4037-952E-36823E7A174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992" y="3341"/>
              <a:ext cx="143" cy="303"/>
              <a:chOff x="4140" y="429"/>
              <a:chExt cx="1425" cy="2396"/>
            </a:xfrm>
          </p:grpSpPr>
          <p:sp>
            <p:nvSpPr>
              <p:cNvPr id="98499" name="Freeform 1288">
                <a:extLst>
                  <a:ext uri="{FF2B5EF4-FFF2-40B4-BE49-F238E27FC236}">
                    <a16:creationId xmlns:a16="http://schemas.microsoft.com/office/drawing/2014/main" id="{300197C3-080D-4E1D-9680-458174F4A04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2 w 354"/>
                  <a:gd name="T1" fmla="*/ 0 h 2742"/>
                  <a:gd name="T2" fmla="*/ 2 w 354"/>
                  <a:gd name="T3" fmla="*/ 3 h 2742"/>
                  <a:gd name="T4" fmla="*/ 2 w 354"/>
                  <a:gd name="T5" fmla="*/ 3 h 2742"/>
                  <a:gd name="T6" fmla="*/ 0 w 354"/>
                  <a:gd name="T7" fmla="*/ 3 h 2742"/>
                  <a:gd name="T8" fmla="*/ 2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8500" name="Rectangle 1289">
                <a:extLst>
                  <a:ext uri="{FF2B5EF4-FFF2-40B4-BE49-F238E27FC236}">
                    <a16:creationId xmlns:a16="http://schemas.microsoft.com/office/drawing/2014/main" id="{64773F6D-9F64-4BAC-9272-FD4DF5EF4D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429"/>
                <a:ext cx="1046" cy="2285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98501" name="Freeform 1290">
                <a:extLst>
                  <a:ext uri="{FF2B5EF4-FFF2-40B4-BE49-F238E27FC236}">
                    <a16:creationId xmlns:a16="http://schemas.microsoft.com/office/drawing/2014/main" id="{7DE287A9-0A32-4125-A872-C9D3C76E7D1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2 w 211"/>
                  <a:gd name="T3" fmla="*/ 3 h 2537"/>
                  <a:gd name="T4" fmla="*/ 2 w 211"/>
                  <a:gd name="T5" fmla="*/ 3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8502" name="Freeform 1291">
                <a:extLst>
                  <a:ext uri="{FF2B5EF4-FFF2-40B4-BE49-F238E27FC236}">
                    <a16:creationId xmlns:a16="http://schemas.microsoft.com/office/drawing/2014/main" id="{6B903E3A-EBD5-48E5-A0BC-986C914CD89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2 w 328"/>
                  <a:gd name="T3" fmla="*/ 3 h 226"/>
                  <a:gd name="T4" fmla="*/ 2 w 328"/>
                  <a:gd name="T5" fmla="*/ 3 h 226"/>
                  <a:gd name="T6" fmla="*/ 0 w 328"/>
                  <a:gd name="T7" fmla="*/ 3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8503" name="Rectangle 1292">
                <a:extLst>
                  <a:ext uri="{FF2B5EF4-FFF2-40B4-BE49-F238E27FC236}">
                    <a16:creationId xmlns:a16="http://schemas.microsoft.com/office/drawing/2014/main" id="{01429CF3-4E22-45B2-9F6E-3E04489268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690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grpSp>
            <p:nvGrpSpPr>
              <p:cNvPr id="98504" name="Group 1293">
                <a:extLst>
                  <a:ext uri="{FF2B5EF4-FFF2-40B4-BE49-F238E27FC236}">
                    <a16:creationId xmlns:a16="http://schemas.microsoft.com/office/drawing/2014/main" id="{ED9684C9-59C6-42ED-85B8-7058F6E6BC8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98529" name="AutoShape 1294">
                  <a:extLst>
                    <a:ext uri="{FF2B5EF4-FFF2-40B4-BE49-F238E27FC236}">
                      <a16:creationId xmlns:a16="http://schemas.microsoft.com/office/drawing/2014/main" id="{A715DA7E-B827-4B1A-A3FF-5F7EBF2CF1D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66"/>
                  <a:ext cx="721" cy="14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98530" name="AutoShape 1295">
                  <a:extLst>
                    <a:ext uri="{FF2B5EF4-FFF2-40B4-BE49-F238E27FC236}">
                      <a16:creationId xmlns:a16="http://schemas.microsoft.com/office/drawing/2014/main" id="{ED29754B-DB2A-4082-9A0C-EE182A6FCE2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1"/>
                  <a:ext cx="696" cy="114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98505" name="Rectangle 1296">
                <a:extLst>
                  <a:ext uri="{FF2B5EF4-FFF2-40B4-BE49-F238E27FC236}">
                    <a16:creationId xmlns:a16="http://schemas.microsoft.com/office/drawing/2014/main" id="{87512A3E-8CAE-4D6A-8006-A2B601BBA3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022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grpSp>
            <p:nvGrpSpPr>
              <p:cNvPr id="98506" name="Group 1297">
                <a:extLst>
                  <a:ext uri="{FF2B5EF4-FFF2-40B4-BE49-F238E27FC236}">
                    <a16:creationId xmlns:a16="http://schemas.microsoft.com/office/drawing/2014/main" id="{A37B3B0F-12FA-4F1B-8586-6D8BF2AFA82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98527" name="AutoShape 1298">
                  <a:extLst>
                    <a:ext uri="{FF2B5EF4-FFF2-40B4-BE49-F238E27FC236}">
                      <a16:creationId xmlns:a16="http://schemas.microsoft.com/office/drawing/2014/main" id="{2931BBE0-15EA-4FF9-B6F7-882DA645E7E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2564"/>
                  <a:ext cx="721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98528" name="AutoShape 1299">
                  <a:extLst>
                    <a:ext uri="{FF2B5EF4-FFF2-40B4-BE49-F238E27FC236}">
                      <a16:creationId xmlns:a16="http://schemas.microsoft.com/office/drawing/2014/main" id="{01CE09F5-1590-4001-BFA3-A643E243155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8" y="2581"/>
                  <a:ext cx="696" cy="107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98507" name="Rectangle 1300">
                <a:extLst>
                  <a:ext uri="{FF2B5EF4-FFF2-40B4-BE49-F238E27FC236}">
                    <a16:creationId xmlns:a16="http://schemas.microsoft.com/office/drawing/2014/main" id="{183EE931-3F43-4B39-8F46-E9EC608B87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354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98508" name="Rectangle 1301">
                <a:extLst>
                  <a:ext uri="{FF2B5EF4-FFF2-40B4-BE49-F238E27FC236}">
                    <a16:creationId xmlns:a16="http://schemas.microsoft.com/office/drawing/2014/main" id="{878E88F0-710A-4496-AF95-362A7677587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30" y="1655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grpSp>
            <p:nvGrpSpPr>
              <p:cNvPr id="98509" name="Group 1302">
                <a:extLst>
                  <a:ext uri="{FF2B5EF4-FFF2-40B4-BE49-F238E27FC236}">
                    <a16:creationId xmlns:a16="http://schemas.microsoft.com/office/drawing/2014/main" id="{66B1CD7B-7DAF-4171-A047-00EACEFAF84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98525" name="AutoShape 1303">
                  <a:extLst>
                    <a:ext uri="{FF2B5EF4-FFF2-40B4-BE49-F238E27FC236}">
                      <a16:creationId xmlns:a16="http://schemas.microsoft.com/office/drawing/2014/main" id="{18A65BEE-9C43-40E6-9D71-A6FA950BD1C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8" y="2586"/>
                  <a:ext cx="720" cy="12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98526" name="AutoShape 1304">
                  <a:extLst>
                    <a:ext uri="{FF2B5EF4-FFF2-40B4-BE49-F238E27FC236}">
                      <a16:creationId xmlns:a16="http://schemas.microsoft.com/office/drawing/2014/main" id="{B98EBCDA-5183-45E8-9A15-F02535A4097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0" y="2586"/>
                  <a:ext cx="695" cy="10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98510" name="Freeform 1305">
                <a:extLst>
                  <a:ext uri="{FF2B5EF4-FFF2-40B4-BE49-F238E27FC236}">
                    <a16:creationId xmlns:a16="http://schemas.microsoft.com/office/drawing/2014/main" id="{635826BB-3B37-462F-AA17-D1BDAB6F6C9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2 w 328"/>
                  <a:gd name="T3" fmla="*/ 2 h 226"/>
                  <a:gd name="T4" fmla="*/ 2 w 328"/>
                  <a:gd name="T5" fmla="*/ 2 h 226"/>
                  <a:gd name="T6" fmla="*/ 0 w 328"/>
                  <a:gd name="T7" fmla="*/ 2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98511" name="Group 1306">
                <a:extLst>
                  <a:ext uri="{FF2B5EF4-FFF2-40B4-BE49-F238E27FC236}">
                    <a16:creationId xmlns:a16="http://schemas.microsoft.com/office/drawing/2014/main" id="{88309AF5-3973-4397-A45E-200A31A6051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98523" name="AutoShape 1307">
                  <a:extLst>
                    <a:ext uri="{FF2B5EF4-FFF2-40B4-BE49-F238E27FC236}">
                      <a16:creationId xmlns:a16="http://schemas.microsoft.com/office/drawing/2014/main" id="{EDAE27A2-9C06-4536-9E34-BC4746CCCB9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71"/>
                  <a:ext cx="732" cy="13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98524" name="AutoShape 1308">
                  <a:extLst>
                    <a:ext uri="{FF2B5EF4-FFF2-40B4-BE49-F238E27FC236}">
                      <a16:creationId xmlns:a16="http://schemas.microsoft.com/office/drawing/2014/main" id="{CF581CD8-4804-4FA8-A365-BE7C9B38300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7"/>
                  <a:ext cx="720" cy="103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98512" name="Rectangle 1309">
                <a:extLst>
                  <a:ext uri="{FF2B5EF4-FFF2-40B4-BE49-F238E27FC236}">
                    <a16:creationId xmlns:a16="http://schemas.microsoft.com/office/drawing/2014/main" id="{CADB0A1A-A364-420E-9E0A-FCBA4E2B2D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46" y="429"/>
                <a:ext cx="70" cy="2285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98513" name="Freeform 1310">
                <a:extLst>
                  <a:ext uri="{FF2B5EF4-FFF2-40B4-BE49-F238E27FC236}">
                    <a16:creationId xmlns:a16="http://schemas.microsoft.com/office/drawing/2014/main" id="{EFA1A6E6-C859-4535-A9FC-127072F1C78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2 w 296"/>
                  <a:gd name="T3" fmla="*/ 2 h 256"/>
                  <a:gd name="T4" fmla="*/ 2 w 296"/>
                  <a:gd name="T5" fmla="*/ 2 h 256"/>
                  <a:gd name="T6" fmla="*/ 0 w 296"/>
                  <a:gd name="T7" fmla="*/ 2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8514" name="Freeform 1311">
                <a:extLst>
                  <a:ext uri="{FF2B5EF4-FFF2-40B4-BE49-F238E27FC236}">
                    <a16:creationId xmlns:a16="http://schemas.microsoft.com/office/drawing/2014/main" id="{858D58DA-B780-43C6-AC99-5150BE57AD1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2 w 304"/>
                  <a:gd name="T3" fmla="*/ 2 h 288"/>
                  <a:gd name="T4" fmla="*/ 2 w 304"/>
                  <a:gd name="T5" fmla="*/ 2 h 288"/>
                  <a:gd name="T6" fmla="*/ 2 w 304"/>
                  <a:gd name="T7" fmla="*/ 2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8515" name="Oval 1312">
                <a:extLst>
                  <a:ext uri="{FF2B5EF4-FFF2-40B4-BE49-F238E27FC236}">
                    <a16:creationId xmlns:a16="http://schemas.microsoft.com/office/drawing/2014/main" id="{F76A6685-4DA7-4DE7-BB97-177B7AD9AF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5" y="2611"/>
                <a:ext cx="50" cy="95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98516" name="Freeform 1313">
                <a:extLst>
                  <a:ext uri="{FF2B5EF4-FFF2-40B4-BE49-F238E27FC236}">
                    <a16:creationId xmlns:a16="http://schemas.microsoft.com/office/drawing/2014/main" id="{13FC9348-3B19-463D-9210-6E2E257DBF4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3 h 240"/>
                  <a:gd name="T2" fmla="*/ 2 w 306"/>
                  <a:gd name="T3" fmla="*/ 3 h 240"/>
                  <a:gd name="T4" fmla="*/ 2 w 306"/>
                  <a:gd name="T5" fmla="*/ 3 h 240"/>
                  <a:gd name="T6" fmla="*/ 2 w 306"/>
                  <a:gd name="T7" fmla="*/ 0 h 240"/>
                  <a:gd name="T8" fmla="*/ 0 w 306"/>
                  <a:gd name="T9" fmla="*/ 3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8517" name="AutoShape 1314">
                <a:extLst>
                  <a:ext uri="{FF2B5EF4-FFF2-40B4-BE49-F238E27FC236}">
                    <a16:creationId xmlns:a16="http://schemas.microsoft.com/office/drawing/2014/main" id="{CB9C4990-8139-405E-953D-6D4DA1D02BF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75"/>
                <a:ext cx="1196" cy="150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98518" name="AutoShape 1315">
                <a:extLst>
                  <a:ext uri="{FF2B5EF4-FFF2-40B4-BE49-F238E27FC236}">
                    <a16:creationId xmlns:a16="http://schemas.microsoft.com/office/drawing/2014/main" id="{4D200972-E019-4B02-AEBF-151A354D5B8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2714"/>
                <a:ext cx="1066" cy="7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chemeClr val="tx2"/>
                  </a:gs>
                  <a:gs pos="100000">
                    <a:schemeClr val="bg2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98519" name="Oval 1316">
                <a:extLst>
                  <a:ext uri="{FF2B5EF4-FFF2-40B4-BE49-F238E27FC236}">
                    <a16:creationId xmlns:a16="http://schemas.microsoft.com/office/drawing/2014/main" id="{B116235F-2736-4A2C-A0B0-E51B942BC0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9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98520" name="Oval 1317">
                <a:extLst>
                  <a:ext uri="{FF2B5EF4-FFF2-40B4-BE49-F238E27FC236}">
                    <a16:creationId xmlns:a16="http://schemas.microsoft.com/office/drawing/2014/main" id="{28795DE2-83BD-4757-80F1-A6256FBB227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9" y="2382"/>
                <a:ext cx="159" cy="142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98521" name="Oval 1318">
                <a:extLst>
                  <a:ext uri="{FF2B5EF4-FFF2-40B4-BE49-F238E27FC236}">
                    <a16:creationId xmlns:a16="http://schemas.microsoft.com/office/drawing/2014/main" id="{60CE289D-2DB4-45E9-B9AA-D0870AE828B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8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98522" name="Rectangle 1319">
                <a:extLst>
                  <a:ext uri="{FF2B5EF4-FFF2-40B4-BE49-F238E27FC236}">
                    <a16:creationId xmlns:a16="http://schemas.microsoft.com/office/drawing/2014/main" id="{094A2ED4-0586-4614-8F81-55DC3E2A0B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7" y="1837"/>
                <a:ext cx="80" cy="759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grpSp>
          <p:nvGrpSpPr>
            <p:cNvPr id="98400" name="Group 1320">
              <a:extLst>
                <a:ext uri="{FF2B5EF4-FFF2-40B4-BE49-F238E27FC236}">
                  <a16:creationId xmlns:a16="http://schemas.microsoft.com/office/drawing/2014/main" id="{0A73A5C0-2609-44E0-8897-151C35AADCB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340" y="1287"/>
              <a:ext cx="337" cy="257"/>
              <a:chOff x="877" y="1008"/>
              <a:chExt cx="2747" cy="2591"/>
            </a:xfrm>
          </p:grpSpPr>
          <p:pic>
            <p:nvPicPr>
              <p:cNvPr id="98476" name="Picture 1321" descr="antenna_stylized">
                <a:extLst>
                  <a:ext uri="{FF2B5EF4-FFF2-40B4-BE49-F238E27FC236}">
                    <a16:creationId xmlns:a16="http://schemas.microsoft.com/office/drawing/2014/main" id="{4FEA23FF-AF55-466A-ADFE-83C6B950207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7" y="1008"/>
                <a:ext cx="2725" cy="142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98477" name="Picture 1322" descr="laptop_keyboard">
                <a:extLst>
                  <a:ext uri="{FF2B5EF4-FFF2-40B4-BE49-F238E27FC236}">
                    <a16:creationId xmlns:a16="http://schemas.microsoft.com/office/drawing/2014/main" id="{91CB441B-A803-489D-9423-AEE79FF3799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09064" flipH="1">
                <a:off x="1009" y="2586"/>
                <a:ext cx="2245" cy="10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98478" name="Freeform 1323">
                <a:extLst>
                  <a:ext uri="{FF2B5EF4-FFF2-40B4-BE49-F238E27FC236}">
                    <a16:creationId xmlns:a16="http://schemas.microsoft.com/office/drawing/2014/main" id="{4E3B26B1-AC39-45DE-9198-573ECA9C58B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3" y="1603"/>
                <a:ext cx="1807" cy="1322"/>
              </a:xfrm>
              <a:custGeom>
                <a:avLst/>
                <a:gdLst>
                  <a:gd name="T0" fmla="*/ 1 w 2982"/>
                  <a:gd name="T1" fmla="*/ 0 h 2442"/>
                  <a:gd name="T2" fmla="*/ 0 w 2982"/>
                  <a:gd name="T3" fmla="*/ 1 h 2442"/>
                  <a:gd name="T4" fmla="*/ 1 w 2982"/>
                  <a:gd name="T5" fmla="*/ 1 h 2442"/>
                  <a:gd name="T6" fmla="*/ 1 w 2982"/>
                  <a:gd name="T7" fmla="*/ 1 h 2442"/>
                  <a:gd name="T8" fmla="*/ 1 w 2982"/>
                  <a:gd name="T9" fmla="*/ 0 h 24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82"/>
                  <a:gd name="T16" fmla="*/ 0 h 2442"/>
                  <a:gd name="T17" fmla="*/ 2982 w 2982"/>
                  <a:gd name="T18" fmla="*/ 2442 h 24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82" h="2442">
                    <a:moveTo>
                      <a:pt x="540" y="0"/>
                    </a:moveTo>
                    <a:lnTo>
                      <a:pt x="0" y="1734"/>
                    </a:lnTo>
                    <a:lnTo>
                      <a:pt x="2394" y="2442"/>
                    </a:lnTo>
                    <a:lnTo>
                      <a:pt x="2982" y="318"/>
                    </a:lnTo>
                    <a:lnTo>
                      <a:pt x="540" y="0"/>
                    </a:lnTo>
                    <a:close/>
                  </a:path>
                </a:pathLst>
              </a:cu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pic>
            <p:nvPicPr>
              <p:cNvPr id="98479" name="Picture 1324" descr="screen">
                <a:extLst>
                  <a:ext uri="{FF2B5EF4-FFF2-40B4-BE49-F238E27FC236}">
                    <a16:creationId xmlns:a16="http://schemas.microsoft.com/office/drawing/2014/main" id="{60F96FB2-4FA5-4E05-B5DA-72AEF4B22A6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842" y="1637"/>
                <a:ext cx="1642" cy="12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98480" name="Freeform 1325">
                <a:extLst>
                  <a:ext uri="{FF2B5EF4-FFF2-40B4-BE49-F238E27FC236}">
                    <a16:creationId xmlns:a16="http://schemas.microsoft.com/office/drawing/2014/main" id="{750810FD-A3DC-488F-9B76-065140AD81C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82" y="1564"/>
                <a:ext cx="1531" cy="246"/>
              </a:xfrm>
              <a:custGeom>
                <a:avLst/>
                <a:gdLst>
                  <a:gd name="T0" fmla="*/ 1 w 2528"/>
                  <a:gd name="T1" fmla="*/ 0 h 455"/>
                  <a:gd name="T2" fmla="*/ 1 w 2528"/>
                  <a:gd name="T3" fmla="*/ 1 h 455"/>
                  <a:gd name="T4" fmla="*/ 1 w 2528"/>
                  <a:gd name="T5" fmla="*/ 1 h 455"/>
                  <a:gd name="T6" fmla="*/ 0 w 2528"/>
                  <a:gd name="T7" fmla="*/ 1 h 455"/>
                  <a:gd name="T8" fmla="*/ 1 w 2528"/>
                  <a:gd name="T9" fmla="*/ 0 h 45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28"/>
                  <a:gd name="T16" fmla="*/ 0 h 455"/>
                  <a:gd name="T17" fmla="*/ 2528 w 2528"/>
                  <a:gd name="T18" fmla="*/ 455 h 45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28" h="455">
                    <a:moveTo>
                      <a:pt x="14" y="0"/>
                    </a:moveTo>
                    <a:lnTo>
                      <a:pt x="2528" y="341"/>
                    </a:lnTo>
                    <a:lnTo>
                      <a:pt x="2480" y="455"/>
                    </a:lnTo>
                    <a:lnTo>
                      <a:pt x="0" y="86"/>
                    </a:lnTo>
                    <a:lnTo>
                      <a:pt x="14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8481" name="Freeform 1326">
                <a:extLst>
                  <a:ext uri="{FF2B5EF4-FFF2-40B4-BE49-F238E27FC236}">
                    <a16:creationId xmlns:a16="http://schemas.microsoft.com/office/drawing/2014/main" id="{328EEB60-DAC0-4B28-8653-F32D0F88559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7" y="1562"/>
                <a:ext cx="425" cy="1024"/>
              </a:xfrm>
              <a:custGeom>
                <a:avLst/>
                <a:gdLst>
                  <a:gd name="T0" fmla="*/ 1 w 702"/>
                  <a:gd name="T1" fmla="*/ 0 h 1893"/>
                  <a:gd name="T2" fmla="*/ 0 w 702"/>
                  <a:gd name="T3" fmla="*/ 1 h 1893"/>
                  <a:gd name="T4" fmla="*/ 1 w 702"/>
                  <a:gd name="T5" fmla="*/ 1 h 1893"/>
                  <a:gd name="T6" fmla="*/ 1 w 702"/>
                  <a:gd name="T7" fmla="*/ 1 h 1893"/>
                  <a:gd name="T8" fmla="*/ 1 w 702"/>
                  <a:gd name="T9" fmla="*/ 0 h 189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02"/>
                  <a:gd name="T16" fmla="*/ 0 h 1893"/>
                  <a:gd name="T17" fmla="*/ 702 w 702"/>
                  <a:gd name="T18" fmla="*/ 1893 h 189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02" h="1893">
                    <a:moveTo>
                      <a:pt x="579" y="0"/>
                    </a:moveTo>
                    <a:lnTo>
                      <a:pt x="0" y="1869"/>
                    </a:lnTo>
                    <a:lnTo>
                      <a:pt x="114" y="1893"/>
                    </a:lnTo>
                    <a:lnTo>
                      <a:pt x="702" y="51"/>
                    </a:lnTo>
                    <a:lnTo>
                      <a:pt x="579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8482" name="Freeform 1327">
                <a:extLst>
                  <a:ext uri="{FF2B5EF4-FFF2-40B4-BE49-F238E27FC236}">
                    <a16:creationId xmlns:a16="http://schemas.microsoft.com/office/drawing/2014/main" id="{DDF476FE-7C55-4A03-8B24-084E9F7FD4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44" y="1745"/>
                <a:ext cx="458" cy="1182"/>
              </a:xfrm>
              <a:custGeom>
                <a:avLst/>
                <a:gdLst>
                  <a:gd name="T0" fmla="*/ 1 w 756"/>
                  <a:gd name="T1" fmla="*/ 0 h 2184"/>
                  <a:gd name="T2" fmla="*/ 1 w 756"/>
                  <a:gd name="T3" fmla="*/ 1 h 2184"/>
                  <a:gd name="T4" fmla="*/ 0 w 756"/>
                  <a:gd name="T5" fmla="*/ 1 h 2184"/>
                  <a:gd name="T6" fmla="*/ 1 w 756"/>
                  <a:gd name="T7" fmla="*/ 1 h 2184"/>
                  <a:gd name="T8" fmla="*/ 1 w 756"/>
                  <a:gd name="T9" fmla="*/ 0 h 218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6"/>
                  <a:gd name="T16" fmla="*/ 0 h 2184"/>
                  <a:gd name="T17" fmla="*/ 756 w 756"/>
                  <a:gd name="T18" fmla="*/ 2184 h 218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6" h="2184">
                    <a:moveTo>
                      <a:pt x="756" y="0"/>
                    </a:moveTo>
                    <a:lnTo>
                      <a:pt x="138" y="2184"/>
                    </a:lnTo>
                    <a:lnTo>
                      <a:pt x="0" y="2148"/>
                    </a:lnTo>
                    <a:lnTo>
                      <a:pt x="606" y="78"/>
                    </a:lnTo>
                    <a:lnTo>
                      <a:pt x="756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chemeClr val="bg1"/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8483" name="Freeform 1328">
                <a:extLst>
                  <a:ext uri="{FF2B5EF4-FFF2-40B4-BE49-F238E27FC236}">
                    <a16:creationId xmlns:a16="http://schemas.microsoft.com/office/drawing/2014/main" id="{223D7967-9EE7-472D-8394-87E6C8A22D9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2" y="2534"/>
                <a:ext cx="1680" cy="399"/>
              </a:xfrm>
              <a:custGeom>
                <a:avLst/>
                <a:gdLst>
                  <a:gd name="T0" fmla="*/ 1 w 2773"/>
                  <a:gd name="T1" fmla="*/ 0 h 738"/>
                  <a:gd name="T2" fmla="*/ 0 w 2773"/>
                  <a:gd name="T3" fmla="*/ 1 h 738"/>
                  <a:gd name="T4" fmla="*/ 1 w 2773"/>
                  <a:gd name="T5" fmla="*/ 1 h 738"/>
                  <a:gd name="T6" fmla="*/ 1 w 2773"/>
                  <a:gd name="T7" fmla="*/ 1 h 738"/>
                  <a:gd name="T8" fmla="*/ 1 w 2773"/>
                  <a:gd name="T9" fmla="*/ 0 h 73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773"/>
                  <a:gd name="T16" fmla="*/ 0 h 738"/>
                  <a:gd name="T17" fmla="*/ 2773 w 2773"/>
                  <a:gd name="T18" fmla="*/ 738 h 73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773" h="738">
                    <a:moveTo>
                      <a:pt x="33" y="0"/>
                    </a:moveTo>
                    <a:lnTo>
                      <a:pt x="0" y="99"/>
                    </a:lnTo>
                    <a:lnTo>
                      <a:pt x="2436" y="738"/>
                    </a:lnTo>
                    <a:cubicBezTo>
                      <a:pt x="2499" y="501"/>
                      <a:pt x="2773" y="727"/>
                      <a:pt x="2373" y="603"/>
                    </a:cubicBezTo>
                    <a:lnTo>
                      <a:pt x="3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CC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8484" name="Freeform 1329">
                <a:extLst>
                  <a:ext uri="{FF2B5EF4-FFF2-40B4-BE49-F238E27FC236}">
                    <a16:creationId xmlns:a16="http://schemas.microsoft.com/office/drawing/2014/main" id="{0572FAB5-7434-482D-BE9B-51F2F2F0FED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95" y="1755"/>
                <a:ext cx="429" cy="1187"/>
              </a:xfrm>
              <a:custGeom>
                <a:avLst/>
                <a:gdLst>
                  <a:gd name="T0" fmla="*/ 1 w 637"/>
                  <a:gd name="T1" fmla="*/ 0 h 1659"/>
                  <a:gd name="T2" fmla="*/ 1 w 637"/>
                  <a:gd name="T3" fmla="*/ 0 h 1659"/>
                  <a:gd name="T4" fmla="*/ 1 w 637"/>
                  <a:gd name="T5" fmla="*/ 1 h 1659"/>
                  <a:gd name="T6" fmla="*/ 0 w 637"/>
                  <a:gd name="T7" fmla="*/ 1 h 1659"/>
                  <a:gd name="T8" fmla="*/ 1 w 637"/>
                  <a:gd name="T9" fmla="*/ 0 h 165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37"/>
                  <a:gd name="T16" fmla="*/ 0 h 1659"/>
                  <a:gd name="T17" fmla="*/ 637 w 637"/>
                  <a:gd name="T18" fmla="*/ 1659 h 165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37" h="1659">
                    <a:moveTo>
                      <a:pt x="615" y="0"/>
                    </a:moveTo>
                    <a:lnTo>
                      <a:pt x="637" y="0"/>
                    </a:lnTo>
                    <a:lnTo>
                      <a:pt x="68" y="1659"/>
                    </a:lnTo>
                    <a:lnTo>
                      <a:pt x="0" y="1647"/>
                    </a:lnTo>
                    <a:lnTo>
                      <a:pt x="615" y="0"/>
                    </a:lnTo>
                    <a:close/>
                  </a:path>
                </a:pathLst>
              </a:custGeom>
              <a:solidFill>
                <a:srgbClr val="4D4D4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8485" name="Freeform 1330">
                <a:extLst>
                  <a:ext uri="{FF2B5EF4-FFF2-40B4-BE49-F238E27FC236}">
                    <a16:creationId xmlns:a16="http://schemas.microsoft.com/office/drawing/2014/main" id="{FB2F2D41-C173-48EB-AC67-AB5245C77E5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4" y="2587"/>
                <a:ext cx="1494" cy="394"/>
              </a:xfrm>
              <a:custGeom>
                <a:avLst/>
                <a:gdLst>
                  <a:gd name="T0" fmla="*/ 0 w 2216"/>
                  <a:gd name="T1" fmla="*/ 0 h 550"/>
                  <a:gd name="T2" fmla="*/ 1 w 2216"/>
                  <a:gd name="T3" fmla="*/ 1 h 550"/>
                  <a:gd name="T4" fmla="*/ 1 w 2216"/>
                  <a:gd name="T5" fmla="*/ 1 h 550"/>
                  <a:gd name="T6" fmla="*/ 1 w 2216"/>
                  <a:gd name="T7" fmla="*/ 1 h 550"/>
                  <a:gd name="T8" fmla="*/ 0 w 2216"/>
                  <a:gd name="T9" fmla="*/ 0 h 55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16"/>
                  <a:gd name="T16" fmla="*/ 0 h 550"/>
                  <a:gd name="T17" fmla="*/ 2216 w 2216"/>
                  <a:gd name="T18" fmla="*/ 550 h 55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16" h="550">
                    <a:moveTo>
                      <a:pt x="0" y="0"/>
                    </a:moveTo>
                    <a:lnTo>
                      <a:pt x="9" y="57"/>
                    </a:lnTo>
                    <a:lnTo>
                      <a:pt x="2164" y="550"/>
                    </a:lnTo>
                    <a:lnTo>
                      <a:pt x="2216" y="496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98486" name="Group 1331">
                <a:extLst>
                  <a:ext uri="{FF2B5EF4-FFF2-40B4-BE49-F238E27FC236}">
                    <a16:creationId xmlns:a16="http://schemas.microsoft.com/office/drawing/2014/main" id="{96040BB6-F9CD-4C60-B1A9-4C911CE7767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09" y="3008"/>
                <a:ext cx="507" cy="234"/>
                <a:chOff x="1740" y="2642"/>
                <a:chExt cx="752" cy="327"/>
              </a:xfrm>
            </p:grpSpPr>
            <p:sp>
              <p:nvSpPr>
                <p:cNvPr id="98493" name="Freeform 1332">
                  <a:extLst>
                    <a:ext uri="{FF2B5EF4-FFF2-40B4-BE49-F238E27FC236}">
                      <a16:creationId xmlns:a16="http://schemas.microsoft.com/office/drawing/2014/main" id="{93D0A5EF-5AA2-477E-866A-DF3822A6541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40" y="2642"/>
                  <a:ext cx="752" cy="327"/>
                </a:xfrm>
                <a:custGeom>
                  <a:avLst/>
                  <a:gdLst>
                    <a:gd name="T0" fmla="*/ 293 w 752"/>
                    <a:gd name="T1" fmla="*/ 0 h 327"/>
                    <a:gd name="T2" fmla="*/ 752 w 752"/>
                    <a:gd name="T3" fmla="*/ 124 h 327"/>
                    <a:gd name="T4" fmla="*/ 470 w 752"/>
                    <a:gd name="T5" fmla="*/ 327 h 327"/>
                    <a:gd name="T6" fmla="*/ 0 w 752"/>
                    <a:gd name="T7" fmla="*/ 183 h 327"/>
                    <a:gd name="T8" fmla="*/ 293 w 752"/>
                    <a:gd name="T9" fmla="*/ 0 h 32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2"/>
                    <a:gd name="T16" fmla="*/ 0 h 327"/>
                    <a:gd name="T17" fmla="*/ 752 w 752"/>
                    <a:gd name="T18" fmla="*/ 327 h 32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2" h="327">
                      <a:moveTo>
                        <a:pt x="293" y="0"/>
                      </a:moveTo>
                      <a:lnTo>
                        <a:pt x="752" y="124"/>
                      </a:lnTo>
                      <a:lnTo>
                        <a:pt x="470" y="327"/>
                      </a:lnTo>
                      <a:lnTo>
                        <a:pt x="0" y="183"/>
                      </a:lnTo>
                      <a:lnTo>
                        <a:pt x="293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98494" name="Freeform 1333">
                  <a:extLst>
                    <a:ext uri="{FF2B5EF4-FFF2-40B4-BE49-F238E27FC236}">
                      <a16:creationId xmlns:a16="http://schemas.microsoft.com/office/drawing/2014/main" id="{01D0ED7A-3863-4C90-BD32-5D9EF64DABF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54" y="2649"/>
                  <a:ext cx="726" cy="311"/>
                </a:xfrm>
                <a:custGeom>
                  <a:avLst/>
                  <a:gdLst>
                    <a:gd name="T0" fmla="*/ 282 w 726"/>
                    <a:gd name="T1" fmla="*/ 0 h 311"/>
                    <a:gd name="T2" fmla="*/ 726 w 726"/>
                    <a:gd name="T3" fmla="*/ 119 h 311"/>
                    <a:gd name="T4" fmla="*/ 457 w 726"/>
                    <a:gd name="T5" fmla="*/ 311 h 311"/>
                    <a:gd name="T6" fmla="*/ 0 w 726"/>
                    <a:gd name="T7" fmla="*/ 173 h 311"/>
                    <a:gd name="T8" fmla="*/ 282 w 726"/>
                    <a:gd name="T9" fmla="*/ 0 h 31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26"/>
                    <a:gd name="T16" fmla="*/ 0 h 311"/>
                    <a:gd name="T17" fmla="*/ 726 w 726"/>
                    <a:gd name="T18" fmla="*/ 311 h 31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26" h="311">
                      <a:moveTo>
                        <a:pt x="282" y="0"/>
                      </a:moveTo>
                      <a:lnTo>
                        <a:pt x="726" y="119"/>
                      </a:lnTo>
                      <a:lnTo>
                        <a:pt x="457" y="311"/>
                      </a:lnTo>
                      <a:lnTo>
                        <a:pt x="0" y="173"/>
                      </a:lnTo>
                      <a:lnTo>
                        <a:pt x="282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4D4D4D"/>
                    </a:gs>
                    <a:gs pos="100000">
                      <a:srgbClr val="DDDDDD"/>
                    </a:gs>
                  </a:gsLst>
                  <a:lin ang="189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98495" name="Freeform 1334">
                  <a:extLst>
                    <a:ext uri="{FF2B5EF4-FFF2-40B4-BE49-F238E27FC236}">
                      <a16:creationId xmlns:a16="http://schemas.microsoft.com/office/drawing/2014/main" id="{672F5778-B086-4F2D-8CE9-F1F74885521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08" y="2770"/>
                  <a:ext cx="258" cy="100"/>
                </a:xfrm>
                <a:custGeom>
                  <a:avLst/>
                  <a:gdLst>
                    <a:gd name="T0" fmla="*/ 0 w 258"/>
                    <a:gd name="T1" fmla="*/ 44 h 100"/>
                    <a:gd name="T2" fmla="*/ 75 w 258"/>
                    <a:gd name="T3" fmla="*/ 0 h 100"/>
                    <a:gd name="T4" fmla="*/ 258 w 258"/>
                    <a:gd name="T5" fmla="*/ 50 h 100"/>
                    <a:gd name="T6" fmla="*/ 183 w 258"/>
                    <a:gd name="T7" fmla="*/ 100 h 100"/>
                    <a:gd name="T8" fmla="*/ 0 w 258"/>
                    <a:gd name="T9" fmla="*/ 44 h 10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0"/>
                    <a:gd name="T17" fmla="*/ 258 w 258"/>
                    <a:gd name="T18" fmla="*/ 100 h 10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0">
                      <a:moveTo>
                        <a:pt x="0" y="44"/>
                      </a:moveTo>
                      <a:lnTo>
                        <a:pt x="75" y="0"/>
                      </a:lnTo>
                      <a:lnTo>
                        <a:pt x="258" y="50"/>
                      </a:lnTo>
                      <a:lnTo>
                        <a:pt x="183" y="100"/>
                      </a:lnTo>
                      <a:lnTo>
                        <a:pt x="0" y="44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98496" name="Freeform 1335">
                  <a:extLst>
                    <a:ext uri="{FF2B5EF4-FFF2-40B4-BE49-F238E27FC236}">
                      <a16:creationId xmlns:a16="http://schemas.microsoft.com/office/drawing/2014/main" id="{2D5B7863-6DD1-4C36-A49B-90887E165AA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99" y="2816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98497" name="Freeform 1336">
                  <a:extLst>
                    <a:ext uri="{FF2B5EF4-FFF2-40B4-BE49-F238E27FC236}">
                      <a16:creationId xmlns:a16="http://schemas.microsoft.com/office/drawing/2014/main" id="{28E557BA-7325-4B9D-84BB-CF59F1B3C9D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20" y="2834"/>
                  <a:ext cx="258" cy="102"/>
                </a:xfrm>
                <a:custGeom>
                  <a:avLst/>
                  <a:gdLst>
                    <a:gd name="T0" fmla="*/ 0 w 258"/>
                    <a:gd name="T1" fmla="*/ 46 h 102"/>
                    <a:gd name="T2" fmla="*/ 71 w 258"/>
                    <a:gd name="T3" fmla="*/ 0 h 102"/>
                    <a:gd name="T4" fmla="*/ 258 w 258"/>
                    <a:gd name="T5" fmla="*/ 52 h 102"/>
                    <a:gd name="T6" fmla="*/ 183 w 258"/>
                    <a:gd name="T7" fmla="*/ 102 h 102"/>
                    <a:gd name="T8" fmla="*/ 0 w 258"/>
                    <a:gd name="T9" fmla="*/ 46 h 10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2"/>
                    <a:gd name="T17" fmla="*/ 258 w 258"/>
                    <a:gd name="T18" fmla="*/ 102 h 10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2">
                      <a:moveTo>
                        <a:pt x="0" y="46"/>
                      </a:moveTo>
                      <a:lnTo>
                        <a:pt x="71" y="0"/>
                      </a:lnTo>
                      <a:lnTo>
                        <a:pt x="258" y="52"/>
                      </a:lnTo>
                      <a:lnTo>
                        <a:pt x="183" y="102"/>
                      </a:lnTo>
                      <a:lnTo>
                        <a:pt x="0" y="46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98498" name="Freeform 1337">
                  <a:extLst>
                    <a:ext uri="{FF2B5EF4-FFF2-40B4-BE49-F238E27FC236}">
                      <a16:creationId xmlns:a16="http://schemas.microsoft.com/office/drawing/2014/main" id="{3D077332-62A5-463A-87BA-6CE7921926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11" y="2882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98487" name="Freeform 1338">
                <a:extLst>
                  <a:ext uri="{FF2B5EF4-FFF2-40B4-BE49-F238E27FC236}">
                    <a16:creationId xmlns:a16="http://schemas.microsoft.com/office/drawing/2014/main" id="{5030BA94-4EAE-4EE8-A901-B80C078DDF9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77" y="3043"/>
                <a:ext cx="614" cy="514"/>
              </a:xfrm>
              <a:custGeom>
                <a:avLst/>
                <a:gdLst>
                  <a:gd name="T0" fmla="*/ 1 w 990"/>
                  <a:gd name="T1" fmla="*/ 1 h 792"/>
                  <a:gd name="T2" fmla="*/ 1 w 990"/>
                  <a:gd name="T3" fmla="*/ 0 h 792"/>
                  <a:gd name="T4" fmla="*/ 1 w 990"/>
                  <a:gd name="T5" fmla="*/ 1 h 792"/>
                  <a:gd name="T6" fmla="*/ 0 w 990"/>
                  <a:gd name="T7" fmla="*/ 1 h 792"/>
                  <a:gd name="T8" fmla="*/ 1 w 990"/>
                  <a:gd name="T9" fmla="*/ 1 h 79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90"/>
                  <a:gd name="T16" fmla="*/ 0 h 792"/>
                  <a:gd name="T17" fmla="*/ 990 w 990"/>
                  <a:gd name="T18" fmla="*/ 792 h 79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90" h="792">
                    <a:moveTo>
                      <a:pt x="3" y="738"/>
                    </a:moveTo>
                    <a:lnTo>
                      <a:pt x="990" y="0"/>
                    </a:lnTo>
                    <a:lnTo>
                      <a:pt x="987" y="60"/>
                    </a:lnTo>
                    <a:lnTo>
                      <a:pt x="0" y="792"/>
                    </a:lnTo>
                    <a:lnTo>
                      <a:pt x="3" y="738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8488" name="Freeform 1339">
                <a:extLst>
                  <a:ext uri="{FF2B5EF4-FFF2-40B4-BE49-F238E27FC236}">
                    <a16:creationId xmlns:a16="http://schemas.microsoft.com/office/drawing/2014/main" id="{B13B61BA-3A01-46BA-B79D-48452E82563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0" y="3084"/>
                <a:ext cx="1571" cy="469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8489" name="Freeform 1340">
                <a:extLst>
                  <a:ext uri="{FF2B5EF4-FFF2-40B4-BE49-F238E27FC236}">
                    <a16:creationId xmlns:a16="http://schemas.microsoft.com/office/drawing/2014/main" id="{AEA8F9F4-3AF1-4C32-A6C7-8B90DAB82F3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1" y="2998"/>
                <a:ext cx="17" cy="95"/>
              </a:xfrm>
              <a:custGeom>
                <a:avLst/>
                <a:gdLst>
                  <a:gd name="T0" fmla="*/ 1 w 26"/>
                  <a:gd name="T1" fmla="*/ 1 h 147"/>
                  <a:gd name="T2" fmla="*/ 1 w 26"/>
                  <a:gd name="T3" fmla="*/ 1 h 147"/>
                  <a:gd name="T4" fmla="*/ 0 w 26"/>
                  <a:gd name="T5" fmla="*/ 1 h 147"/>
                  <a:gd name="T6" fmla="*/ 1 w 26"/>
                  <a:gd name="T7" fmla="*/ 0 h 147"/>
                  <a:gd name="T8" fmla="*/ 1 w 26"/>
                  <a:gd name="T9" fmla="*/ 1 h 14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"/>
                  <a:gd name="T16" fmla="*/ 0 h 147"/>
                  <a:gd name="T17" fmla="*/ 26 w 26"/>
                  <a:gd name="T18" fmla="*/ 147 h 14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" h="147">
                    <a:moveTo>
                      <a:pt x="26" y="10"/>
                    </a:moveTo>
                    <a:lnTo>
                      <a:pt x="23" y="147"/>
                    </a:lnTo>
                    <a:lnTo>
                      <a:pt x="0" y="144"/>
                    </a:lnTo>
                    <a:lnTo>
                      <a:pt x="3" y="0"/>
                    </a:lnTo>
                    <a:lnTo>
                      <a:pt x="26" y="1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8490" name="Freeform 1341">
                <a:extLst>
                  <a:ext uri="{FF2B5EF4-FFF2-40B4-BE49-F238E27FC236}">
                    <a16:creationId xmlns:a16="http://schemas.microsoft.com/office/drawing/2014/main" id="{CC3D245C-BF17-4163-BAE3-A7C5F065CA0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2" y="2611"/>
                <a:ext cx="730" cy="393"/>
              </a:xfrm>
              <a:custGeom>
                <a:avLst/>
                <a:gdLst>
                  <a:gd name="T0" fmla="*/ 1 w 1176"/>
                  <a:gd name="T1" fmla="*/ 0 h 606"/>
                  <a:gd name="T2" fmla="*/ 0 w 1176"/>
                  <a:gd name="T3" fmla="*/ 1 h 606"/>
                  <a:gd name="T4" fmla="*/ 1 w 1176"/>
                  <a:gd name="T5" fmla="*/ 1 h 606"/>
                  <a:gd name="T6" fmla="*/ 1 w 1176"/>
                  <a:gd name="T7" fmla="*/ 1 h 606"/>
                  <a:gd name="T8" fmla="*/ 1 w 1176"/>
                  <a:gd name="T9" fmla="*/ 0 h 60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176"/>
                  <a:gd name="T16" fmla="*/ 0 h 606"/>
                  <a:gd name="T17" fmla="*/ 1176 w 1176"/>
                  <a:gd name="T18" fmla="*/ 606 h 60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176" h="606">
                    <a:moveTo>
                      <a:pt x="1170" y="0"/>
                    </a:moveTo>
                    <a:lnTo>
                      <a:pt x="0" y="597"/>
                    </a:lnTo>
                    <a:lnTo>
                      <a:pt x="30" y="606"/>
                    </a:lnTo>
                    <a:lnTo>
                      <a:pt x="1176" y="18"/>
                    </a:lnTo>
                    <a:lnTo>
                      <a:pt x="1170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8491" name="Freeform 1342">
                <a:extLst>
                  <a:ext uri="{FF2B5EF4-FFF2-40B4-BE49-F238E27FC236}">
                    <a16:creationId xmlns:a16="http://schemas.microsoft.com/office/drawing/2014/main" id="{9E140126-7C78-4BC6-89E0-402FB873FBF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61" y="3018"/>
                <a:ext cx="1490" cy="451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8492" name="Freeform 1343">
                <a:extLst>
                  <a:ext uri="{FF2B5EF4-FFF2-40B4-BE49-F238E27FC236}">
                    <a16:creationId xmlns:a16="http://schemas.microsoft.com/office/drawing/2014/main" id="{90ECE694-85F0-4B6D-9759-B2C962CF360D}"/>
                  </a:ext>
                </a:extLst>
              </p:cNvPr>
              <p:cNvSpPr>
                <a:spLocks/>
              </p:cNvSpPr>
              <p:nvPr/>
            </p:nvSpPr>
            <p:spPr bwMode="auto">
              <a:xfrm flipV="1">
                <a:off x="2549" y="2986"/>
                <a:ext cx="608" cy="467"/>
              </a:xfrm>
              <a:custGeom>
                <a:avLst/>
                <a:gdLst>
                  <a:gd name="T0" fmla="*/ 0 w 2532"/>
                  <a:gd name="T1" fmla="*/ 0 h 723"/>
                  <a:gd name="T2" fmla="*/ 0 w 2532"/>
                  <a:gd name="T3" fmla="*/ 0 h 723"/>
                  <a:gd name="T4" fmla="*/ 0 w 2532"/>
                  <a:gd name="T5" fmla="*/ 1 h 723"/>
                  <a:gd name="T6" fmla="*/ 0 w 2532"/>
                  <a:gd name="T7" fmla="*/ 1 h 723"/>
                  <a:gd name="T8" fmla="*/ 0 w 2532"/>
                  <a:gd name="T9" fmla="*/ 1 h 723"/>
                  <a:gd name="T10" fmla="*/ 0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98401" name="Group 1344">
              <a:extLst>
                <a:ext uri="{FF2B5EF4-FFF2-40B4-BE49-F238E27FC236}">
                  <a16:creationId xmlns:a16="http://schemas.microsoft.com/office/drawing/2014/main" id="{A1343319-8732-4017-A99E-DFCE6FB2A8A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329" y="3456"/>
              <a:ext cx="299" cy="257"/>
              <a:chOff x="877" y="1008"/>
              <a:chExt cx="2747" cy="2591"/>
            </a:xfrm>
          </p:grpSpPr>
          <p:pic>
            <p:nvPicPr>
              <p:cNvPr id="98453" name="Picture 1345" descr="antenna_stylized">
                <a:extLst>
                  <a:ext uri="{FF2B5EF4-FFF2-40B4-BE49-F238E27FC236}">
                    <a16:creationId xmlns:a16="http://schemas.microsoft.com/office/drawing/2014/main" id="{F1D00704-7390-4F87-9292-C2327FCE642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7" y="1008"/>
                <a:ext cx="2725" cy="142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98454" name="Picture 1346" descr="laptop_keyboard">
                <a:extLst>
                  <a:ext uri="{FF2B5EF4-FFF2-40B4-BE49-F238E27FC236}">
                    <a16:creationId xmlns:a16="http://schemas.microsoft.com/office/drawing/2014/main" id="{E00E0049-F008-4A8F-A045-F628D916FB4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09064" flipH="1">
                <a:off x="1009" y="2586"/>
                <a:ext cx="2245" cy="10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98455" name="Freeform 1347">
                <a:extLst>
                  <a:ext uri="{FF2B5EF4-FFF2-40B4-BE49-F238E27FC236}">
                    <a16:creationId xmlns:a16="http://schemas.microsoft.com/office/drawing/2014/main" id="{C0CB9EB6-49B9-4872-954B-8FC19907F13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3" y="1603"/>
                <a:ext cx="1807" cy="1322"/>
              </a:xfrm>
              <a:custGeom>
                <a:avLst/>
                <a:gdLst>
                  <a:gd name="T0" fmla="*/ 1 w 2982"/>
                  <a:gd name="T1" fmla="*/ 0 h 2442"/>
                  <a:gd name="T2" fmla="*/ 0 w 2982"/>
                  <a:gd name="T3" fmla="*/ 1 h 2442"/>
                  <a:gd name="T4" fmla="*/ 1 w 2982"/>
                  <a:gd name="T5" fmla="*/ 1 h 2442"/>
                  <a:gd name="T6" fmla="*/ 1 w 2982"/>
                  <a:gd name="T7" fmla="*/ 1 h 2442"/>
                  <a:gd name="T8" fmla="*/ 1 w 2982"/>
                  <a:gd name="T9" fmla="*/ 0 h 24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82"/>
                  <a:gd name="T16" fmla="*/ 0 h 2442"/>
                  <a:gd name="T17" fmla="*/ 2982 w 2982"/>
                  <a:gd name="T18" fmla="*/ 2442 h 24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82" h="2442">
                    <a:moveTo>
                      <a:pt x="540" y="0"/>
                    </a:moveTo>
                    <a:lnTo>
                      <a:pt x="0" y="1734"/>
                    </a:lnTo>
                    <a:lnTo>
                      <a:pt x="2394" y="2442"/>
                    </a:lnTo>
                    <a:lnTo>
                      <a:pt x="2982" y="318"/>
                    </a:lnTo>
                    <a:lnTo>
                      <a:pt x="540" y="0"/>
                    </a:lnTo>
                    <a:close/>
                  </a:path>
                </a:pathLst>
              </a:cu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pic>
            <p:nvPicPr>
              <p:cNvPr id="98456" name="Picture 1348" descr="screen">
                <a:extLst>
                  <a:ext uri="{FF2B5EF4-FFF2-40B4-BE49-F238E27FC236}">
                    <a16:creationId xmlns:a16="http://schemas.microsoft.com/office/drawing/2014/main" id="{90AD50F3-3688-44DD-BDD2-B42150AB016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842" y="1637"/>
                <a:ext cx="1642" cy="12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98457" name="Freeform 1349">
                <a:extLst>
                  <a:ext uri="{FF2B5EF4-FFF2-40B4-BE49-F238E27FC236}">
                    <a16:creationId xmlns:a16="http://schemas.microsoft.com/office/drawing/2014/main" id="{45B83763-62CF-40B6-AB5A-B3F38737273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82" y="1564"/>
                <a:ext cx="1531" cy="246"/>
              </a:xfrm>
              <a:custGeom>
                <a:avLst/>
                <a:gdLst>
                  <a:gd name="T0" fmla="*/ 1 w 2528"/>
                  <a:gd name="T1" fmla="*/ 0 h 455"/>
                  <a:gd name="T2" fmla="*/ 1 w 2528"/>
                  <a:gd name="T3" fmla="*/ 1 h 455"/>
                  <a:gd name="T4" fmla="*/ 1 w 2528"/>
                  <a:gd name="T5" fmla="*/ 1 h 455"/>
                  <a:gd name="T6" fmla="*/ 0 w 2528"/>
                  <a:gd name="T7" fmla="*/ 1 h 455"/>
                  <a:gd name="T8" fmla="*/ 1 w 2528"/>
                  <a:gd name="T9" fmla="*/ 0 h 45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28"/>
                  <a:gd name="T16" fmla="*/ 0 h 455"/>
                  <a:gd name="T17" fmla="*/ 2528 w 2528"/>
                  <a:gd name="T18" fmla="*/ 455 h 45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28" h="455">
                    <a:moveTo>
                      <a:pt x="14" y="0"/>
                    </a:moveTo>
                    <a:lnTo>
                      <a:pt x="2528" y="341"/>
                    </a:lnTo>
                    <a:lnTo>
                      <a:pt x="2480" y="455"/>
                    </a:lnTo>
                    <a:lnTo>
                      <a:pt x="0" y="86"/>
                    </a:lnTo>
                    <a:lnTo>
                      <a:pt x="14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8458" name="Freeform 1350">
                <a:extLst>
                  <a:ext uri="{FF2B5EF4-FFF2-40B4-BE49-F238E27FC236}">
                    <a16:creationId xmlns:a16="http://schemas.microsoft.com/office/drawing/2014/main" id="{EAA3288F-EA80-408D-8CC2-5DC2A205679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7" y="1562"/>
                <a:ext cx="425" cy="1024"/>
              </a:xfrm>
              <a:custGeom>
                <a:avLst/>
                <a:gdLst>
                  <a:gd name="T0" fmla="*/ 1 w 702"/>
                  <a:gd name="T1" fmla="*/ 0 h 1893"/>
                  <a:gd name="T2" fmla="*/ 0 w 702"/>
                  <a:gd name="T3" fmla="*/ 1 h 1893"/>
                  <a:gd name="T4" fmla="*/ 1 w 702"/>
                  <a:gd name="T5" fmla="*/ 1 h 1893"/>
                  <a:gd name="T6" fmla="*/ 1 w 702"/>
                  <a:gd name="T7" fmla="*/ 1 h 1893"/>
                  <a:gd name="T8" fmla="*/ 1 w 702"/>
                  <a:gd name="T9" fmla="*/ 0 h 189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02"/>
                  <a:gd name="T16" fmla="*/ 0 h 1893"/>
                  <a:gd name="T17" fmla="*/ 702 w 702"/>
                  <a:gd name="T18" fmla="*/ 1893 h 189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02" h="1893">
                    <a:moveTo>
                      <a:pt x="579" y="0"/>
                    </a:moveTo>
                    <a:lnTo>
                      <a:pt x="0" y="1869"/>
                    </a:lnTo>
                    <a:lnTo>
                      <a:pt x="114" y="1893"/>
                    </a:lnTo>
                    <a:lnTo>
                      <a:pt x="702" y="51"/>
                    </a:lnTo>
                    <a:lnTo>
                      <a:pt x="579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8459" name="Freeform 1351">
                <a:extLst>
                  <a:ext uri="{FF2B5EF4-FFF2-40B4-BE49-F238E27FC236}">
                    <a16:creationId xmlns:a16="http://schemas.microsoft.com/office/drawing/2014/main" id="{2CDA621B-B3BA-4968-9B1B-763404DA83F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44" y="1745"/>
                <a:ext cx="458" cy="1182"/>
              </a:xfrm>
              <a:custGeom>
                <a:avLst/>
                <a:gdLst>
                  <a:gd name="T0" fmla="*/ 1 w 756"/>
                  <a:gd name="T1" fmla="*/ 0 h 2184"/>
                  <a:gd name="T2" fmla="*/ 1 w 756"/>
                  <a:gd name="T3" fmla="*/ 1 h 2184"/>
                  <a:gd name="T4" fmla="*/ 0 w 756"/>
                  <a:gd name="T5" fmla="*/ 1 h 2184"/>
                  <a:gd name="T6" fmla="*/ 1 w 756"/>
                  <a:gd name="T7" fmla="*/ 1 h 2184"/>
                  <a:gd name="T8" fmla="*/ 1 w 756"/>
                  <a:gd name="T9" fmla="*/ 0 h 218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6"/>
                  <a:gd name="T16" fmla="*/ 0 h 2184"/>
                  <a:gd name="T17" fmla="*/ 756 w 756"/>
                  <a:gd name="T18" fmla="*/ 2184 h 218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6" h="2184">
                    <a:moveTo>
                      <a:pt x="756" y="0"/>
                    </a:moveTo>
                    <a:lnTo>
                      <a:pt x="138" y="2184"/>
                    </a:lnTo>
                    <a:lnTo>
                      <a:pt x="0" y="2148"/>
                    </a:lnTo>
                    <a:lnTo>
                      <a:pt x="606" y="78"/>
                    </a:lnTo>
                    <a:lnTo>
                      <a:pt x="756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chemeClr val="bg1"/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8460" name="Freeform 1352">
                <a:extLst>
                  <a:ext uri="{FF2B5EF4-FFF2-40B4-BE49-F238E27FC236}">
                    <a16:creationId xmlns:a16="http://schemas.microsoft.com/office/drawing/2014/main" id="{ECA11570-BFED-4E01-ADF1-78B2A0C422F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2" y="2534"/>
                <a:ext cx="1680" cy="399"/>
              </a:xfrm>
              <a:custGeom>
                <a:avLst/>
                <a:gdLst>
                  <a:gd name="T0" fmla="*/ 1 w 2773"/>
                  <a:gd name="T1" fmla="*/ 0 h 738"/>
                  <a:gd name="T2" fmla="*/ 0 w 2773"/>
                  <a:gd name="T3" fmla="*/ 1 h 738"/>
                  <a:gd name="T4" fmla="*/ 1 w 2773"/>
                  <a:gd name="T5" fmla="*/ 1 h 738"/>
                  <a:gd name="T6" fmla="*/ 1 w 2773"/>
                  <a:gd name="T7" fmla="*/ 1 h 738"/>
                  <a:gd name="T8" fmla="*/ 1 w 2773"/>
                  <a:gd name="T9" fmla="*/ 0 h 73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773"/>
                  <a:gd name="T16" fmla="*/ 0 h 738"/>
                  <a:gd name="T17" fmla="*/ 2773 w 2773"/>
                  <a:gd name="T18" fmla="*/ 738 h 73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773" h="738">
                    <a:moveTo>
                      <a:pt x="33" y="0"/>
                    </a:moveTo>
                    <a:lnTo>
                      <a:pt x="0" y="99"/>
                    </a:lnTo>
                    <a:lnTo>
                      <a:pt x="2436" y="738"/>
                    </a:lnTo>
                    <a:cubicBezTo>
                      <a:pt x="2499" y="501"/>
                      <a:pt x="2773" y="727"/>
                      <a:pt x="2373" y="603"/>
                    </a:cubicBezTo>
                    <a:lnTo>
                      <a:pt x="3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CC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8461" name="Freeform 1353">
                <a:extLst>
                  <a:ext uri="{FF2B5EF4-FFF2-40B4-BE49-F238E27FC236}">
                    <a16:creationId xmlns:a16="http://schemas.microsoft.com/office/drawing/2014/main" id="{3365A614-84CB-4C4C-A3EB-7FC014A84B0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95" y="1755"/>
                <a:ext cx="429" cy="1187"/>
              </a:xfrm>
              <a:custGeom>
                <a:avLst/>
                <a:gdLst>
                  <a:gd name="T0" fmla="*/ 1 w 637"/>
                  <a:gd name="T1" fmla="*/ 0 h 1659"/>
                  <a:gd name="T2" fmla="*/ 1 w 637"/>
                  <a:gd name="T3" fmla="*/ 0 h 1659"/>
                  <a:gd name="T4" fmla="*/ 1 w 637"/>
                  <a:gd name="T5" fmla="*/ 1 h 1659"/>
                  <a:gd name="T6" fmla="*/ 0 w 637"/>
                  <a:gd name="T7" fmla="*/ 1 h 1659"/>
                  <a:gd name="T8" fmla="*/ 1 w 637"/>
                  <a:gd name="T9" fmla="*/ 0 h 165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37"/>
                  <a:gd name="T16" fmla="*/ 0 h 1659"/>
                  <a:gd name="T17" fmla="*/ 637 w 637"/>
                  <a:gd name="T18" fmla="*/ 1659 h 165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37" h="1659">
                    <a:moveTo>
                      <a:pt x="615" y="0"/>
                    </a:moveTo>
                    <a:lnTo>
                      <a:pt x="637" y="0"/>
                    </a:lnTo>
                    <a:lnTo>
                      <a:pt x="68" y="1659"/>
                    </a:lnTo>
                    <a:lnTo>
                      <a:pt x="0" y="1647"/>
                    </a:lnTo>
                    <a:lnTo>
                      <a:pt x="615" y="0"/>
                    </a:lnTo>
                    <a:close/>
                  </a:path>
                </a:pathLst>
              </a:custGeom>
              <a:solidFill>
                <a:srgbClr val="4D4D4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8462" name="Freeform 1354">
                <a:extLst>
                  <a:ext uri="{FF2B5EF4-FFF2-40B4-BE49-F238E27FC236}">
                    <a16:creationId xmlns:a16="http://schemas.microsoft.com/office/drawing/2014/main" id="{69D842FF-0FDC-4F0F-9A8A-D207117A85D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4" y="2587"/>
                <a:ext cx="1494" cy="394"/>
              </a:xfrm>
              <a:custGeom>
                <a:avLst/>
                <a:gdLst>
                  <a:gd name="T0" fmla="*/ 0 w 2216"/>
                  <a:gd name="T1" fmla="*/ 0 h 550"/>
                  <a:gd name="T2" fmla="*/ 1 w 2216"/>
                  <a:gd name="T3" fmla="*/ 1 h 550"/>
                  <a:gd name="T4" fmla="*/ 1 w 2216"/>
                  <a:gd name="T5" fmla="*/ 1 h 550"/>
                  <a:gd name="T6" fmla="*/ 1 w 2216"/>
                  <a:gd name="T7" fmla="*/ 1 h 550"/>
                  <a:gd name="T8" fmla="*/ 0 w 2216"/>
                  <a:gd name="T9" fmla="*/ 0 h 55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16"/>
                  <a:gd name="T16" fmla="*/ 0 h 550"/>
                  <a:gd name="T17" fmla="*/ 2216 w 2216"/>
                  <a:gd name="T18" fmla="*/ 550 h 55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16" h="550">
                    <a:moveTo>
                      <a:pt x="0" y="0"/>
                    </a:moveTo>
                    <a:lnTo>
                      <a:pt x="9" y="57"/>
                    </a:lnTo>
                    <a:lnTo>
                      <a:pt x="2164" y="550"/>
                    </a:lnTo>
                    <a:lnTo>
                      <a:pt x="2216" y="496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98463" name="Group 1355">
                <a:extLst>
                  <a:ext uri="{FF2B5EF4-FFF2-40B4-BE49-F238E27FC236}">
                    <a16:creationId xmlns:a16="http://schemas.microsoft.com/office/drawing/2014/main" id="{9CAED092-DABA-42DC-9411-DD82BE00203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09" y="3008"/>
                <a:ext cx="507" cy="234"/>
                <a:chOff x="1740" y="2642"/>
                <a:chExt cx="752" cy="327"/>
              </a:xfrm>
            </p:grpSpPr>
            <p:sp>
              <p:nvSpPr>
                <p:cNvPr id="98470" name="Freeform 1356">
                  <a:extLst>
                    <a:ext uri="{FF2B5EF4-FFF2-40B4-BE49-F238E27FC236}">
                      <a16:creationId xmlns:a16="http://schemas.microsoft.com/office/drawing/2014/main" id="{A81D2AC0-E40B-4E4D-A136-C7DDA459678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40" y="2642"/>
                  <a:ext cx="752" cy="327"/>
                </a:xfrm>
                <a:custGeom>
                  <a:avLst/>
                  <a:gdLst>
                    <a:gd name="T0" fmla="*/ 293 w 752"/>
                    <a:gd name="T1" fmla="*/ 0 h 327"/>
                    <a:gd name="T2" fmla="*/ 752 w 752"/>
                    <a:gd name="T3" fmla="*/ 124 h 327"/>
                    <a:gd name="T4" fmla="*/ 470 w 752"/>
                    <a:gd name="T5" fmla="*/ 327 h 327"/>
                    <a:gd name="T6" fmla="*/ 0 w 752"/>
                    <a:gd name="T7" fmla="*/ 183 h 327"/>
                    <a:gd name="T8" fmla="*/ 293 w 752"/>
                    <a:gd name="T9" fmla="*/ 0 h 32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2"/>
                    <a:gd name="T16" fmla="*/ 0 h 327"/>
                    <a:gd name="T17" fmla="*/ 752 w 752"/>
                    <a:gd name="T18" fmla="*/ 327 h 32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2" h="327">
                      <a:moveTo>
                        <a:pt x="293" y="0"/>
                      </a:moveTo>
                      <a:lnTo>
                        <a:pt x="752" y="124"/>
                      </a:lnTo>
                      <a:lnTo>
                        <a:pt x="470" y="327"/>
                      </a:lnTo>
                      <a:lnTo>
                        <a:pt x="0" y="183"/>
                      </a:lnTo>
                      <a:lnTo>
                        <a:pt x="293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98471" name="Freeform 1357">
                  <a:extLst>
                    <a:ext uri="{FF2B5EF4-FFF2-40B4-BE49-F238E27FC236}">
                      <a16:creationId xmlns:a16="http://schemas.microsoft.com/office/drawing/2014/main" id="{B0CC33B5-C6CA-415E-BB3B-FBEAA5FE60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54" y="2649"/>
                  <a:ext cx="726" cy="311"/>
                </a:xfrm>
                <a:custGeom>
                  <a:avLst/>
                  <a:gdLst>
                    <a:gd name="T0" fmla="*/ 282 w 726"/>
                    <a:gd name="T1" fmla="*/ 0 h 311"/>
                    <a:gd name="T2" fmla="*/ 726 w 726"/>
                    <a:gd name="T3" fmla="*/ 119 h 311"/>
                    <a:gd name="T4" fmla="*/ 457 w 726"/>
                    <a:gd name="T5" fmla="*/ 311 h 311"/>
                    <a:gd name="T6" fmla="*/ 0 w 726"/>
                    <a:gd name="T7" fmla="*/ 173 h 311"/>
                    <a:gd name="T8" fmla="*/ 282 w 726"/>
                    <a:gd name="T9" fmla="*/ 0 h 31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26"/>
                    <a:gd name="T16" fmla="*/ 0 h 311"/>
                    <a:gd name="T17" fmla="*/ 726 w 726"/>
                    <a:gd name="T18" fmla="*/ 311 h 31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26" h="311">
                      <a:moveTo>
                        <a:pt x="282" y="0"/>
                      </a:moveTo>
                      <a:lnTo>
                        <a:pt x="726" y="119"/>
                      </a:lnTo>
                      <a:lnTo>
                        <a:pt x="457" y="311"/>
                      </a:lnTo>
                      <a:lnTo>
                        <a:pt x="0" y="173"/>
                      </a:lnTo>
                      <a:lnTo>
                        <a:pt x="282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4D4D4D"/>
                    </a:gs>
                    <a:gs pos="100000">
                      <a:srgbClr val="DDDDDD"/>
                    </a:gs>
                  </a:gsLst>
                  <a:lin ang="189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98472" name="Freeform 1358">
                  <a:extLst>
                    <a:ext uri="{FF2B5EF4-FFF2-40B4-BE49-F238E27FC236}">
                      <a16:creationId xmlns:a16="http://schemas.microsoft.com/office/drawing/2014/main" id="{43C7B42E-7147-4C40-BDC8-B8771544773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08" y="2770"/>
                  <a:ext cx="258" cy="100"/>
                </a:xfrm>
                <a:custGeom>
                  <a:avLst/>
                  <a:gdLst>
                    <a:gd name="T0" fmla="*/ 0 w 258"/>
                    <a:gd name="T1" fmla="*/ 44 h 100"/>
                    <a:gd name="T2" fmla="*/ 75 w 258"/>
                    <a:gd name="T3" fmla="*/ 0 h 100"/>
                    <a:gd name="T4" fmla="*/ 258 w 258"/>
                    <a:gd name="T5" fmla="*/ 50 h 100"/>
                    <a:gd name="T6" fmla="*/ 183 w 258"/>
                    <a:gd name="T7" fmla="*/ 100 h 100"/>
                    <a:gd name="T8" fmla="*/ 0 w 258"/>
                    <a:gd name="T9" fmla="*/ 44 h 10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0"/>
                    <a:gd name="T17" fmla="*/ 258 w 258"/>
                    <a:gd name="T18" fmla="*/ 100 h 10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0">
                      <a:moveTo>
                        <a:pt x="0" y="44"/>
                      </a:moveTo>
                      <a:lnTo>
                        <a:pt x="75" y="0"/>
                      </a:lnTo>
                      <a:lnTo>
                        <a:pt x="258" y="50"/>
                      </a:lnTo>
                      <a:lnTo>
                        <a:pt x="183" y="100"/>
                      </a:lnTo>
                      <a:lnTo>
                        <a:pt x="0" y="44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98473" name="Freeform 1359">
                  <a:extLst>
                    <a:ext uri="{FF2B5EF4-FFF2-40B4-BE49-F238E27FC236}">
                      <a16:creationId xmlns:a16="http://schemas.microsoft.com/office/drawing/2014/main" id="{A6DA3CAB-54E3-4205-8A69-F1DC34D4047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99" y="2816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98474" name="Freeform 1360">
                  <a:extLst>
                    <a:ext uri="{FF2B5EF4-FFF2-40B4-BE49-F238E27FC236}">
                      <a16:creationId xmlns:a16="http://schemas.microsoft.com/office/drawing/2014/main" id="{2CF8E06D-32FE-47C1-B6B6-E5147D77301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20" y="2834"/>
                  <a:ext cx="258" cy="102"/>
                </a:xfrm>
                <a:custGeom>
                  <a:avLst/>
                  <a:gdLst>
                    <a:gd name="T0" fmla="*/ 0 w 258"/>
                    <a:gd name="T1" fmla="*/ 46 h 102"/>
                    <a:gd name="T2" fmla="*/ 71 w 258"/>
                    <a:gd name="T3" fmla="*/ 0 h 102"/>
                    <a:gd name="T4" fmla="*/ 258 w 258"/>
                    <a:gd name="T5" fmla="*/ 52 h 102"/>
                    <a:gd name="T6" fmla="*/ 183 w 258"/>
                    <a:gd name="T7" fmla="*/ 102 h 102"/>
                    <a:gd name="T8" fmla="*/ 0 w 258"/>
                    <a:gd name="T9" fmla="*/ 46 h 10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2"/>
                    <a:gd name="T17" fmla="*/ 258 w 258"/>
                    <a:gd name="T18" fmla="*/ 102 h 10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2">
                      <a:moveTo>
                        <a:pt x="0" y="46"/>
                      </a:moveTo>
                      <a:lnTo>
                        <a:pt x="71" y="0"/>
                      </a:lnTo>
                      <a:lnTo>
                        <a:pt x="258" y="52"/>
                      </a:lnTo>
                      <a:lnTo>
                        <a:pt x="183" y="102"/>
                      </a:lnTo>
                      <a:lnTo>
                        <a:pt x="0" y="46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98475" name="Freeform 1361">
                  <a:extLst>
                    <a:ext uri="{FF2B5EF4-FFF2-40B4-BE49-F238E27FC236}">
                      <a16:creationId xmlns:a16="http://schemas.microsoft.com/office/drawing/2014/main" id="{F1A6E5A3-DD96-4249-B52D-2A71D5253BA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11" y="2882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98464" name="Freeform 1362">
                <a:extLst>
                  <a:ext uri="{FF2B5EF4-FFF2-40B4-BE49-F238E27FC236}">
                    <a16:creationId xmlns:a16="http://schemas.microsoft.com/office/drawing/2014/main" id="{045656E9-A638-4526-B713-1719E62ED20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77" y="3043"/>
                <a:ext cx="614" cy="514"/>
              </a:xfrm>
              <a:custGeom>
                <a:avLst/>
                <a:gdLst>
                  <a:gd name="T0" fmla="*/ 1 w 990"/>
                  <a:gd name="T1" fmla="*/ 1 h 792"/>
                  <a:gd name="T2" fmla="*/ 1 w 990"/>
                  <a:gd name="T3" fmla="*/ 0 h 792"/>
                  <a:gd name="T4" fmla="*/ 1 w 990"/>
                  <a:gd name="T5" fmla="*/ 1 h 792"/>
                  <a:gd name="T6" fmla="*/ 0 w 990"/>
                  <a:gd name="T7" fmla="*/ 1 h 792"/>
                  <a:gd name="T8" fmla="*/ 1 w 990"/>
                  <a:gd name="T9" fmla="*/ 1 h 79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90"/>
                  <a:gd name="T16" fmla="*/ 0 h 792"/>
                  <a:gd name="T17" fmla="*/ 990 w 990"/>
                  <a:gd name="T18" fmla="*/ 792 h 79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90" h="792">
                    <a:moveTo>
                      <a:pt x="3" y="738"/>
                    </a:moveTo>
                    <a:lnTo>
                      <a:pt x="990" y="0"/>
                    </a:lnTo>
                    <a:lnTo>
                      <a:pt x="987" y="60"/>
                    </a:lnTo>
                    <a:lnTo>
                      <a:pt x="0" y="792"/>
                    </a:lnTo>
                    <a:lnTo>
                      <a:pt x="3" y="738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8465" name="Freeform 1363">
                <a:extLst>
                  <a:ext uri="{FF2B5EF4-FFF2-40B4-BE49-F238E27FC236}">
                    <a16:creationId xmlns:a16="http://schemas.microsoft.com/office/drawing/2014/main" id="{EDC9AAAD-AE72-4B06-8C8F-19C97F61A24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0" y="3084"/>
                <a:ext cx="1571" cy="469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8466" name="Freeform 1364">
                <a:extLst>
                  <a:ext uri="{FF2B5EF4-FFF2-40B4-BE49-F238E27FC236}">
                    <a16:creationId xmlns:a16="http://schemas.microsoft.com/office/drawing/2014/main" id="{61467D23-E3F8-4F1B-9603-52AA837D059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1" y="2998"/>
                <a:ext cx="17" cy="95"/>
              </a:xfrm>
              <a:custGeom>
                <a:avLst/>
                <a:gdLst>
                  <a:gd name="T0" fmla="*/ 1 w 26"/>
                  <a:gd name="T1" fmla="*/ 1 h 147"/>
                  <a:gd name="T2" fmla="*/ 1 w 26"/>
                  <a:gd name="T3" fmla="*/ 1 h 147"/>
                  <a:gd name="T4" fmla="*/ 0 w 26"/>
                  <a:gd name="T5" fmla="*/ 1 h 147"/>
                  <a:gd name="T6" fmla="*/ 1 w 26"/>
                  <a:gd name="T7" fmla="*/ 0 h 147"/>
                  <a:gd name="T8" fmla="*/ 1 w 26"/>
                  <a:gd name="T9" fmla="*/ 1 h 14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"/>
                  <a:gd name="T16" fmla="*/ 0 h 147"/>
                  <a:gd name="T17" fmla="*/ 26 w 26"/>
                  <a:gd name="T18" fmla="*/ 147 h 14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" h="147">
                    <a:moveTo>
                      <a:pt x="26" y="10"/>
                    </a:moveTo>
                    <a:lnTo>
                      <a:pt x="23" y="147"/>
                    </a:lnTo>
                    <a:lnTo>
                      <a:pt x="0" y="144"/>
                    </a:lnTo>
                    <a:lnTo>
                      <a:pt x="3" y="0"/>
                    </a:lnTo>
                    <a:lnTo>
                      <a:pt x="26" y="1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8467" name="Freeform 1365">
                <a:extLst>
                  <a:ext uri="{FF2B5EF4-FFF2-40B4-BE49-F238E27FC236}">
                    <a16:creationId xmlns:a16="http://schemas.microsoft.com/office/drawing/2014/main" id="{9649668A-4F9E-430F-A91D-EFEDC39D329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2" y="2611"/>
                <a:ext cx="730" cy="393"/>
              </a:xfrm>
              <a:custGeom>
                <a:avLst/>
                <a:gdLst>
                  <a:gd name="T0" fmla="*/ 1 w 1176"/>
                  <a:gd name="T1" fmla="*/ 0 h 606"/>
                  <a:gd name="T2" fmla="*/ 0 w 1176"/>
                  <a:gd name="T3" fmla="*/ 1 h 606"/>
                  <a:gd name="T4" fmla="*/ 1 w 1176"/>
                  <a:gd name="T5" fmla="*/ 1 h 606"/>
                  <a:gd name="T6" fmla="*/ 1 w 1176"/>
                  <a:gd name="T7" fmla="*/ 1 h 606"/>
                  <a:gd name="T8" fmla="*/ 1 w 1176"/>
                  <a:gd name="T9" fmla="*/ 0 h 60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176"/>
                  <a:gd name="T16" fmla="*/ 0 h 606"/>
                  <a:gd name="T17" fmla="*/ 1176 w 1176"/>
                  <a:gd name="T18" fmla="*/ 606 h 60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176" h="606">
                    <a:moveTo>
                      <a:pt x="1170" y="0"/>
                    </a:moveTo>
                    <a:lnTo>
                      <a:pt x="0" y="597"/>
                    </a:lnTo>
                    <a:lnTo>
                      <a:pt x="30" y="606"/>
                    </a:lnTo>
                    <a:lnTo>
                      <a:pt x="1176" y="18"/>
                    </a:lnTo>
                    <a:lnTo>
                      <a:pt x="1170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8468" name="Freeform 1366">
                <a:extLst>
                  <a:ext uri="{FF2B5EF4-FFF2-40B4-BE49-F238E27FC236}">
                    <a16:creationId xmlns:a16="http://schemas.microsoft.com/office/drawing/2014/main" id="{A88DD02F-BACD-4F0D-A2BA-D643C393944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61" y="3018"/>
                <a:ext cx="1490" cy="451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8469" name="Freeform 1367">
                <a:extLst>
                  <a:ext uri="{FF2B5EF4-FFF2-40B4-BE49-F238E27FC236}">
                    <a16:creationId xmlns:a16="http://schemas.microsoft.com/office/drawing/2014/main" id="{6A4AC403-68A7-4A28-88A3-6E7C74BFEB4A}"/>
                  </a:ext>
                </a:extLst>
              </p:cNvPr>
              <p:cNvSpPr>
                <a:spLocks/>
              </p:cNvSpPr>
              <p:nvPr/>
            </p:nvSpPr>
            <p:spPr bwMode="auto">
              <a:xfrm flipV="1">
                <a:off x="2549" y="2986"/>
                <a:ext cx="608" cy="467"/>
              </a:xfrm>
              <a:custGeom>
                <a:avLst/>
                <a:gdLst>
                  <a:gd name="T0" fmla="*/ 0 w 2532"/>
                  <a:gd name="T1" fmla="*/ 0 h 723"/>
                  <a:gd name="T2" fmla="*/ 0 w 2532"/>
                  <a:gd name="T3" fmla="*/ 0 h 723"/>
                  <a:gd name="T4" fmla="*/ 0 w 2532"/>
                  <a:gd name="T5" fmla="*/ 1 h 723"/>
                  <a:gd name="T6" fmla="*/ 0 w 2532"/>
                  <a:gd name="T7" fmla="*/ 1 h 723"/>
                  <a:gd name="T8" fmla="*/ 0 w 2532"/>
                  <a:gd name="T9" fmla="*/ 1 h 723"/>
                  <a:gd name="T10" fmla="*/ 0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98402" name="Group 1368">
              <a:extLst>
                <a:ext uri="{FF2B5EF4-FFF2-40B4-BE49-F238E27FC236}">
                  <a16:creationId xmlns:a16="http://schemas.microsoft.com/office/drawing/2014/main" id="{689C9796-F06D-4E6B-BB08-3D069A0D9E6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03" y="1916"/>
              <a:ext cx="280" cy="257"/>
              <a:chOff x="877" y="1008"/>
              <a:chExt cx="2747" cy="2591"/>
            </a:xfrm>
          </p:grpSpPr>
          <p:pic>
            <p:nvPicPr>
              <p:cNvPr id="98430" name="Picture 1369" descr="antenna_stylized">
                <a:extLst>
                  <a:ext uri="{FF2B5EF4-FFF2-40B4-BE49-F238E27FC236}">
                    <a16:creationId xmlns:a16="http://schemas.microsoft.com/office/drawing/2014/main" id="{FF67C12A-E4E8-4D55-B599-69B0D07A461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7" y="1008"/>
                <a:ext cx="2725" cy="142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98431" name="Picture 1370" descr="laptop_keyboard">
                <a:extLst>
                  <a:ext uri="{FF2B5EF4-FFF2-40B4-BE49-F238E27FC236}">
                    <a16:creationId xmlns:a16="http://schemas.microsoft.com/office/drawing/2014/main" id="{2E6795DD-A712-446D-8284-BE7035D7C62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09064" flipH="1">
                <a:off x="1009" y="2586"/>
                <a:ext cx="2245" cy="10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98432" name="Freeform 1371">
                <a:extLst>
                  <a:ext uri="{FF2B5EF4-FFF2-40B4-BE49-F238E27FC236}">
                    <a16:creationId xmlns:a16="http://schemas.microsoft.com/office/drawing/2014/main" id="{5977B213-DAE5-46FE-B558-B9129EE9C0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3" y="1603"/>
                <a:ext cx="1807" cy="1322"/>
              </a:xfrm>
              <a:custGeom>
                <a:avLst/>
                <a:gdLst>
                  <a:gd name="T0" fmla="*/ 1 w 2982"/>
                  <a:gd name="T1" fmla="*/ 0 h 2442"/>
                  <a:gd name="T2" fmla="*/ 0 w 2982"/>
                  <a:gd name="T3" fmla="*/ 1 h 2442"/>
                  <a:gd name="T4" fmla="*/ 1 w 2982"/>
                  <a:gd name="T5" fmla="*/ 1 h 2442"/>
                  <a:gd name="T6" fmla="*/ 1 w 2982"/>
                  <a:gd name="T7" fmla="*/ 1 h 2442"/>
                  <a:gd name="T8" fmla="*/ 1 w 2982"/>
                  <a:gd name="T9" fmla="*/ 0 h 24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82"/>
                  <a:gd name="T16" fmla="*/ 0 h 2442"/>
                  <a:gd name="T17" fmla="*/ 2982 w 2982"/>
                  <a:gd name="T18" fmla="*/ 2442 h 24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82" h="2442">
                    <a:moveTo>
                      <a:pt x="540" y="0"/>
                    </a:moveTo>
                    <a:lnTo>
                      <a:pt x="0" y="1734"/>
                    </a:lnTo>
                    <a:lnTo>
                      <a:pt x="2394" y="2442"/>
                    </a:lnTo>
                    <a:lnTo>
                      <a:pt x="2982" y="318"/>
                    </a:lnTo>
                    <a:lnTo>
                      <a:pt x="540" y="0"/>
                    </a:lnTo>
                    <a:close/>
                  </a:path>
                </a:pathLst>
              </a:cu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pic>
            <p:nvPicPr>
              <p:cNvPr id="98433" name="Picture 1372" descr="screen">
                <a:extLst>
                  <a:ext uri="{FF2B5EF4-FFF2-40B4-BE49-F238E27FC236}">
                    <a16:creationId xmlns:a16="http://schemas.microsoft.com/office/drawing/2014/main" id="{656213DA-52FC-40CC-BA69-2DAFA3B1C20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842" y="1637"/>
                <a:ext cx="1642" cy="12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98434" name="Freeform 1373">
                <a:extLst>
                  <a:ext uri="{FF2B5EF4-FFF2-40B4-BE49-F238E27FC236}">
                    <a16:creationId xmlns:a16="http://schemas.microsoft.com/office/drawing/2014/main" id="{E3385180-261B-4E3F-BCB3-EE79D16D81E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82" y="1564"/>
                <a:ext cx="1531" cy="246"/>
              </a:xfrm>
              <a:custGeom>
                <a:avLst/>
                <a:gdLst>
                  <a:gd name="T0" fmla="*/ 1 w 2528"/>
                  <a:gd name="T1" fmla="*/ 0 h 455"/>
                  <a:gd name="T2" fmla="*/ 1 w 2528"/>
                  <a:gd name="T3" fmla="*/ 1 h 455"/>
                  <a:gd name="T4" fmla="*/ 1 w 2528"/>
                  <a:gd name="T5" fmla="*/ 1 h 455"/>
                  <a:gd name="T6" fmla="*/ 0 w 2528"/>
                  <a:gd name="T7" fmla="*/ 1 h 455"/>
                  <a:gd name="T8" fmla="*/ 1 w 2528"/>
                  <a:gd name="T9" fmla="*/ 0 h 45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28"/>
                  <a:gd name="T16" fmla="*/ 0 h 455"/>
                  <a:gd name="T17" fmla="*/ 2528 w 2528"/>
                  <a:gd name="T18" fmla="*/ 455 h 45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28" h="455">
                    <a:moveTo>
                      <a:pt x="14" y="0"/>
                    </a:moveTo>
                    <a:lnTo>
                      <a:pt x="2528" y="341"/>
                    </a:lnTo>
                    <a:lnTo>
                      <a:pt x="2480" y="455"/>
                    </a:lnTo>
                    <a:lnTo>
                      <a:pt x="0" y="86"/>
                    </a:lnTo>
                    <a:lnTo>
                      <a:pt x="14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8435" name="Freeform 1374">
                <a:extLst>
                  <a:ext uri="{FF2B5EF4-FFF2-40B4-BE49-F238E27FC236}">
                    <a16:creationId xmlns:a16="http://schemas.microsoft.com/office/drawing/2014/main" id="{A3D6C509-38B0-4DD4-B5E7-A806378350F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7" y="1562"/>
                <a:ext cx="425" cy="1024"/>
              </a:xfrm>
              <a:custGeom>
                <a:avLst/>
                <a:gdLst>
                  <a:gd name="T0" fmla="*/ 1 w 702"/>
                  <a:gd name="T1" fmla="*/ 0 h 1893"/>
                  <a:gd name="T2" fmla="*/ 0 w 702"/>
                  <a:gd name="T3" fmla="*/ 1 h 1893"/>
                  <a:gd name="T4" fmla="*/ 1 w 702"/>
                  <a:gd name="T5" fmla="*/ 1 h 1893"/>
                  <a:gd name="T6" fmla="*/ 1 w 702"/>
                  <a:gd name="T7" fmla="*/ 1 h 1893"/>
                  <a:gd name="T8" fmla="*/ 1 w 702"/>
                  <a:gd name="T9" fmla="*/ 0 h 189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02"/>
                  <a:gd name="T16" fmla="*/ 0 h 1893"/>
                  <a:gd name="T17" fmla="*/ 702 w 702"/>
                  <a:gd name="T18" fmla="*/ 1893 h 189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02" h="1893">
                    <a:moveTo>
                      <a:pt x="579" y="0"/>
                    </a:moveTo>
                    <a:lnTo>
                      <a:pt x="0" y="1869"/>
                    </a:lnTo>
                    <a:lnTo>
                      <a:pt x="114" y="1893"/>
                    </a:lnTo>
                    <a:lnTo>
                      <a:pt x="702" y="51"/>
                    </a:lnTo>
                    <a:lnTo>
                      <a:pt x="579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8436" name="Freeform 1375">
                <a:extLst>
                  <a:ext uri="{FF2B5EF4-FFF2-40B4-BE49-F238E27FC236}">
                    <a16:creationId xmlns:a16="http://schemas.microsoft.com/office/drawing/2014/main" id="{099D68D0-9517-4D73-B420-E7D062D0FA3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44" y="1745"/>
                <a:ext cx="458" cy="1182"/>
              </a:xfrm>
              <a:custGeom>
                <a:avLst/>
                <a:gdLst>
                  <a:gd name="T0" fmla="*/ 1 w 756"/>
                  <a:gd name="T1" fmla="*/ 0 h 2184"/>
                  <a:gd name="T2" fmla="*/ 1 w 756"/>
                  <a:gd name="T3" fmla="*/ 1 h 2184"/>
                  <a:gd name="T4" fmla="*/ 0 w 756"/>
                  <a:gd name="T5" fmla="*/ 1 h 2184"/>
                  <a:gd name="T6" fmla="*/ 1 w 756"/>
                  <a:gd name="T7" fmla="*/ 1 h 2184"/>
                  <a:gd name="T8" fmla="*/ 1 w 756"/>
                  <a:gd name="T9" fmla="*/ 0 h 218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6"/>
                  <a:gd name="T16" fmla="*/ 0 h 2184"/>
                  <a:gd name="T17" fmla="*/ 756 w 756"/>
                  <a:gd name="T18" fmla="*/ 2184 h 218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6" h="2184">
                    <a:moveTo>
                      <a:pt x="756" y="0"/>
                    </a:moveTo>
                    <a:lnTo>
                      <a:pt x="138" y="2184"/>
                    </a:lnTo>
                    <a:lnTo>
                      <a:pt x="0" y="2148"/>
                    </a:lnTo>
                    <a:lnTo>
                      <a:pt x="606" y="78"/>
                    </a:lnTo>
                    <a:lnTo>
                      <a:pt x="756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chemeClr val="bg1"/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8437" name="Freeform 1376">
                <a:extLst>
                  <a:ext uri="{FF2B5EF4-FFF2-40B4-BE49-F238E27FC236}">
                    <a16:creationId xmlns:a16="http://schemas.microsoft.com/office/drawing/2014/main" id="{FB8F2960-7CBB-4F66-BEBE-72C7C8A132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2" y="2534"/>
                <a:ext cx="1680" cy="399"/>
              </a:xfrm>
              <a:custGeom>
                <a:avLst/>
                <a:gdLst>
                  <a:gd name="T0" fmla="*/ 1 w 2773"/>
                  <a:gd name="T1" fmla="*/ 0 h 738"/>
                  <a:gd name="T2" fmla="*/ 0 w 2773"/>
                  <a:gd name="T3" fmla="*/ 1 h 738"/>
                  <a:gd name="T4" fmla="*/ 1 w 2773"/>
                  <a:gd name="T5" fmla="*/ 1 h 738"/>
                  <a:gd name="T6" fmla="*/ 1 w 2773"/>
                  <a:gd name="T7" fmla="*/ 1 h 738"/>
                  <a:gd name="T8" fmla="*/ 1 w 2773"/>
                  <a:gd name="T9" fmla="*/ 0 h 73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773"/>
                  <a:gd name="T16" fmla="*/ 0 h 738"/>
                  <a:gd name="T17" fmla="*/ 2773 w 2773"/>
                  <a:gd name="T18" fmla="*/ 738 h 73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773" h="738">
                    <a:moveTo>
                      <a:pt x="33" y="0"/>
                    </a:moveTo>
                    <a:lnTo>
                      <a:pt x="0" y="99"/>
                    </a:lnTo>
                    <a:lnTo>
                      <a:pt x="2436" y="738"/>
                    </a:lnTo>
                    <a:cubicBezTo>
                      <a:pt x="2499" y="501"/>
                      <a:pt x="2773" y="727"/>
                      <a:pt x="2373" y="603"/>
                    </a:cubicBezTo>
                    <a:lnTo>
                      <a:pt x="3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CC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8438" name="Freeform 1377">
                <a:extLst>
                  <a:ext uri="{FF2B5EF4-FFF2-40B4-BE49-F238E27FC236}">
                    <a16:creationId xmlns:a16="http://schemas.microsoft.com/office/drawing/2014/main" id="{30ED4B9B-8DBF-4E86-898F-87360FA54E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95" y="1755"/>
                <a:ext cx="429" cy="1187"/>
              </a:xfrm>
              <a:custGeom>
                <a:avLst/>
                <a:gdLst>
                  <a:gd name="T0" fmla="*/ 1 w 637"/>
                  <a:gd name="T1" fmla="*/ 0 h 1659"/>
                  <a:gd name="T2" fmla="*/ 1 w 637"/>
                  <a:gd name="T3" fmla="*/ 0 h 1659"/>
                  <a:gd name="T4" fmla="*/ 1 w 637"/>
                  <a:gd name="T5" fmla="*/ 1 h 1659"/>
                  <a:gd name="T6" fmla="*/ 0 w 637"/>
                  <a:gd name="T7" fmla="*/ 1 h 1659"/>
                  <a:gd name="T8" fmla="*/ 1 w 637"/>
                  <a:gd name="T9" fmla="*/ 0 h 165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37"/>
                  <a:gd name="T16" fmla="*/ 0 h 1659"/>
                  <a:gd name="T17" fmla="*/ 637 w 637"/>
                  <a:gd name="T18" fmla="*/ 1659 h 165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37" h="1659">
                    <a:moveTo>
                      <a:pt x="615" y="0"/>
                    </a:moveTo>
                    <a:lnTo>
                      <a:pt x="637" y="0"/>
                    </a:lnTo>
                    <a:lnTo>
                      <a:pt x="68" y="1659"/>
                    </a:lnTo>
                    <a:lnTo>
                      <a:pt x="0" y="1647"/>
                    </a:lnTo>
                    <a:lnTo>
                      <a:pt x="615" y="0"/>
                    </a:lnTo>
                    <a:close/>
                  </a:path>
                </a:pathLst>
              </a:custGeom>
              <a:solidFill>
                <a:srgbClr val="4D4D4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8439" name="Freeform 1378">
                <a:extLst>
                  <a:ext uri="{FF2B5EF4-FFF2-40B4-BE49-F238E27FC236}">
                    <a16:creationId xmlns:a16="http://schemas.microsoft.com/office/drawing/2014/main" id="{8E5D378C-3247-43EA-A922-E2FBCC045B4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4" y="2587"/>
                <a:ext cx="1494" cy="394"/>
              </a:xfrm>
              <a:custGeom>
                <a:avLst/>
                <a:gdLst>
                  <a:gd name="T0" fmla="*/ 0 w 2216"/>
                  <a:gd name="T1" fmla="*/ 0 h 550"/>
                  <a:gd name="T2" fmla="*/ 1 w 2216"/>
                  <a:gd name="T3" fmla="*/ 1 h 550"/>
                  <a:gd name="T4" fmla="*/ 1 w 2216"/>
                  <a:gd name="T5" fmla="*/ 1 h 550"/>
                  <a:gd name="T6" fmla="*/ 1 w 2216"/>
                  <a:gd name="T7" fmla="*/ 1 h 550"/>
                  <a:gd name="T8" fmla="*/ 0 w 2216"/>
                  <a:gd name="T9" fmla="*/ 0 h 55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16"/>
                  <a:gd name="T16" fmla="*/ 0 h 550"/>
                  <a:gd name="T17" fmla="*/ 2216 w 2216"/>
                  <a:gd name="T18" fmla="*/ 550 h 55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16" h="550">
                    <a:moveTo>
                      <a:pt x="0" y="0"/>
                    </a:moveTo>
                    <a:lnTo>
                      <a:pt x="9" y="57"/>
                    </a:lnTo>
                    <a:lnTo>
                      <a:pt x="2164" y="550"/>
                    </a:lnTo>
                    <a:lnTo>
                      <a:pt x="2216" y="496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98440" name="Group 1379">
                <a:extLst>
                  <a:ext uri="{FF2B5EF4-FFF2-40B4-BE49-F238E27FC236}">
                    <a16:creationId xmlns:a16="http://schemas.microsoft.com/office/drawing/2014/main" id="{74F4F6E9-342E-401A-BED1-9F8370339AE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09" y="3008"/>
                <a:ext cx="507" cy="234"/>
                <a:chOff x="1740" y="2642"/>
                <a:chExt cx="752" cy="327"/>
              </a:xfrm>
            </p:grpSpPr>
            <p:sp>
              <p:nvSpPr>
                <p:cNvPr id="98447" name="Freeform 1380">
                  <a:extLst>
                    <a:ext uri="{FF2B5EF4-FFF2-40B4-BE49-F238E27FC236}">
                      <a16:creationId xmlns:a16="http://schemas.microsoft.com/office/drawing/2014/main" id="{0D3645F7-157E-47F3-9EC5-8B666AE1156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40" y="2642"/>
                  <a:ext cx="752" cy="327"/>
                </a:xfrm>
                <a:custGeom>
                  <a:avLst/>
                  <a:gdLst>
                    <a:gd name="T0" fmla="*/ 293 w 752"/>
                    <a:gd name="T1" fmla="*/ 0 h 327"/>
                    <a:gd name="T2" fmla="*/ 752 w 752"/>
                    <a:gd name="T3" fmla="*/ 124 h 327"/>
                    <a:gd name="T4" fmla="*/ 470 w 752"/>
                    <a:gd name="T5" fmla="*/ 327 h 327"/>
                    <a:gd name="T6" fmla="*/ 0 w 752"/>
                    <a:gd name="T7" fmla="*/ 183 h 327"/>
                    <a:gd name="T8" fmla="*/ 293 w 752"/>
                    <a:gd name="T9" fmla="*/ 0 h 32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2"/>
                    <a:gd name="T16" fmla="*/ 0 h 327"/>
                    <a:gd name="T17" fmla="*/ 752 w 752"/>
                    <a:gd name="T18" fmla="*/ 327 h 32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2" h="327">
                      <a:moveTo>
                        <a:pt x="293" y="0"/>
                      </a:moveTo>
                      <a:lnTo>
                        <a:pt x="752" y="124"/>
                      </a:lnTo>
                      <a:lnTo>
                        <a:pt x="470" y="327"/>
                      </a:lnTo>
                      <a:lnTo>
                        <a:pt x="0" y="183"/>
                      </a:lnTo>
                      <a:lnTo>
                        <a:pt x="293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98448" name="Freeform 1381">
                  <a:extLst>
                    <a:ext uri="{FF2B5EF4-FFF2-40B4-BE49-F238E27FC236}">
                      <a16:creationId xmlns:a16="http://schemas.microsoft.com/office/drawing/2014/main" id="{6387AB44-82E8-4A01-9DBF-528D3B0CDD4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54" y="2649"/>
                  <a:ext cx="726" cy="311"/>
                </a:xfrm>
                <a:custGeom>
                  <a:avLst/>
                  <a:gdLst>
                    <a:gd name="T0" fmla="*/ 282 w 726"/>
                    <a:gd name="T1" fmla="*/ 0 h 311"/>
                    <a:gd name="T2" fmla="*/ 726 w 726"/>
                    <a:gd name="T3" fmla="*/ 119 h 311"/>
                    <a:gd name="T4" fmla="*/ 457 w 726"/>
                    <a:gd name="T5" fmla="*/ 311 h 311"/>
                    <a:gd name="T6" fmla="*/ 0 w 726"/>
                    <a:gd name="T7" fmla="*/ 173 h 311"/>
                    <a:gd name="T8" fmla="*/ 282 w 726"/>
                    <a:gd name="T9" fmla="*/ 0 h 31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26"/>
                    <a:gd name="T16" fmla="*/ 0 h 311"/>
                    <a:gd name="T17" fmla="*/ 726 w 726"/>
                    <a:gd name="T18" fmla="*/ 311 h 31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26" h="311">
                      <a:moveTo>
                        <a:pt x="282" y="0"/>
                      </a:moveTo>
                      <a:lnTo>
                        <a:pt x="726" y="119"/>
                      </a:lnTo>
                      <a:lnTo>
                        <a:pt x="457" y="311"/>
                      </a:lnTo>
                      <a:lnTo>
                        <a:pt x="0" y="173"/>
                      </a:lnTo>
                      <a:lnTo>
                        <a:pt x="282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4D4D4D"/>
                    </a:gs>
                    <a:gs pos="100000">
                      <a:srgbClr val="DDDDDD"/>
                    </a:gs>
                  </a:gsLst>
                  <a:lin ang="189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98449" name="Freeform 1382">
                  <a:extLst>
                    <a:ext uri="{FF2B5EF4-FFF2-40B4-BE49-F238E27FC236}">
                      <a16:creationId xmlns:a16="http://schemas.microsoft.com/office/drawing/2014/main" id="{9ED65FB7-19D9-4FB6-B755-FC25A80FFB4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08" y="2770"/>
                  <a:ext cx="258" cy="100"/>
                </a:xfrm>
                <a:custGeom>
                  <a:avLst/>
                  <a:gdLst>
                    <a:gd name="T0" fmla="*/ 0 w 258"/>
                    <a:gd name="T1" fmla="*/ 44 h 100"/>
                    <a:gd name="T2" fmla="*/ 75 w 258"/>
                    <a:gd name="T3" fmla="*/ 0 h 100"/>
                    <a:gd name="T4" fmla="*/ 258 w 258"/>
                    <a:gd name="T5" fmla="*/ 50 h 100"/>
                    <a:gd name="T6" fmla="*/ 183 w 258"/>
                    <a:gd name="T7" fmla="*/ 100 h 100"/>
                    <a:gd name="T8" fmla="*/ 0 w 258"/>
                    <a:gd name="T9" fmla="*/ 44 h 10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0"/>
                    <a:gd name="T17" fmla="*/ 258 w 258"/>
                    <a:gd name="T18" fmla="*/ 100 h 10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0">
                      <a:moveTo>
                        <a:pt x="0" y="44"/>
                      </a:moveTo>
                      <a:lnTo>
                        <a:pt x="75" y="0"/>
                      </a:lnTo>
                      <a:lnTo>
                        <a:pt x="258" y="50"/>
                      </a:lnTo>
                      <a:lnTo>
                        <a:pt x="183" y="100"/>
                      </a:lnTo>
                      <a:lnTo>
                        <a:pt x="0" y="44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98450" name="Freeform 1383">
                  <a:extLst>
                    <a:ext uri="{FF2B5EF4-FFF2-40B4-BE49-F238E27FC236}">
                      <a16:creationId xmlns:a16="http://schemas.microsoft.com/office/drawing/2014/main" id="{5C4B9E8D-349E-403E-ADCC-F2242CD92D8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99" y="2816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98451" name="Freeform 1384">
                  <a:extLst>
                    <a:ext uri="{FF2B5EF4-FFF2-40B4-BE49-F238E27FC236}">
                      <a16:creationId xmlns:a16="http://schemas.microsoft.com/office/drawing/2014/main" id="{49AA0625-21CD-4DA3-88DF-C3D292AE3EA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20" y="2834"/>
                  <a:ext cx="258" cy="102"/>
                </a:xfrm>
                <a:custGeom>
                  <a:avLst/>
                  <a:gdLst>
                    <a:gd name="T0" fmla="*/ 0 w 258"/>
                    <a:gd name="T1" fmla="*/ 46 h 102"/>
                    <a:gd name="T2" fmla="*/ 71 w 258"/>
                    <a:gd name="T3" fmla="*/ 0 h 102"/>
                    <a:gd name="T4" fmla="*/ 258 w 258"/>
                    <a:gd name="T5" fmla="*/ 52 h 102"/>
                    <a:gd name="T6" fmla="*/ 183 w 258"/>
                    <a:gd name="T7" fmla="*/ 102 h 102"/>
                    <a:gd name="T8" fmla="*/ 0 w 258"/>
                    <a:gd name="T9" fmla="*/ 46 h 10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2"/>
                    <a:gd name="T17" fmla="*/ 258 w 258"/>
                    <a:gd name="T18" fmla="*/ 102 h 10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2">
                      <a:moveTo>
                        <a:pt x="0" y="46"/>
                      </a:moveTo>
                      <a:lnTo>
                        <a:pt x="71" y="0"/>
                      </a:lnTo>
                      <a:lnTo>
                        <a:pt x="258" y="52"/>
                      </a:lnTo>
                      <a:lnTo>
                        <a:pt x="183" y="102"/>
                      </a:lnTo>
                      <a:lnTo>
                        <a:pt x="0" y="46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98452" name="Freeform 1385">
                  <a:extLst>
                    <a:ext uri="{FF2B5EF4-FFF2-40B4-BE49-F238E27FC236}">
                      <a16:creationId xmlns:a16="http://schemas.microsoft.com/office/drawing/2014/main" id="{5CA69BA1-4395-425D-A2B6-C1DA9E2EB2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11" y="2882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98441" name="Freeform 1386">
                <a:extLst>
                  <a:ext uri="{FF2B5EF4-FFF2-40B4-BE49-F238E27FC236}">
                    <a16:creationId xmlns:a16="http://schemas.microsoft.com/office/drawing/2014/main" id="{7018D9A8-1A8E-4C80-8922-8497F449282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77" y="3043"/>
                <a:ext cx="614" cy="514"/>
              </a:xfrm>
              <a:custGeom>
                <a:avLst/>
                <a:gdLst>
                  <a:gd name="T0" fmla="*/ 1 w 990"/>
                  <a:gd name="T1" fmla="*/ 1 h 792"/>
                  <a:gd name="T2" fmla="*/ 1 w 990"/>
                  <a:gd name="T3" fmla="*/ 0 h 792"/>
                  <a:gd name="T4" fmla="*/ 1 w 990"/>
                  <a:gd name="T5" fmla="*/ 1 h 792"/>
                  <a:gd name="T6" fmla="*/ 0 w 990"/>
                  <a:gd name="T7" fmla="*/ 1 h 792"/>
                  <a:gd name="T8" fmla="*/ 1 w 990"/>
                  <a:gd name="T9" fmla="*/ 1 h 79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90"/>
                  <a:gd name="T16" fmla="*/ 0 h 792"/>
                  <a:gd name="T17" fmla="*/ 990 w 990"/>
                  <a:gd name="T18" fmla="*/ 792 h 79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90" h="792">
                    <a:moveTo>
                      <a:pt x="3" y="738"/>
                    </a:moveTo>
                    <a:lnTo>
                      <a:pt x="990" y="0"/>
                    </a:lnTo>
                    <a:lnTo>
                      <a:pt x="987" y="60"/>
                    </a:lnTo>
                    <a:lnTo>
                      <a:pt x="0" y="792"/>
                    </a:lnTo>
                    <a:lnTo>
                      <a:pt x="3" y="738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8442" name="Freeform 1387">
                <a:extLst>
                  <a:ext uri="{FF2B5EF4-FFF2-40B4-BE49-F238E27FC236}">
                    <a16:creationId xmlns:a16="http://schemas.microsoft.com/office/drawing/2014/main" id="{5A6D0B7A-D4D3-40AB-8BCB-21422A7B61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0" y="3084"/>
                <a:ext cx="1571" cy="469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8443" name="Freeform 1388">
                <a:extLst>
                  <a:ext uri="{FF2B5EF4-FFF2-40B4-BE49-F238E27FC236}">
                    <a16:creationId xmlns:a16="http://schemas.microsoft.com/office/drawing/2014/main" id="{3EDA3497-53FA-498B-98E5-5197182E7FA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1" y="2998"/>
                <a:ext cx="17" cy="95"/>
              </a:xfrm>
              <a:custGeom>
                <a:avLst/>
                <a:gdLst>
                  <a:gd name="T0" fmla="*/ 1 w 26"/>
                  <a:gd name="T1" fmla="*/ 1 h 147"/>
                  <a:gd name="T2" fmla="*/ 1 w 26"/>
                  <a:gd name="T3" fmla="*/ 1 h 147"/>
                  <a:gd name="T4" fmla="*/ 0 w 26"/>
                  <a:gd name="T5" fmla="*/ 1 h 147"/>
                  <a:gd name="T6" fmla="*/ 1 w 26"/>
                  <a:gd name="T7" fmla="*/ 0 h 147"/>
                  <a:gd name="T8" fmla="*/ 1 w 26"/>
                  <a:gd name="T9" fmla="*/ 1 h 14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"/>
                  <a:gd name="T16" fmla="*/ 0 h 147"/>
                  <a:gd name="T17" fmla="*/ 26 w 26"/>
                  <a:gd name="T18" fmla="*/ 147 h 14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" h="147">
                    <a:moveTo>
                      <a:pt x="26" y="10"/>
                    </a:moveTo>
                    <a:lnTo>
                      <a:pt x="23" y="147"/>
                    </a:lnTo>
                    <a:lnTo>
                      <a:pt x="0" y="144"/>
                    </a:lnTo>
                    <a:lnTo>
                      <a:pt x="3" y="0"/>
                    </a:lnTo>
                    <a:lnTo>
                      <a:pt x="26" y="1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8444" name="Freeform 1389">
                <a:extLst>
                  <a:ext uri="{FF2B5EF4-FFF2-40B4-BE49-F238E27FC236}">
                    <a16:creationId xmlns:a16="http://schemas.microsoft.com/office/drawing/2014/main" id="{7468CB4E-BE7F-48FA-92C9-19D0773FA1E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2" y="2611"/>
                <a:ext cx="730" cy="393"/>
              </a:xfrm>
              <a:custGeom>
                <a:avLst/>
                <a:gdLst>
                  <a:gd name="T0" fmla="*/ 1 w 1176"/>
                  <a:gd name="T1" fmla="*/ 0 h 606"/>
                  <a:gd name="T2" fmla="*/ 0 w 1176"/>
                  <a:gd name="T3" fmla="*/ 1 h 606"/>
                  <a:gd name="T4" fmla="*/ 1 w 1176"/>
                  <a:gd name="T5" fmla="*/ 1 h 606"/>
                  <a:gd name="T6" fmla="*/ 1 w 1176"/>
                  <a:gd name="T7" fmla="*/ 1 h 606"/>
                  <a:gd name="T8" fmla="*/ 1 w 1176"/>
                  <a:gd name="T9" fmla="*/ 0 h 60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176"/>
                  <a:gd name="T16" fmla="*/ 0 h 606"/>
                  <a:gd name="T17" fmla="*/ 1176 w 1176"/>
                  <a:gd name="T18" fmla="*/ 606 h 60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176" h="606">
                    <a:moveTo>
                      <a:pt x="1170" y="0"/>
                    </a:moveTo>
                    <a:lnTo>
                      <a:pt x="0" y="597"/>
                    </a:lnTo>
                    <a:lnTo>
                      <a:pt x="30" y="606"/>
                    </a:lnTo>
                    <a:lnTo>
                      <a:pt x="1176" y="18"/>
                    </a:lnTo>
                    <a:lnTo>
                      <a:pt x="1170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8445" name="Freeform 1390">
                <a:extLst>
                  <a:ext uri="{FF2B5EF4-FFF2-40B4-BE49-F238E27FC236}">
                    <a16:creationId xmlns:a16="http://schemas.microsoft.com/office/drawing/2014/main" id="{FB0F78D5-942A-40FB-BC78-004E723E004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61" y="3018"/>
                <a:ext cx="1490" cy="451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8446" name="Freeform 1391">
                <a:extLst>
                  <a:ext uri="{FF2B5EF4-FFF2-40B4-BE49-F238E27FC236}">
                    <a16:creationId xmlns:a16="http://schemas.microsoft.com/office/drawing/2014/main" id="{8B2913AC-0353-4A6F-8338-FBA40DC05CE1}"/>
                  </a:ext>
                </a:extLst>
              </p:cNvPr>
              <p:cNvSpPr>
                <a:spLocks/>
              </p:cNvSpPr>
              <p:nvPr/>
            </p:nvSpPr>
            <p:spPr bwMode="auto">
              <a:xfrm flipV="1">
                <a:off x="2549" y="2986"/>
                <a:ext cx="608" cy="467"/>
              </a:xfrm>
              <a:custGeom>
                <a:avLst/>
                <a:gdLst>
                  <a:gd name="T0" fmla="*/ 0 w 2532"/>
                  <a:gd name="T1" fmla="*/ 0 h 723"/>
                  <a:gd name="T2" fmla="*/ 0 w 2532"/>
                  <a:gd name="T3" fmla="*/ 0 h 723"/>
                  <a:gd name="T4" fmla="*/ 0 w 2532"/>
                  <a:gd name="T5" fmla="*/ 1 h 723"/>
                  <a:gd name="T6" fmla="*/ 0 w 2532"/>
                  <a:gd name="T7" fmla="*/ 1 h 723"/>
                  <a:gd name="T8" fmla="*/ 0 w 2532"/>
                  <a:gd name="T9" fmla="*/ 1 h 723"/>
                  <a:gd name="T10" fmla="*/ 0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98403" name="Group 1392">
              <a:extLst>
                <a:ext uri="{FF2B5EF4-FFF2-40B4-BE49-F238E27FC236}">
                  <a16:creationId xmlns:a16="http://schemas.microsoft.com/office/drawing/2014/main" id="{0EEEE9CD-39A3-4C8B-BCA7-F3D571DB0F99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3742" y="2030"/>
              <a:ext cx="261" cy="235"/>
              <a:chOff x="2839" y="3501"/>
              <a:chExt cx="755" cy="803"/>
            </a:xfrm>
          </p:grpSpPr>
          <p:pic>
            <p:nvPicPr>
              <p:cNvPr id="98428" name="Picture 1393" descr="desktop_computer_stylized_medium">
                <a:extLst>
                  <a:ext uri="{FF2B5EF4-FFF2-40B4-BE49-F238E27FC236}">
                    <a16:creationId xmlns:a16="http://schemas.microsoft.com/office/drawing/2014/main" id="{C5BAFF5F-1E1C-42B5-8CD9-63B6D184FF6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98429" name="Freeform 1394">
                <a:extLst>
                  <a:ext uri="{FF2B5EF4-FFF2-40B4-BE49-F238E27FC236}">
                    <a16:creationId xmlns:a16="http://schemas.microsoft.com/office/drawing/2014/main" id="{E2DA1A3A-45DD-421A-AE91-70CC5C62C47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grpSp>
          <p:nvGrpSpPr>
            <p:cNvPr id="98404" name="Group 1395">
              <a:extLst>
                <a:ext uri="{FF2B5EF4-FFF2-40B4-BE49-F238E27FC236}">
                  <a16:creationId xmlns:a16="http://schemas.microsoft.com/office/drawing/2014/main" id="{B5B3DDA7-1EDF-4064-8F40-BE0351B862C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03" y="3416"/>
              <a:ext cx="299" cy="257"/>
              <a:chOff x="877" y="1008"/>
              <a:chExt cx="2747" cy="2591"/>
            </a:xfrm>
          </p:grpSpPr>
          <p:pic>
            <p:nvPicPr>
              <p:cNvPr id="98405" name="Picture 1396" descr="antenna_stylized">
                <a:extLst>
                  <a:ext uri="{FF2B5EF4-FFF2-40B4-BE49-F238E27FC236}">
                    <a16:creationId xmlns:a16="http://schemas.microsoft.com/office/drawing/2014/main" id="{C405F656-6A6A-4A25-8C00-4FC58F516B0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7" y="1008"/>
                <a:ext cx="2725" cy="142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98406" name="Picture 1397" descr="laptop_keyboard">
                <a:extLst>
                  <a:ext uri="{FF2B5EF4-FFF2-40B4-BE49-F238E27FC236}">
                    <a16:creationId xmlns:a16="http://schemas.microsoft.com/office/drawing/2014/main" id="{69471CF4-3DEE-4897-A35C-95E11DB6DB5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09064" flipH="1">
                <a:off x="1009" y="2586"/>
                <a:ext cx="2245" cy="10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98407" name="Freeform 1398">
                <a:extLst>
                  <a:ext uri="{FF2B5EF4-FFF2-40B4-BE49-F238E27FC236}">
                    <a16:creationId xmlns:a16="http://schemas.microsoft.com/office/drawing/2014/main" id="{D59B09AA-2BCC-4154-AD06-E0BAB3988BD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3" y="1603"/>
                <a:ext cx="1807" cy="1322"/>
              </a:xfrm>
              <a:custGeom>
                <a:avLst/>
                <a:gdLst>
                  <a:gd name="T0" fmla="*/ 1 w 2982"/>
                  <a:gd name="T1" fmla="*/ 0 h 2442"/>
                  <a:gd name="T2" fmla="*/ 0 w 2982"/>
                  <a:gd name="T3" fmla="*/ 1 h 2442"/>
                  <a:gd name="T4" fmla="*/ 1 w 2982"/>
                  <a:gd name="T5" fmla="*/ 1 h 2442"/>
                  <a:gd name="T6" fmla="*/ 1 w 2982"/>
                  <a:gd name="T7" fmla="*/ 1 h 2442"/>
                  <a:gd name="T8" fmla="*/ 1 w 2982"/>
                  <a:gd name="T9" fmla="*/ 0 h 24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82"/>
                  <a:gd name="T16" fmla="*/ 0 h 2442"/>
                  <a:gd name="T17" fmla="*/ 2982 w 2982"/>
                  <a:gd name="T18" fmla="*/ 2442 h 24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82" h="2442">
                    <a:moveTo>
                      <a:pt x="540" y="0"/>
                    </a:moveTo>
                    <a:lnTo>
                      <a:pt x="0" y="1734"/>
                    </a:lnTo>
                    <a:lnTo>
                      <a:pt x="2394" y="2442"/>
                    </a:lnTo>
                    <a:lnTo>
                      <a:pt x="2982" y="318"/>
                    </a:lnTo>
                    <a:lnTo>
                      <a:pt x="540" y="0"/>
                    </a:lnTo>
                    <a:close/>
                  </a:path>
                </a:pathLst>
              </a:cu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pic>
            <p:nvPicPr>
              <p:cNvPr id="98408" name="Picture 1399" descr="screen">
                <a:extLst>
                  <a:ext uri="{FF2B5EF4-FFF2-40B4-BE49-F238E27FC236}">
                    <a16:creationId xmlns:a16="http://schemas.microsoft.com/office/drawing/2014/main" id="{87A284D4-9E77-40AE-8CC4-480B58487EF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842" y="1637"/>
                <a:ext cx="1642" cy="12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98409" name="Freeform 1400">
                <a:extLst>
                  <a:ext uri="{FF2B5EF4-FFF2-40B4-BE49-F238E27FC236}">
                    <a16:creationId xmlns:a16="http://schemas.microsoft.com/office/drawing/2014/main" id="{E22588AC-B736-4138-A345-5955CB5B2D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82" y="1564"/>
                <a:ext cx="1531" cy="246"/>
              </a:xfrm>
              <a:custGeom>
                <a:avLst/>
                <a:gdLst>
                  <a:gd name="T0" fmla="*/ 1 w 2528"/>
                  <a:gd name="T1" fmla="*/ 0 h 455"/>
                  <a:gd name="T2" fmla="*/ 1 w 2528"/>
                  <a:gd name="T3" fmla="*/ 1 h 455"/>
                  <a:gd name="T4" fmla="*/ 1 w 2528"/>
                  <a:gd name="T5" fmla="*/ 1 h 455"/>
                  <a:gd name="T6" fmla="*/ 0 w 2528"/>
                  <a:gd name="T7" fmla="*/ 1 h 455"/>
                  <a:gd name="T8" fmla="*/ 1 w 2528"/>
                  <a:gd name="T9" fmla="*/ 0 h 45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28"/>
                  <a:gd name="T16" fmla="*/ 0 h 455"/>
                  <a:gd name="T17" fmla="*/ 2528 w 2528"/>
                  <a:gd name="T18" fmla="*/ 455 h 45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28" h="455">
                    <a:moveTo>
                      <a:pt x="14" y="0"/>
                    </a:moveTo>
                    <a:lnTo>
                      <a:pt x="2528" y="341"/>
                    </a:lnTo>
                    <a:lnTo>
                      <a:pt x="2480" y="455"/>
                    </a:lnTo>
                    <a:lnTo>
                      <a:pt x="0" y="86"/>
                    </a:lnTo>
                    <a:lnTo>
                      <a:pt x="14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8410" name="Freeform 1401">
                <a:extLst>
                  <a:ext uri="{FF2B5EF4-FFF2-40B4-BE49-F238E27FC236}">
                    <a16:creationId xmlns:a16="http://schemas.microsoft.com/office/drawing/2014/main" id="{CCEF7099-8852-45FC-8639-145B6C8488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7" y="1562"/>
                <a:ext cx="425" cy="1024"/>
              </a:xfrm>
              <a:custGeom>
                <a:avLst/>
                <a:gdLst>
                  <a:gd name="T0" fmla="*/ 1 w 702"/>
                  <a:gd name="T1" fmla="*/ 0 h 1893"/>
                  <a:gd name="T2" fmla="*/ 0 w 702"/>
                  <a:gd name="T3" fmla="*/ 1 h 1893"/>
                  <a:gd name="T4" fmla="*/ 1 w 702"/>
                  <a:gd name="T5" fmla="*/ 1 h 1893"/>
                  <a:gd name="T6" fmla="*/ 1 w 702"/>
                  <a:gd name="T7" fmla="*/ 1 h 1893"/>
                  <a:gd name="T8" fmla="*/ 1 w 702"/>
                  <a:gd name="T9" fmla="*/ 0 h 189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02"/>
                  <a:gd name="T16" fmla="*/ 0 h 1893"/>
                  <a:gd name="T17" fmla="*/ 702 w 702"/>
                  <a:gd name="T18" fmla="*/ 1893 h 189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02" h="1893">
                    <a:moveTo>
                      <a:pt x="579" y="0"/>
                    </a:moveTo>
                    <a:lnTo>
                      <a:pt x="0" y="1869"/>
                    </a:lnTo>
                    <a:lnTo>
                      <a:pt x="114" y="1893"/>
                    </a:lnTo>
                    <a:lnTo>
                      <a:pt x="702" y="51"/>
                    </a:lnTo>
                    <a:lnTo>
                      <a:pt x="579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8411" name="Freeform 1402">
                <a:extLst>
                  <a:ext uri="{FF2B5EF4-FFF2-40B4-BE49-F238E27FC236}">
                    <a16:creationId xmlns:a16="http://schemas.microsoft.com/office/drawing/2014/main" id="{84E06859-C071-4F75-A3CB-674B6D24079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44" y="1745"/>
                <a:ext cx="458" cy="1182"/>
              </a:xfrm>
              <a:custGeom>
                <a:avLst/>
                <a:gdLst>
                  <a:gd name="T0" fmla="*/ 1 w 756"/>
                  <a:gd name="T1" fmla="*/ 0 h 2184"/>
                  <a:gd name="T2" fmla="*/ 1 w 756"/>
                  <a:gd name="T3" fmla="*/ 1 h 2184"/>
                  <a:gd name="T4" fmla="*/ 0 w 756"/>
                  <a:gd name="T5" fmla="*/ 1 h 2184"/>
                  <a:gd name="T6" fmla="*/ 1 w 756"/>
                  <a:gd name="T7" fmla="*/ 1 h 2184"/>
                  <a:gd name="T8" fmla="*/ 1 w 756"/>
                  <a:gd name="T9" fmla="*/ 0 h 218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6"/>
                  <a:gd name="T16" fmla="*/ 0 h 2184"/>
                  <a:gd name="T17" fmla="*/ 756 w 756"/>
                  <a:gd name="T18" fmla="*/ 2184 h 218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6" h="2184">
                    <a:moveTo>
                      <a:pt x="756" y="0"/>
                    </a:moveTo>
                    <a:lnTo>
                      <a:pt x="138" y="2184"/>
                    </a:lnTo>
                    <a:lnTo>
                      <a:pt x="0" y="2148"/>
                    </a:lnTo>
                    <a:lnTo>
                      <a:pt x="606" y="78"/>
                    </a:lnTo>
                    <a:lnTo>
                      <a:pt x="756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chemeClr val="bg1"/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8412" name="Freeform 1403">
                <a:extLst>
                  <a:ext uri="{FF2B5EF4-FFF2-40B4-BE49-F238E27FC236}">
                    <a16:creationId xmlns:a16="http://schemas.microsoft.com/office/drawing/2014/main" id="{974713E2-09E3-4350-A924-475A878B81B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2" y="2534"/>
                <a:ext cx="1680" cy="399"/>
              </a:xfrm>
              <a:custGeom>
                <a:avLst/>
                <a:gdLst>
                  <a:gd name="T0" fmla="*/ 1 w 2773"/>
                  <a:gd name="T1" fmla="*/ 0 h 738"/>
                  <a:gd name="T2" fmla="*/ 0 w 2773"/>
                  <a:gd name="T3" fmla="*/ 1 h 738"/>
                  <a:gd name="T4" fmla="*/ 1 w 2773"/>
                  <a:gd name="T5" fmla="*/ 1 h 738"/>
                  <a:gd name="T6" fmla="*/ 1 w 2773"/>
                  <a:gd name="T7" fmla="*/ 1 h 738"/>
                  <a:gd name="T8" fmla="*/ 1 w 2773"/>
                  <a:gd name="T9" fmla="*/ 0 h 73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773"/>
                  <a:gd name="T16" fmla="*/ 0 h 738"/>
                  <a:gd name="T17" fmla="*/ 2773 w 2773"/>
                  <a:gd name="T18" fmla="*/ 738 h 73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773" h="738">
                    <a:moveTo>
                      <a:pt x="33" y="0"/>
                    </a:moveTo>
                    <a:lnTo>
                      <a:pt x="0" y="99"/>
                    </a:lnTo>
                    <a:lnTo>
                      <a:pt x="2436" y="738"/>
                    </a:lnTo>
                    <a:cubicBezTo>
                      <a:pt x="2499" y="501"/>
                      <a:pt x="2773" y="727"/>
                      <a:pt x="2373" y="603"/>
                    </a:cubicBezTo>
                    <a:lnTo>
                      <a:pt x="3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CC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8413" name="Freeform 1404">
                <a:extLst>
                  <a:ext uri="{FF2B5EF4-FFF2-40B4-BE49-F238E27FC236}">
                    <a16:creationId xmlns:a16="http://schemas.microsoft.com/office/drawing/2014/main" id="{EC87F830-E4D1-4FB0-81E3-18D0F0E9CB6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95" y="1755"/>
                <a:ext cx="429" cy="1187"/>
              </a:xfrm>
              <a:custGeom>
                <a:avLst/>
                <a:gdLst>
                  <a:gd name="T0" fmla="*/ 1 w 637"/>
                  <a:gd name="T1" fmla="*/ 0 h 1659"/>
                  <a:gd name="T2" fmla="*/ 1 w 637"/>
                  <a:gd name="T3" fmla="*/ 0 h 1659"/>
                  <a:gd name="T4" fmla="*/ 1 w 637"/>
                  <a:gd name="T5" fmla="*/ 1 h 1659"/>
                  <a:gd name="T6" fmla="*/ 0 w 637"/>
                  <a:gd name="T7" fmla="*/ 1 h 1659"/>
                  <a:gd name="T8" fmla="*/ 1 w 637"/>
                  <a:gd name="T9" fmla="*/ 0 h 165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37"/>
                  <a:gd name="T16" fmla="*/ 0 h 1659"/>
                  <a:gd name="T17" fmla="*/ 637 w 637"/>
                  <a:gd name="T18" fmla="*/ 1659 h 165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37" h="1659">
                    <a:moveTo>
                      <a:pt x="615" y="0"/>
                    </a:moveTo>
                    <a:lnTo>
                      <a:pt x="637" y="0"/>
                    </a:lnTo>
                    <a:lnTo>
                      <a:pt x="68" y="1659"/>
                    </a:lnTo>
                    <a:lnTo>
                      <a:pt x="0" y="1647"/>
                    </a:lnTo>
                    <a:lnTo>
                      <a:pt x="615" y="0"/>
                    </a:lnTo>
                    <a:close/>
                  </a:path>
                </a:pathLst>
              </a:custGeom>
              <a:solidFill>
                <a:srgbClr val="4D4D4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8414" name="Freeform 1405">
                <a:extLst>
                  <a:ext uri="{FF2B5EF4-FFF2-40B4-BE49-F238E27FC236}">
                    <a16:creationId xmlns:a16="http://schemas.microsoft.com/office/drawing/2014/main" id="{A87AA6BF-C7A4-470F-9518-B683D321209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4" y="2587"/>
                <a:ext cx="1494" cy="394"/>
              </a:xfrm>
              <a:custGeom>
                <a:avLst/>
                <a:gdLst>
                  <a:gd name="T0" fmla="*/ 0 w 2216"/>
                  <a:gd name="T1" fmla="*/ 0 h 550"/>
                  <a:gd name="T2" fmla="*/ 1 w 2216"/>
                  <a:gd name="T3" fmla="*/ 1 h 550"/>
                  <a:gd name="T4" fmla="*/ 1 w 2216"/>
                  <a:gd name="T5" fmla="*/ 1 h 550"/>
                  <a:gd name="T6" fmla="*/ 1 w 2216"/>
                  <a:gd name="T7" fmla="*/ 1 h 550"/>
                  <a:gd name="T8" fmla="*/ 0 w 2216"/>
                  <a:gd name="T9" fmla="*/ 0 h 55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16"/>
                  <a:gd name="T16" fmla="*/ 0 h 550"/>
                  <a:gd name="T17" fmla="*/ 2216 w 2216"/>
                  <a:gd name="T18" fmla="*/ 550 h 55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16" h="550">
                    <a:moveTo>
                      <a:pt x="0" y="0"/>
                    </a:moveTo>
                    <a:lnTo>
                      <a:pt x="9" y="57"/>
                    </a:lnTo>
                    <a:lnTo>
                      <a:pt x="2164" y="550"/>
                    </a:lnTo>
                    <a:lnTo>
                      <a:pt x="2216" y="496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98415" name="Group 1406">
                <a:extLst>
                  <a:ext uri="{FF2B5EF4-FFF2-40B4-BE49-F238E27FC236}">
                    <a16:creationId xmlns:a16="http://schemas.microsoft.com/office/drawing/2014/main" id="{7060C42D-17E6-4917-AED5-DAF6847E5B6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09" y="3008"/>
                <a:ext cx="507" cy="234"/>
                <a:chOff x="1740" y="2642"/>
                <a:chExt cx="752" cy="327"/>
              </a:xfrm>
            </p:grpSpPr>
            <p:sp>
              <p:nvSpPr>
                <p:cNvPr id="98422" name="Freeform 1407">
                  <a:extLst>
                    <a:ext uri="{FF2B5EF4-FFF2-40B4-BE49-F238E27FC236}">
                      <a16:creationId xmlns:a16="http://schemas.microsoft.com/office/drawing/2014/main" id="{7DB95446-4B14-49F2-9AEA-05D48687217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40" y="2642"/>
                  <a:ext cx="752" cy="327"/>
                </a:xfrm>
                <a:custGeom>
                  <a:avLst/>
                  <a:gdLst>
                    <a:gd name="T0" fmla="*/ 293 w 752"/>
                    <a:gd name="T1" fmla="*/ 0 h 327"/>
                    <a:gd name="T2" fmla="*/ 752 w 752"/>
                    <a:gd name="T3" fmla="*/ 124 h 327"/>
                    <a:gd name="T4" fmla="*/ 470 w 752"/>
                    <a:gd name="T5" fmla="*/ 327 h 327"/>
                    <a:gd name="T6" fmla="*/ 0 w 752"/>
                    <a:gd name="T7" fmla="*/ 183 h 327"/>
                    <a:gd name="T8" fmla="*/ 293 w 752"/>
                    <a:gd name="T9" fmla="*/ 0 h 32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2"/>
                    <a:gd name="T16" fmla="*/ 0 h 327"/>
                    <a:gd name="T17" fmla="*/ 752 w 752"/>
                    <a:gd name="T18" fmla="*/ 327 h 32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2" h="327">
                      <a:moveTo>
                        <a:pt x="293" y="0"/>
                      </a:moveTo>
                      <a:lnTo>
                        <a:pt x="752" y="124"/>
                      </a:lnTo>
                      <a:lnTo>
                        <a:pt x="470" y="327"/>
                      </a:lnTo>
                      <a:lnTo>
                        <a:pt x="0" y="183"/>
                      </a:lnTo>
                      <a:lnTo>
                        <a:pt x="293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98423" name="Freeform 1408">
                  <a:extLst>
                    <a:ext uri="{FF2B5EF4-FFF2-40B4-BE49-F238E27FC236}">
                      <a16:creationId xmlns:a16="http://schemas.microsoft.com/office/drawing/2014/main" id="{CB5A58C0-851B-4DA9-BB4A-D8EF6A18E17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54" y="2649"/>
                  <a:ext cx="726" cy="311"/>
                </a:xfrm>
                <a:custGeom>
                  <a:avLst/>
                  <a:gdLst>
                    <a:gd name="T0" fmla="*/ 282 w 726"/>
                    <a:gd name="T1" fmla="*/ 0 h 311"/>
                    <a:gd name="T2" fmla="*/ 726 w 726"/>
                    <a:gd name="T3" fmla="*/ 119 h 311"/>
                    <a:gd name="T4" fmla="*/ 457 w 726"/>
                    <a:gd name="T5" fmla="*/ 311 h 311"/>
                    <a:gd name="T6" fmla="*/ 0 w 726"/>
                    <a:gd name="T7" fmla="*/ 173 h 311"/>
                    <a:gd name="T8" fmla="*/ 282 w 726"/>
                    <a:gd name="T9" fmla="*/ 0 h 31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26"/>
                    <a:gd name="T16" fmla="*/ 0 h 311"/>
                    <a:gd name="T17" fmla="*/ 726 w 726"/>
                    <a:gd name="T18" fmla="*/ 311 h 31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26" h="311">
                      <a:moveTo>
                        <a:pt x="282" y="0"/>
                      </a:moveTo>
                      <a:lnTo>
                        <a:pt x="726" y="119"/>
                      </a:lnTo>
                      <a:lnTo>
                        <a:pt x="457" y="311"/>
                      </a:lnTo>
                      <a:lnTo>
                        <a:pt x="0" y="173"/>
                      </a:lnTo>
                      <a:lnTo>
                        <a:pt x="282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4D4D4D"/>
                    </a:gs>
                    <a:gs pos="100000">
                      <a:srgbClr val="DDDDDD"/>
                    </a:gs>
                  </a:gsLst>
                  <a:lin ang="189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98424" name="Freeform 1409">
                  <a:extLst>
                    <a:ext uri="{FF2B5EF4-FFF2-40B4-BE49-F238E27FC236}">
                      <a16:creationId xmlns:a16="http://schemas.microsoft.com/office/drawing/2014/main" id="{1A7D4A37-E3F1-4AFF-8AF2-F83BCFCC762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08" y="2770"/>
                  <a:ext cx="258" cy="100"/>
                </a:xfrm>
                <a:custGeom>
                  <a:avLst/>
                  <a:gdLst>
                    <a:gd name="T0" fmla="*/ 0 w 258"/>
                    <a:gd name="T1" fmla="*/ 44 h 100"/>
                    <a:gd name="T2" fmla="*/ 75 w 258"/>
                    <a:gd name="T3" fmla="*/ 0 h 100"/>
                    <a:gd name="T4" fmla="*/ 258 w 258"/>
                    <a:gd name="T5" fmla="*/ 50 h 100"/>
                    <a:gd name="T6" fmla="*/ 183 w 258"/>
                    <a:gd name="T7" fmla="*/ 100 h 100"/>
                    <a:gd name="T8" fmla="*/ 0 w 258"/>
                    <a:gd name="T9" fmla="*/ 44 h 10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0"/>
                    <a:gd name="T17" fmla="*/ 258 w 258"/>
                    <a:gd name="T18" fmla="*/ 100 h 10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0">
                      <a:moveTo>
                        <a:pt x="0" y="44"/>
                      </a:moveTo>
                      <a:lnTo>
                        <a:pt x="75" y="0"/>
                      </a:lnTo>
                      <a:lnTo>
                        <a:pt x="258" y="50"/>
                      </a:lnTo>
                      <a:lnTo>
                        <a:pt x="183" y="100"/>
                      </a:lnTo>
                      <a:lnTo>
                        <a:pt x="0" y="44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98425" name="Freeform 1410">
                  <a:extLst>
                    <a:ext uri="{FF2B5EF4-FFF2-40B4-BE49-F238E27FC236}">
                      <a16:creationId xmlns:a16="http://schemas.microsoft.com/office/drawing/2014/main" id="{A0E76A8F-D1BB-424B-A529-E215BF3E612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99" y="2816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98426" name="Freeform 1411">
                  <a:extLst>
                    <a:ext uri="{FF2B5EF4-FFF2-40B4-BE49-F238E27FC236}">
                      <a16:creationId xmlns:a16="http://schemas.microsoft.com/office/drawing/2014/main" id="{D20407A9-EFA7-44CD-9951-10E1AE13368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20" y="2834"/>
                  <a:ext cx="258" cy="102"/>
                </a:xfrm>
                <a:custGeom>
                  <a:avLst/>
                  <a:gdLst>
                    <a:gd name="T0" fmla="*/ 0 w 258"/>
                    <a:gd name="T1" fmla="*/ 46 h 102"/>
                    <a:gd name="T2" fmla="*/ 71 w 258"/>
                    <a:gd name="T3" fmla="*/ 0 h 102"/>
                    <a:gd name="T4" fmla="*/ 258 w 258"/>
                    <a:gd name="T5" fmla="*/ 52 h 102"/>
                    <a:gd name="T6" fmla="*/ 183 w 258"/>
                    <a:gd name="T7" fmla="*/ 102 h 102"/>
                    <a:gd name="T8" fmla="*/ 0 w 258"/>
                    <a:gd name="T9" fmla="*/ 46 h 10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2"/>
                    <a:gd name="T17" fmla="*/ 258 w 258"/>
                    <a:gd name="T18" fmla="*/ 102 h 10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2">
                      <a:moveTo>
                        <a:pt x="0" y="46"/>
                      </a:moveTo>
                      <a:lnTo>
                        <a:pt x="71" y="0"/>
                      </a:lnTo>
                      <a:lnTo>
                        <a:pt x="258" y="52"/>
                      </a:lnTo>
                      <a:lnTo>
                        <a:pt x="183" y="102"/>
                      </a:lnTo>
                      <a:lnTo>
                        <a:pt x="0" y="46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98427" name="Freeform 1412">
                  <a:extLst>
                    <a:ext uri="{FF2B5EF4-FFF2-40B4-BE49-F238E27FC236}">
                      <a16:creationId xmlns:a16="http://schemas.microsoft.com/office/drawing/2014/main" id="{B44D539A-4149-4191-9A91-34A3889DA80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11" y="2882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98416" name="Freeform 1413">
                <a:extLst>
                  <a:ext uri="{FF2B5EF4-FFF2-40B4-BE49-F238E27FC236}">
                    <a16:creationId xmlns:a16="http://schemas.microsoft.com/office/drawing/2014/main" id="{4FF5517E-7A26-4694-888B-EDBDCE93175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77" y="3043"/>
                <a:ext cx="614" cy="514"/>
              </a:xfrm>
              <a:custGeom>
                <a:avLst/>
                <a:gdLst>
                  <a:gd name="T0" fmla="*/ 1 w 990"/>
                  <a:gd name="T1" fmla="*/ 1 h 792"/>
                  <a:gd name="T2" fmla="*/ 1 w 990"/>
                  <a:gd name="T3" fmla="*/ 0 h 792"/>
                  <a:gd name="T4" fmla="*/ 1 w 990"/>
                  <a:gd name="T5" fmla="*/ 1 h 792"/>
                  <a:gd name="T6" fmla="*/ 0 w 990"/>
                  <a:gd name="T7" fmla="*/ 1 h 792"/>
                  <a:gd name="T8" fmla="*/ 1 w 990"/>
                  <a:gd name="T9" fmla="*/ 1 h 79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90"/>
                  <a:gd name="T16" fmla="*/ 0 h 792"/>
                  <a:gd name="T17" fmla="*/ 990 w 990"/>
                  <a:gd name="T18" fmla="*/ 792 h 79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90" h="792">
                    <a:moveTo>
                      <a:pt x="3" y="738"/>
                    </a:moveTo>
                    <a:lnTo>
                      <a:pt x="990" y="0"/>
                    </a:lnTo>
                    <a:lnTo>
                      <a:pt x="987" y="60"/>
                    </a:lnTo>
                    <a:lnTo>
                      <a:pt x="0" y="792"/>
                    </a:lnTo>
                    <a:lnTo>
                      <a:pt x="3" y="738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8417" name="Freeform 1414">
                <a:extLst>
                  <a:ext uri="{FF2B5EF4-FFF2-40B4-BE49-F238E27FC236}">
                    <a16:creationId xmlns:a16="http://schemas.microsoft.com/office/drawing/2014/main" id="{201FF22B-810E-4AF3-94D5-775FC849234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0" y="3084"/>
                <a:ext cx="1571" cy="469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8418" name="Freeform 1415">
                <a:extLst>
                  <a:ext uri="{FF2B5EF4-FFF2-40B4-BE49-F238E27FC236}">
                    <a16:creationId xmlns:a16="http://schemas.microsoft.com/office/drawing/2014/main" id="{7A7D4A80-C0D5-41FC-8912-9FDDCDC64F1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1" y="2998"/>
                <a:ext cx="17" cy="95"/>
              </a:xfrm>
              <a:custGeom>
                <a:avLst/>
                <a:gdLst>
                  <a:gd name="T0" fmla="*/ 1 w 26"/>
                  <a:gd name="T1" fmla="*/ 1 h 147"/>
                  <a:gd name="T2" fmla="*/ 1 w 26"/>
                  <a:gd name="T3" fmla="*/ 1 h 147"/>
                  <a:gd name="T4" fmla="*/ 0 w 26"/>
                  <a:gd name="T5" fmla="*/ 1 h 147"/>
                  <a:gd name="T6" fmla="*/ 1 w 26"/>
                  <a:gd name="T7" fmla="*/ 0 h 147"/>
                  <a:gd name="T8" fmla="*/ 1 w 26"/>
                  <a:gd name="T9" fmla="*/ 1 h 14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"/>
                  <a:gd name="T16" fmla="*/ 0 h 147"/>
                  <a:gd name="T17" fmla="*/ 26 w 26"/>
                  <a:gd name="T18" fmla="*/ 147 h 14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" h="147">
                    <a:moveTo>
                      <a:pt x="26" y="10"/>
                    </a:moveTo>
                    <a:lnTo>
                      <a:pt x="23" y="147"/>
                    </a:lnTo>
                    <a:lnTo>
                      <a:pt x="0" y="144"/>
                    </a:lnTo>
                    <a:lnTo>
                      <a:pt x="3" y="0"/>
                    </a:lnTo>
                    <a:lnTo>
                      <a:pt x="26" y="1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8419" name="Freeform 1416">
                <a:extLst>
                  <a:ext uri="{FF2B5EF4-FFF2-40B4-BE49-F238E27FC236}">
                    <a16:creationId xmlns:a16="http://schemas.microsoft.com/office/drawing/2014/main" id="{B5A265A7-7058-403F-8D92-7A91BBEB4B7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2" y="2611"/>
                <a:ext cx="730" cy="393"/>
              </a:xfrm>
              <a:custGeom>
                <a:avLst/>
                <a:gdLst>
                  <a:gd name="T0" fmla="*/ 1 w 1176"/>
                  <a:gd name="T1" fmla="*/ 0 h 606"/>
                  <a:gd name="T2" fmla="*/ 0 w 1176"/>
                  <a:gd name="T3" fmla="*/ 1 h 606"/>
                  <a:gd name="T4" fmla="*/ 1 w 1176"/>
                  <a:gd name="T5" fmla="*/ 1 h 606"/>
                  <a:gd name="T6" fmla="*/ 1 w 1176"/>
                  <a:gd name="T7" fmla="*/ 1 h 606"/>
                  <a:gd name="T8" fmla="*/ 1 w 1176"/>
                  <a:gd name="T9" fmla="*/ 0 h 60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176"/>
                  <a:gd name="T16" fmla="*/ 0 h 606"/>
                  <a:gd name="T17" fmla="*/ 1176 w 1176"/>
                  <a:gd name="T18" fmla="*/ 606 h 60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176" h="606">
                    <a:moveTo>
                      <a:pt x="1170" y="0"/>
                    </a:moveTo>
                    <a:lnTo>
                      <a:pt x="0" y="597"/>
                    </a:lnTo>
                    <a:lnTo>
                      <a:pt x="30" y="606"/>
                    </a:lnTo>
                    <a:lnTo>
                      <a:pt x="1176" y="18"/>
                    </a:lnTo>
                    <a:lnTo>
                      <a:pt x="1170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8420" name="Freeform 1417">
                <a:extLst>
                  <a:ext uri="{FF2B5EF4-FFF2-40B4-BE49-F238E27FC236}">
                    <a16:creationId xmlns:a16="http://schemas.microsoft.com/office/drawing/2014/main" id="{938BE1AA-CFB7-41E1-A495-7F2191FF9A1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61" y="3018"/>
                <a:ext cx="1490" cy="451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8421" name="Freeform 1418">
                <a:extLst>
                  <a:ext uri="{FF2B5EF4-FFF2-40B4-BE49-F238E27FC236}">
                    <a16:creationId xmlns:a16="http://schemas.microsoft.com/office/drawing/2014/main" id="{04B86853-87BE-44A3-9477-E611375ADA01}"/>
                  </a:ext>
                </a:extLst>
              </p:cNvPr>
              <p:cNvSpPr>
                <a:spLocks/>
              </p:cNvSpPr>
              <p:nvPr/>
            </p:nvSpPr>
            <p:spPr bwMode="auto">
              <a:xfrm flipV="1">
                <a:off x="2549" y="2986"/>
                <a:ext cx="608" cy="467"/>
              </a:xfrm>
              <a:custGeom>
                <a:avLst/>
                <a:gdLst>
                  <a:gd name="T0" fmla="*/ 0 w 2532"/>
                  <a:gd name="T1" fmla="*/ 0 h 723"/>
                  <a:gd name="T2" fmla="*/ 0 w 2532"/>
                  <a:gd name="T3" fmla="*/ 0 h 723"/>
                  <a:gd name="T4" fmla="*/ 0 w 2532"/>
                  <a:gd name="T5" fmla="*/ 1 h 723"/>
                  <a:gd name="T6" fmla="*/ 0 w 2532"/>
                  <a:gd name="T7" fmla="*/ 1 h 723"/>
                  <a:gd name="T8" fmla="*/ 0 w 2532"/>
                  <a:gd name="T9" fmla="*/ 1 h 723"/>
                  <a:gd name="T10" fmla="*/ 0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</p:grpSp>
      <p:sp>
        <p:nvSpPr>
          <p:cNvPr id="35729" name="Line 913">
            <a:extLst>
              <a:ext uri="{FF2B5EF4-FFF2-40B4-BE49-F238E27FC236}">
                <a16:creationId xmlns:a16="http://schemas.microsoft.com/office/drawing/2014/main" id="{B091370A-45AB-490D-A508-F522140F50CE}"/>
              </a:ext>
            </a:extLst>
          </p:cNvPr>
          <p:cNvSpPr>
            <a:spLocks noChangeShapeType="1"/>
          </p:cNvSpPr>
          <p:nvPr/>
        </p:nvSpPr>
        <p:spPr bwMode="auto">
          <a:xfrm>
            <a:off x="6850063" y="3786188"/>
            <a:ext cx="1290637" cy="541337"/>
          </a:xfrm>
          <a:prstGeom prst="line">
            <a:avLst/>
          </a:prstGeom>
          <a:noFill/>
          <a:ln w="76200">
            <a:solidFill>
              <a:srgbClr val="CC0000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pic>
        <p:nvPicPr>
          <p:cNvPr id="98310" name="Picture 616" descr="underline_base">
            <a:extLst>
              <a:ext uri="{FF2B5EF4-FFF2-40B4-BE49-F238E27FC236}">
                <a16:creationId xmlns:a16="http://schemas.microsoft.com/office/drawing/2014/main" id="{44FEFD38-7D69-4F6C-96B3-40A91D756C0B}"/>
              </a:ext>
            </a:extLst>
          </p:cNvPr>
          <p:cNvPicPr>
            <a:picLocks noChangeArrowheads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7513" y="850900"/>
            <a:ext cx="50276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5727" name="Line 911">
            <a:extLst>
              <a:ext uri="{FF2B5EF4-FFF2-40B4-BE49-F238E27FC236}">
                <a16:creationId xmlns:a16="http://schemas.microsoft.com/office/drawing/2014/main" id="{F953ECB3-6731-4CC4-B4B1-8812869FA03C}"/>
              </a:ext>
            </a:extLst>
          </p:cNvPr>
          <p:cNvSpPr>
            <a:spLocks noChangeShapeType="1"/>
          </p:cNvSpPr>
          <p:nvPr/>
        </p:nvSpPr>
        <p:spPr bwMode="auto">
          <a:xfrm>
            <a:off x="6945313" y="660400"/>
            <a:ext cx="1700212" cy="3386138"/>
          </a:xfrm>
          <a:prstGeom prst="line">
            <a:avLst/>
          </a:prstGeom>
          <a:noFill/>
          <a:ln w="76200">
            <a:solidFill>
              <a:srgbClr val="CC0000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98312" name="Rectangle 2">
            <a:extLst>
              <a:ext uri="{FF2B5EF4-FFF2-40B4-BE49-F238E27FC236}">
                <a16:creationId xmlns:a16="http://schemas.microsoft.com/office/drawing/2014/main" id="{56F2D30F-2535-4EDF-8E8C-3A1FA8C5AC4E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295275" y="0"/>
            <a:ext cx="8382000" cy="1041400"/>
          </a:xfrm>
        </p:spPr>
        <p:txBody>
          <a:bodyPr/>
          <a:lstStyle/>
          <a:p>
            <a:r>
              <a:rPr lang="en-US" altLang="zh-TW" sz="4000">
                <a:ea typeface="ＭＳ Ｐゴシック" panose="020B0600070205080204" pitchFamily="34" charset="-128"/>
              </a:rPr>
              <a:t>Creating a network app</a:t>
            </a:r>
          </a:p>
        </p:txBody>
      </p:sp>
      <p:sp>
        <p:nvSpPr>
          <p:cNvPr id="98313" name="Rectangle 3">
            <a:extLst>
              <a:ext uri="{FF2B5EF4-FFF2-40B4-BE49-F238E27FC236}">
                <a16:creationId xmlns:a16="http://schemas.microsoft.com/office/drawing/2014/main" id="{F761D8A4-E384-40FB-BE80-FBC6EC325DE0}"/>
              </a:ext>
            </a:extLst>
          </p:cNvPr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523875" y="1116013"/>
            <a:ext cx="4191000" cy="5114925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sz="2400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write programs that:</a:t>
            </a:r>
          </a:p>
          <a:p>
            <a:r>
              <a:rPr lang="en-US" altLang="zh-TW" sz="2400" dirty="0">
                <a:ea typeface="ＭＳ Ｐゴシック" panose="020B0600070205080204" pitchFamily="34" charset="-128"/>
              </a:rPr>
              <a:t>run on (different) </a:t>
            </a:r>
            <a:r>
              <a:rPr lang="en-US" altLang="zh-TW" sz="2400" i="1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end systems</a:t>
            </a:r>
          </a:p>
          <a:p>
            <a:r>
              <a:rPr lang="en-US" altLang="zh-TW" sz="2400" dirty="0">
                <a:ea typeface="ＭＳ Ｐゴシック" panose="020B0600070205080204" pitchFamily="34" charset="-128"/>
              </a:rPr>
              <a:t>communicate over network</a:t>
            </a:r>
          </a:p>
          <a:p>
            <a:r>
              <a:rPr lang="en-US" altLang="zh-TW" sz="2400" dirty="0">
                <a:ea typeface="ＭＳ Ｐゴシック" panose="020B0600070205080204" pitchFamily="34" charset="-128"/>
              </a:rPr>
              <a:t>e.g., web server software communicates with browser software</a:t>
            </a:r>
          </a:p>
          <a:p>
            <a:pPr>
              <a:spcBef>
                <a:spcPct val="80000"/>
              </a:spcBef>
              <a:buFont typeface="Wingdings" panose="05000000000000000000" pitchFamily="2" charset="2"/>
              <a:buNone/>
            </a:pPr>
            <a:r>
              <a:rPr lang="en-US" altLang="zh-TW" sz="2400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no need to write software for network-core devices</a:t>
            </a:r>
          </a:p>
          <a:p>
            <a:r>
              <a:rPr lang="en-US" altLang="zh-TW" sz="2400" dirty="0">
                <a:ea typeface="ＭＳ Ｐゴシック" panose="020B0600070205080204" pitchFamily="34" charset="-128"/>
              </a:rPr>
              <a:t>network-core devices do not run user applications </a:t>
            </a:r>
          </a:p>
          <a:p>
            <a:r>
              <a:rPr lang="en-US" altLang="zh-TW" sz="2400" dirty="0">
                <a:ea typeface="ＭＳ Ｐゴシック" panose="020B0600070205080204" pitchFamily="34" charset="-128"/>
              </a:rPr>
              <a:t>applications on end systems  allows for rapid app development, propagation</a:t>
            </a:r>
          </a:p>
          <a:p>
            <a:pPr>
              <a:buFont typeface="Wingdings" panose="05000000000000000000" pitchFamily="2" charset="2"/>
              <a:buNone/>
            </a:pPr>
            <a:endParaRPr lang="en-US" altLang="zh-TW" sz="2400" dirty="0">
              <a:solidFill>
                <a:srgbClr val="FF0000"/>
              </a:solidFill>
              <a:ea typeface="ＭＳ Ｐゴシック" panose="020B0600070205080204" pitchFamily="34" charset="-128"/>
            </a:endParaRPr>
          </a:p>
        </p:txBody>
      </p:sp>
      <p:grpSp>
        <p:nvGrpSpPr>
          <p:cNvPr id="87129" name="Group 618">
            <a:extLst>
              <a:ext uri="{FF2B5EF4-FFF2-40B4-BE49-F238E27FC236}">
                <a16:creationId xmlns:a16="http://schemas.microsoft.com/office/drawing/2014/main" id="{1FB99A52-E42B-43F7-9814-E50466B9F352}"/>
              </a:ext>
            </a:extLst>
          </p:cNvPr>
          <p:cNvGrpSpPr>
            <a:grpSpLocks/>
          </p:cNvGrpSpPr>
          <p:nvPr/>
        </p:nvGrpSpPr>
        <p:grpSpPr bwMode="auto">
          <a:xfrm>
            <a:off x="5857875" y="503238"/>
            <a:ext cx="1044575" cy="965200"/>
            <a:chOff x="4047" y="420"/>
            <a:chExt cx="658" cy="608"/>
          </a:xfrm>
        </p:grpSpPr>
        <p:sp>
          <p:nvSpPr>
            <p:cNvPr id="98333" name="Rectangle 227">
              <a:extLst>
                <a:ext uri="{FF2B5EF4-FFF2-40B4-BE49-F238E27FC236}">
                  <a16:creationId xmlns:a16="http://schemas.microsoft.com/office/drawing/2014/main" id="{A7F5BC8A-B842-4F10-9FBA-8C9FA5F019F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66" y="420"/>
              <a:ext cx="426" cy="489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98334" name="Rectangle 228">
              <a:extLst>
                <a:ext uri="{FF2B5EF4-FFF2-40B4-BE49-F238E27FC236}">
                  <a16:creationId xmlns:a16="http://schemas.microsoft.com/office/drawing/2014/main" id="{1940D641-956D-4C6A-B054-D8E21187BA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45" y="435"/>
              <a:ext cx="435" cy="504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98335" name="Rectangle 229">
              <a:extLst>
                <a:ext uri="{FF2B5EF4-FFF2-40B4-BE49-F238E27FC236}">
                  <a16:creationId xmlns:a16="http://schemas.microsoft.com/office/drawing/2014/main" id="{38437ECA-1BEB-435A-862C-1499B67D61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51" y="438"/>
              <a:ext cx="426" cy="126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98336" name="Text Box 230">
              <a:extLst>
                <a:ext uri="{FF2B5EF4-FFF2-40B4-BE49-F238E27FC236}">
                  <a16:creationId xmlns:a16="http://schemas.microsoft.com/office/drawing/2014/main" id="{29A77C29-EFD4-4E1D-8969-FC08683B466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92" y="420"/>
              <a:ext cx="513" cy="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000">
                  <a:solidFill>
                    <a:schemeClr val="bg1"/>
                  </a:solidFill>
                  <a:latin typeface="Arial" panose="020B0604020202020204" pitchFamily="34" charset="0"/>
                </a:rPr>
                <a:t>application</a:t>
              </a:r>
              <a:endParaRPr lang="en-US" altLang="zh-TW" sz="1000">
                <a:latin typeface="Arial" panose="020B0604020202020204" pitchFamily="34" charset="0"/>
              </a:endParaRP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000">
                  <a:latin typeface="Arial" panose="020B0604020202020204" pitchFamily="34" charset="0"/>
                </a:rPr>
                <a:t>transport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000">
                  <a:latin typeface="Arial" panose="020B0604020202020204" pitchFamily="34" charset="0"/>
                </a:rPr>
                <a:t>network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000">
                  <a:latin typeface="Arial" panose="020B0604020202020204" pitchFamily="34" charset="0"/>
                </a:rPr>
                <a:t>data link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000">
                  <a:latin typeface="Arial" panose="020B0604020202020204" pitchFamily="34" charset="0"/>
                </a:rPr>
                <a:t>physical</a:t>
              </a:r>
              <a:endParaRPr lang="en-US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98337" name="Line 231">
              <a:extLst>
                <a:ext uri="{FF2B5EF4-FFF2-40B4-BE49-F238E27FC236}">
                  <a16:creationId xmlns:a16="http://schemas.microsoft.com/office/drawing/2014/main" id="{9F157A7E-BA8B-4357-9A8E-618616CFEA6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45" y="651"/>
              <a:ext cx="435" cy="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98338" name="Line 232">
              <a:extLst>
                <a:ext uri="{FF2B5EF4-FFF2-40B4-BE49-F238E27FC236}">
                  <a16:creationId xmlns:a16="http://schemas.microsoft.com/office/drawing/2014/main" id="{E31C915C-BF15-4817-A660-FEE2D9B4082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51" y="738"/>
              <a:ext cx="435" cy="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98339" name="Line 233">
              <a:extLst>
                <a:ext uri="{FF2B5EF4-FFF2-40B4-BE49-F238E27FC236}">
                  <a16:creationId xmlns:a16="http://schemas.microsoft.com/office/drawing/2014/main" id="{78A0604A-8611-421D-8D3D-3A80D44B06A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51" y="825"/>
              <a:ext cx="435" cy="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98340" name="Freeform 917">
              <a:extLst>
                <a:ext uri="{FF2B5EF4-FFF2-40B4-BE49-F238E27FC236}">
                  <a16:creationId xmlns:a16="http://schemas.microsoft.com/office/drawing/2014/main" id="{3CA8CEA8-BCFD-4965-9351-51DFB25555DC}"/>
                </a:ext>
              </a:extLst>
            </p:cNvPr>
            <p:cNvSpPr>
              <a:spLocks/>
            </p:cNvSpPr>
            <p:nvPr/>
          </p:nvSpPr>
          <p:spPr bwMode="auto">
            <a:xfrm>
              <a:off x="4047" y="434"/>
              <a:ext cx="192" cy="594"/>
            </a:xfrm>
            <a:custGeom>
              <a:avLst/>
              <a:gdLst>
                <a:gd name="T0" fmla="*/ 0 w 192"/>
                <a:gd name="T1" fmla="*/ 594 h 594"/>
                <a:gd name="T2" fmla="*/ 192 w 192"/>
                <a:gd name="T3" fmla="*/ 0 h 594"/>
                <a:gd name="T4" fmla="*/ 192 w 192"/>
                <a:gd name="T5" fmla="*/ 515 h 594"/>
                <a:gd name="T6" fmla="*/ 0 w 192"/>
                <a:gd name="T7" fmla="*/ 594 h 594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92"/>
                <a:gd name="T13" fmla="*/ 0 h 594"/>
                <a:gd name="T14" fmla="*/ 192 w 192"/>
                <a:gd name="T15" fmla="*/ 594 h 594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92" h="594">
                  <a:moveTo>
                    <a:pt x="0" y="594"/>
                  </a:moveTo>
                  <a:lnTo>
                    <a:pt x="192" y="0"/>
                  </a:lnTo>
                  <a:lnTo>
                    <a:pt x="192" y="515"/>
                  </a:lnTo>
                  <a:lnTo>
                    <a:pt x="0" y="594"/>
                  </a:lnTo>
                  <a:close/>
                </a:path>
              </a:pathLst>
            </a:custGeom>
            <a:gradFill rotWithShape="1">
              <a:gsLst>
                <a:gs pos="0">
                  <a:schemeClr val="bg1"/>
                </a:gs>
                <a:gs pos="100000">
                  <a:srgbClr val="CC000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87130" name="Group 619">
            <a:extLst>
              <a:ext uri="{FF2B5EF4-FFF2-40B4-BE49-F238E27FC236}">
                <a16:creationId xmlns:a16="http://schemas.microsoft.com/office/drawing/2014/main" id="{0CD00359-D9DB-44BC-A72A-1A4CA5B64861}"/>
              </a:ext>
            </a:extLst>
          </p:cNvPr>
          <p:cNvGrpSpPr>
            <a:grpSpLocks/>
          </p:cNvGrpSpPr>
          <p:nvPr/>
        </p:nvGrpSpPr>
        <p:grpSpPr bwMode="auto">
          <a:xfrm>
            <a:off x="7956550" y="4087813"/>
            <a:ext cx="1044575" cy="965200"/>
            <a:chOff x="4047" y="420"/>
            <a:chExt cx="658" cy="608"/>
          </a:xfrm>
        </p:grpSpPr>
        <p:sp>
          <p:nvSpPr>
            <p:cNvPr id="98325" name="Rectangle 227">
              <a:extLst>
                <a:ext uri="{FF2B5EF4-FFF2-40B4-BE49-F238E27FC236}">
                  <a16:creationId xmlns:a16="http://schemas.microsoft.com/office/drawing/2014/main" id="{390328ED-9C48-4373-801C-C0C298C7EA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66" y="420"/>
              <a:ext cx="426" cy="489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98326" name="Rectangle 228">
              <a:extLst>
                <a:ext uri="{FF2B5EF4-FFF2-40B4-BE49-F238E27FC236}">
                  <a16:creationId xmlns:a16="http://schemas.microsoft.com/office/drawing/2014/main" id="{D196EE50-FE67-4A17-B0D0-1EFB06C59D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45" y="435"/>
              <a:ext cx="435" cy="504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98327" name="Rectangle 229">
              <a:extLst>
                <a:ext uri="{FF2B5EF4-FFF2-40B4-BE49-F238E27FC236}">
                  <a16:creationId xmlns:a16="http://schemas.microsoft.com/office/drawing/2014/main" id="{1E59E36A-8D7A-43B9-902D-E98C7ACDC6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51" y="438"/>
              <a:ext cx="426" cy="126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98328" name="Text Box 230">
              <a:extLst>
                <a:ext uri="{FF2B5EF4-FFF2-40B4-BE49-F238E27FC236}">
                  <a16:creationId xmlns:a16="http://schemas.microsoft.com/office/drawing/2014/main" id="{C77D048E-C757-42C2-AD82-7C20DE19953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92" y="420"/>
              <a:ext cx="513" cy="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000">
                  <a:solidFill>
                    <a:schemeClr val="bg1"/>
                  </a:solidFill>
                  <a:latin typeface="Arial" panose="020B0604020202020204" pitchFamily="34" charset="0"/>
                </a:rPr>
                <a:t>application</a:t>
              </a:r>
              <a:endParaRPr lang="en-US" altLang="zh-TW" sz="1000">
                <a:latin typeface="Arial" panose="020B0604020202020204" pitchFamily="34" charset="0"/>
              </a:endParaRP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000">
                  <a:latin typeface="Arial" panose="020B0604020202020204" pitchFamily="34" charset="0"/>
                </a:rPr>
                <a:t>transport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000">
                  <a:latin typeface="Arial" panose="020B0604020202020204" pitchFamily="34" charset="0"/>
                </a:rPr>
                <a:t>network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000">
                  <a:latin typeface="Arial" panose="020B0604020202020204" pitchFamily="34" charset="0"/>
                </a:rPr>
                <a:t>data link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000">
                  <a:latin typeface="Arial" panose="020B0604020202020204" pitchFamily="34" charset="0"/>
                </a:rPr>
                <a:t>physical</a:t>
              </a:r>
              <a:endParaRPr lang="en-US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98329" name="Line 231">
              <a:extLst>
                <a:ext uri="{FF2B5EF4-FFF2-40B4-BE49-F238E27FC236}">
                  <a16:creationId xmlns:a16="http://schemas.microsoft.com/office/drawing/2014/main" id="{1FC8C135-7350-4030-96DE-A4FF5941EF3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45" y="651"/>
              <a:ext cx="435" cy="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98330" name="Line 232">
              <a:extLst>
                <a:ext uri="{FF2B5EF4-FFF2-40B4-BE49-F238E27FC236}">
                  <a16:creationId xmlns:a16="http://schemas.microsoft.com/office/drawing/2014/main" id="{80120060-04AF-4B1E-A1AE-AC3B6467F79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51" y="738"/>
              <a:ext cx="435" cy="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98331" name="Line 233">
              <a:extLst>
                <a:ext uri="{FF2B5EF4-FFF2-40B4-BE49-F238E27FC236}">
                  <a16:creationId xmlns:a16="http://schemas.microsoft.com/office/drawing/2014/main" id="{9129420B-6286-4FF5-A8A8-AF68DAB4C2F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51" y="825"/>
              <a:ext cx="435" cy="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98332" name="Freeform 917">
              <a:extLst>
                <a:ext uri="{FF2B5EF4-FFF2-40B4-BE49-F238E27FC236}">
                  <a16:creationId xmlns:a16="http://schemas.microsoft.com/office/drawing/2014/main" id="{64367CBE-27CB-4E31-9490-B852F79DCCAC}"/>
                </a:ext>
              </a:extLst>
            </p:cNvPr>
            <p:cNvSpPr>
              <a:spLocks/>
            </p:cNvSpPr>
            <p:nvPr/>
          </p:nvSpPr>
          <p:spPr bwMode="auto">
            <a:xfrm>
              <a:off x="4047" y="434"/>
              <a:ext cx="192" cy="594"/>
            </a:xfrm>
            <a:custGeom>
              <a:avLst/>
              <a:gdLst>
                <a:gd name="T0" fmla="*/ 0 w 192"/>
                <a:gd name="T1" fmla="*/ 594 h 594"/>
                <a:gd name="T2" fmla="*/ 192 w 192"/>
                <a:gd name="T3" fmla="*/ 0 h 594"/>
                <a:gd name="T4" fmla="*/ 192 w 192"/>
                <a:gd name="T5" fmla="*/ 515 h 594"/>
                <a:gd name="T6" fmla="*/ 0 w 192"/>
                <a:gd name="T7" fmla="*/ 594 h 594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92"/>
                <a:gd name="T13" fmla="*/ 0 h 594"/>
                <a:gd name="T14" fmla="*/ 192 w 192"/>
                <a:gd name="T15" fmla="*/ 594 h 594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92" h="594">
                  <a:moveTo>
                    <a:pt x="0" y="594"/>
                  </a:moveTo>
                  <a:lnTo>
                    <a:pt x="192" y="0"/>
                  </a:lnTo>
                  <a:lnTo>
                    <a:pt x="192" y="515"/>
                  </a:lnTo>
                  <a:lnTo>
                    <a:pt x="0" y="594"/>
                  </a:lnTo>
                  <a:close/>
                </a:path>
              </a:pathLst>
            </a:custGeom>
            <a:gradFill rotWithShape="1">
              <a:gsLst>
                <a:gs pos="0">
                  <a:schemeClr val="bg1"/>
                </a:gs>
                <a:gs pos="100000">
                  <a:srgbClr val="CC000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87131" name="Group 628">
            <a:extLst>
              <a:ext uri="{FF2B5EF4-FFF2-40B4-BE49-F238E27FC236}">
                <a16:creationId xmlns:a16="http://schemas.microsoft.com/office/drawing/2014/main" id="{6521514E-84D9-423C-B17F-9CA2B0901C27}"/>
              </a:ext>
            </a:extLst>
          </p:cNvPr>
          <p:cNvGrpSpPr>
            <a:grpSpLocks/>
          </p:cNvGrpSpPr>
          <p:nvPr/>
        </p:nvGrpSpPr>
        <p:grpSpPr bwMode="auto">
          <a:xfrm>
            <a:off x="5815013" y="3651250"/>
            <a:ext cx="1044575" cy="965200"/>
            <a:chOff x="4047" y="420"/>
            <a:chExt cx="658" cy="608"/>
          </a:xfrm>
        </p:grpSpPr>
        <p:sp>
          <p:nvSpPr>
            <p:cNvPr id="98317" name="Rectangle 227">
              <a:extLst>
                <a:ext uri="{FF2B5EF4-FFF2-40B4-BE49-F238E27FC236}">
                  <a16:creationId xmlns:a16="http://schemas.microsoft.com/office/drawing/2014/main" id="{0ECAD652-E5EF-49A8-97C8-DD354E112B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66" y="420"/>
              <a:ext cx="426" cy="489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98318" name="Rectangle 228">
              <a:extLst>
                <a:ext uri="{FF2B5EF4-FFF2-40B4-BE49-F238E27FC236}">
                  <a16:creationId xmlns:a16="http://schemas.microsoft.com/office/drawing/2014/main" id="{3302DA8E-323F-478C-939B-7D201B6E16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45" y="435"/>
              <a:ext cx="435" cy="504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98319" name="Rectangle 229">
              <a:extLst>
                <a:ext uri="{FF2B5EF4-FFF2-40B4-BE49-F238E27FC236}">
                  <a16:creationId xmlns:a16="http://schemas.microsoft.com/office/drawing/2014/main" id="{D38491B5-6BAC-452C-B45C-65DBA091A3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51" y="438"/>
              <a:ext cx="426" cy="126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98320" name="Text Box 230">
              <a:extLst>
                <a:ext uri="{FF2B5EF4-FFF2-40B4-BE49-F238E27FC236}">
                  <a16:creationId xmlns:a16="http://schemas.microsoft.com/office/drawing/2014/main" id="{5F902FC4-299E-418B-A741-6996B8A164C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92" y="420"/>
              <a:ext cx="513" cy="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000">
                  <a:solidFill>
                    <a:schemeClr val="bg1"/>
                  </a:solidFill>
                  <a:latin typeface="Arial" panose="020B0604020202020204" pitchFamily="34" charset="0"/>
                </a:rPr>
                <a:t>application</a:t>
              </a:r>
              <a:endParaRPr lang="en-US" altLang="zh-TW" sz="1000">
                <a:latin typeface="Arial" panose="020B0604020202020204" pitchFamily="34" charset="0"/>
              </a:endParaRP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000">
                  <a:latin typeface="Arial" panose="020B0604020202020204" pitchFamily="34" charset="0"/>
                </a:rPr>
                <a:t>transport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000">
                  <a:latin typeface="Arial" panose="020B0604020202020204" pitchFamily="34" charset="0"/>
                </a:rPr>
                <a:t>network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000">
                  <a:latin typeface="Arial" panose="020B0604020202020204" pitchFamily="34" charset="0"/>
                </a:rPr>
                <a:t>data link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000">
                  <a:latin typeface="Arial" panose="020B0604020202020204" pitchFamily="34" charset="0"/>
                </a:rPr>
                <a:t>physical</a:t>
              </a:r>
              <a:endParaRPr lang="en-US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98321" name="Line 231">
              <a:extLst>
                <a:ext uri="{FF2B5EF4-FFF2-40B4-BE49-F238E27FC236}">
                  <a16:creationId xmlns:a16="http://schemas.microsoft.com/office/drawing/2014/main" id="{2E434C18-66F8-4CCB-80C9-8DE31C0A050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45" y="651"/>
              <a:ext cx="435" cy="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98322" name="Line 232">
              <a:extLst>
                <a:ext uri="{FF2B5EF4-FFF2-40B4-BE49-F238E27FC236}">
                  <a16:creationId xmlns:a16="http://schemas.microsoft.com/office/drawing/2014/main" id="{8B04C259-536B-4D5B-877E-2CBB1932317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51" y="738"/>
              <a:ext cx="435" cy="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98323" name="Line 233">
              <a:extLst>
                <a:ext uri="{FF2B5EF4-FFF2-40B4-BE49-F238E27FC236}">
                  <a16:creationId xmlns:a16="http://schemas.microsoft.com/office/drawing/2014/main" id="{4E24F54C-713C-49CE-8085-34079083310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51" y="825"/>
              <a:ext cx="435" cy="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98324" name="Freeform 917">
              <a:extLst>
                <a:ext uri="{FF2B5EF4-FFF2-40B4-BE49-F238E27FC236}">
                  <a16:creationId xmlns:a16="http://schemas.microsoft.com/office/drawing/2014/main" id="{54348896-7194-4DE3-A094-ECF06481BD53}"/>
                </a:ext>
              </a:extLst>
            </p:cNvPr>
            <p:cNvSpPr>
              <a:spLocks/>
            </p:cNvSpPr>
            <p:nvPr/>
          </p:nvSpPr>
          <p:spPr bwMode="auto">
            <a:xfrm>
              <a:off x="4047" y="434"/>
              <a:ext cx="192" cy="594"/>
            </a:xfrm>
            <a:custGeom>
              <a:avLst/>
              <a:gdLst>
                <a:gd name="T0" fmla="*/ 0 w 192"/>
                <a:gd name="T1" fmla="*/ 594 h 594"/>
                <a:gd name="T2" fmla="*/ 192 w 192"/>
                <a:gd name="T3" fmla="*/ 0 h 594"/>
                <a:gd name="T4" fmla="*/ 192 w 192"/>
                <a:gd name="T5" fmla="*/ 515 h 594"/>
                <a:gd name="T6" fmla="*/ 0 w 192"/>
                <a:gd name="T7" fmla="*/ 594 h 594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92"/>
                <a:gd name="T13" fmla="*/ 0 h 594"/>
                <a:gd name="T14" fmla="*/ 192 w 192"/>
                <a:gd name="T15" fmla="*/ 594 h 594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92" h="594">
                  <a:moveTo>
                    <a:pt x="0" y="594"/>
                  </a:moveTo>
                  <a:lnTo>
                    <a:pt x="192" y="0"/>
                  </a:lnTo>
                  <a:lnTo>
                    <a:pt x="192" y="515"/>
                  </a:lnTo>
                  <a:lnTo>
                    <a:pt x="0" y="594"/>
                  </a:lnTo>
                  <a:close/>
                </a:path>
              </a:pathLst>
            </a:custGeom>
            <a:gradFill rotWithShape="1">
              <a:gsLst>
                <a:gs pos="0">
                  <a:schemeClr val="bg1"/>
                </a:gs>
                <a:gs pos="100000">
                  <a:srgbClr val="CC000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87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000"/>
                                        <p:tgtEl>
                                          <p:spTgt spid="87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000"/>
                                        <p:tgtEl>
                                          <p:spTgt spid="87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 nodeType="clickPar">
                      <p:stCondLst>
                        <p:cond delay="indefinite"/>
                      </p:stCondLst>
                      <p:childTnLst>
                        <p:par>
                          <p:cTn id="1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3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3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7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357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7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357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3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3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3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54" name="Rectangle 7">
            <a:extLst>
              <a:ext uri="{FF2B5EF4-FFF2-40B4-BE49-F238E27FC236}">
                <a16:creationId xmlns:a16="http://schemas.microsoft.com/office/drawing/2014/main" id="{5F1BF998-BB7D-4CA2-B2B4-24E6ECB9FDC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100355" name="Rectangle 8">
            <a:extLst>
              <a:ext uri="{FF2B5EF4-FFF2-40B4-BE49-F238E27FC236}">
                <a16:creationId xmlns:a16="http://schemas.microsoft.com/office/drawing/2014/main" id="{6740EB83-B874-4EF7-9CA7-C4A71936090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2-</a:t>
            </a:r>
            <a:fld id="{A1725A42-0AF9-4D68-9820-517D6A3FFD79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5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100356" name="Picture 9" descr="underline_base">
            <a:extLst>
              <a:ext uri="{FF2B5EF4-FFF2-40B4-BE49-F238E27FC236}">
                <a16:creationId xmlns:a16="http://schemas.microsoft.com/office/drawing/2014/main" id="{36F50E08-17D8-4EEE-B0BB-8F8F8B06703F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0375" y="960438"/>
            <a:ext cx="5942013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0357" name="Rectangle 2">
            <a:extLst>
              <a:ext uri="{FF2B5EF4-FFF2-40B4-BE49-F238E27FC236}">
                <a16:creationId xmlns:a16="http://schemas.microsoft.com/office/drawing/2014/main" id="{2FA503A9-7374-45B7-AC6F-7992FF7B3F1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44500" y="207963"/>
            <a:ext cx="7772400" cy="1030287"/>
          </a:xfrm>
        </p:spPr>
        <p:txBody>
          <a:bodyPr/>
          <a:lstStyle/>
          <a:p>
            <a:r>
              <a:rPr lang="en-US" altLang="zh-TW">
                <a:ea typeface="ＭＳ Ｐゴシック" panose="020B0600070205080204" pitchFamily="34" charset="-128"/>
              </a:rPr>
              <a:t>Application architectures</a:t>
            </a:r>
          </a:p>
        </p:txBody>
      </p:sp>
      <p:sp>
        <p:nvSpPr>
          <p:cNvPr id="100358" name="Rectangle 3">
            <a:extLst>
              <a:ext uri="{FF2B5EF4-FFF2-40B4-BE49-F238E27FC236}">
                <a16:creationId xmlns:a16="http://schemas.microsoft.com/office/drawing/2014/main" id="{00FFBD8C-7B0D-49E4-8F8B-AEEAC529E4E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>
                <a:solidFill>
                  <a:srgbClr val="000099"/>
                </a:solidFill>
                <a:ea typeface="ＭＳ Ｐゴシック" panose="020B0600070205080204" pitchFamily="34" charset="-128"/>
              </a:rPr>
              <a:t>possible structure of applications:</a:t>
            </a:r>
          </a:p>
          <a:p>
            <a:r>
              <a:rPr lang="en-US" altLang="zh-TW">
                <a:ea typeface="ＭＳ Ｐゴシック" panose="020B0600070205080204" pitchFamily="34" charset="-128"/>
              </a:rPr>
              <a:t>client-server</a:t>
            </a:r>
          </a:p>
          <a:p>
            <a:r>
              <a:rPr lang="en-US" altLang="zh-TW">
                <a:ea typeface="ＭＳ Ｐゴシック" panose="020B0600070205080204" pitchFamily="34" charset="-128"/>
              </a:rPr>
              <a:t>peer-to-peer (P2P)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2" name="Rectangle 7">
            <a:extLst>
              <a:ext uri="{FF2B5EF4-FFF2-40B4-BE49-F238E27FC236}">
                <a16:creationId xmlns:a16="http://schemas.microsoft.com/office/drawing/2014/main" id="{66C730D2-0A2C-4FC7-AC89-0E6AEFFE8E2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102403" name="Rectangle 8">
            <a:extLst>
              <a:ext uri="{FF2B5EF4-FFF2-40B4-BE49-F238E27FC236}">
                <a16:creationId xmlns:a16="http://schemas.microsoft.com/office/drawing/2014/main" id="{86D20776-E0FA-4CCB-BCBC-3C2D50927FF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2-</a:t>
            </a:r>
            <a:fld id="{CDC0CDAA-22F4-4AA7-86CD-6680EBB49BA0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6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grpSp>
        <p:nvGrpSpPr>
          <p:cNvPr id="102404" name="Group 582">
            <a:extLst>
              <a:ext uri="{FF2B5EF4-FFF2-40B4-BE49-F238E27FC236}">
                <a16:creationId xmlns:a16="http://schemas.microsoft.com/office/drawing/2014/main" id="{07E20C8C-1EF5-4AC6-B9D4-ECF4B5F4A84B}"/>
              </a:ext>
            </a:extLst>
          </p:cNvPr>
          <p:cNvGrpSpPr>
            <a:grpSpLocks/>
          </p:cNvGrpSpPr>
          <p:nvPr/>
        </p:nvGrpSpPr>
        <p:grpSpPr bwMode="auto">
          <a:xfrm>
            <a:off x="542925" y="1492250"/>
            <a:ext cx="3540125" cy="4545013"/>
            <a:chOff x="3277" y="974"/>
            <a:chExt cx="2230" cy="2863"/>
          </a:xfrm>
        </p:grpSpPr>
        <p:sp>
          <p:nvSpPr>
            <p:cNvPr id="102411" name="Freeform 583">
              <a:extLst>
                <a:ext uri="{FF2B5EF4-FFF2-40B4-BE49-F238E27FC236}">
                  <a16:creationId xmlns:a16="http://schemas.microsoft.com/office/drawing/2014/main" id="{98B549F6-E7A8-4765-9494-D05AF58A0150}"/>
                </a:ext>
              </a:extLst>
            </p:cNvPr>
            <p:cNvSpPr>
              <a:spLocks/>
            </p:cNvSpPr>
            <p:nvPr/>
          </p:nvSpPr>
          <p:spPr bwMode="auto">
            <a:xfrm>
              <a:off x="3277" y="1079"/>
              <a:ext cx="1094" cy="675"/>
            </a:xfrm>
            <a:custGeom>
              <a:avLst/>
              <a:gdLst>
                <a:gd name="T0" fmla="*/ 4863 w 1036"/>
                <a:gd name="T1" fmla="*/ 11 h 675"/>
                <a:gd name="T2" fmla="*/ 2926 w 1036"/>
                <a:gd name="T3" fmla="*/ 53 h 675"/>
                <a:gd name="T4" fmla="*/ 1548 w 1036"/>
                <a:gd name="T5" fmla="*/ 129 h 675"/>
                <a:gd name="T6" fmla="*/ 1145 w 1036"/>
                <a:gd name="T7" fmla="*/ 229 h 675"/>
                <a:gd name="T8" fmla="*/ 159 w 1036"/>
                <a:gd name="T9" fmla="*/ 297 h 675"/>
                <a:gd name="T10" fmla="*/ 128 w 1036"/>
                <a:gd name="T11" fmla="*/ 459 h 675"/>
                <a:gd name="T12" fmla="*/ 993 w 1036"/>
                <a:gd name="T13" fmla="*/ 489 h 675"/>
                <a:gd name="T14" fmla="*/ 3444 w 1036"/>
                <a:gd name="T15" fmla="*/ 489 h 675"/>
                <a:gd name="T16" fmla="*/ 4484 w 1036"/>
                <a:gd name="T17" fmla="*/ 555 h 675"/>
                <a:gd name="T18" fmla="*/ 5636 w 1036"/>
                <a:gd name="T19" fmla="*/ 657 h 675"/>
                <a:gd name="T20" fmla="*/ 6527 w 1036"/>
                <a:gd name="T21" fmla="*/ 661 h 675"/>
                <a:gd name="T22" fmla="*/ 7134 w 1036"/>
                <a:gd name="T23" fmla="*/ 603 h 675"/>
                <a:gd name="T24" fmla="*/ 7446 w 1036"/>
                <a:gd name="T25" fmla="*/ 445 h 675"/>
                <a:gd name="T26" fmla="*/ 7638 w 1036"/>
                <a:gd name="T27" fmla="*/ 291 h 675"/>
                <a:gd name="T28" fmla="*/ 7661 w 1036"/>
                <a:gd name="T29" fmla="*/ 107 h 675"/>
                <a:gd name="T30" fmla="*/ 7002 w 1036"/>
                <a:gd name="T31" fmla="*/ 17 h 675"/>
                <a:gd name="T32" fmla="*/ 5817 w 1036"/>
                <a:gd name="T33" fmla="*/ 3 h 675"/>
                <a:gd name="T34" fmla="*/ 4863 w 1036"/>
                <a:gd name="T35" fmla="*/ 11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102412" name="Group 584">
              <a:extLst>
                <a:ext uri="{FF2B5EF4-FFF2-40B4-BE49-F238E27FC236}">
                  <a16:creationId xmlns:a16="http://schemas.microsoft.com/office/drawing/2014/main" id="{3B8806C8-0F3D-4521-B3EE-B2ABCB88F22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383" y="1920"/>
              <a:ext cx="919" cy="588"/>
              <a:chOff x="2889" y="1631"/>
              <a:chExt cx="980" cy="743"/>
            </a:xfrm>
          </p:grpSpPr>
          <p:sp>
            <p:nvSpPr>
              <p:cNvPr id="102786" name="Rectangle 585">
                <a:extLst>
                  <a:ext uri="{FF2B5EF4-FFF2-40B4-BE49-F238E27FC236}">
                    <a16:creationId xmlns:a16="http://schemas.microsoft.com/office/drawing/2014/main" id="{BD624322-F273-4606-B730-AA3B2A2BD3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46" y="1841"/>
                <a:ext cx="663" cy="533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02787" name="AutoShape 586">
                <a:extLst>
                  <a:ext uri="{FF2B5EF4-FFF2-40B4-BE49-F238E27FC236}">
                    <a16:creationId xmlns:a16="http://schemas.microsoft.com/office/drawing/2014/main" id="{420C6B76-F4E0-48A6-9485-06C5EBD6237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89" y="1631"/>
                <a:ext cx="980" cy="253"/>
              </a:xfrm>
              <a:prstGeom prst="triangle">
                <a:avLst>
                  <a:gd name="adj" fmla="val 50000"/>
                </a:avLst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solidFill>
                    <a:srgbClr val="00CCFF"/>
                  </a:solidFill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02413" name="Freeform 587">
              <a:extLst>
                <a:ext uri="{FF2B5EF4-FFF2-40B4-BE49-F238E27FC236}">
                  <a16:creationId xmlns:a16="http://schemas.microsoft.com/office/drawing/2014/main" id="{53E2BFA5-7218-4360-AF68-E83AA6C2D353}"/>
                </a:ext>
              </a:extLst>
            </p:cNvPr>
            <p:cNvSpPr>
              <a:spLocks/>
            </p:cNvSpPr>
            <p:nvPr/>
          </p:nvSpPr>
          <p:spPr bwMode="auto">
            <a:xfrm>
              <a:off x="3379" y="2788"/>
              <a:ext cx="2032" cy="1049"/>
            </a:xfrm>
            <a:custGeom>
              <a:avLst/>
              <a:gdLst>
                <a:gd name="T0" fmla="*/ 1044 w 2032"/>
                <a:gd name="T1" fmla="*/ 26 h 1049"/>
                <a:gd name="T2" fmla="*/ 847 w 2032"/>
                <a:gd name="T3" fmla="*/ 125 h 1049"/>
                <a:gd name="T4" fmla="*/ 580 w 2032"/>
                <a:gd name="T5" fmla="*/ 68 h 1049"/>
                <a:gd name="T6" fmla="*/ 143 w 2032"/>
                <a:gd name="T7" fmla="*/ 170 h 1049"/>
                <a:gd name="T8" fmla="*/ 48 w 2032"/>
                <a:gd name="T9" fmla="*/ 374 h 1049"/>
                <a:gd name="T10" fmla="*/ 41 w 2032"/>
                <a:gd name="T11" fmla="*/ 680 h 1049"/>
                <a:gd name="T12" fmla="*/ 294 w 2032"/>
                <a:gd name="T13" fmla="*/ 744 h 1049"/>
                <a:gd name="T14" fmla="*/ 660 w 2032"/>
                <a:gd name="T15" fmla="*/ 893 h 1049"/>
                <a:gd name="T16" fmla="*/ 1088 w 2032"/>
                <a:gd name="T17" fmla="*/ 1014 h 1049"/>
                <a:gd name="T18" fmla="*/ 1525 w 2032"/>
                <a:gd name="T19" fmla="*/ 1031 h 1049"/>
                <a:gd name="T20" fmla="*/ 1831 w 2032"/>
                <a:gd name="T21" fmla="*/ 907 h 1049"/>
                <a:gd name="T22" fmla="*/ 2015 w 2032"/>
                <a:gd name="T23" fmla="*/ 714 h 1049"/>
                <a:gd name="T24" fmla="*/ 1931 w 2032"/>
                <a:gd name="T25" fmla="*/ 251 h 1049"/>
                <a:gd name="T26" fmla="*/ 1658 w 2032"/>
                <a:gd name="T27" fmla="*/ 114 h 1049"/>
                <a:gd name="T28" fmla="*/ 1355 w 2032"/>
                <a:gd name="T29" fmla="*/ 15 h 1049"/>
                <a:gd name="T30" fmla="*/ 1044 w 2032"/>
                <a:gd name="T31" fmla="*/ 26 h 1049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w 2032"/>
                <a:gd name="T49" fmla="*/ 0 h 1049"/>
                <a:gd name="T50" fmla="*/ 2032 w 2032"/>
                <a:gd name="T51" fmla="*/ 1049 h 1049"/>
              </a:gdLst>
              <a:ahLst/>
              <a:cxnLst>
                <a:cxn ang="T32">
                  <a:pos x="T0" y="T1"/>
                </a:cxn>
                <a:cxn ang="T33">
                  <a:pos x="T2" y="T3"/>
                </a:cxn>
                <a:cxn ang="T34">
                  <a:pos x="T4" y="T5"/>
                </a:cxn>
                <a:cxn ang="T35">
                  <a:pos x="T6" y="T7"/>
                </a:cxn>
                <a:cxn ang="T36">
                  <a:pos x="T8" y="T9"/>
                </a:cxn>
                <a:cxn ang="T37">
                  <a:pos x="T10" y="T11"/>
                </a:cxn>
                <a:cxn ang="T38">
                  <a:pos x="T12" y="T13"/>
                </a:cxn>
                <a:cxn ang="T39">
                  <a:pos x="T14" y="T15"/>
                </a:cxn>
                <a:cxn ang="T40">
                  <a:pos x="T16" y="T17"/>
                </a:cxn>
                <a:cxn ang="T41">
                  <a:pos x="T18" y="T19"/>
                </a:cxn>
                <a:cxn ang="T42">
                  <a:pos x="T20" y="T21"/>
                </a:cxn>
                <a:cxn ang="T43">
                  <a:pos x="T22" y="T23"/>
                </a:cxn>
                <a:cxn ang="T44">
                  <a:pos x="T24" y="T25"/>
                </a:cxn>
                <a:cxn ang="T45">
                  <a:pos x="T26" y="T27"/>
                </a:cxn>
                <a:cxn ang="T46">
                  <a:pos x="T28" y="T29"/>
                </a:cxn>
                <a:cxn ang="T47">
                  <a:pos x="T30" y="T31"/>
                </a:cxn>
              </a:cxnLst>
              <a:rect l="T48" t="T49" r="T50" b="T51"/>
              <a:pathLst>
                <a:path w="2032" h="1049">
                  <a:moveTo>
                    <a:pt x="1044" y="26"/>
                  </a:moveTo>
                  <a:cubicBezTo>
                    <a:pt x="959" y="45"/>
                    <a:pt x="924" y="118"/>
                    <a:pt x="847" y="125"/>
                  </a:cubicBezTo>
                  <a:cubicBezTo>
                    <a:pt x="770" y="132"/>
                    <a:pt x="697" y="61"/>
                    <a:pt x="580" y="68"/>
                  </a:cubicBezTo>
                  <a:cubicBezTo>
                    <a:pt x="463" y="75"/>
                    <a:pt x="232" y="119"/>
                    <a:pt x="143" y="170"/>
                  </a:cubicBezTo>
                  <a:cubicBezTo>
                    <a:pt x="54" y="221"/>
                    <a:pt x="65" y="289"/>
                    <a:pt x="48" y="374"/>
                  </a:cubicBezTo>
                  <a:cubicBezTo>
                    <a:pt x="31" y="459"/>
                    <a:pt x="0" y="618"/>
                    <a:pt x="41" y="680"/>
                  </a:cubicBezTo>
                  <a:cubicBezTo>
                    <a:pt x="82" y="742"/>
                    <a:pt x="191" y="709"/>
                    <a:pt x="294" y="744"/>
                  </a:cubicBezTo>
                  <a:cubicBezTo>
                    <a:pt x="397" y="779"/>
                    <a:pt x="527" y="849"/>
                    <a:pt x="660" y="893"/>
                  </a:cubicBezTo>
                  <a:cubicBezTo>
                    <a:pt x="793" y="938"/>
                    <a:pt x="944" y="991"/>
                    <a:pt x="1088" y="1014"/>
                  </a:cubicBezTo>
                  <a:cubicBezTo>
                    <a:pt x="1232" y="1036"/>
                    <a:pt x="1401" y="1049"/>
                    <a:pt x="1525" y="1031"/>
                  </a:cubicBezTo>
                  <a:cubicBezTo>
                    <a:pt x="1649" y="1012"/>
                    <a:pt x="1749" y="960"/>
                    <a:pt x="1831" y="907"/>
                  </a:cubicBezTo>
                  <a:cubicBezTo>
                    <a:pt x="1913" y="855"/>
                    <a:pt x="1998" y="824"/>
                    <a:pt x="2015" y="714"/>
                  </a:cubicBezTo>
                  <a:cubicBezTo>
                    <a:pt x="2032" y="604"/>
                    <a:pt x="1990" y="350"/>
                    <a:pt x="1931" y="251"/>
                  </a:cubicBezTo>
                  <a:cubicBezTo>
                    <a:pt x="1872" y="151"/>
                    <a:pt x="1754" y="153"/>
                    <a:pt x="1658" y="114"/>
                  </a:cubicBezTo>
                  <a:cubicBezTo>
                    <a:pt x="1562" y="76"/>
                    <a:pt x="1457" y="30"/>
                    <a:pt x="1355" y="15"/>
                  </a:cubicBezTo>
                  <a:cubicBezTo>
                    <a:pt x="1253" y="0"/>
                    <a:pt x="1129" y="8"/>
                    <a:pt x="1044" y="26"/>
                  </a:cubicBezTo>
                  <a:close/>
                </a:path>
              </a:pathLst>
            </a:cu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02414" name="Line 588">
              <a:extLst>
                <a:ext uri="{FF2B5EF4-FFF2-40B4-BE49-F238E27FC236}">
                  <a16:creationId xmlns:a16="http://schemas.microsoft.com/office/drawing/2014/main" id="{D617923D-39EE-4712-B371-4E49BA0341BE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6200000" flipV="1">
              <a:off x="4915" y="3313"/>
              <a:ext cx="285" cy="11"/>
            </a:xfrm>
            <a:prstGeom prst="line">
              <a:avLst/>
            </a:prstGeom>
            <a:noFill/>
            <a:ln w="127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02415" name="Line 589">
              <a:extLst>
                <a:ext uri="{FF2B5EF4-FFF2-40B4-BE49-F238E27FC236}">
                  <a16:creationId xmlns:a16="http://schemas.microsoft.com/office/drawing/2014/main" id="{97525CD3-79BB-4335-BD00-D4189A77E9F7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 flipV="1">
              <a:off x="5034" y="3429"/>
              <a:ext cx="2" cy="54"/>
            </a:xfrm>
            <a:prstGeom prst="line">
              <a:avLst/>
            </a:prstGeom>
            <a:noFill/>
            <a:ln w="127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02416" name="Line 590">
              <a:extLst>
                <a:ext uri="{FF2B5EF4-FFF2-40B4-BE49-F238E27FC236}">
                  <a16:creationId xmlns:a16="http://schemas.microsoft.com/office/drawing/2014/main" id="{E03985AD-403D-4B8D-9D83-57E805EA63AC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6200000" flipH="1">
              <a:off x="5116" y="3190"/>
              <a:ext cx="96" cy="45"/>
            </a:xfrm>
            <a:prstGeom prst="line">
              <a:avLst/>
            </a:prstGeom>
            <a:noFill/>
            <a:ln w="127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02417" name="Line 592">
              <a:extLst>
                <a:ext uri="{FF2B5EF4-FFF2-40B4-BE49-F238E27FC236}">
                  <a16:creationId xmlns:a16="http://schemas.microsoft.com/office/drawing/2014/main" id="{20400B3A-A3B4-4592-9175-C2A99A3BFBF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43" y="3009"/>
              <a:ext cx="94" cy="107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02418" name="Line 593">
              <a:extLst>
                <a:ext uri="{FF2B5EF4-FFF2-40B4-BE49-F238E27FC236}">
                  <a16:creationId xmlns:a16="http://schemas.microsoft.com/office/drawing/2014/main" id="{99714495-5D25-44AA-A22B-FB2D93D590E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680" y="3150"/>
              <a:ext cx="261" cy="71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02419" name="Line 596">
              <a:extLst>
                <a:ext uri="{FF2B5EF4-FFF2-40B4-BE49-F238E27FC236}">
                  <a16:creationId xmlns:a16="http://schemas.microsoft.com/office/drawing/2014/main" id="{A1FA955F-AAB7-476B-AFBD-7BCE70E9019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948" y="3209"/>
              <a:ext cx="98" cy="112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02420" name="Line 597">
              <a:extLst>
                <a:ext uri="{FF2B5EF4-FFF2-40B4-BE49-F238E27FC236}">
                  <a16:creationId xmlns:a16="http://schemas.microsoft.com/office/drawing/2014/main" id="{8CD9CAB8-25F6-43DA-AD6C-96BB37C521E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4132" y="3213"/>
              <a:ext cx="65" cy="109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02421" name="Line 598">
              <a:extLst>
                <a:ext uri="{FF2B5EF4-FFF2-40B4-BE49-F238E27FC236}">
                  <a16:creationId xmlns:a16="http://schemas.microsoft.com/office/drawing/2014/main" id="{F3A1BE4C-A6DF-4AE3-BDF6-1F8505EDCA0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48" y="3185"/>
              <a:ext cx="317" cy="170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02422" name="Line 600">
              <a:extLst>
                <a:ext uri="{FF2B5EF4-FFF2-40B4-BE49-F238E27FC236}">
                  <a16:creationId xmlns:a16="http://schemas.microsoft.com/office/drawing/2014/main" id="{D1EBE4F6-2965-4168-8AEF-4B4FEF97FE3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09" y="2257"/>
              <a:ext cx="148" cy="47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02423" name="Line 601">
              <a:extLst>
                <a:ext uri="{FF2B5EF4-FFF2-40B4-BE49-F238E27FC236}">
                  <a16:creationId xmlns:a16="http://schemas.microsoft.com/office/drawing/2014/main" id="{7471AADD-2458-4068-9E10-86777B08134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711" y="2354"/>
              <a:ext cx="106" cy="2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102424" name="Group 602">
              <a:extLst>
                <a:ext uri="{FF2B5EF4-FFF2-40B4-BE49-F238E27FC236}">
                  <a16:creationId xmlns:a16="http://schemas.microsoft.com/office/drawing/2014/main" id="{710E6DB1-1154-4BF9-B03F-BE4A555C4FA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35" y="2207"/>
              <a:ext cx="319" cy="222"/>
              <a:chOff x="2967" y="478"/>
              <a:chExt cx="788" cy="625"/>
            </a:xfrm>
          </p:grpSpPr>
          <p:pic>
            <p:nvPicPr>
              <p:cNvPr id="102784" name="Picture 603" descr="access_point_stylized_small">
                <a:extLst>
                  <a:ext uri="{FF2B5EF4-FFF2-40B4-BE49-F238E27FC236}">
                    <a16:creationId xmlns:a16="http://schemas.microsoft.com/office/drawing/2014/main" id="{370F34F7-5CFC-45A9-BC10-570477ABDC2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012" y="559"/>
                <a:ext cx="576" cy="54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02785" name="Picture 604" descr="antenna_radiation_stylized">
                <a:extLst>
                  <a:ext uri="{FF2B5EF4-FFF2-40B4-BE49-F238E27FC236}">
                    <a16:creationId xmlns:a16="http://schemas.microsoft.com/office/drawing/2014/main" id="{92C022D4-5400-44F0-9971-432FB3B24CA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967" y="478"/>
                <a:ext cx="788" cy="1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sp>
          <p:nvSpPr>
            <p:cNvPr id="102425" name="Freeform 605">
              <a:extLst>
                <a:ext uri="{FF2B5EF4-FFF2-40B4-BE49-F238E27FC236}">
                  <a16:creationId xmlns:a16="http://schemas.microsoft.com/office/drawing/2014/main" id="{027D699E-1E28-4908-A31C-8CC383E73C46}"/>
                </a:ext>
              </a:extLst>
            </p:cNvPr>
            <p:cNvSpPr>
              <a:spLocks/>
            </p:cNvSpPr>
            <p:nvPr/>
          </p:nvSpPr>
          <p:spPr bwMode="auto">
            <a:xfrm>
              <a:off x="4419" y="2224"/>
              <a:ext cx="828" cy="425"/>
            </a:xfrm>
            <a:custGeom>
              <a:avLst/>
              <a:gdLst>
                <a:gd name="T0" fmla="*/ 382 w 828"/>
                <a:gd name="T1" fmla="*/ 30 h 425"/>
                <a:gd name="T2" fmla="*/ 370 w 828"/>
                <a:gd name="T3" fmla="*/ 30 h 425"/>
                <a:gd name="T4" fmla="*/ 126 w 828"/>
                <a:gd name="T5" fmla="*/ 32 h 425"/>
                <a:gd name="T6" fmla="*/ 6 w 828"/>
                <a:gd name="T7" fmla="*/ 126 h 425"/>
                <a:gd name="T8" fmla="*/ 92 w 828"/>
                <a:gd name="T9" fmla="*/ 274 h 425"/>
                <a:gd name="T10" fmla="*/ 292 w 828"/>
                <a:gd name="T11" fmla="*/ 384 h 425"/>
                <a:gd name="T12" fmla="*/ 540 w 828"/>
                <a:gd name="T13" fmla="*/ 416 h 425"/>
                <a:gd name="T14" fmla="*/ 698 w 828"/>
                <a:gd name="T15" fmla="*/ 330 h 425"/>
                <a:gd name="T16" fmla="*/ 776 w 828"/>
                <a:gd name="T17" fmla="*/ 170 h 425"/>
                <a:gd name="T18" fmla="*/ 792 w 828"/>
                <a:gd name="T19" fmla="*/ 22 h 425"/>
                <a:gd name="T20" fmla="*/ 560 w 828"/>
                <a:gd name="T21" fmla="*/ 38 h 425"/>
                <a:gd name="T22" fmla="*/ 382 w 828"/>
                <a:gd name="T23" fmla="*/ 30 h 425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w 828"/>
                <a:gd name="T37" fmla="*/ 0 h 425"/>
                <a:gd name="T38" fmla="*/ 828 w 828"/>
                <a:gd name="T39" fmla="*/ 425 h 425"/>
              </a:gdLst>
              <a:ahLst/>
              <a:cxnLst>
                <a:cxn ang="T24">
                  <a:pos x="T0" y="T1"/>
                </a:cxn>
                <a:cxn ang="T25">
                  <a:pos x="T2" y="T3"/>
                </a:cxn>
                <a:cxn ang="T26">
                  <a:pos x="T4" y="T5"/>
                </a:cxn>
                <a:cxn ang="T27">
                  <a:pos x="T6" y="T7"/>
                </a:cxn>
                <a:cxn ang="T28">
                  <a:pos x="T8" y="T9"/>
                </a:cxn>
                <a:cxn ang="T29">
                  <a:pos x="T10" y="T11"/>
                </a:cxn>
                <a:cxn ang="T30">
                  <a:pos x="T12" y="T13"/>
                </a:cxn>
                <a:cxn ang="T31">
                  <a:pos x="T14" y="T15"/>
                </a:cxn>
                <a:cxn ang="T32">
                  <a:pos x="T16" y="T17"/>
                </a:cxn>
                <a:cxn ang="T33">
                  <a:pos x="T18" y="T19"/>
                </a:cxn>
                <a:cxn ang="T34">
                  <a:pos x="T20" y="T21"/>
                </a:cxn>
                <a:cxn ang="T35">
                  <a:pos x="T22" y="T23"/>
                </a:cxn>
              </a:cxnLst>
              <a:rect l="T36" t="T37" r="T38" b="T39"/>
              <a:pathLst>
                <a:path w="828" h="425">
                  <a:moveTo>
                    <a:pt x="382" y="30"/>
                  </a:moveTo>
                  <a:cubicBezTo>
                    <a:pt x="350" y="29"/>
                    <a:pt x="413" y="30"/>
                    <a:pt x="370" y="30"/>
                  </a:cubicBezTo>
                  <a:cubicBezTo>
                    <a:pt x="327" y="30"/>
                    <a:pt x="187" y="16"/>
                    <a:pt x="126" y="32"/>
                  </a:cubicBezTo>
                  <a:cubicBezTo>
                    <a:pt x="65" y="48"/>
                    <a:pt x="12" y="86"/>
                    <a:pt x="6" y="126"/>
                  </a:cubicBezTo>
                  <a:cubicBezTo>
                    <a:pt x="0" y="166"/>
                    <a:pt x="44" y="231"/>
                    <a:pt x="92" y="274"/>
                  </a:cubicBezTo>
                  <a:cubicBezTo>
                    <a:pt x="140" y="317"/>
                    <a:pt x="217" y="360"/>
                    <a:pt x="292" y="384"/>
                  </a:cubicBezTo>
                  <a:cubicBezTo>
                    <a:pt x="367" y="408"/>
                    <a:pt x="472" y="425"/>
                    <a:pt x="540" y="416"/>
                  </a:cubicBezTo>
                  <a:cubicBezTo>
                    <a:pt x="608" y="407"/>
                    <a:pt x="659" y="371"/>
                    <a:pt x="698" y="330"/>
                  </a:cubicBezTo>
                  <a:cubicBezTo>
                    <a:pt x="737" y="289"/>
                    <a:pt x="760" y="221"/>
                    <a:pt x="776" y="170"/>
                  </a:cubicBezTo>
                  <a:cubicBezTo>
                    <a:pt x="792" y="119"/>
                    <a:pt x="828" y="44"/>
                    <a:pt x="792" y="22"/>
                  </a:cubicBezTo>
                  <a:cubicBezTo>
                    <a:pt x="756" y="0"/>
                    <a:pt x="630" y="37"/>
                    <a:pt x="560" y="38"/>
                  </a:cubicBezTo>
                  <a:cubicBezTo>
                    <a:pt x="490" y="39"/>
                    <a:pt x="414" y="31"/>
                    <a:pt x="382" y="30"/>
                  </a:cubicBezTo>
                  <a:close/>
                </a:path>
              </a:pathLst>
            </a:cu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02426" name="Freeform 606">
              <a:extLst>
                <a:ext uri="{FF2B5EF4-FFF2-40B4-BE49-F238E27FC236}">
                  <a16:creationId xmlns:a16="http://schemas.microsoft.com/office/drawing/2014/main" id="{51F23229-92C2-4136-9D70-C0BE4D33EE4C}"/>
                </a:ext>
              </a:extLst>
            </p:cNvPr>
            <p:cNvSpPr>
              <a:spLocks/>
            </p:cNvSpPr>
            <p:nvPr/>
          </p:nvSpPr>
          <p:spPr bwMode="auto">
            <a:xfrm>
              <a:off x="4417" y="1263"/>
              <a:ext cx="1090" cy="709"/>
            </a:xfrm>
            <a:custGeom>
              <a:avLst/>
              <a:gdLst>
                <a:gd name="T0" fmla="*/ 207402493 w 765"/>
                <a:gd name="T1" fmla="*/ 95765015 h 459"/>
                <a:gd name="T2" fmla="*/ 140549145 w 765"/>
                <a:gd name="T3" fmla="*/ 680005382 h 459"/>
                <a:gd name="T4" fmla="*/ 47018431 w 765"/>
                <a:gd name="T5" fmla="*/ 967812540 h 459"/>
                <a:gd name="T6" fmla="*/ 6718573 w 765"/>
                <a:gd name="T7" fmla="*/ 2147483646 h 459"/>
                <a:gd name="T8" fmla="*/ 87941052 w 765"/>
                <a:gd name="T9" fmla="*/ 2147483646 h 459"/>
                <a:gd name="T10" fmla="*/ 169050136 w 765"/>
                <a:gd name="T11" fmla="*/ 2147483646 h 459"/>
                <a:gd name="T12" fmla="*/ 285337134 w 765"/>
                <a:gd name="T13" fmla="*/ 2147483646 h 459"/>
                <a:gd name="T14" fmla="*/ 341448798 w 765"/>
                <a:gd name="T15" fmla="*/ 2147483646 h 459"/>
                <a:gd name="T16" fmla="*/ 367538880 w 765"/>
                <a:gd name="T17" fmla="*/ 2147483646 h 459"/>
                <a:gd name="T18" fmla="*/ 366893090 w 765"/>
                <a:gd name="T19" fmla="*/ 1532876763 h 459"/>
                <a:gd name="T20" fmla="*/ 323800920 w 765"/>
                <a:gd name="T21" fmla="*/ 334380861 h 459"/>
                <a:gd name="T22" fmla="*/ 207402493 w 765"/>
                <a:gd name="T23" fmla="*/ 95765015 h 459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w 765"/>
                <a:gd name="T37" fmla="*/ 0 h 459"/>
                <a:gd name="T38" fmla="*/ 765 w 765"/>
                <a:gd name="T39" fmla="*/ 459 h 459"/>
              </a:gdLst>
              <a:ahLst/>
              <a:cxnLst>
                <a:cxn ang="T24">
                  <a:pos x="T0" y="T1"/>
                </a:cxn>
                <a:cxn ang="T25">
                  <a:pos x="T2" y="T3"/>
                </a:cxn>
                <a:cxn ang="T26">
                  <a:pos x="T4" y="T5"/>
                </a:cxn>
                <a:cxn ang="T27">
                  <a:pos x="T6" y="T7"/>
                </a:cxn>
                <a:cxn ang="T28">
                  <a:pos x="T8" y="T9"/>
                </a:cxn>
                <a:cxn ang="T29">
                  <a:pos x="T10" y="T11"/>
                </a:cxn>
                <a:cxn ang="T30">
                  <a:pos x="T12" y="T13"/>
                </a:cxn>
                <a:cxn ang="T31">
                  <a:pos x="T14" y="T15"/>
                </a:cxn>
                <a:cxn ang="T32">
                  <a:pos x="T16" y="T17"/>
                </a:cxn>
                <a:cxn ang="T33">
                  <a:pos x="T18" y="T19"/>
                </a:cxn>
                <a:cxn ang="T34">
                  <a:pos x="T20" y="T21"/>
                </a:cxn>
                <a:cxn ang="T35">
                  <a:pos x="T22" y="T23"/>
                </a:cxn>
              </a:cxnLst>
              <a:rect l="T36" t="T37" r="T38" b="T39"/>
              <a:pathLst>
                <a:path w="765" h="459">
                  <a:moveTo>
                    <a:pt x="424" y="10"/>
                  </a:moveTo>
                  <a:cubicBezTo>
                    <a:pt x="362" y="16"/>
                    <a:pt x="343" y="55"/>
                    <a:pt x="288" y="70"/>
                  </a:cubicBezTo>
                  <a:cubicBezTo>
                    <a:pt x="233" y="85"/>
                    <a:pt x="142" y="56"/>
                    <a:pt x="96" y="100"/>
                  </a:cubicBezTo>
                  <a:cubicBezTo>
                    <a:pt x="50" y="144"/>
                    <a:pt x="0" y="279"/>
                    <a:pt x="14" y="336"/>
                  </a:cubicBezTo>
                  <a:cubicBezTo>
                    <a:pt x="28" y="393"/>
                    <a:pt x="125" y="429"/>
                    <a:pt x="180" y="444"/>
                  </a:cubicBezTo>
                  <a:cubicBezTo>
                    <a:pt x="235" y="459"/>
                    <a:pt x="279" y="426"/>
                    <a:pt x="346" y="426"/>
                  </a:cubicBezTo>
                  <a:cubicBezTo>
                    <a:pt x="413" y="426"/>
                    <a:pt x="525" y="443"/>
                    <a:pt x="584" y="444"/>
                  </a:cubicBezTo>
                  <a:cubicBezTo>
                    <a:pt x="643" y="445"/>
                    <a:pt x="670" y="446"/>
                    <a:pt x="698" y="434"/>
                  </a:cubicBezTo>
                  <a:cubicBezTo>
                    <a:pt x="726" y="422"/>
                    <a:pt x="743" y="418"/>
                    <a:pt x="752" y="372"/>
                  </a:cubicBezTo>
                  <a:cubicBezTo>
                    <a:pt x="761" y="326"/>
                    <a:pt x="765" y="214"/>
                    <a:pt x="750" y="158"/>
                  </a:cubicBezTo>
                  <a:cubicBezTo>
                    <a:pt x="735" y="102"/>
                    <a:pt x="716" y="58"/>
                    <a:pt x="662" y="34"/>
                  </a:cubicBezTo>
                  <a:cubicBezTo>
                    <a:pt x="608" y="10"/>
                    <a:pt x="505" y="0"/>
                    <a:pt x="424" y="10"/>
                  </a:cubicBezTo>
                  <a:close/>
                </a:path>
              </a:pathLst>
            </a:custGeom>
            <a:gradFill rotWithShape="1">
              <a:gsLst>
                <a:gs pos="0">
                  <a:schemeClr val="folHlink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02427" name="Line 607">
              <a:extLst>
                <a:ext uri="{FF2B5EF4-FFF2-40B4-BE49-F238E27FC236}">
                  <a16:creationId xmlns:a16="http://schemas.microsoft.com/office/drawing/2014/main" id="{898EAD69-9E17-4577-865F-0FBD8FB0CC3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9" y="2404"/>
              <a:ext cx="103" cy="76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02428" name="Line 608">
              <a:extLst>
                <a:ext uri="{FF2B5EF4-FFF2-40B4-BE49-F238E27FC236}">
                  <a16:creationId xmlns:a16="http://schemas.microsoft.com/office/drawing/2014/main" id="{D155C61F-EB7F-41A0-9B2B-5169BF85CC5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20" y="2354"/>
              <a:ext cx="176" cy="0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02429" name="Line 609">
              <a:extLst>
                <a:ext uri="{FF2B5EF4-FFF2-40B4-BE49-F238E27FC236}">
                  <a16:creationId xmlns:a16="http://schemas.microsoft.com/office/drawing/2014/main" id="{8CFE26E1-EA37-45CD-B375-404080FA915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869" y="2408"/>
              <a:ext cx="85" cy="66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02430" name="Line 610">
              <a:extLst>
                <a:ext uri="{FF2B5EF4-FFF2-40B4-BE49-F238E27FC236}">
                  <a16:creationId xmlns:a16="http://schemas.microsoft.com/office/drawing/2014/main" id="{BBA70962-0AE2-43F9-9B5E-3D2056DC6D8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35" y="1632"/>
              <a:ext cx="321" cy="2"/>
            </a:xfrm>
            <a:prstGeom prst="line">
              <a:avLst/>
            </a:prstGeom>
            <a:noFill/>
            <a:ln w="9525">
              <a:solidFill>
                <a:srgbClr val="96969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02431" name="Line 611">
              <a:extLst>
                <a:ext uri="{FF2B5EF4-FFF2-40B4-BE49-F238E27FC236}">
                  <a16:creationId xmlns:a16="http://schemas.microsoft.com/office/drawing/2014/main" id="{25D10A43-E5F5-400B-A5C6-BE3F929CD95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35" y="2961"/>
              <a:ext cx="246" cy="116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02432" name="Line 612">
              <a:extLst>
                <a:ext uri="{FF2B5EF4-FFF2-40B4-BE49-F238E27FC236}">
                  <a16:creationId xmlns:a16="http://schemas.microsoft.com/office/drawing/2014/main" id="{4E21A168-BC6A-4270-99D9-A791E8F7B0B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244" y="2953"/>
              <a:ext cx="203" cy="125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02433" name="Line 613">
              <a:extLst>
                <a:ext uri="{FF2B5EF4-FFF2-40B4-BE49-F238E27FC236}">
                  <a16:creationId xmlns:a16="http://schemas.microsoft.com/office/drawing/2014/main" id="{00292AF9-7BA3-452D-9CE9-3B41D7D4E45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271" y="3137"/>
              <a:ext cx="612" cy="0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02434" name="Line 614">
              <a:extLst>
                <a:ext uri="{FF2B5EF4-FFF2-40B4-BE49-F238E27FC236}">
                  <a16:creationId xmlns:a16="http://schemas.microsoft.com/office/drawing/2014/main" id="{A14BD552-B6BE-4C8A-84FB-B5D957DE16E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773" y="1572"/>
              <a:ext cx="78" cy="55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02435" name="Line 615">
              <a:extLst>
                <a:ext uri="{FF2B5EF4-FFF2-40B4-BE49-F238E27FC236}">
                  <a16:creationId xmlns:a16="http://schemas.microsoft.com/office/drawing/2014/main" id="{50F449E2-5D98-4ED0-8092-691C6E1E600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65" y="1681"/>
              <a:ext cx="0" cy="52"/>
            </a:xfrm>
            <a:prstGeom prst="line">
              <a:avLst/>
            </a:prstGeom>
            <a:noFill/>
            <a:ln w="9525">
              <a:solidFill>
                <a:srgbClr val="96969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02436" name="Line 616">
              <a:extLst>
                <a:ext uri="{FF2B5EF4-FFF2-40B4-BE49-F238E27FC236}">
                  <a16:creationId xmlns:a16="http://schemas.microsoft.com/office/drawing/2014/main" id="{F787BFE1-70CD-4600-B537-83AF1FC4B20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773" y="1616"/>
              <a:ext cx="166" cy="182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02437" name="Line 617">
              <a:extLst>
                <a:ext uri="{FF2B5EF4-FFF2-40B4-BE49-F238E27FC236}">
                  <a16:creationId xmlns:a16="http://schemas.microsoft.com/office/drawing/2014/main" id="{348370B7-5B1F-4747-A5B8-3C797BA5F5F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03" y="1615"/>
              <a:ext cx="0" cy="124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02438" name="Line 618">
              <a:extLst>
                <a:ext uri="{FF2B5EF4-FFF2-40B4-BE49-F238E27FC236}">
                  <a16:creationId xmlns:a16="http://schemas.microsoft.com/office/drawing/2014/main" id="{5A432E76-36CC-47DF-97E8-2EB2699A125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85" y="1808"/>
              <a:ext cx="119" cy="0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02439" name="Line 619">
              <a:extLst>
                <a:ext uri="{FF2B5EF4-FFF2-40B4-BE49-F238E27FC236}">
                  <a16:creationId xmlns:a16="http://schemas.microsoft.com/office/drawing/2014/main" id="{845C9984-DC59-43B9-845E-285641C22E2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34" y="1802"/>
              <a:ext cx="112" cy="0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02440" name="Line 620">
              <a:extLst>
                <a:ext uri="{FF2B5EF4-FFF2-40B4-BE49-F238E27FC236}">
                  <a16:creationId xmlns:a16="http://schemas.microsoft.com/office/drawing/2014/main" id="{5F1D4562-8210-43C5-995C-D487F0BEA4E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596" y="1850"/>
              <a:ext cx="62" cy="444"/>
            </a:xfrm>
            <a:prstGeom prst="line">
              <a:avLst/>
            </a:prstGeom>
            <a:noFill/>
            <a:ln w="9525">
              <a:solidFill>
                <a:srgbClr val="96969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02441" name="Line 621">
              <a:extLst>
                <a:ext uri="{FF2B5EF4-FFF2-40B4-BE49-F238E27FC236}">
                  <a16:creationId xmlns:a16="http://schemas.microsoft.com/office/drawing/2014/main" id="{6AA5140F-C67F-4F71-A3C9-D841DADFC91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969" y="1850"/>
              <a:ext cx="70" cy="458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02442" name="Line 622">
              <a:extLst>
                <a:ext uri="{FF2B5EF4-FFF2-40B4-BE49-F238E27FC236}">
                  <a16:creationId xmlns:a16="http://schemas.microsoft.com/office/drawing/2014/main" id="{CE410AED-7673-4B16-9839-6550657D2FD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581" y="2569"/>
              <a:ext cx="143" cy="275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02443" name="Line 623">
              <a:extLst>
                <a:ext uri="{FF2B5EF4-FFF2-40B4-BE49-F238E27FC236}">
                  <a16:creationId xmlns:a16="http://schemas.microsoft.com/office/drawing/2014/main" id="{162F2224-4545-4D1E-9EAE-1066B4A0346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57" y="1801"/>
              <a:ext cx="112" cy="0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102444" name="Group 624">
              <a:extLst>
                <a:ext uri="{FF2B5EF4-FFF2-40B4-BE49-F238E27FC236}">
                  <a16:creationId xmlns:a16="http://schemas.microsoft.com/office/drawing/2014/main" id="{98EB2086-6FB9-4ACA-B515-44A88F92535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813" y="1163"/>
              <a:ext cx="295" cy="391"/>
              <a:chOff x="1653" y="3023"/>
              <a:chExt cx="622" cy="911"/>
            </a:xfrm>
          </p:grpSpPr>
          <p:sp>
            <p:nvSpPr>
              <p:cNvPr id="102767" name="Line 270">
                <a:extLst>
                  <a:ext uri="{FF2B5EF4-FFF2-40B4-BE49-F238E27FC236}">
                    <a16:creationId xmlns:a16="http://schemas.microsoft.com/office/drawing/2014/main" id="{FC8656BD-F805-4E22-8F8E-B4620DB7C04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766" y="3287"/>
                <a:ext cx="188" cy="586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02768" name="Line 271">
                <a:extLst>
                  <a:ext uri="{FF2B5EF4-FFF2-40B4-BE49-F238E27FC236}">
                    <a16:creationId xmlns:a16="http://schemas.microsoft.com/office/drawing/2014/main" id="{8CB27048-88E8-4313-8112-8EE13979037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54" y="3287"/>
                <a:ext cx="188" cy="583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02769" name="Line 272">
                <a:extLst>
                  <a:ext uri="{FF2B5EF4-FFF2-40B4-BE49-F238E27FC236}">
                    <a16:creationId xmlns:a16="http://schemas.microsoft.com/office/drawing/2014/main" id="{D44D1A2B-6BB5-4E7D-BDBC-B011917C606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766" y="3870"/>
                <a:ext cx="188" cy="64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02770" name="Line 273">
                <a:extLst>
                  <a:ext uri="{FF2B5EF4-FFF2-40B4-BE49-F238E27FC236}">
                    <a16:creationId xmlns:a16="http://schemas.microsoft.com/office/drawing/2014/main" id="{B5BBA213-0629-462A-B726-49480E70C0E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954" y="3870"/>
                <a:ext cx="188" cy="64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02771" name="Line 274">
                <a:extLst>
                  <a:ext uri="{FF2B5EF4-FFF2-40B4-BE49-F238E27FC236}">
                    <a16:creationId xmlns:a16="http://schemas.microsoft.com/office/drawing/2014/main" id="{7A1BBB64-4AA4-4A46-B488-6FB38A16F6C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54" y="3300"/>
                <a:ext cx="0" cy="634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02772" name="Line 275">
                <a:extLst>
                  <a:ext uri="{FF2B5EF4-FFF2-40B4-BE49-F238E27FC236}">
                    <a16:creationId xmlns:a16="http://schemas.microsoft.com/office/drawing/2014/main" id="{148E8D49-E5A3-41FF-A332-9D178E6DA3C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766" y="3810"/>
                <a:ext cx="188" cy="63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02773" name="Line 276">
                <a:extLst>
                  <a:ext uri="{FF2B5EF4-FFF2-40B4-BE49-F238E27FC236}">
                    <a16:creationId xmlns:a16="http://schemas.microsoft.com/office/drawing/2014/main" id="{A067FAC7-644B-4CD1-A7E3-FFE0A242F68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954" y="3810"/>
                <a:ext cx="188" cy="60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02774" name="Line 277">
                <a:extLst>
                  <a:ext uri="{FF2B5EF4-FFF2-40B4-BE49-F238E27FC236}">
                    <a16:creationId xmlns:a16="http://schemas.microsoft.com/office/drawing/2014/main" id="{FC15DCFA-874C-40BA-86B5-820D71E48C3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846" y="3618"/>
                <a:ext cx="108" cy="48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02775" name="Line 278">
                <a:extLst>
                  <a:ext uri="{FF2B5EF4-FFF2-40B4-BE49-F238E27FC236}">
                    <a16:creationId xmlns:a16="http://schemas.microsoft.com/office/drawing/2014/main" id="{8C1798AF-42B0-4744-833B-9868D5AF059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954" y="3618"/>
                <a:ext cx="114" cy="48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02776" name="Line 279">
                <a:extLst>
                  <a:ext uri="{FF2B5EF4-FFF2-40B4-BE49-F238E27FC236}">
                    <a16:creationId xmlns:a16="http://schemas.microsoft.com/office/drawing/2014/main" id="{A16FB371-0CBD-4675-83D6-7FEC98E39AE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810" y="3704"/>
                <a:ext cx="139" cy="65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02777" name="Line 280">
                <a:extLst>
                  <a:ext uri="{FF2B5EF4-FFF2-40B4-BE49-F238E27FC236}">
                    <a16:creationId xmlns:a16="http://schemas.microsoft.com/office/drawing/2014/main" id="{6F617FDE-A7A6-4087-937A-7854518E5F6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954" y="3717"/>
                <a:ext cx="140" cy="57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02778" name="Line 281">
                <a:extLst>
                  <a:ext uri="{FF2B5EF4-FFF2-40B4-BE49-F238E27FC236}">
                    <a16:creationId xmlns:a16="http://schemas.microsoft.com/office/drawing/2014/main" id="{C069C5DB-0822-4B39-99D3-88D39098375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954" y="3530"/>
                <a:ext cx="72" cy="24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02779" name="Line 282">
                <a:extLst>
                  <a:ext uri="{FF2B5EF4-FFF2-40B4-BE49-F238E27FC236}">
                    <a16:creationId xmlns:a16="http://schemas.microsoft.com/office/drawing/2014/main" id="{405EA0B5-0B9B-419F-82B7-4856BA9DDD3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954" y="3409"/>
                <a:ext cx="45" cy="18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02780" name="Line 283">
                <a:extLst>
                  <a:ext uri="{FF2B5EF4-FFF2-40B4-BE49-F238E27FC236}">
                    <a16:creationId xmlns:a16="http://schemas.microsoft.com/office/drawing/2014/main" id="{467E3A18-BEAE-447C-B9AE-46358A432D1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873" y="3522"/>
                <a:ext cx="87" cy="32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02781" name="Line 284">
                <a:extLst>
                  <a:ext uri="{FF2B5EF4-FFF2-40B4-BE49-F238E27FC236}">
                    <a16:creationId xmlns:a16="http://schemas.microsoft.com/office/drawing/2014/main" id="{14B3FD3A-384F-4C9B-A405-ECF08F6F774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12" y="3404"/>
                <a:ext cx="50" cy="31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02782" name="Oval 640">
                <a:extLst>
                  <a:ext uri="{FF2B5EF4-FFF2-40B4-BE49-F238E27FC236}">
                    <a16:creationId xmlns:a16="http://schemas.microsoft.com/office/drawing/2014/main" id="{FA986672-C383-4B28-8712-1FCD037957A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21" y="3233"/>
                <a:ext cx="63" cy="68"/>
              </a:xfrm>
              <a:prstGeom prst="ellipse">
                <a:avLst/>
              </a:prstGeom>
              <a:solidFill>
                <a:srgbClr val="808080"/>
              </a:solidFill>
              <a:ln w="9525">
                <a:solidFill>
                  <a:srgbClr val="80808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pic>
            <p:nvPicPr>
              <p:cNvPr id="102783" name="Picture 641" descr="cell_tower_radiation_gray">
                <a:extLst>
                  <a:ext uri="{FF2B5EF4-FFF2-40B4-BE49-F238E27FC236}">
                    <a16:creationId xmlns:a16="http://schemas.microsoft.com/office/drawing/2014/main" id="{B47E058E-076C-44F0-8C16-7F6A4571398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653" y="3023"/>
                <a:ext cx="622" cy="5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grpSp>
          <p:nvGrpSpPr>
            <p:cNvPr id="102445" name="Group 642">
              <a:extLst>
                <a:ext uri="{FF2B5EF4-FFF2-40B4-BE49-F238E27FC236}">
                  <a16:creationId xmlns:a16="http://schemas.microsoft.com/office/drawing/2014/main" id="{DC8825B8-9099-49CC-B3F6-3D0CCC56AE2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62" y="1516"/>
              <a:ext cx="286" cy="160"/>
              <a:chOff x="3843" y="1516"/>
              <a:chExt cx="286" cy="160"/>
            </a:xfrm>
          </p:grpSpPr>
          <p:sp>
            <p:nvSpPr>
              <p:cNvPr id="102758" name="Line 643">
                <a:extLst>
                  <a:ext uri="{FF2B5EF4-FFF2-40B4-BE49-F238E27FC236}">
                    <a16:creationId xmlns:a16="http://schemas.microsoft.com/office/drawing/2014/main" id="{91D08250-9387-43F7-B9E3-84F8FC31299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843" y="1516"/>
                <a:ext cx="96" cy="60"/>
              </a:xfrm>
              <a:prstGeom prst="line">
                <a:avLst/>
              </a:prstGeom>
              <a:noFill/>
              <a:ln w="9525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2759" name="Oval 407">
                <a:extLst>
                  <a:ext uri="{FF2B5EF4-FFF2-40B4-BE49-F238E27FC236}">
                    <a16:creationId xmlns:a16="http://schemas.microsoft.com/office/drawing/2014/main" id="{37740BDD-6095-44CF-98E9-2FEE933B863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884" y="1616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2760" name="Rectangle 410">
                <a:extLst>
                  <a:ext uri="{FF2B5EF4-FFF2-40B4-BE49-F238E27FC236}">
                    <a16:creationId xmlns:a16="http://schemas.microsoft.com/office/drawing/2014/main" id="{ABB9B4E2-7980-456D-821F-1E981789E8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884" y="1610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2761" name="Oval 411">
                <a:extLst>
                  <a:ext uri="{FF2B5EF4-FFF2-40B4-BE49-F238E27FC236}">
                    <a16:creationId xmlns:a16="http://schemas.microsoft.com/office/drawing/2014/main" id="{0D1AA31B-29A2-4D62-BD91-23DA68805D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883" y="1569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102762" name="Group 647">
                <a:extLst>
                  <a:ext uri="{FF2B5EF4-FFF2-40B4-BE49-F238E27FC236}">
                    <a16:creationId xmlns:a16="http://schemas.microsoft.com/office/drawing/2014/main" id="{21F8D756-C362-4CFD-BFF0-29DFD16CDFD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932" y="1587"/>
                <a:ext cx="138" cy="33"/>
                <a:chOff x="2468" y="1332"/>
                <a:chExt cx="310" cy="60"/>
              </a:xfrm>
            </p:grpSpPr>
            <p:sp>
              <p:nvSpPr>
                <p:cNvPr id="102765" name="Freeform 648">
                  <a:extLst>
                    <a:ext uri="{FF2B5EF4-FFF2-40B4-BE49-F238E27FC236}">
                      <a16:creationId xmlns:a16="http://schemas.microsoft.com/office/drawing/2014/main" id="{1A6D0607-AFA0-412A-9D3E-158761D34D2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2766" name="Freeform 649">
                  <a:extLst>
                    <a:ext uri="{FF2B5EF4-FFF2-40B4-BE49-F238E27FC236}">
                      <a16:creationId xmlns:a16="http://schemas.microsoft.com/office/drawing/2014/main" id="{0D36A249-C9C6-448B-B8F3-BE2891F830B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102763" name="Line 650">
                <a:extLst>
                  <a:ext uri="{FF2B5EF4-FFF2-40B4-BE49-F238E27FC236}">
                    <a16:creationId xmlns:a16="http://schemas.microsoft.com/office/drawing/2014/main" id="{E5F5776E-898D-41A5-A6BF-296C29AC9D7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884" y="1602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2764" name="Line 651">
                <a:extLst>
                  <a:ext uri="{FF2B5EF4-FFF2-40B4-BE49-F238E27FC236}">
                    <a16:creationId xmlns:a16="http://schemas.microsoft.com/office/drawing/2014/main" id="{82990A6C-E2B0-4945-9779-F2F8213DB0D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127" y="1604"/>
                <a:ext cx="0" cy="46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102446" name="Group 652">
              <a:extLst>
                <a:ext uri="{FF2B5EF4-FFF2-40B4-BE49-F238E27FC236}">
                  <a16:creationId xmlns:a16="http://schemas.microsoft.com/office/drawing/2014/main" id="{161C3B12-6E83-403D-B53D-D18F4A3712A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37" y="1571"/>
              <a:ext cx="246" cy="110"/>
              <a:chOff x="4334" y="1470"/>
              <a:chExt cx="246" cy="107"/>
            </a:xfrm>
          </p:grpSpPr>
          <p:sp>
            <p:nvSpPr>
              <p:cNvPr id="102750" name="Oval 407">
                <a:extLst>
                  <a:ext uri="{FF2B5EF4-FFF2-40B4-BE49-F238E27FC236}">
                    <a16:creationId xmlns:a16="http://schemas.microsoft.com/office/drawing/2014/main" id="{0F68F4C8-65D4-498B-962D-B9285EA536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2751" name="Rectangle 410">
                <a:extLst>
                  <a:ext uri="{FF2B5EF4-FFF2-40B4-BE49-F238E27FC236}">
                    <a16:creationId xmlns:a16="http://schemas.microsoft.com/office/drawing/2014/main" id="{4B55F82C-7A21-44FE-986A-F1E36B3464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2752" name="Oval 411">
                <a:extLst>
                  <a:ext uri="{FF2B5EF4-FFF2-40B4-BE49-F238E27FC236}">
                    <a16:creationId xmlns:a16="http://schemas.microsoft.com/office/drawing/2014/main" id="{F9AE67CE-652C-4055-881D-A03D787FBA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102753" name="Group 656">
                <a:extLst>
                  <a:ext uri="{FF2B5EF4-FFF2-40B4-BE49-F238E27FC236}">
                    <a16:creationId xmlns:a16="http://schemas.microsoft.com/office/drawing/2014/main" id="{CBCE22C5-F40C-4A74-8498-293E920B43C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102756" name="Freeform 657">
                  <a:extLst>
                    <a:ext uri="{FF2B5EF4-FFF2-40B4-BE49-F238E27FC236}">
                      <a16:creationId xmlns:a16="http://schemas.microsoft.com/office/drawing/2014/main" id="{7025F150-21A9-4534-85B7-80E4C1310D7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2757" name="Freeform 658">
                  <a:extLst>
                    <a:ext uri="{FF2B5EF4-FFF2-40B4-BE49-F238E27FC236}">
                      <a16:creationId xmlns:a16="http://schemas.microsoft.com/office/drawing/2014/main" id="{36C83DFC-BC08-4A26-BE3E-0D4A55AD6D7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102754" name="Line 659">
                <a:extLst>
                  <a:ext uri="{FF2B5EF4-FFF2-40B4-BE49-F238E27FC236}">
                    <a16:creationId xmlns:a16="http://schemas.microsoft.com/office/drawing/2014/main" id="{E70F0D4A-3CD1-49E3-896B-FDEBF7CF10C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2755" name="Line 660">
                <a:extLst>
                  <a:ext uri="{FF2B5EF4-FFF2-40B4-BE49-F238E27FC236}">
                    <a16:creationId xmlns:a16="http://schemas.microsoft.com/office/drawing/2014/main" id="{544D44C5-7C85-4629-8718-259B55E1D18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6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102447" name="Group 661">
              <a:extLst>
                <a:ext uri="{FF2B5EF4-FFF2-40B4-BE49-F238E27FC236}">
                  <a16:creationId xmlns:a16="http://schemas.microsoft.com/office/drawing/2014/main" id="{4B2230E9-B9A2-4DC2-87DC-675BF8C4EC3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44" y="1737"/>
              <a:ext cx="246" cy="110"/>
              <a:chOff x="4334" y="1470"/>
              <a:chExt cx="246" cy="107"/>
            </a:xfrm>
          </p:grpSpPr>
          <p:sp>
            <p:nvSpPr>
              <p:cNvPr id="102742" name="Oval 407">
                <a:extLst>
                  <a:ext uri="{FF2B5EF4-FFF2-40B4-BE49-F238E27FC236}">
                    <a16:creationId xmlns:a16="http://schemas.microsoft.com/office/drawing/2014/main" id="{74D09FAE-B61B-4A93-BF4C-5D513C611E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2743" name="Rectangle 410">
                <a:extLst>
                  <a:ext uri="{FF2B5EF4-FFF2-40B4-BE49-F238E27FC236}">
                    <a16:creationId xmlns:a16="http://schemas.microsoft.com/office/drawing/2014/main" id="{0A5D34CF-D0B7-4D1A-8ED0-149D78E126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2744" name="Oval 411">
                <a:extLst>
                  <a:ext uri="{FF2B5EF4-FFF2-40B4-BE49-F238E27FC236}">
                    <a16:creationId xmlns:a16="http://schemas.microsoft.com/office/drawing/2014/main" id="{91D8F248-BC1B-4775-A50D-633AEBC66E3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102745" name="Group 665">
                <a:extLst>
                  <a:ext uri="{FF2B5EF4-FFF2-40B4-BE49-F238E27FC236}">
                    <a16:creationId xmlns:a16="http://schemas.microsoft.com/office/drawing/2014/main" id="{D0F95DA1-1229-4463-96AD-38F1D118C4D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102748" name="Freeform 666">
                  <a:extLst>
                    <a:ext uri="{FF2B5EF4-FFF2-40B4-BE49-F238E27FC236}">
                      <a16:creationId xmlns:a16="http://schemas.microsoft.com/office/drawing/2014/main" id="{12730D63-AA59-4914-AFF3-82FBD242C36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2749" name="Freeform 667">
                  <a:extLst>
                    <a:ext uri="{FF2B5EF4-FFF2-40B4-BE49-F238E27FC236}">
                      <a16:creationId xmlns:a16="http://schemas.microsoft.com/office/drawing/2014/main" id="{3DF923FE-9A13-4401-B10E-A36699D3FD0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102746" name="Line 668">
                <a:extLst>
                  <a:ext uri="{FF2B5EF4-FFF2-40B4-BE49-F238E27FC236}">
                    <a16:creationId xmlns:a16="http://schemas.microsoft.com/office/drawing/2014/main" id="{9A8429C2-3F51-4699-9C5E-ABCC7245EE4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2747" name="Line 669">
                <a:extLst>
                  <a:ext uri="{FF2B5EF4-FFF2-40B4-BE49-F238E27FC236}">
                    <a16:creationId xmlns:a16="http://schemas.microsoft.com/office/drawing/2014/main" id="{41F99228-A808-4C3F-B128-3210999827D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6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102448" name="Group 670">
              <a:extLst>
                <a:ext uri="{FF2B5EF4-FFF2-40B4-BE49-F238E27FC236}">
                  <a16:creationId xmlns:a16="http://schemas.microsoft.com/office/drawing/2014/main" id="{BFF7415C-5BD0-4D78-BA33-BCFE44D9633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890" y="1738"/>
              <a:ext cx="246" cy="110"/>
              <a:chOff x="4334" y="1470"/>
              <a:chExt cx="246" cy="107"/>
            </a:xfrm>
          </p:grpSpPr>
          <p:sp>
            <p:nvSpPr>
              <p:cNvPr id="102734" name="Oval 407">
                <a:extLst>
                  <a:ext uri="{FF2B5EF4-FFF2-40B4-BE49-F238E27FC236}">
                    <a16:creationId xmlns:a16="http://schemas.microsoft.com/office/drawing/2014/main" id="{DA711666-DD32-47D8-BBE1-065B7B04563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2735" name="Rectangle 410">
                <a:extLst>
                  <a:ext uri="{FF2B5EF4-FFF2-40B4-BE49-F238E27FC236}">
                    <a16:creationId xmlns:a16="http://schemas.microsoft.com/office/drawing/2014/main" id="{A3845421-11DF-440B-8DDC-11ACA88B50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2736" name="Oval 411">
                <a:extLst>
                  <a:ext uri="{FF2B5EF4-FFF2-40B4-BE49-F238E27FC236}">
                    <a16:creationId xmlns:a16="http://schemas.microsoft.com/office/drawing/2014/main" id="{3F0D28B9-43AA-45B7-B98D-B2BAB3DE0C0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102737" name="Group 674">
                <a:extLst>
                  <a:ext uri="{FF2B5EF4-FFF2-40B4-BE49-F238E27FC236}">
                    <a16:creationId xmlns:a16="http://schemas.microsoft.com/office/drawing/2014/main" id="{756ED6B5-49BC-4F9A-ADE0-D6B22F1279D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102740" name="Freeform 675">
                  <a:extLst>
                    <a:ext uri="{FF2B5EF4-FFF2-40B4-BE49-F238E27FC236}">
                      <a16:creationId xmlns:a16="http://schemas.microsoft.com/office/drawing/2014/main" id="{B4C9472B-6642-4A86-9EE1-56EA675BAAC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2741" name="Freeform 676">
                  <a:extLst>
                    <a:ext uri="{FF2B5EF4-FFF2-40B4-BE49-F238E27FC236}">
                      <a16:creationId xmlns:a16="http://schemas.microsoft.com/office/drawing/2014/main" id="{2CDBCEB7-650F-4559-B715-E58E60C2A95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102738" name="Line 677">
                <a:extLst>
                  <a:ext uri="{FF2B5EF4-FFF2-40B4-BE49-F238E27FC236}">
                    <a16:creationId xmlns:a16="http://schemas.microsoft.com/office/drawing/2014/main" id="{323A1D63-CCC0-42CA-AC43-9313E09F3D2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2739" name="Line 678">
                <a:extLst>
                  <a:ext uri="{FF2B5EF4-FFF2-40B4-BE49-F238E27FC236}">
                    <a16:creationId xmlns:a16="http://schemas.microsoft.com/office/drawing/2014/main" id="{BC844AEF-9354-409D-8449-87E5E3DAA1F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6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102449" name="Group 679">
              <a:extLst>
                <a:ext uri="{FF2B5EF4-FFF2-40B4-BE49-F238E27FC236}">
                  <a16:creationId xmlns:a16="http://schemas.microsoft.com/office/drawing/2014/main" id="{F648A6DA-522B-4F86-A440-6936F43B618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844" y="1508"/>
              <a:ext cx="246" cy="110"/>
              <a:chOff x="4334" y="1470"/>
              <a:chExt cx="246" cy="107"/>
            </a:xfrm>
          </p:grpSpPr>
          <p:sp>
            <p:nvSpPr>
              <p:cNvPr id="102726" name="Oval 407">
                <a:extLst>
                  <a:ext uri="{FF2B5EF4-FFF2-40B4-BE49-F238E27FC236}">
                    <a16:creationId xmlns:a16="http://schemas.microsoft.com/office/drawing/2014/main" id="{31B51609-DB6D-4F95-A562-6FD5160931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2727" name="Rectangle 410">
                <a:extLst>
                  <a:ext uri="{FF2B5EF4-FFF2-40B4-BE49-F238E27FC236}">
                    <a16:creationId xmlns:a16="http://schemas.microsoft.com/office/drawing/2014/main" id="{A75B293B-03FF-4CD5-9C88-E63319E7062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2728" name="Oval 411">
                <a:extLst>
                  <a:ext uri="{FF2B5EF4-FFF2-40B4-BE49-F238E27FC236}">
                    <a16:creationId xmlns:a16="http://schemas.microsoft.com/office/drawing/2014/main" id="{505BFB08-778E-4168-B1ED-025A404E13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102729" name="Group 683">
                <a:extLst>
                  <a:ext uri="{FF2B5EF4-FFF2-40B4-BE49-F238E27FC236}">
                    <a16:creationId xmlns:a16="http://schemas.microsoft.com/office/drawing/2014/main" id="{F7D38546-CBA8-488E-A7DC-D2FFC98F630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102732" name="Freeform 684">
                  <a:extLst>
                    <a:ext uri="{FF2B5EF4-FFF2-40B4-BE49-F238E27FC236}">
                      <a16:creationId xmlns:a16="http://schemas.microsoft.com/office/drawing/2014/main" id="{C26BBC98-E9F6-443F-8924-3337316C7FE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2733" name="Freeform 685">
                  <a:extLst>
                    <a:ext uri="{FF2B5EF4-FFF2-40B4-BE49-F238E27FC236}">
                      <a16:creationId xmlns:a16="http://schemas.microsoft.com/office/drawing/2014/main" id="{F2C3A3CF-9E8E-493E-B361-3DB0835C9B0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102730" name="Line 686">
                <a:extLst>
                  <a:ext uri="{FF2B5EF4-FFF2-40B4-BE49-F238E27FC236}">
                    <a16:creationId xmlns:a16="http://schemas.microsoft.com/office/drawing/2014/main" id="{E88164A2-F96D-4224-A361-67D09C9130C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2731" name="Line 687">
                <a:extLst>
                  <a:ext uri="{FF2B5EF4-FFF2-40B4-BE49-F238E27FC236}">
                    <a16:creationId xmlns:a16="http://schemas.microsoft.com/office/drawing/2014/main" id="{9FA96D27-20EF-4F7D-83C8-21117E06AA7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6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102450" name="Group 688">
              <a:extLst>
                <a:ext uri="{FF2B5EF4-FFF2-40B4-BE49-F238E27FC236}">
                  <a16:creationId xmlns:a16="http://schemas.microsoft.com/office/drawing/2014/main" id="{F1115DFD-E9B2-4B94-9B27-55B3DB9D80E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874" y="2296"/>
              <a:ext cx="310" cy="130"/>
              <a:chOff x="4334" y="1470"/>
              <a:chExt cx="246" cy="107"/>
            </a:xfrm>
          </p:grpSpPr>
          <p:sp>
            <p:nvSpPr>
              <p:cNvPr id="102718" name="Oval 407">
                <a:extLst>
                  <a:ext uri="{FF2B5EF4-FFF2-40B4-BE49-F238E27FC236}">
                    <a16:creationId xmlns:a16="http://schemas.microsoft.com/office/drawing/2014/main" id="{970893DD-2797-4357-AB14-4F7C586AC8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2719" name="Rectangle 410">
                <a:extLst>
                  <a:ext uri="{FF2B5EF4-FFF2-40B4-BE49-F238E27FC236}">
                    <a16:creationId xmlns:a16="http://schemas.microsoft.com/office/drawing/2014/main" id="{5623209D-012E-4350-868F-843E899BAA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2720" name="Oval 411">
                <a:extLst>
                  <a:ext uri="{FF2B5EF4-FFF2-40B4-BE49-F238E27FC236}">
                    <a16:creationId xmlns:a16="http://schemas.microsoft.com/office/drawing/2014/main" id="{5F0A76AA-791A-479E-8A27-9B86DA053B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102721" name="Group 692">
                <a:extLst>
                  <a:ext uri="{FF2B5EF4-FFF2-40B4-BE49-F238E27FC236}">
                    <a16:creationId xmlns:a16="http://schemas.microsoft.com/office/drawing/2014/main" id="{484A37EC-C2C7-4E08-811D-D5F227438C6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102724" name="Freeform 693">
                  <a:extLst>
                    <a:ext uri="{FF2B5EF4-FFF2-40B4-BE49-F238E27FC236}">
                      <a16:creationId xmlns:a16="http://schemas.microsoft.com/office/drawing/2014/main" id="{AC2B12D1-223F-43B2-B641-856BDAB3496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2725" name="Freeform 694">
                  <a:extLst>
                    <a:ext uri="{FF2B5EF4-FFF2-40B4-BE49-F238E27FC236}">
                      <a16:creationId xmlns:a16="http://schemas.microsoft.com/office/drawing/2014/main" id="{8DE8AE92-6884-442D-B573-CF47FB68B0F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102722" name="Line 695">
                <a:extLst>
                  <a:ext uri="{FF2B5EF4-FFF2-40B4-BE49-F238E27FC236}">
                    <a16:creationId xmlns:a16="http://schemas.microsoft.com/office/drawing/2014/main" id="{5ED12ED0-2A8E-4A12-AC8C-D0608857D16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2723" name="Line 696">
                <a:extLst>
                  <a:ext uri="{FF2B5EF4-FFF2-40B4-BE49-F238E27FC236}">
                    <a16:creationId xmlns:a16="http://schemas.microsoft.com/office/drawing/2014/main" id="{29E13923-0E76-4869-B503-5E6582F5A60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4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102451" name="Line 697">
              <a:extLst>
                <a:ext uri="{FF2B5EF4-FFF2-40B4-BE49-F238E27FC236}">
                  <a16:creationId xmlns:a16="http://schemas.microsoft.com/office/drawing/2014/main" id="{9B0BCE1C-6F97-4058-9902-1DC1C39B14A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49" y="2358"/>
              <a:ext cx="428" cy="0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102452" name="Group 698">
              <a:extLst>
                <a:ext uri="{FF2B5EF4-FFF2-40B4-BE49-F238E27FC236}">
                  <a16:creationId xmlns:a16="http://schemas.microsoft.com/office/drawing/2014/main" id="{4F6E4326-20E5-4DCA-843D-4817E08415C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64" y="2288"/>
              <a:ext cx="310" cy="130"/>
              <a:chOff x="4334" y="1470"/>
              <a:chExt cx="246" cy="107"/>
            </a:xfrm>
          </p:grpSpPr>
          <p:sp>
            <p:nvSpPr>
              <p:cNvPr id="102710" name="Oval 407">
                <a:extLst>
                  <a:ext uri="{FF2B5EF4-FFF2-40B4-BE49-F238E27FC236}">
                    <a16:creationId xmlns:a16="http://schemas.microsoft.com/office/drawing/2014/main" id="{44EFA4E4-8534-437E-B814-E6DE354F30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2711" name="Rectangle 410">
                <a:extLst>
                  <a:ext uri="{FF2B5EF4-FFF2-40B4-BE49-F238E27FC236}">
                    <a16:creationId xmlns:a16="http://schemas.microsoft.com/office/drawing/2014/main" id="{78991E1F-1638-45A9-8FB8-B541FFA047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2712" name="Oval 411">
                <a:extLst>
                  <a:ext uri="{FF2B5EF4-FFF2-40B4-BE49-F238E27FC236}">
                    <a16:creationId xmlns:a16="http://schemas.microsoft.com/office/drawing/2014/main" id="{57B03EA4-20C1-410A-8787-A806F37061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102713" name="Group 702">
                <a:extLst>
                  <a:ext uri="{FF2B5EF4-FFF2-40B4-BE49-F238E27FC236}">
                    <a16:creationId xmlns:a16="http://schemas.microsoft.com/office/drawing/2014/main" id="{7109F231-7EFD-4FA8-B8B9-B3158F64B5D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102716" name="Freeform 703">
                  <a:extLst>
                    <a:ext uri="{FF2B5EF4-FFF2-40B4-BE49-F238E27FC236}">
                      <a16:creationId xmlns:a16="http://schemas.microsoft.com/office/drawing/2014/main" id="{C9D73369-A33A-453C-81C0-56D4D8FB833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2717" name="Freeform 704">
                  <a:extLst>
                    <a:ext uri="{FF2B5EF4-FFF2-40B4-BE49-F238E27FC236}">
                      <a16:creationId xmlns:a16="http://schemas.microsoft.com/office/drawing/2014/main" id="{580140F7-329A-41DA-984F-AF53551C0AB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102714" name="Line 705">
                <a:extLst>
                  <a:ext uri="{FF2B5EF4-FFF2-40B4-BE49-F238E27FC236}">
                    <a16:creationId xmlns:a16="http://schemas.microsoft.com/office/drawing/2014/main" id="{4E2860B0-8031-4127-9A45-D66DB7DF659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2715" name="Line 706">
                <a:extLst>
                  <a:ext uri="{FF2B5EF4-FFF2-40B4-BE49-F238E27FC236}">
                    <a16:creationId xmlns:a16="http://schemas.microsoft.com/office/drawing/2014/main" id="{D32324D7-5BCD-4926-833F-94BA993AC26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4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102453" name="Group 707">
              <a:extLst>
                <a:ext uri="{FF2B5EF4-FFF2-40B4-BE49-F238E27FC236}">
                  <a16:creationId xmlns:a16="http://schemas.microsoft.com/office/drawing/2014/main" id="{5BEB0390-6C1F-4C22-BCC8-4038D074FC1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60" y="2464"/>
              <a:ext cx="310" cy="130"/>
              <a:chOff x="4334" y="1470"/>
              <a:chExt cx="246" cy="107"/>
            </a:xfrm>
          </p:grpSpPr>
          <p:sp>
            <p:nvSpPr>
              <p:cNvPr id="102702" name="Oval 407">
                <a:extLst>
                  <a:ext uri="{FF2B5EF4-FFF2-40B4-BE49-F238E27FC236}">
                    <a16:creationId xmlns:a16="http://schemas.microsoft.com/office/drawing/2014/main" id="{05EF7B38-661A-4E7C-BFDF-56010A648E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2703" name="Rectangle 410">
                <a:extLst>
                  <a:ext uri="{FF2B5EF4-FFF2-40B4-BE49-F238E27FC236}">
                    <a16:creationId xmlns:a16="http://schemas.microsoft.com/office/drawing/2014/main" id="{586DDEFA-6B62-4717-BCE9-839101C48C6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2704" name="Oval 411">
                <a:extLst>
                  <a:ext uri="{FF2B5EF4-FFF2-40B4-BE49-F238E27FC236}">
                    <a16:creationId xmlns:a16="http://schemas.microsoft.com/office/drawing/2014/main" id="{4909EFBB-0670-47AD-B7C3-7F61BED39C7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102705" name="Group 711">
                <a:extLst>
                  <a:ext uri="{FF2B5EF4-FFF2-40B4-BE49-F238E27FC236}">
                    <a16:creationId xmlns:a16="http://schemas.microsoft.com/office/drawing/2014/main" id="{B6691382-F3F1-4023-9A03-F486D78273E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102708" name="Freeform 712">
                  <a:extLst>
                    <a:ext uri="{FF2B5EF4-FFF2-40B4-BE49-F238E27FC236}">
                      <a16:creationId xmlns:a16="http://schemas.microsoft.com/office/drawing/2014/main" id="{B827EF28-4A88-4368-9733-1113E7DDEAC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2709" name="Freeform 713">
                  <a:extLst>
                    <a:ext uri="{FF2B5EF4-FFF2-40B4-BE49-F238E27FC236}">
                      <a16:creationId xmlns:a16="http://schemas.microsoft.com/office/drawing/2014/main" id="{5E174D64-1A4B-4925-A469-495EE347003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102706" name="Line 714">
                <a:extLst>
                  <a:ext uri="{FF2B5EF4-FFF2-40B4-BE49-F238E27FC236}">
                    <a16:creationId xmlns:a16="http://schemas.microsoft.com/office/drawing/2014/main" id="{D3B29A61-5760-43E7-9078-F26ED684E03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2707" name="Line 715">
                <a:extLst>
                  <a:ext uri="{FF2B5EF4-FFF2-40B4-BE49-F238E27FC236}">
                    <a16:creationId xmlns:a16="http://schemas.microsoft.com/office/drawing/2014/main" id="{3AE77C2A-0BE1-4EF7-8E6C-9A52800D0F1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4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102454" name="Group 716">
              <a:extLst>
                <a:ext uri="{FF2B5EF4-FFF2-40B4-BE49-F238E27FC236}">
                  <a16:creationId xmlns:a16="http://schemas.microsoft.com/office/drawing/2014/main" id="{8D7812C8-5B8A-4517-99C7-05874940543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82" y="3028"/>
              <a:ext cx="392" cy="154"/>
              <a:chOff x="4334" y="1470"/>
              <a:chExt cx="246" cy="107"/>
            </a:xfrm>
          </p:grpSpPr>
          <p:sp>
            <p:nvSpPr>
              <p:cNvPr id="102694" name="Oval 407">
                <a:extLst>
                  <a:ext uri="{FF2B5EF4-FFF2-40B4-BE49-F238E27FC236}">
                    <a16:creationId xmlns:a16="http://schemas.microsoft.com/office/drawing/2014/main" id="{2837DB85-6D88-426E-99DA-5E37183B16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2695" name="Rectangle 410">
                <a:extLst>
                  <a:ext uri="{FF2B5EF4-FFF2-40B4-BE49-F238E27FC236}">
                    <a16:creationId xmlns:a16="http://schemas.microsoft.com/office/drawing/2014/main" id="{61C508D3-7849-495F-BCEC-AEAC5AEF83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2696" name="Oval 411">
                <a:extLst>
                  <a:ext uri="{FF2B5EF4-FFF2-40B4-BE49-F238E27FC236}">
                    <a16:creationId xmlns:a16="http://schemas.microsoft.com/office/drawing/2014/main" id="{58E66AB7-3206-4733-854F-1C5C935FA9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102697" name="Group 720">
                <a:extLst>
                  <a:ext uri="{FF2B5EF4-FFF2-40B4-BE49-F238E27FC236}">
                    <a16:creationId xmlns:a16="http://schemas.microsoft.com/office/drawing/2014/main" id="{BDFA5216-2AD9-4F56-B1F1-1584E16D8DE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102700" name="Freeform 721">
                  <a:extLst>
                    <a:ext uri="{FF2B5EF4-FFF2-40B4-BE49-F238E27FC236}">
                      <a16:creationId xmlns:a16="http://schemas.microsoft.com/office/drawing/2014/main" id="{5022078B-C64A-4C8E-A496-65196841C2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2701" name="Freeform 722">
                  <a:extLst>
                    <a:ext uri="{FF2B5EF4-FFF2-40B4-BE49-F238E27FC236}">
                      <a16:creationId xmlns:a16="http://schemas.microsoft.com/office/drawing/2014/main" id="{56615E4C-B86E-4AD1-8167-AB9AC5BA690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102698" name="Line 723">
                <a:extLst>
                  <a:ext uri="{FF2B5EF4-FFF2-40B4-BE49-F238E27FC236}">
                    <a16:creationId xmlns:a16="http://schemas.microsoft.com/office/drawing/2014/main" id="{CC450F87-4843-49B6-AA6A-655071A0544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2699" name="Line 724">
                <a:extLst>
                  <a:ext uri="{FF2B5EF4-FFF2-40B4-BE49-F238E27FC236}">
                    <a16:creationId xmlns:a16="http://schemas.microsoft.com/office/drawing/2014/main" id="{04D4C0E8-91A1-4DB7-99D2-1A5CAB4E6E1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102455" name="Group 725">
              <a:extLst>
                <a:ext uri="{FF2B5EF4-FFF2-40B4-BE49-F238E27FC236}">
                  <a16:creationId xmlns:a16="http://schemas.microsoft.com/office/drawing/2014/main" id="{C57DC6F2-99FF-4FF4-B87F-36A7466D2F2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388" y="2840"/>
              <a:ext cx="392" cy="154"/>
              <a:chOff x="4334" y="1470"/>
              <a:chExt cx="246" cy="107"/>
            </a:xfrm>
          </p:grpSpPr>
          <p:sp>
            <p:nvSpPr>
              <p:cNvPr id="102686" name="Oval 407">
                <a:extLst>
                  <a:ext uri="{FF2B5EF4-FFF2-40B4-BE49-F238E27FC236}">
                    <a16:creationId xmlns:a16="http://schemas.microsoft.com/office/drawing/2014/main" id="{5A6717D3-AB2C-4617-9E96-038B4AE15E8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2687" name="Rectangle 410">
                <a:extLst>
                  <a:ext uri="{FF2B5EF4-FFF2-40B4-BE49-F238E27FC236}">
                    <a16:creationId xmlns:a16="http://schemas.microsoft.com/office/drawing/2014/main" id="{D9F5E4A9-211C-435F-A3C9-58ACF6D76D7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2688" name="Oval 411">
                <a:extLst>
                  <a:ext uri="{FF2B5EF4-FFF2-40B4-BE49-F238E27FC236}">
                    <a16:creationId xmlns:a16="http://schemas.microsoft.com/office/drawing/2014/main" id="{020B1F3D-0346-44B2-9533-7856019491E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102689" name="Group 729">
                <a:extLst>
                  <a:ext uri="{FF2B5EF4-FFF2-40B4-BE49-F238E27FC236}">
                    <a16:creationId xmlns:a16="http://schemas.microsoft.com/office/drawing/2014/main" id="{28D45122-FD6B-4670-A7AA-B3C69D1676C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102692" name="Freeform 730">
                  <a:extLst>
                    <a:ext uri="{FF2B5EF4-FFF2-40B4-BE49-F238E27FC236}">
                      <a16:creationId xmlns:a16="http://schemas.microsoft.com/office/drawing/2014/main" id="{7A54A92A-772C-4BCB-AFBD-49CD2F9E407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2693" name="Freeform 731">
                  <a:extLst>
                    <a:ext uri="{FF2B5EF4-FFF2-40B4-BE49-F238E27FC236}">
                      <a16:creationId xmlns:a16="http://schemas.microsoft.com/office/drawing/2014/main" id="{83EC3F90-F445-41D2-9F33-088F6EECDFD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102690" name="Line 732">
                <a:extLst>
                  <a:ext uri="{FF2B5EF4-FFF2-40B4-BE49-F238E27FC236}">
                    <a16:creationId xmlns:a16="http://schemas.microsoft.com/office/drawing/2014/main" id="{A1BDCB0F-7357-47B0-83D5-5B7A942F325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2691" name="Line 733">
                <a:extLst>
                  <a:ext uri="{FF2B5EF4-FFF2-40B4-BE49-F238E27FC236}">
                    <a16:creationId xmlns:a16="http://schemas.microsoft.com/office/drawing/2014/main" id="{12B98197-7A17-4B29-A331-F76575D6C7D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102456" name="Group 734">
              <a:extLst>
                <a:ext uri="{FF2B5EF4-FFF2-40B4-BE49-F238E27FC236}">
                  <a16:creationId xmlns:a16="http://schemas.microsoft.com/office/drawing/2014/main" id="{28037684-2CE6-4D4C-853D-1AE20648955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32" y="3056"/>
              <a:ext cx="392" cy="154"/>
              <a:chOff x="4334" y="1470"/>
              <a:chExt cx="246" cy="107"/>
            </a:xfrm>
          </p:grpSpPr>
          <p:sp>
            <p:nvSpPr>
              <p:cNvPr id="102678" name="Oval 407">
                <a:extLst>
                  <a:ext uri="{FF2B5EF4-FFF2-40B4-BE49-F238E27FC236}">
                    <a16:creationId xmlns:a16="http://schemas.microsoft.com/office/drawing/2014/main" id="{2497D9AD-4324-4AF8-BF69-062755BE83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2679" name="Rectangle 410">
                <a:extLst>
                  <a:ext uri="{FF2B5EF4-FFF2-40B4-BE49-F238E27FC236}">
                    <a16:creationId xmlns:a16="http://schemas.microsoft.com/office/drawing/2014/main" id="{E6182418-0808-4917-A74F-7CC709C6D6E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2680" name="Oval 411">
                <a:extLst>
                  <a:ext uri="{FF2B5EF4-FFF2-40B4-BE49-F238E27FC236}">
                    <a16:creationId xmlns:a16="http://schemas.microsoft.com/office/drawing/2014/main" id="{BA8D40D5-808D-4DD9-8087-37FA619422A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102681" name="Group 738">
                <a:extLst>
                  <a:ext uri="{FF2B5EF4-FFF2-40B4-BE49-F238E27FC236}">
                    <a16:creationId xmlns:a16="http://schemas.microsoft.com/office/drawing/2014/main" id="{AB9DDDD8-D6EF-4347-A94A-E4A1081B4AA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102684" name="Freeform 739">
                  <a:extLst>
                    <a:ext uri="{FF2B5EF4-FFF2-40B4-BE49-F238E27FC236}">
                      <a16:creationId xmlns:a16="http://schemas.microsoft.com/office/drawing/2014/main" id="{530AA362-9457-4523-9FFF-624B1B4429B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2685" name="Freeform 740">
                  <a:extLst>
                    <a:ext uri="{FF2B5EF4-FFF2-40B4-BE49-F238E27FC236}">
                      <a16:creationId xmlns:a16="http://schemas.microsoft.com/office/drawing/2014/main" id="{7D847971-7E54-4B47-B834-6F4FB52D079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102682" name="Line 741">
                <a:extLst>
                  <a:ext uri="{FF2B5EF4-FFF2-40B4-BE49-F238E27FC236}">
                    <a16:creationId xmlns:a16="http://schemas.microsoft.com/office/drawing/2014/main" id="{887CD171-CEC1-426A-A0B3-ACD10059B52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2683" name="Line 742">
                <a:extLst>
                  <a:ext uri="{FF2B5EF4-FFF2-40B4-BE49-F238E27FC236}">
                    <a16:creationId xmlns:a16="http://schemas.microsoft.com/office/drawing/2014/main" id="{CFE850C3-A559-4D22-8162-770369F9680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102457" name="Group 743">
              <a:extLst>
                <a:ext uri="{FF2B5EF4-FFF2-40B4-BE49-F238E27FC236}">
                  <a16:creationId xmlns:a16="http://schemas.microsoft.com/office/drawing/2014/main" id="{A2135658-AD3B-488E-878A-03E25C02CF0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812" y="2296"/>
              <a:ext cx="246" cy="108"/>
              <a:chOff x="4334" y="1470"/>
              <a:chExt cx="246" cy="107"/>
            </a:xfrm>
          </p:grpSpPr>
          <p:sp>
            <p:nvSpPr>
              <p:cNvPr id="102670" name="Oval 407">
                <a:extLst>
                  <a:ext uri="{FF2B5EF4-FFF2-40B4-BE49-F238E27FC236}">
                    <a16:creationId xmlns:a16="http://schemas.microsoft.com/office/drawing/2014/main" id="{E62008EF-A59F-4FD0-B710-EF95AEC655B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2671" name="Rectangle 410">
                <a:extLst>
                  <a:ext uri="{FF2B5EF4-FFF2-40B4-BE49-F238E27FC236}">
                    <a16:creationId xmlns:a16="http://schemas.microsoft.com/office/drawing/2014/main" id="{12A93E1A-EFA2-433F-BF1B-41C8D072F8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2672" name="Oval 411">
                <a:extLst>
                  <a:ext uri="{FF2B5EF4-FFF2-40B4-BE49-F238E27FC236}">
                    <a16:creationId xmlns:a16="http://schemas.microsoft.com/office/drawing/2014/main" id="{E3E926DF-B49C-4A89-83CF-AC70B5B01D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102673" name="Group 747">
                <a:extLst>
                  <a:ext uri="{FF2B5EF4-FFF2-40B4-BE49-F238E27FC236}">
                    <a16:creationId xmlns:a16="http://schemas.microsoft.com/office/drawing/2014/main" id="{6DFE981D-32B3-4463-B141-596B514F6C9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102676" name="Freeform 748">
                  <a:extLst>
                    <a:ext uri="{FF2B5EF4-FFF2-40B4-BE49-F238E27FC236}">
                      <a16:creationId xmlns:a16="http://schemas.microsoft.com/office/drawing/2014/main" id="{73FB9F5B-A316-4FBF-8796-F29F8C8F2B1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2677" name="Freeform 749">
                  <a:extLst>
                    <a:ext uri="{FF2B5EF4-FFF2-40B4-BE49-F238E27FC236}">
                      <a16:creationId xmlns:a16="http://schemas.microsoft.com/office/drawing/2014/main" id="{EE9F5391-4A31-486D-90DF-A84F4C25490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102674" name="Line 750">
                <a:extLst>
                  <a:ext uri="{FF2B5EF4-FFF2-40B4-BE49-F238E27FC236}">
                    <a16:creationId xmlns:a16="http://schemas.microsoft.com/office/drawing/2014/main" id="{3491F06C-4230-4D2A-801D-0FB08BEE67F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50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2675" name="Line 751">
                <a:extLst>
                  <a:ext uri="{FF2B5EF4-FFF2-40B4-BE49-F238E27FC236}">
                    <a16:creationId xmlns:a16="http://schemas.microsoft.com/office/drawing/2014/main" id="{77245BE4-059E-4A9D-90A9-B81E49FF2CC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9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102458" name="Group 752">
              <a:extLst>
                <a:ext uri="{FF2B5EF4-FFF2-40B4-BE49-F238E27FC236}">
                  <a16:creationId xmlns:a16="http://schemas.microsoft.com/office/drawing/2014/main" id="{23C05395-2C10-4C6A-ABD9-EC128B08964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11" y="3153"/>
              <a:ext cx="281" cy="266"/>
              <a:chOff x="5072" y="3611"/>
              <a:chExt cx="459" cy="380"/>
            </a:xfrm>
          </p:grpSpPr>
          <p:grpSp>
            <p:nvGrpSpPr>
              <p:cNvPr id="102656" name="Group 753">
                <a:extLst>
                  <a:ext uri="{FF2B5EF4-FFF2-40B4-BE49-F238E27FC236}">
                    <a16:creationId xmlns:a16="http://schemas.microsoft.com/office/drawing/2014/main" id="{765EFC15-4E4D-4A73-8409-9A57F9FD75A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144" y="3611"/>
                <a:ext cx="387" cy="99"/>
                <a:chOff x="5030" y="2639"/>
                <a:chExt cx="387" cy="99"/>
              </a:xfrm>
            </p:grpSpPr>
            <p:sp>
              <p:nvSpPr>
                <p:cNvPr id="102658" name="Freeform 754">
                  <a:extLst>
                    <a:ext uri="{FF2B5EF4-FFF2-40B4-BE49-F238E27FC236}">
                      <a16:creationId xmlns:a16="http://schemas.microsoft.com/office/drawing/2014/main" id="{7602F047-CC4B-4DCE-8E52-2D8450CEE46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134" y="2657"/>
                  <a:ext cx="69" cy="55"/>
                </a:xfrm>
                <a:custGeom>
                  <a:avLst/>
                  <a:gdLst>
                    <a:gd name="T0" fmla="*/ 0 w 199"/>
                    <a:gd name="T1" fmla="*/ 0 h 232"/>
                    <a:gd name="T2" fmla="*/ 0 w 199"/>
                    <a:gd name="T3" fmla="*/ 0 h 232"/>
                    <a:gd name="T4" fmla="*/ 0 w 199"/>
                    <a:gd name="T5" fmla="*/ 0 h 232"/>
                    <a:gd name="T6" fmla="*/ 0 w 199"/>
                    <a:gd name="T7" fmla="*/ 0 h 232"/>
                    <a:gd name="T8" fmla="*/ 0 w 199"/>
                    <a:gd name="T9" fmla="*/ 0 h 232"/>
                    <a:gd name="T10" fmla="*/ 0 w 199"/>
                    <a:gd name="T11" fmla="*/ 0 h 232"/>
                    <a:gd name="T12" fmla="*/ 0 w 199"/>
                    <a:gd name="T13" fmla="*/ 0 h 232"/>
                    <a:gd name="T14" fmla="*/ 0 w 199"/>
                    <a:gd name="T15" fmla="*/ 0 h 232"/>
                    <a:gd name="T16" fmla="*/ 0 w 199"/>
                    <a:gd name="T17" fmla="*/ 0 h 232"/>
                    <a:gd name="T18" fmla="*/ 0 w 199"/>
                    <a:gd name="T19" fmla="*/ 0 h 232"/>
                    <a:gd name="T20" fmla="*/ 0 w 199"/>
                    <a:gd name="T21" fmla="*/ 0 h 232"/>
                    <a:gd name="T22" fmla="*/ 0 w 199"/>
                    <a:gd name="T23" fmla="*/ 0 h 232"/>
                    <a:gd name="T24" fmla="*/ 0 w 199"/>
                    <a:gd name="T25" fmla="*/ 0 h 232"/>
                    <a:gd name="T26" fmla="*/ 0 w 199"/>
                    <a:gd name="T27" fmla="*/ 0 h 232"/>
                    <a:gd name="T28" fmla="*/ 0 w 199"/>
                    <a:gd name="T29" fmla="*/ 0 h 232"/>
                    <a:gd name="T30" fmla="*/ 0 w 199"/>
                    <a:gd name="T31" fmla="*/ 0 h 232"/>
                    <a:gd name="T32" fmla="*/ 0 w 199"/>
                    <a:gd name="T33" fmla="*/ 0 h 232"/>
                    <a:gd name="T34" fmla="*/ 0 w 199"/>
                    <a:gd name="T35" fmla="*/ 0 h 232"/>
                    <a:gd name="T36" fmla="*/ 0 w 199"/>
                    <a:gd name="T37" fmla="*/ 0 h 232"/>
                    <a:gd name="T38" fmla="*/ 0 w 199"/>
                    <a:gd name="T39" fmla="*/ 0 h 232"/>
                    <a:gd name="T40" fmla="*/ 0 w 199"/>
                    <a:gd name="T41" fmla="*/ 0 h 232"/>
                    <a:gd name="T42" fmla="*/ 0 w 199"/>
                    <a:gd name="T43" fmla="*/ 0 h 232"/>
                    <a:gd name="T44" fmla="*/ 0 w 199"/>
                    <a:gd name="T45" fmla="*/ 0 h 232"/>
                    <a:gd name="T46" fmla="*/ 0 w 199"/>
                    <a:gd name="T47" fmla="*/ 0 h 232"/>
                    <a:gd name="T48" fmla="*/ 0 w 199"/>
                    <a:gd name="T49" fmla="*/ 0 h 232"/>
                    <a:gd name="T50" fmla="*/ 0 w 199"/>
                    <a:gd name="T51" fmla="*/ 0 h 232"/>
                    <a:gd name="T52" fmla="*/ 0 w 199"/>
                    <a:gd name="T53" fmla="*/ 0 h 232"/>
                    <a:gd name="T54" fmla="*/ 0 w 199"/>
                    <a:gd name="T55" fmla="*/ 0 h 232"/>
                    <a:gd name="T56" fmla="*/ 0 w 199"/>
                    <a:gd name="T57" fmla="*/ 0 h 232"/>
                    <a:gd name="T58" fmla="*/ 0 w 199"/>
                    <a:gd name="T59" fmla="*/ 0 h 232"/>
                    <a:gd name="T60" fmla="*/ 0 w 199"/>
                    <a:gd name="T61" fmla="*/ 0 h 232"/>
                    <a:gd name="T62" fmla="*/ 0 w 199"/>
                    <a:gd name="T63" fmla="*/ 0 h 232"/>
                    <a:gd name="T64" fmla="*/ 0 w 199"/>
                    <a:gd name="T65" fmla="*/ 0 h 232"/>
                    <a:gd name="T66" fmla="*/ 0 w 199"/>
                    <a:gd name="T67" fmla="*/ 0 h 232"/>
                    <a:gd name="T68" fmla="*/ 0 w 199"/>
                    <a:gd name="T69" fmla="*/ 0 h 232"/>
                    <a:gd name="T70" fmla="*/ 0 w 199"/>
                    <a:gd name="T71" fmla="*/ 0 h 232"/>
                    <a:gd name="T72" fmla="*/ 0 w 199"/>
                    <a:gd name="T73" fmla="*/ 0 h 232"/>
                    <a:gd name="T74" fmla="*/ 0 w 199"/>
                    <a:gd name="T75" fmla="*/ 0 h 232"/>
                    <a:gd name="T76" fmla="*/ 0 w 199"/>
                    <a:gd name="T77" fmla="*/ 0 h 232"/>
                    <a:gd name="T78" fmla="*/ 0 w 199"/>
                    <a:gd name="T79" fmla="*/ 0 h 232"/>
                    <a:gd name="T80" fmla="*/ 0 w 199"/>
                    <a:gd name="T81" fmla="*/ 0 h 232"/>
                    <a:gd name="T82" fmla="*/ 0 w 199"/>
                    <a:gd name="T83" fmla="*/ 0 h 232"/>
                    <a:gd name="T84" fmla="*/ 0 w 199"/>
                    <a:gd name="T85" fmla="*/ 0 h 232"/>
                    <a:gd name="T86" fmla="*/ 0 w 199"/>
                    <a:gd name="T87" fmla="*/ 0 h 232"/>
                    <a:gd name="T88" fmla="*/ 0 w 199"/>
                    <a:gd name="T89" fmla="*/ 0 h 232"/>
                    <a:gd name="T90" fmla="*/ 0 w 199"/>
                    <a:gd name="T91" fmla="*/ 0 h 232"/>
                    <a:gd name="T92" fmla="*/ 0 w 199"/>
                    <a:gd name="T93" fmla="*/ 0 h 232"/>
                    <a:gd name="T94" fmla="*/ 0 w 199"/>
                    <a:gd name="T95" fmla="*/ 0 h 232"/>
                    <a:gd name="T96" fmla="*/ 0 w 199"/>
                    <a:gd name="T97" fmla="*/ 0 h 232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w 199"/>
                    <a:gd name="T148" fmla="*/ 0 h 232"/>
                    <a:gd name="T149" fmla="*/ 199 w 199"/>
                    <a:gd name="T150" fmla="*/ 232 h 232"/>
                  </a:gdLst>
                  <a:ahLst/>
                  <a:cxnLst>
                    <a:cxn ang="T98">
                      <a:pos x="T0" y="T1"/>
                    </a:cxn>
                    <a:cxn ang="T99">
                      <a:pos x="T2" y="T3"/>
                    </a:cxn>
                    <a:cxn ang="T100">
                      <a:pos x="T4" y="T5"/>
                    </a:cxn>
                    <a:cxn ang="T101">
                      <a:pos x="T6" y="T7"/>
                    </a:cxn>
                    <a:cxn ang="T102">
                      <a:pos x="T8" y="T9"/>
                    </a:cxn>
                    <a:cxn ang="T103">
                      <a:pos x="T10" y="T11"/>
                    </a:cxn>
                    <a:cxn ang="T104">
                      <a:pos x="T12" y="T13"/>
                    </a:cxn>
                    <a:cxn ang="T105">
                      <a:pos x="T14" y="T15"/>
                    </a:cxn>
                    <a:cxn ang="T106">
                      <a:pos x="T16" y="T17"/>
                    </a:cxn>
                    <a:cxn ang="T107">
                      <a:pos x="T18" y="T19"/>
                    </a:cxn>
                    <a:cxn ang="T108">
                      <a:pos x="T20" y="T21"/>
                    </a:cxn>
                    <a:cxn ang="T109">
                      <a:pos x="T22" y="T23"/>
                    </a:cxn>
                    <a:cxn ang="T110">
                      <a:pos x="T24" y="T25"/>
                    </a:cxn>
                    <a:cxn ang="T111">
                      <a:pos x="T26" y="T27"/>
                    </a:cxn>
                    <a:cxn ang="T112">
                      <a:pos x="T28" y="T29"/>
                    </a:cxn>
                    <a:cxn ang="T113">
                      <a:pos x="T30" y="T31"/>
                    </a:cxn>
                    <a:cxn ang="T114">
                      <a:pos x="T32" y="T33"/>
                    </a:cxn>
                    <a:cxn ang="T115">
                      <a:pos x="T34" y="T35"/>
                    </a:cxn>
                    <a:cxn ang="T116">
                      <a:pos x="T36" y="T37"/>
                    </a:cxn>
                    <a:cxn ang="T117">
                      <a:pos x="T38" y="T39"/>
                    </a:cxn>
                    <a:cxn ang="T118">
                      <a:pos x="T40" y="T41"/>
                    </a:cxn>
                    <a:cxn ang="T119">
                      <a:pos x="T42" y="T43"/>
                    </a:cxn>
                    <a:cxn ang="T120">
                      <a:pos x="T44" y="T45"/>
                    </a:cxn>
                    <a:cxn ang="T121">
                      <a:pos x="T46" y="T47"/>
                    </a:cxn>
                    <a:cxn ang="T122">
                      <a:pos x="T48" y="T49"/>
                    </a:cxn>
                    <a:cxn ang="T123">
                      <a:pos x="T50" y="T51"/>
                    </a:cxn>
                    <a:cxn ang="T124">
                      <a:pos x="T52" y="T53"/>
                    </a:cxn>
                    <a:cxn ang="T125">
                      <a:pos x="T54" y="T55"/>
                    </a:cxn>
                    <a:cxn ang="T126">
                      <a:pos x="T56" y="T57"/>
                    </a:cxn>
                    <a:cxn ang="T127">
                      <a:pos x="T58" y="T59"/>
                    </a:cxn>
                    <a:cxn ang="T128">
                      <a:pos x="T60" y="T61"/>
                    </a:cxn>
                    <a:cxn ang="T129">
                      <a:pos x="T62" y="T63"/>
                    </a:cxn>
                    <a:cxn ang="T130">
                      <a:pos x="T64" y="T65"/>
                    </a:cxn>
                    <a:cxn ang="T131">
                      <a:pos x="T66" y="T67"/>
                    </a:cxn>
                    <a:cxn ang="T132">
                      <a:pos x="T68" y="T69"/>
                    </a:cxn>
                    <a:cxn ang="T133">
                      <a:pos x="T70" y="T71"/>
                    </a:cxn>
                    <a:cxn ang="T134">
                      <a:pos x="T72" y="T73"/>
                    </a:cxn>
                    <a:cxn ang="T135">
                      <a:pos x="T74" y="T75"/>
                    </a:cxn>
                    <a:cxn ang="T136">
                      <a:pos x="T76" y="T77"/>
                    </a:cxn>
                    <a:cxn ang="T137">
                      <a:pos x="T78" y="T79"/>
                    </a:cxn>
                    <a:cxn ang="T138">
                      <a:pos x="T80" y="T81"/>
                    </a:cxn>
                    <a:cxn ang="T139">
                      <a:pos x="T82" y="T83"/>
                    </a:cxn>
                    <a:cxn ang="T140">
                      <a:pos x="T84" y="T85"/>
                    </a:cxn>
                    <a:cxn ang="T141">
                      <a:pos x="T86" y="T87"/>
                    </a:cxn>
                    <a:cxn ang="T142">
                      <a:pos x="T88" y="T89"/>
                    </a:cxn>
                    <a:cxn ang="T143">
                      <a:pos x="T90" y="T91"/>
                    </a:cxn>
                    <a:cxn ang="T144">
                      <a:pos x="T92" y="T93"/>
                    </a:cxn>
                    <a:cxn ang="T145">
                      <a:pos x="T94" y="T95"/>
                    </a:cxn>
                    <a:cxn ang="T146">
                      <a:pos x="T96" y="T97"/>
                    </a:cxn>
                  </a:cxnLst>
                  <a:rect l="T147" t="T148" r="T149" b="T150"/>
                  <a:pathLst>
                    <a:path w="199" h="232">
                      <a:moveTo>
                        <a:pt x="70" y="29"/>
                      </a:moveTo>
                      <a:lnTo>
                        <a:pt x="55" y="39"/>
                      </a:lnTo>
                      <a:lnTo>
                        <a:pt x="42" y="50"/>
                      </a:lnTo>
                      <a:lnTo>
                        <a:pt x="30" y="63"/>
                      </a:lnTo>
                      <a:lnTo>
                        <a:pt x="20" y="77"/>
                      </a:lnTo>
                      <a:lnTo>
                        <a:pt x="12" y="91"/>
                      </a:lnTo>
                      <a:lnTo>
                        <a:pt x="6" y="108"/>
                      </a:lnTo>
                      <a:lnTo>
                        <a:pt x="2" y="125"/>
                      </a:lnTo>
                      <a:lnTo>
                        <a:pt x="0" y="142"/>
                      </a:lnTo>
                      <a:lnTo>
                        <a:pt x="2" y="166"/>
                      </a:lnTo>
                      <a:lnTo>
                        <a:pt x="12" y="186"/>
                      </a:lnTo>
                      <a:lnTo>
                        <a:pt x="26" y="203"/>
                      </a:lnTo>
                      <a:lnTo>
                        <a:pt x="45" y="216"/>
                      </a:lnTo>
                      <a:lnTo>
                        <a:pt x="66" y="226"/>
                      </a:lnTo>
                      <a:lnTo>
                        <a:pt x="88" y="230"/>
                      </a:lnTo>
                      <a:lnTo>
                        <a:pt x="111" y="232"/>
                      </a:lnTo>
                      <a:lnTo>
                        <a:pt x="134" y="228"/>
                      </a:lnTo>
                      <a:lnTo>
                        <a:pt x="138" y="228"/>
                      </a:lnTo>
                      <a:lnTo>
                        <a:pt x="143" y="226"/>
                      </a:lnTo>
                      <a:lnTo>
                        <a:pt x="147" y="222"/>
                      </a:lnTo>
                      <a:lnTo>
                        <a:pt x="148" y="218"/>
                      </a:lnTo>
                      <a:lnTo>
                        <a:pt x="145" y="212"/>
                      </a:lnTo>
                      <a:lnTo>
                        <a:pt x="141" y="207"/>
                      </a:lnTo>
                      <a:lnTo>
                        <a:pt x="135" y="203"/>
                      </a:lnTo>
                      <a:lnTo>
                        <a:pt x="129" y="201"/>
                      </a:lnTo>
                      <a:lnTo>
                        <a:pt x="117" y="197"/>
                      </a:lnTo>
                      <a:lnTo>
                        <a:pt x="105" y="195"/>
                      </a:lnTo>
                      <a:lnTo>
                        <a:pt x="94" y="193"/>
                      </a:lnTo>
                      <a:lnTo>
                        <a:pt x="83" y="190"/>
                      </a:lnTo>
                      <a:lnTo>
                        <a:pt x="73" y="187"/>
                      </a:lnTo>
                      <a:lnTo>
                        <a:pt x="62" y="182"/>
                      </a:lnTo>
                      <a:lnTo>
                        <a:pt x="53" y="176"/>
                      </a:lnTo>
                      <a:lnTo>
                        <a:pt x="43" y="167"/>
                      </a:lnTo>
                      <a:lnTo>
                        <a:pt x="40" y="128"/>
                      </a:lnTo>
                      <a:lnTo>
                        <a:pt x="49" y="96"/>
                      </a:lnTo>
                      <a:lnTo>
                        <a:pt x="68" y="71"/>
                      </a:lnTo>
                      <a:lnTo>
                        <a:pt x="94" y="50"/>
                      </a:lnTo>
                      <a:lnTo>
                        <a:pt x="122" y="34"/>
                      </a:lnTo>
                      <a:lnTo>
                        <a:pt x="151" y="21"/>
                      </a:lnTo>
                      <a:lnTo>
                        <a:pt x="178" y="12"/>
                      </a:lnTo>
                      <a:lnTo>
                        <a:pt x="199" y="4"/>
                      </a:lnTo>
                      <a:lnTo>
                        <a:pt x="186" y="1"/>
                      </a:lnTo>
                      <a:lnTo>
                        <a:pt x="172" y="0"/>
                      </a:lnTo>
                      <a:lnTo>
                        <a:pt x="156" y="2"/>
                      </a:lnTo>
                      <a:lnTo>
                        <a:pt x="138" y="4"/>
                      </a:lnTo>
                      <a:lnTo>
                        <a:pt x="121" y="10"/>
                      </a:lnTo>
                      <a:lnTo>
                        <a:pt x="103" y="16"/>
                      </a:lnTo>
                      <a:lnTo>
                        <a:pt x="86" y="23"/>
                      </a:lnTo>
                      <a:lnTo>
                        <a:pt x="70" y="29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2659" name="Freeform 755">
                  <a:extLst>
                    <a:ext uri="{FF2B5EF4-FFF2-40B4-BE49-F238E27FC236}">
                      <a16:creationId xmlns:a16="http://schemas.microsoft.com/office/drawing/2014/main" id="{2B6B4E7A-8051-451E-8A50-C2B25C9EDFE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52" y="2656"/>
                  <a:ext cx="47" cy="42"/>
                </a:xfrm>
                <a:custGeom>
                  <a:avLst/>
                  <a:gdLst>
                    <a:gd name="T0" fmla="*/ 0 w 128"/>
                    <a:gd name="T1" fmla="*/ 0 h 180"/>
                    <a:gd name="T2" fmla="*/ 0 w 128"/>
                    <a:gd name="T3" fmla="*/ 0 h 180"/>
                    <a:gd name="T4" fmla="*/ 0 w 128"/>
                    <a:gd name="T5" fmla="*/ 0 h 180"/>
                    <a:gd name="T6" fmla="*/ 0 w 128"/>
                    <a:gd name="T7" fmla="*/ 0 h 180"/>
                    <a:gd name="T8" fmla="*/ 0 w 128"/>
                    <a:gd name="T9" fmla="*/ 0 h 180"/>
                    <a:gd name="T10" fmla="*/ 0 w 128"/>
                    <a:gd name="T11" fmla="*/ 0 h 180"/>
                    <a:gd name="T12" fmla="*/ 0 w 128"/>
                    <a:gd name="T13" fmla="*/ 0 h 180"/>
                    <a:gd name="T14" fmla="*/ 0 w 128"/>
                    <a:gd name="T15" fmla="*/ 0 h 180"/>
                    <a:gd name="T16" fmla="*/ 0 w 128"/>
                    <a:gd name="T17" fmla="*/ 0 h 180"/>
                    <a:gd name="T18" fmla="*/ 0 w 128"/>
                    <a:gd name="T19" fmla="*/ 0 h 180"/>
                    <a:gd name="T20" fmla="*/ 0 w 128"/>
                    <a:gd name="T21" fmla="*/ 0 h 180"/>
                    <a:gd name="T22" fmla="*/ 0 w 128"/>
                    <a:gd name="T23" fmla="*/ 0 h 180"/>
                    <a:gd name="T24" fmla="*/ 0 w 128"/>
                    <a:gd name="T25" fmla="*/ 0 h 180"/>
                    <a:gd name="T26" fmla="*/ 0 w 128"/>
                    <a:gd name="T27" fmla="*/ 0 h 180"/>
                    <a:gd name="T28" fmla="*/ 0 w 128"/>
                    <a:gd name="T29" fmla="*/ 0 h 180"/>
                    <a:gd name="T30" fmla="*/ 0 w 128"/>
                    <a:gd name="T31" fmla="*/ 0 h 180"/>
                    <a:gd name="T32" fmla="*/ 0 w 128"/>
                    <a:gd name="T33" fmla="*/ 0 h 180"/>
                    <a:gd name="T34" fmla="*/ 0 w 128"/>
                    <a:gd name="T35" fmla="*/ 0 h 180"/>
                    <a:gd name="T36" fmla="*/ 0 w 128"/>
                    <a:gd name="T37" fmla="*/ 0 h 180"/>
                    <a:gd name="T38" fmla="*/ 0 w 128"/>
                    <a:gd name="T39" fmla="*/ 0 h 180"/>
                    <a:gd name="T40" fmla="*/ 0 w 128"/>
                    <a:gd name="T41" fmla="*/ 0 h 180"/>
                    <a:gd name="T42" fmla="*/ 0 w 128"/>
                    <a:gd name="T43" fmla="*/ 0 h 180"/>
                    <a:gd name="T44" fmla="*/ 0 w 128"/>
                    <a:gd name="T45" fmla="*/ 0 h 180"/>
                    <a:gd name="T46" fmla="*/ 0 w 128"/>
                    <a:gd name="T47" fmla="*/ 0 h 180"/>
                    <a:gd name="T48" fmla="*/ 0 w 128"/>
                    <a:gd name="T49" fmla="*/ 0 h 180"/>
                    <a:gd name="T50" fmla="*/ 0 w 128"/>
                    <a:gd name="T51" fmla="*/ 0 h 180"/>
                    <a:gd name="T52" fmla="*/ 0 w 128"/>
                    <a:gd name="T53" fmla="*/ 0 h 180"/>
                    <a:gd name="T54" fmla="*/ 0 w 128"/>
                    <a:gd name="T55" fmla="*/ 0 h 180"/>
                    <a:gd name="T56" fmla="*/ 0 w 128"/>
                    <a:gd name="T57" fmla="*/ 0 h 180"/>
                    <a:gd name="T58" fmla="*/ 0 w 128"/>
                    <a:gd name="T59" fmla="*/ 0 h 180"/>
                    <a:gd name="T60" fmla="*/ 0 w 128"/>
                    <a:gd name="T61" fmla="*/ 0 h 180"/>
                    <a:gd name="T62" fmla="*/ 0 w 128"/>
                    <a:gd name="T63" fmla="*/ 0 h 180"/>
                    <a:gd name="T64" fmla="*/ 0 w 128"/>
                    <a:gd name="T65" fmla="*/ 0 h 180"/>
                    <a:gd name="T66" fmla="*/ 0 w 128"/>
                    <a:gd name="T67" fmla="*/ 0 h 180"/>
                    <a:gd name="T68" fmla="*/ 0 w 128"/>
                    <a:gd name="T69" fmla="*/ 0 h 180"/>
                    <a:gd name="T70" fmla="*/ 0 w 128"/>
                    <a:gd name="T71" fmla="*/ 0 h 180"/>
                    <a:gd name="T72" fmla="*/ 0 w 128"/>
                    <a:gd name="T73" fmla="*/ 0 h 180"/>
                    <a:gd name="T74" fmla="*/ 0 w 128"/>
                    <a:gd name="T75" fmla="*/ 0 h 180"/>
                    <a:gd name="T76" fmla="*/ 0 w 128"/>
                    <a:gd name="T77" fmla="*/ 0 h 180"/>
                    <a:gd name="T78" fmla="*/ 0 w 128"/>
                    <a:gd name="T79" fmla="*/ 0 h 180"/>
                    <a:gd name="T80" fmla="*/ 0 w 128"/>
                    <a:gd name="T81" fmla="*/ 0 h 180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w 128"/>
                    <a:gd name="T124" fmla="*/ 0 h 180"/>
                    <a:gd name="T125" fmla="*/ 128 w 128"/>
                    <a:gd name="T126" fmla="*/ 180 h 180"/>
                  </a:gdLst>
                  <a:ahLst/>
                  <a:cxnLst>
                    <a:cxn ang="T82">
                      <a:pos x="T0" y="T1"/>
                    </a:cxn>
                    <a:cxn ang="T83">
                      <a:pos x="T2" y="T3"/>
                    </a:cxn>
                    <a:cxn ang="T84">
                      <a:pos x="T4" y="T5"/>
                    </a:cxn>
                    <a:cxn ang="T85">
                      <a:pos x="T6" y="T7"/>
                    </a:cxn>
                    <a:cxn ang="T86">
                      <a:pos x="T8" y="T9"/>
                    </a:cxn>
                    <a:cxn ang="T87">
                      <a:pos x="T10" y="T11"/>
                    </a:cxn>
                    <a:cxn ang="T88">
                      <a:pos x="T12" y="T13"/>
                    </a:cxn>
                    <a:cxn ang="T89">
                      <a:pos x="T14" y="T15"/>
                    </a:cxn>
                    <a:cxn ang="T90">
                      <a:pos x="T16" y="T17"/>
                    </a:cxn>
                    <a:cxn ang="T91">
                      <a:pos x="T18" y="T19"/>
                    </a:cxn>
                    <a:cxn ang="T92">
                      <a:pos x="T20" y="T21"/>
                    </a:cxn>
                    <a:cxn ang="T93">
                      <a:pos x="T22" y="T23"/>
                    </a:cxn>
                    <a:cxn ang="T94">
                      <a:pos x="T24" y="T25"/>
                    </a:cxn>
                    <a:cxn ang="T95">
                      <a:pos x="T26" y="T27"/>
                    </a:cxn>
                    <a:cxn ang="T96">
                      <a:pos x="T28" y="T29"/>
                    </a:cxn>
                    <a:cxn ang="T97">
                      <a:pos x="T30" y="T31"/>
                    </a:cxn>
                    <a:cxn ang="T98">
                      <a:pos x="T32" y="T33"/>
                    </a:cxn>
                    <a:cxn ang="T99">
                      <a:pos x="T34" y="T35"/>
                    </a:cxn>
                    <a:cxn ang="T100">
                      <a:pos x="T36" y="T37"/>
                    </a:cxn>
                    <a:cxn ang="T101">
                      <a:pos x="T38" y="T39"/>
                    </a:cxn>
                    <a:cxn ang="T102">
                      <a:pos x="T40" y="T41"/>
                    </a:cxn>
                    <a:cxn ang="T103">
                      <a:pos x="T42" y="T43"/>
                    </a:cxn>
                    <a:cxn ang="T104">
                      <a:pos x="T44" y="T45"/>
                    </a:cxn>
                    <a:cxn ang="T105">
                      <a:pos x="T46" y="T47"/>
                    </a:cxn>
                    <a:cxn ang="T106">
                      <a:pos x="T48" y="T49"/>
                    </a:cxn>
                    <a:cxn ang="T107">
                      <a:pos x="T50" y="T51"/>
                    </a:cxn>
                    <a:cxn ang="T108">
                      <a:pos x="T52" y="T53"/>
                    </a:cxn>
                    <a:cxn ang="T109">
                      <a:pos x="T54" y="T55"/>
                    </a:cxn>
                    <a:cxn ang="T110">
                      <a:pos x="T56" y="T57"/>
                    </a:cxn>
                    <a:cxn ang="T111">
                      <a:pos x="T58" y="T59"/>
                    </a:cxn>
                    <a:cxn ang="T112">
                      <a:pos x="T60" y="T61"/>
                    </a:cxn>
                    <a:cxn ang="T113">
                      <a:pos x="T62" y="T63"/>
                    </a:cxn>
                    <a:cxn ang="T114">
                      <a:pos x="T64" y="T65"/>
                    </a:cxn>
                    <a:cxn ang="T115">
                      <a:pos x="T66" y="T67"/>
                    </a:cxn>
                    <a:cxn ang="T116">
                      <a:pos x="T68" y="T69"/>
                    </a:cxn>
                    <a:cxn ang="T117">
                      <a:pos x="T70" y="T71"/>
                    </a:cxn>
                    <a:cxn ang="T118">
                      <a:pos x="T72" y="T73"/>
                    </a:cxn>
                    <a:cxn ang="T119">
                      <a:pos x="T74" y="T75"/>
                    </a:cxn>
                    <a:cxn ang="T120">
                      <a:pos x="T76" y="T77"/>
                    </a:cxn>
                    <a:cxn ang="T121">
                      <a:pos x="T78" y="T79"/>
                    </a:cxn>
                    <a:cxn ang="T122">
                      <a:pos x="T80" y="T81"/>
                    </a:cxn>
                  </a:cxnLst>
                  <a:rect l="T123" t="T124" r="T125" b="T126"/>
                  <a:pathLst>
                    <a:path w="128" h="180">
                      <a:moveTo>
                        <a:pt x="108" y="59"/>
                      </a:moveTo>
                      <a:lnTo>
                        <a:pt x="113" y="77"/>
                      </a:lnTo>
                      <a:lnTo>
                        <a:pt x="111" y="94"/>
                      </a:lnTo>
                      <a:lnTo>
                        <a:pt x="103" y="108"/>
                      </a:lnTo>
                      <a:lnTo>
                        <a:pt x="91" y="121"/>
                      </a:lnTo>
                      <a:lnTo>
                        <a:pt x="77" y="132"/>
                      </a:lnTo>
                      <a:lnTo>
                        <a:pt x="61" y="144"/>
                      </a:lnTo>
                      <a:lnTo>
                        <a:pt x="45" y="154"/>
                      </a:lnTo>
                      <a:lnTo>
                        <a:pt x="30" y="164"/>
                      </a:lnTo>
                      <a:lnTo>
                        <a:pt x="28" y="168"/>
                      </a:lnTo>
                      <a:lnTo>
                        <a:pt x="27" y="170"/>
                      </a:lnTo>
                      <a:lnTo>
                        <a:pt x="27" y="174"/>
                      </a:lnTo>
                      <a:lnTo>
                        <a:pt x="28" y="177"/>
                      </a:lnTo>
                      <a:lnTo>
                        <a:pt x="32" y="179"/>
                      </a:lnTo>
                      <a:lnTo>
                        <a:pt x="35" y="180"/>
                      </a:lnTo>
                      <a:lnTo>
                        <a:pt x="37" y="180"/>
                      </a:lnTo>
                      <a:lnTo>
                        <a:pt x="41" y="179"/>
                      </a:lnTo>
                      <a:lnTo>
                        <a:pt x="60" y="169"/>
                      </a:lnTo>
                      <a:lnTo>
                        <a:pt x="77" y="158"/>
                      </a:lnTo>
                      <a:lnTo>
                        <a:pt x="94" y="145"/>
                      </a:lnTo>
                      <a:lnTo>
                        <a:pt x="109" y="130"/>
                      </a:lnTo>
                      <a:lnTo>
                        <a:pt x="120" y="114"/>
                      </a:lnTo>
                      <a:lnTo>
                        <a:pt x="127" y="95"/>
                      </a:lnTo>
                      <a:lnTo>
                        <a:pt x="128" y="76"/>
                      </a:lnTo>
                      <a:lnTo>
                        <a:pt x="123" y="55"/>
                      </a:lnTo>
                      <a:lnTo>
                        <a:pt x="113" y="39"/>
                      </a:lnTo>
                      <a:lnTo>
                        <a:pt x="97" y="25"/>
                      </a:lnTo>
                      <a:lnTo>
                        <a:pt x="79" y="15"/>
                      </a:lnTo>
                      <a:lnTo>
                        <a:pt x="57" y="7"/>
                      </a:lnTo>
                      <a:lnTo>
                        <a:pt x="36" y="2"/>
                      </a:lnTo>
                      <a:lnTo>
                        <a:pt x="19" y="0"/>
                      </a:lnTo>
                      <a:lnTo>
                        <a:pt x="6" y="0"/>
                      </a:lnTo>
                      <a:lnTo>
                        <a:pt x="0" y="4"/>
                      </a:lnTo>
                      <a:lnTo>
                        <a:pt x="14" y="9"/>
                      </a:lnTo>
                      <a:lnTo>
                        <a:pt x="29" y="14"/>
                      </a:lnTo>
                      <a:lnTo>
                        <a:pt x="46" y="19"/>
                      </a:lnTo>
                      <a:lnTo>
                        <a:pt x="61" y="23"/>
                      </a:lnTo>
                      <a:lnTo>
                        <a:pt x="76" y="29"/>
                      </a:lnTo>
                      <a:lnTo>
                        <a:pt x="89" y="37"/>
                      </a:lnTo>
                      <a:lnTo>
                        <a:pt x="100" y="46"/>
                      </a:lnTo>
                      <a:lnTo>
                        <a:pt x="108" y="59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2660" name="Freeform 756">
                  <a:extLst>
                    <a:ext uri="{FF2B5EF4-FFF2-40B4-BE49-F238E27FC236}">
                      <a16:creationId xmlns:a16="http://schemas.microsoft.com/office/drawing/2014/main" id="{0EB718DA-C84C-4C66-82F5-4F782DDD4FC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89" y="2646"/>
                  <a:ext cx="114" cy="88"/>
                </a:xfrm>
                <a:custGeom>
                  <a:avLst/>
                  <a:gdLst>
                    <a:gd name="T0" fmla="*/ 0 w 322"/>
                    <a:gd name="T1" fmla="*/ 0 h 378"/>
                    <a:gd name="T2" fmla="*/ 0 w 322"/>
                    <a:gd name="T3" fmla="*/ 0 h 378"/>
                    <a:gd name="T4" fmla="*/ 0 w 322"/>
                    <a:gd name="T5" fmla="*/ 0 h 378"/>
                    <a:gd name="T6" fmla="*/ 0 w 322"/>
                    <a:gd name="T7" fmla="*/ 0 h 378"/>
                    <a:gd name="T8" fmla="*/ 0 w 322"/>
                    <a:gd name="T9" fmla="*/ 0 h 378"/>
                    <a:gd name="T10" fmla="*/ 0 w 322"/>
                    <a:gd name="T11" fmla="*/ 0 h 378"/>
                    <a:gd name="T12" fmla="*/ 0 w 322"/>
                    <a:gd name="T13" fmla="*/ 0 h 378"/>
                    <a:gd name="T14" fmla="*/ 0 w 322"/>
                    <a:gd name="T15" fmla="*/ 0 h 378"/>
                    <a:gd name="T16" fmla="*/ 0 w 322"/>
                    <a:gd name="T17" fmla="*/ 0 h 378"/>
                    <a:gd name="T18" fmla="*/ 0 w 322"/>
                    <a:gd name="T19" fmla="*/ 0 h 378"/>
                    <a:gd name="T20" fmla="*/ 0 w 322"/>
                    <a:gd name="T21" fmla="*/ 0 h 378"/>
                    <a:gd name="T22" fmla="*/ 0 w 322"/>
                    <a:gd name="T23" fmla="*/ 0 h 378"/>
                    <a:gd name="T24" fmla="*/ 0 w 322"/>
                    <a:gd name="T25" fmla="*/ 0 h 378"/>
                    <a:gd name="T26" fmla="*/ 0 w 322"/>
                    <a:gd name="T27" fmla="*/ 0 h 378"/>
                    <a:gd name="T28" fmla="*/ 0 w 322"/>
                    <a:gd name="T29" fmla="*/ 0 h 378"/>
                    <a:gd name="T30" fmla="*/ 0 w 322"/>
                    <a:gd name="T31" fmla="*/ 0 h 378"/>
                    <a:gd name="T32" fmla="*/ 0 w 322"/>
                    <a:gd name="T33" fmla="*/ 0 h 378"/>
                    <a:gd name="T34" fmla="*/ 0 w 322"/>
                    <a:gd name="T35" fmla="*/ 0 h 378"/>
                    <a:gd name="T36" fmla="*/ 0 w 322"/>
                    <a:gd name="T37" fmla="*/ 0 h 378"/>
                    <a:gd name="T38" fmla="*/ 0 w 322"/>
                    <a:gd name="T39" fmla="*/ 0 h 378"/>
                    <a:gd name="T40" fmla="*/ 0 w 322"/>
                    <a:gd name="T41" fmla="*/ 0 h 378"/>
                    <a:gd name="T42" fmla="*/ 0 w 322"/>
                    <a:gd name="T43" fmla="*/ 0 h 378"/>
                    <a:gd name="T44" fmla="*/ 0 w 322"/>
                    <a:gd name="T45" fmla="*/ 0 h 378"/>
                    <a:gd name="T46" fmla="*/ 0 w 322"/>
                    <a:gd name="T47" fmla="*/ 0 h 378"/>
                    <a:gd name="T48" fmla="*/ 0 w 322"/>
                    <a:gd name="T49" fmla="*/ 0 h 378"/>
                    <a:gd name="T50" fmla="*/ 0 w 322"/>
                    <a:gd name="T51" fmla="*/ 0 h 378"/>
                    <a:gd name="T52" fmla="*/ 0 w 322"/>
                    <a:gd name="T53" fmla="*/ 0 h 378"/>
                    <a:gd name="T54" fmla="*/ 0 w 322"/>
                    <a:gd name="T55" fmla="*/ 0 h 378"/>
                    <a:gd name="T56" fmla="*/ 0 w 322"/>
                    <a:gd name="T57" fmla="*/ 0 h 378"/>
                    <a:gd name="T58" fmla="*/ 0 w 322"/>
                    <a:gd name="T59" fmla="*/ 0 h 378"/>
                    <a:gd name="T60" fmla="*/ 0 w 322"/>
                    <a:gd name="T61" fmla="*/ 0 h 378"/>
                    <a:gd name="T62" fmla="*/ 0 w 322"/>
                    <a:gd name="T63" fmla="*/ 0 h 378"/>
                    <a:gd name="T64" fmla="*/ 0 w 322"/>
                    <a:gd name="T65" fmla="*/ 0 h 378"/>
                    <a:gd name="T66" fmla="*/ 0 w 322"/>
                    <a:gd name="T67" fmla="*/ 0 h 378"/>
                    <a:gd name="T68" fmla="*/ 0 w 322"/>
                    <a:gd name="T69" fmla="*/ 0 h 378"/>
                    <a:gd name="T70" fmla="*/ 0 w 322"/>
                    <a:gd name="T71" fmla="*/ 0 h 378"/>
                    <a:gd name="T72" fmla="*/ 0 w 322"/>
                    <a:gd name="T73" fmla="*/ 0 h 378"/>
                    <a:gd name="T74" fmla="*/ 0 w 322"/>
                    <a:gd name="T75" fmla="*/ 0 h 378"/>
                    <a:gd name="T76" fmla="*/ 0 w 322"/>
                    <a:gd name="T77" fmla="*/ 0 h 378"/>
                    <a:gd name="T78" fmla="*/ 0 w 322"/>
                    <a:gd name="T79" fmla="*/ 0 h 378"/>
                    <a:gd name="T80" fmla="*/ 0 w 322"/>
                    <a:gd name="T81" fmla="*/ 0 h 378"/>
                    <a:gd name="T82" fmla="*/ 0 w 322"/>
                    <a:gd name="T83" fmla="*/ 0 h 378"/>
                    <a:gd name="T84" fmla="*/ 0 w 322"/>
                    <a:gd name="T85" fmla="*/ 0 h 378"/>
                    <a:gd name="T86" fmla="*/ 0 w 322"/>
                    <a:gd name="T87" fmla="*/ 0 h 378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w 322"/>
                    <a:gd name="T133" fmla="*/ 0 h 378"/>
                    <a:gd name="T134" fmla="*/ 322 w 322"/>
                    <a:gd name="T135" fmla="*/ 378 h 378"/>
                  </a:gdLst>
                  <a:ahLst/>
                  <a:cxnLst>
                    <a:cxn ang="T88">
                      <a:pos x="T0" y="T1"/>
                    </a:cxn>
                    <a:cxn ang="T89">
                      <a:pos x="T2" y="T3"/>
                    </a:cxn>
                    <a:cxn ang="T90">
                      <a:pos x="T4" y="T5"/>
                    </a:cxn>
                    <a:cxn ang="T91">
                      <a:pos x="T6" y="T7"/>
                    </a:cxn>
                    <a:cxn ang="T92">
                      <a:pos x="T8" y="T9"/>
                    </a:cxn>
                    <a:cxn ang="T93">
                      <a:pos x="T10" y="T11"/>
                    </a:cxn>
                    <a:cxn ang="T94">
                      <a:pos x="T12" y="T13"/>
                    </a:cxn>
                    <a:cxn ang="T95">
                      <a:pos x="T14" y="T15"/>
                    </a:cxn>
                    <a:cxn ang="T96">
                      <a:pos x="T16" y="T17"/>
                    </a:cxn>
                    <a:cxn ang="T97">
                      <a:pos x="T18" y="T19"/>
                    </a:cxn>
                    <a:cxn ang="T98">
                      <a:pos x="T20" y="T21"/>
                    </a:cxn>
                    <a:cxn ang="T99">
                      <a:pos x="T22" y="T23"/>
                    </a:cxn>
                    <a:cxn ang="T100">
                      <a:pos x="T24" y="T25"/>
                    </a:cxn>
                    <a:cxn ang="T101">
                      <a:pos x="T26" y="T27"/>
                    </a:cxn>
                    <a:cxn ang="T102">
                      <a:pos x="T28" y="T29"/>
                    </a:cxn>
                    <a:cxn ang="T103">
                      <a:pos x="T30" y="T31"/>
                    </a:cxn>
                    <a:cxn ang="T104">
                      <a:pos x="T32" y="T33"/>
                    </a:cxn>
                    <a:cxn ang="T105">
                      <a:pos x="T34" y="T35"/>
                    </a:cxn>
                    <a:cxn ang="T106">
                      <a:pos x="T36" y="T37"/>
                    </a:cxn>
                    <a:cxn ang="T107">
                      <a:pos x="T38" y="T39"/>
                    </a:cxn>
                    <a:cxn ang="T108">
                      <a:pos x="T40" y="T41"/>
                    </a:cxn>
                    <a:cxn ang="T109">
                      <a:pos x="T42" y="T43"/>
                    </a:cxn>
                    <a:cxn ang="T110">
                      <a:pos x="T44" y="T45"/>
                    </a:cxn>
                    <a:cxn ang="T111">
                      <a:pos x="T46" y="T47"/>
                    </a:cxn>
                    <a:cxn ang="T112">
                      <a:pos x="T48" y="T49"/>
                    </a:cxn>
                    <a:cxn ang="T113">
                      <a:pos x="T50" y="T51"/>
                    </a:cxn>
                    <a:cxn ang="T114">
                      <a:pos x="T52" y="T53"/>
                    </a:cxn>
                    <a:cxn ang="T115">
                      <a:pos x="T54" y="T55"/>
                    </a:cxn>
                    <a:cxn ang="T116">
                      <a:pos x="T56" y="T57"/>
                    </a:cxn>
                    <a:cxn ang="T117">
                      <a:pos x="T58" y="T59"/>
                    </a:cxn>
                    <a:cxn ang="T118">
                      <a:pos x="T60" y="T61"/>
                    </a:cxn>
                    <a:cxn ang="T119">
                      <a:pos x="T62" y="T63"/>
                    </a:cxn>
                    <a:cxn ang="T120">
                      <a:pos x="T64" y="T65"/>
                    </a:cxn>
                    <a:cxn ang="T121">
                      <a:pos x="T66" y="T67"/>
                    </a:cxn>
                    <a:cxn ang="T122">
                      <a:pos x="T68" y="T69"/>
                    </a:cxn>
                    <a:cxn ang="T123">
                      <a:pos x="T70" y="T71"/>
                    </a:cxn>
                    <a:cxn ang="T124">
                      <a:pos x="T72" y="T73"/>
                    </a:cxn>
                    <a:cxn ang="T125">
                      <a:pos x="T74" y="T75"/>
                    </a:cxn>
                    <a:cxn ang="T126">
                      <a:pos x="T76" y="T77"/>
                    </a:cxn>
                    <a:cxn ang="T127">
                      <a:pos x="T78" y="T79"/>
                    </a:cxn>
                    <a:cxn ang="T128">
                      <a:pos x="T80" y="T81"/>
                    </a:cxn>
                    <a:cxn ang="T129">
                      <a:pos x="T82" y="T83"/>
                    </a:cxn>
                    <a:cxn ang="T130">
                      <a:pos x="T84" y="T85"/>
                    </a:cxn>
                    <a:cxn ang="T131">
                      <a:pos x="T86" y="T87"/>
                    </a:cxn>
                  </a:cxnLst>
                  <a:rect l="T132" t="T133" r="T134" b="T135"/>
                  <a:pathLst>
                    <a:path w="322" h="378">
                      <a:moveTo>
                        <a:pt x="125" y="49"/>
                      </a:moveTo>
                      <a:lnTo>
                        <a:pt x="100" y="70"/>
                      </a:lnTo>
                      <a:lnTo>
                        <a:pt x="76" y="90"/>
                      </a:lnTo>
                      <a:lnTo>
                        <a:pt x="53" y="115"/>
                      </a:lnTo>
                      <a:lnTo>
                        <a:pt x="34" y="140"/>
                      </a:lnTo>
                      <a:lnTo>
                        <a:pt x="17" y="166"/>
                      </a:lnTo>
                      <a:lnTo>
                        <a:pt x="5" y="195"/>
                      </a:lnTo>
                      <a:lnTo>
                        <a:pt x="0" y="226"/>
                      </a:lnTo>
                      <a:lnTo>
                        <a:pt x="1" y="258"/>
                      </a:lnTo>
                      <a:lnTo>
                        <a:pt x="3" y="266"/>
                      </a:lnTo>
                      <a:lnTo>
                        <a:pt x="5" y="275"/>
                      </a:lnTo>
                      <a:lnTo>
                        <a:pt x="9" y="282"/>
                      </a:lnTo>
                      <a:lnTo>
                        <a:pt x="14" y="290"/>
                      </a:lnTo>
                      <a:lnTo>
                        <a:pt x="19" y="297"/>
                      </a:lnTo>
                      <a:lnTo>
                        <a:pt x="26" y="304"/>
                      </a:lnTo>
                      <a:lnTo>
                        <a:pt x="32" y="310"/>
                      </a:lnTo>
                      <a:lnTo>
                        <a:pt x="41" y="314"/>
                      </a:lnTo>
                      <a:lnTo>
                        <a:pt x="56" y="324"/>
                      </a:lnTo>
                      <a:lnTo>
                        <a:pt x="71" y="332"/>
                      </a:lnTo>
                      <a:lnTo>
                        <a:pt x="86" y="338"/>
                      </a:lnTo>
                      <a:lnTo>
                        <a:pt x="103" y="344"/>
                      </a:lnTo>
                      <a:lnTo>
                        <a:pt x="119" y="350"/>
                      </a:lnTo>
                      <a:lnTo>
                        <a:pt x="136" y="355"/>
                      </a:lnTo>
                      <a:lnTo>
                        <a:pt x="152" y="359"/>
                      </a:lnTo>
                      <a:lnTo>
                        <a:pt x="168" y="363"/>
                      </a:lnTo>
                      <a:lnTo>
                        <a:pt x="186" y="366"/>
                      </a:lnTo>
                      <a:lnTo>
                        <a:pt x="202" y="368"/>
                      </a:lnTo>
                      <a:lnTo>
                        <a:pt x="220" y="371"/>
                      </a:lnTo>
                      <a:lnTo>
                        <a:pt x="238" y="373"/>
                      </a:lnTo>
                      <a:lnTo>
                        <a:pt x="254" y="374"/>
                      </a:lnTo>
                      <a:lnTo>
                        <a:pt x="272" y="375"/>
                      </a:lnTo>
                      <a:lnTo>
                        <a:pt x="289" y="376"/>
                      </a:lnTo>
                      <a:lnTo>
                        <a:pt x="306" y="378"/>
                      </a:lnTo>
                      <a:lnTo>
                        <a:pt x="311" y="378"/>
                      </a:lnTo>
                      <a:lnTo>
                        <a:pt x="316" y="375"/>
                      </a:lnTo>
                      <a:lnTo>
                        <a:pt x="320" y="371"/>
                      </a:lnTo>
                      <a:lnTo>
                        <a:pt x="322" y="366"/>
                      </a:lnTo>
                      <a:lnTo>
                        <a:pt x="322" y="360"/>
                      </a:lnTo>
                      <a:lnTo>
                        <a:pt x="320" y="356"/>
                      </a:lnTo>
                      <a:lnTo>
                        <a:pt x="315" y="352"/>
                      </a:lnTo>
                      <a:lnTo>
                        <a:pt x="309" y="350"/>
                      </a:lnTo>
                      <a:lnTo>
                        <a:pt x="294" y="347"/>
                      </a:lnTo>
                      <a:lnTo>
                        <a:pt x="279" y="344"/>
                      </a:lnTo>
                      <a:lnTo>
                        <a:pt x="263" y="341"/>
                      </a:lnTo>
                      <a:lnTo>
                        <a:pt x="247" y="338"/>
                      </a:lnTo>
                      <a:lnTo>
                        <a:pt x="232" y="336"/>
                      </a:lnTo>
                      <a:lnTo>
                        <a:pt x="216" y="334"/>
                      </a:lnTo>
                      <a:lnTo>
                        <a:pt x="200" y="332"/>
                      </a:lnTo>
                      <a:lnTo>
                        <a:pt x="185" y="328"/>
                      </a:lnTo>
                      <a:lnTo>
                        <a:pt x="170" y="326"/>
                      </a:lnTo>
                      <a:lnTo>
                        <a:pt x="154" y="322"/>
                      </a:lnTo>
                      <a:lnTo>
                        <a:pt x="139" y="318"/>
                      </a:lnTo>
                      <a:lnTo>
                        <a:pt x="124" y="314"/>
                      </a:lnTo>
                      <a:lnTo>
                        <a:pt x="110" y="309"/>
                      </a:lnTo>
                      <a:lnTo>
                        <a:pt x="94" y="303"/>
                      </a:lnTo>
                      <a:lnTo>
                        <a:pt x="80" y="297"/>
                      </a:lnTo>
                      <a:lnTo>
                        <a:pt x="66" y="289"/>
                      </a:lnTo>
                      <a:lnTo>
                        <a:pt x="55" y="281"/>
                      </a:lnTo>
                      <a:lnTo>
                        <a:pt x="45" y="271"/>
                      </a:lnTo>
                      <a:lnTo>
                        <a:pt x="38" y="259"/>
                      </a:lnTo>
                      <a:lnTo>
                        <a:pt x="35" y="245"/>
                      </a:lnTo>
                      <a:lnTo>
                        <a:pt x="34" y="232"/>
                      </a:lnTo>
                      <a:lnTo>
                        <a:pt x="35" y="216"/>
                      </a:lnTo>
                      <a:lnTo>
                        <a:pt x="38" y="200"/>
                      </a:lnTo>
                      <a:lnTo>
                        <a:pt x="43" y="187"/>
                      </a:lnTo>
                      <a:lnTo>
                        <a:pt x="51" y="170"/>
                      </a:lnTo>
                      <a:lnTo>
                        <a:pt x="60" y="152"/>
                      </a:lnTo>
                      <a:lnTo>
                        <a:pt x="71" y="137"/>
                      </a:lnTo>
                      <a:lnTo>
                        <a:pt x="83" y="124"/>
                      </a:lnTo>
                      <a:lnTo>
                        <a:pt x="94" y="110"/>
                      </a:lnTo>
                      <a:lnTo>
                        <a:pt x="107" y="96"/>
                      </a:lnTo>
                      <a:lnTo>
                        <a:pt x="123" y="82"/>
                      </a:lnTo>
                      <a:lnTo>
                        <a:pt x="138" y="69"/>
                      </a:lnTo>
                      <a:lnTo>
                        <a:pt x="153" y="57"/>
                      </a:lnTo>
                      <a:lnTo>
                        <a:pt x="173" y="47"/>
                      </a:lnTo>
                      <a:lnTo>
                        <a:pt x="195" y="38"/>
                      </a:lnTo>
                      <a:lnTo>
                        <a:pt x="218" y="28"/>
                      </a:lnTo>
                      <a:lnTo>
                        <a:pt x="238" y="20"/>
                      </a:lnTo>
                      <a:lnTo>
                        <a:pt x="254" y="13"/>
                      </a:lnTo>
                      <a:lnTo>
                        <a:pt x="264" y="7"/>
                      </a:lnTo>
                      <a:lnTo>
                        <a:pt x="268" y="2"/>
                      </a:lnTo>
                      <a:lnTo>
                        <a:pt x="256" y="0"/>
                      </a:lnTo>
                      <a:lnTo>
                        <a:pt x="240" y="1"/>
                      </a:lnTo>
                      <a:lnTo>
                        <a:pt x="221" y="4"/>
                      </a:lnTo>
                      <a:lnTo>
                        <a:pt x="201" y="10"/>
                      </a:lnTo>
                      <a:lnTo>
                        <a:pt x="180" y="18"/>
                      </a:lnTo>
                      <a:lnTo>
                        <a:pt x="160" y="27"/>
                      </a:lnTo>
                      <a:lnTo>
                        <a:pt x="141" y="38"/>
                      </a:lnTo>
                      <a:lnTo>
                        <a:pt x="125" y="49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2661" name="Freeform 757">
                  <a:extLst>
                    <a:ext uri="{FF2B5EF4-FFF2-40B4-BE49-F238E27FC236}">
                      <a16:creationId xmlns:a16="http://schemas.microsoft.com/office/drawing/2014/main" id="{CB614A8D-2AFA-42C3-AFF2-441BC5FF53A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50" y="2643"/>
                  <a:ext cx="99" cy="59"/>
                </a:xfrm>
                <a:custGeom>
                  <a:avLst/>
                  <a:gdLst>
                    <a:gd name="T0" fmla="*/ 0 w 283"/>
                    <a:gd name="T1" fmla="*/ 0 h 252"/>
                    <a:gd name="T2" fmla="*/ 0 w 283"/>
                    <a:gd name="T3" fmla="*/ 0 h 252"/>
                    <a:gd name="T4" fmla="*/ 0 w 283"/>
                    <a:gd name="T5" fmla="*/ 0 h 252"/>
                    <a:gd name="T6" fmla="*/ 0 w 283"/>
                    <a:gd name="T7" fmla="*/ 0 h 252"/>
                    <a:gd name="T8" fmla="*/ 0 w 283"/>
                    <a:gd name="T9" fmla="*/ 0 h 252"/>
                    <a:gd name="T10" fmla="*/ 0 w 283"/>
                    <a:gd name="T11" fmla="*/ 0 h 252"/>
                    <a:gd name="T12" fmla="*/ 0 w 283"/>
                    <a:gd name="T13" fmla="*/ 0 h 252"/>
                    <a:gd name="T14" fmla="*/ 0 w 283"/>
                    <a:gd name="T15" fmla="*/ 0 h 252"/>
                    <a:gd name="T16" fmla="*/ 0 w 283"/>
                    <a:gd name="T17" fmla="*/ 0 h 252"/>
                    <a:gd name="T18" fmla="*/ 0 w 283"/>
                    <a:gd name="T19" fmla="*/ 0 h 252"/>
                    <a:gd name="T20" fmla="*/ 0 w 283"/>
                    <a:gd name="T21" fmla="*/ 0 h 252"/>
                    <a:gd name="T22" fmla="*/ 0 w 283"/>
                    <a:gd name="T23" fmla="*/ 0 h 252"/>
                    <a:gd name="T24" fmla="*/ 0 w 283"/>
                    <a:gd name="T25" fmla="*/ 0 h 252"/>
                    <a:gd name="T26" fmla="*/ 0 w 283"/>
                    <a:gd name="T27" fmla="*/ 0 h 252"/>
                    <a:gd name="T28" fmla="*/ 0 w 283"/>
                    <a:gd name="T29" fmla="*/ 0 h 252"/>
                    <a:gd name="T30" fmla="*/ 0 w 283"/>
                    <a:gd name="T31" fmla="*/ 0 h 252"/>
                    <a:gd name="T32" fmla="*/ 0 w 283"/>
                    <a:gd name="T33" fmla="*/ 0 h 252"/>
                    <a:gd name="T34" fmla="*/ 0 w 283"/>
                    <a:gd name="T35" fmla="*/ 0 h 252"/>
                    <a:gd name="T36" fmla="*/ 0 w 283"/>
                    <a:gd name="T37" fmla="*/ 0 h 252"/>
                    <a:gd name="T38" fmla="*/ 0 w 283"/>
                    <a:gd name="T39" fmla="*/ 0 h 252"/>
                    <a:gd name="T40" fmla="*/ 0 w 283"/>
                    <a:gd name="T41" fmla="*/ 0 h 252"/>
                    <a:gd name="T42" fmla="*/ 0 w 283"/>
                    <a:gd name="T43" fmla="*/ 0 h 252"/>
                    <a:gd name="T44" fmla="*/ 0 w 283"/>
                    <a:gd name="T45" fmla="*/ 0 h 252"/>
                    <a:gd name="T46" fmla="*/ 0 w 283"/>
                    <a:gd name="T47" fmla="*/ 0 h 252"/>
                    <a:gd name="T48" fmla="*/ 0 w 283"/>
                    <a:gd name="T49" fmla="*/ 0 h 252"/>
                    <a:gd name="T50" fmla="*/ 0 w 283"/>
                    <a:gd name="T51" fmla="*/ 0 h 252"/>
                    <a:gd name="T52" fmla="*/ 0 w 283"/>
                    <a:gd name="T53" fmla="*/ 0 h 252"/>
                    <a:gd name="T54" fmla="*/ 0 w 283"/>
                    <a:gd name="T55" fmla="*/ 0 h 252"/>
                    <a:gd name="T56" fmla="*/ 0 w 283"/>
                    <a:gd name="T57" fmla="*/ 0 h 252"/>
                    <a:gd name="T58" fmla="*/ 0 w 283"/>
                    <a:gd name="T59" fmla="*/ 0 h 252"/>
                    <a:gd name="T60" fmla="*/ 0 w 283"/>
                    <a:gd name="T61" fmla="*/ 0 h 252"/>
                    <a:gd name="T62" fmla="*/ 0 w 283"/>
                    <a:gd name="T63" fmla="*/ 0 h 252"/>
                    <a:gd name="T64" fmla="*/ 0 w 283"/>
                    <a:gd name="T65" fmla="*/ 0 h 252"/>
                    <a:gd name="T66" fmla="*/ 0 w 283"/>
                    <a:gd name="T67" fmla="*/ 0 h 252"/>
                    <a:gd name="T68" fmla="*/ 0 w 283"/>
                    <a:gd name="T69" fmla="*/ 0 h 252"/>
                    <a:gd name="T70" fmla="*/ 0 w 283"/>
                    <a:gd name="T71" fmla="*/ 0 h 252"/>
                    <a:gd name="T72" fmla="*/ 0 w 283"/>
                    <a:gd name="T73" fmla="*/ 0 h 252"/>
                    <a:gd name="T74" fmla="*/ 0 w 283"/>
                    <a:gd name="T75" fmla="*/ 0 h 252"/>
                    <a:gd name="T76" fmla="*/ 0 w 283"/>
                    <a:gd name="T77" fmla="*/ 0 h 252"/>
                    <a:gd name="T78" fmla="*/ 0 w 283"/>
                    <a:gd name="T79" fmla="*/ 0 h 252"/>
                    <a:gd name="T80" fmla="*/ 0 w 283"/>
                    <a:gd name="T81" fmla="*/ 0 h 252"/>
                    <a:gd name="T82" fmla="*/ 0 w 283"/>
                    <a:gd name="T83" fmla="*/ 0 h 252"/>
                    <a:gd name="T84" fmla="*/ 0 w 283"/>
                    <a:gd name="T85" fmla="*/ 0 h 252"/>
                    <a:gd name="T86" fmla="*/ 0 w 283"/>
                    <a:gd name="T87" fmla="*/ 0 h 252"/>
                    <a:gd name="T88" fmla="*/ 0 w 283"/>
                    <a:gd name="T89" fmla="*/ 0 h 252"/>
                    <a:gd name="T90" fmla="*/ 0 w 283"/>
                    <a:gd name="T91" fmla="*/ 0 h 252"/>
                    <a:gd name="T92" fmla="*/ 0 w 283"/>
                    <a:gd name="T93" fmla="*/ 0 h 252"/>
                    <a:gd name="T94" fmla="*/ 0 w 283"/>
                    <a:gd name="T95" fmla="*/ 0 h 252"/>
                    <a:gd name="T96" fmla="*/ 0 w 283"/>
                    <a:gd name="T97" fmla="*/ 0 h 252"/>
                    <a:gd name="T98" fmla="*/ 0 w 283"/>
                    <a:gd name="T99" fmla="*/ 0 h 252"/>
                    <a:gd name="T100" fmla="*/ 0 w 283"/>
                    <a:gd name="T101" fmla="*/ 0 h 252"/>
                    <a:gd name="T102" fmla="*/ 0 w 283"/>
                    <a:gd name="T103" fmla="*/ 0 h 252"/>
                    <a:gd name="T104" fmla="*/ 0 w 283"/>
                    <a:gd name="T105" fmla="*/ 0 h 252"/>
                    <a:gd name="T106" fmla="*/ 0 w 283"/>
                    <a:gd name="T107" fmla="*/ 0 h 252"/>
                    <a:gd name="T108" fmla="*/ 0 w 283"/>
                    <a:gd name="T109" fmla="*/ 0 h 252"/>
                    <a:gd name="T110" fmla="*/ 0 w 283"/>
                    <a:gd name="T111" fmla="*/ 0 h 252"/>
                    <a:gd name="T112" fmla="*/ 0 w 283"/>
                    <a:gd name="T113" fmla="*/ 0 h 252"/>
                    <a:gd name="T114" fmla="*/ 0 w 283"/>
                    <a:gd name="T115" fmla="*/ 0 h 252"/>
                    <a:gd name="T116" fmla="*/ 0 w 283"/>
                    <a:gd name="T117" fmla="*/ 0 h 252"/>
                    <a:gd name="T118" fmla="*/ 0 w 283"/>
                    <a:gd name="T119" fmla="*/ 0 h 252"/>
                    <a:gd name="T120" fmla="*/ 0 w 283"/>
                    <a:gd name="T121" fmla="*/ 0 h 252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60000 65536"/>
                    <a:gd name="T148" fmla="*/ 0 60000 65536"/>
                    <a:gd name="T149" fmla="*/ 0 60000 65536"/>
                    <a:gd name="T150" fmla="*/ 0 60000 65536"/>
                    <a:gd name="T151" fmla="*/ 0 60000 65536"/>
                    <a:gd name="T152" fmla="*/ 0 60000 65536"/>
                    <a:gd name="T153" fmla="*/ 0 60000 65536"/>
                    <a:gd name="T154" fmla="*/ 0 60000 65536"/>
                    <a:gd name="T155" fmla="*/ 0 60000 65536"/>
                    <a:gd name="T156" fmla="*/ 0 60000 65536"/>
                    <a:gd name="T157" fmla="*/ 0 60000 65536"/>
                    <a:gd name="T158" fmla="*/ 0 60000 65536"/>
                    <a:gd name="T159" fmla="*/ 0 60000 65536"/>
                    <a:gd name="T160" fmla="*/ 0 60000 65536"/>
                    <a:gd name="T161" fmla="*/ 0 60000 65536"/>
                    <a:gd name="T162" fmla="*/ 0 60000 65536"/>
                    <a:gd name="T163" fmla="*/ 0 60000 65536"/>
                    <a:gd name="T164" fmla="*/ 0 60000 65536"/>
                    <a:gd name="T165" fmla="*/ 0 60000 65536"/>
                    <a:gd name="T166" fmla="*/ 0 60000 65536"/>
                    <a:gd name="T167" fmla="*/ 0 60000 65536"/>
                    <a:gd name="T168" fmla="*/ 0 60000 65536"/>
                    <a:gd name="T169" fmla="*/ 0 60000 65536"/>
                    <a:gd name="T170" fmla="*/ 0 60000 65536"/>
                    <a:gd name="T171" fmla="*/ 0 60000 65536"/>
                    <a:gd name="T172" fmla="*/ 0 60000 65536"/>
                    <a:gd name="T173" fmla="*/ 0 60000 65536"/>
                    <a:gd name="T174" fmla="*/ 0 60000 65536"/>
                    <a:gd name="T175" fmla="*/ 0 60000 65536"/>
                    <a:gd name="T176" fmla="*/ 0 60000 65536"/>
                    <a:gd name="T177" fmla="*/ 0 60000 65536"/>
                    <a:gd name="T178" fmla="*/ 0 60000 65536"/>
                    <a:gd name="T179" fmla="*/ 0 60000 65536"/>
                    <a:gd name="T180" fmla="*/ 0 60000 65536"/>
                    <a:gd name="T181" fmla="*/ 0 60000 65536"/>
                    <a:gd name="T182" fmla="*/ 0 60000 65536"/>
                    <a:gd name="T183" fmla="*/ 0 w 283"/>
                    <a:gd name="T184" fmla="*/ 0 h 252"/>
                    <a:gd name="T185" fmla="*/ 283 w 283"/>
                    <a:gd name="T186" fmla="*/ 252 h 252"/>
                  </a:gdLst>
                  <a:ahLst/>
                  <a:cxnLst>
                    <a:cxn ang="T122">
                      <a:pos x="T0" y="T1"/>
                    </a:cxn>
                    <a:cxn ang="T123">
                      <a:pos x="T2" y="T3"/>
                    </a:cxn>
                    <a:cxn ang="T124">
                      <a:pos x="T4" y="T5"/>
                    </a:cxn>
                    <a:cxn ang="T125">
                      <a:pos x="T6" y="T7"/>
                    </a:cxn>
                    <a:cxn ang="T126">
                      <a:pos x="T8" y="T9"/>
                    </a:cxn>
                    <a:cxn ang="T127">
                      <a:pos x="T10" y="T11"/>
                    </a:cxn>
                    <a:cxn ang="T128">
                      <a:pos x="T12" y="T13"/>
                    </a:cxn>
                    <a:cxn ang="T129">
                      <a:pos x="T14" y="T15"/>
                    </a:cxn>
                    <a:cxn ang="T130">
                      <a:pos x="T16" y="T17"/>
                    </a:cxn>
                    <a:cxn ang="T131">
                      <a:pos x="T18" y="T19"/>
                    </a:cxn>
                    <a:cxn ang="T132">
                      <a:pos x="T20" y="T21"/>
                    </a:cxn>
                    <a:cxn ang="T133">
                      <a:pos x="T22" y="T23"/>
                    </a:cxn>
                    <a:cxn ang="T134">
                      <a:pos x="T24" y="T25"/>
                    </a:cxn>
                    <a:cxn ang="T135">
                      <a:pos x="T26" y="T27"/>
                    </a:cxn>
                    <a:cxn ang="T136">
                      <a:pos x="T28" y="T29"/>
                    </a:cxn>
                    <a:cxn ang="T137">
                      <a:pos x="T30" y="T31"/>
                    </a:cxn>
                    <a:cxn ang="T138">
                      <a:pos x="T32" y="T33"/>
                    </a:cxn>
                    <a:cxn ang="T139">
                      <a:pos x="T34" y="T35"/>
                    </a:cxn>
                    <a:cxn ang="T140">
                      <a:pos x="T36" y="T37"/>
                    </a:cxn>
                    <a:cxn ang="T141">
                      <a:pos x="T38" y="T39"/>
                    </a:cxn>
                    <a:cxn ang="T142">
                      <a:pos x="T40" y="T41"/>
                    </a:cxn>
                    <a:cxn ang="T143">
                      <a:pos x="T42" y="T43"/>
                    </a:cxn>
                    <a:cxn ang="T144">
                      <a:pos x="T44" y="T45"/>
                    </a:cxn>
                    <a:cxn ang="T145">
                      <a:pos x="T46" y="T47"/>
                    </a:cxn>
                    <a:cxn ang="T146">
                      <a:pos x="T48" y="T49"/>
                    </a:cxn>
                    <a:cxn ang="T147">
                      <a:pos x="T50" y="T51"/>
                    </a:cxn>
                    <a:cxn ang="T148">
                      <a:pos x="T52" y="T53"/>
                    </a:cxn>
                    <a:cxn ang="T149">
                      <a:pos x="T54" y="T55"/>
                    </a:cxn>
                    <a:cxn ang="T150">
                      <a:pos x="T56" y="T57"/>
                    </a:cxn>
                    <a:cxn ang="T151">
                      <a:pos x="T58" y="T59"/>
                    </a:cxn>
                    <a:cxn ang="T152">
                      <a:pos x="T60" y="T61"/>
                    </a:cxn>
                    <a:cxn ang="T153">
                      <a:pos x="T62" y="T63"/>
                    </a:cxn>
                    <a:cxn ang="T154">
                      <a:pos x="T64" y="T65"/>
                    </a:cxn>
                    <a:cxn ang="T155">
                      <a:pos x="T66" y="T67"/>
                    </a:cxn>
                    <a:cxn ang="T156">
                      <a:pos x="T68" y="T69"/>
                    </a:cxn>
                    <a:cxn ang="T157">
                      <a:pos x="T70" y="T71"/>
                    </a:cxn>
                    <a:cxn ang="T158">
                      <a:pos x="T72" y="T73"/>
                    </a:cxn>
                    <a:cxn ang="T159">
                      <a:pos x="T74" y="T75"/>
                    </a:cxn>
                    <a:cxn ang="T160">
                      <a:pos x="T76" y="T77"/>
                    </a:cxn>
                    <a:cxn ang="T161">
                      <a:pos x="T78" y="T79"/>
                    </a:cxn>
                    <a:cxn ang="T162">
                      <a:pos x="T80" y="T81"/>
                    </a:cxn>
                    <a:cxn ang="T163">
                      <a:pos x="T82" y="T83"/>
                    </a:cxn>
                    <a:cxn ang="T164">
                      <a:pos x="T84" y="T85"/>
                    </a:cxn>
                    <a:cxn ang="T165">
                      <a:pos x="T86" y="T87"/>
                    </a:cxn>
                    <a:cxn ang="T166">
                      <a:pos x="T88" y="T89"/>
                    </a:cxn>
                    <a:cxn ang="T167">
                      <a:pos x="T90" y="T91"/>
                    </a:cxn>
                    <a:cxn ang="T168">
                      <a:pos x="T92" y="T93"/>
                    </a:cxn>
                    <a:cxn ang="T169">
                      <a:pos x="T94" y="T95"/>
                    </a:cxn>
                    <a:cxn ang="T170">
                      <a:pos x="T96" y="T97"/>
                    </a:cxn>
                    <a:cxn ang="T171">
                      <a:pos x="T98" y="T99"/>
                    </a:cxn>
                    <a:cxn ang="T172">
                      <a:pos x="T100" y="T101"/>
                    </a:cxn>
                    <a:cxn ang="T173">
                      <a:pos x="T102" y="T103"/>
                    </a:cxn>
                    <a:cxn ang="T174">
                      <a:pos x="T104" y="T105"/>
                    </a:cxn>
                    <a:cxn ang="T175">
                      <a:pos x="T106" y="T107"/>
                    </a:cxn>
                    <a:cxn ang="T176">
                      <a:pos x="T108" y="T109"/>
                    </a:cxn>
                    <a:cxn ang="T177">
                      <a:pos x="T110" y="T111"/>
                    </a:cxn>
                    <a:cxn ang="T178">
                      <a:pos x="T112" y="T113"/>
                    </a:cxn>
                    <a:cxn ang="T179">
                      <a:pos x="T114" y="T115"/>
                    </a:cxn>
                    <a:cxn ang="T180">
                      <a:pos x="T116" y="T117"/>
                    </a:cxn>
                    <a:cxn ang="T181">
                      <a:pos x="T118" y="T119"/>
                    </a:cxn>
                    <a:cxn ang="T182">
                      <a:pos x="T120" y="T121"/>
                    </a:cxn>
                  </a:cxnLst>
                  <a:rect l="T183" t="T184" r="T185" b="T186"/>
                  <a:pathLst>
                    <a:path w="283" h="252">
                      <a:moveTo>
                        <a:pt x="235" y="77"/>
                      </a:moveTo>
                      <a:lnTo>
                        <a:pt x="248" y="91"/>
                      </a:lnTo>
                      <a:lnTo>
                        <a:pt x="256" y="107"/>
                      </a:lnTo>
                      <a:lnTo>
                        <a:pt x="259" y="124"/>
                      </a:lnTo>
                      <a:lnTo>
                        <a:pt x="259" y="142"/>
                      </a:lnTo>
                      <a:lnTo>
                        <a:pt x="257" y="157"/>
                      </a:lnTo>
                      <a:lnTo>
                        <a:pt x="252" y="170"/>
                      </a:lnTo>
                      <a:lnTo>
                        <a:pt x="244" y="183"/>
                      </a:lnTo>
                      <a:lnTo>
                        <a:pt x="236" y="193"/>
                      </a:lnTo>
                      <a:lnTo>
                        <a:pt x="225" y="204"/>
                      </a:lnTo>
                      <a:lnTo>
                        <a:pt x="215" y="214"/>
                      </a:lnTo>
                      <a:lnTo>
                        <a:pt x="204" y="224"/>
                      </a:lnTo>
                      <a:lnTo>
                        <a:pt x="194" y="234"/>
                      </a:lnTo>
                      <a:lnTo>
                        <a:pt x="191" y="238"/>
                      </a:lnTo>
                      <a:lnTo>
                        <a:pt x="191" y="241"/>
                      </a:lnTo>
                      <a:lnTo>
                        <a:pt x="191" y="245"/>
                      </a:lnTo>
                      <a:lnTo>
                        <a:pt x="194" y="248"/>
                      </a:lnTo>
                      <a:lnTo>
                        <a:pt x="197" y="250"/>
                      </a:lnTo>
                      <a:lnTo>
                        <a:pt x="202" y="252"/>
                      </a:lnTo>
                      <a:lnTo>
                        <a:pt x="205" y="250"/>
                      </a:lnTo>
                      <a:lnTo>
                        <a:pt x="209" y="248"/>
                      </a:lnTo>
                      <a:lnTo>
                        <a:pt x="232" y="233"/>
                      </a:lnTo>
                      <a:lnTo>
                        <a:pt x="252" y="214"/>
                      </a:lnTo>
                      <a:lnTo>
                        <a:pt x="268" y="192"/>
                      </a:lnTo>
                      <a:lnTo>
                        <a:pt x="278" y="167"/>
                      </a:lnTo>
                      <a:lnTo>
                        <a:pt x="283" y="141"/>
                      </a:lnTo>
                      <a:lnTo>
                        <a:pt x="280" y="115"/>
                      </a:lnTo>
                      <a:lnTo>
                        <a:pt x="271" y="91"/>
                      </a:lnTo>
                      <a:lnTo>
                        <a:pt x="252" y="69"/>
                      </a:lnTo>
                      <a:lnTo>
                        <a:pt x="238" y="57"/>
                      </a:lnTo>
                      <a:lnTo>
                        <a:pt x="222" y="48"/>
                      </a:lnTo>
                      <a:lnTo>
                        <a:pt x="204" y="39"/>
                      </a:lnTo>
                      <a:lnTo>
                        <a:pt x="184" y="31"/>
                      </a:lnTo>
                      <a:lnTo>
                        <a:pt x="164" y="23"/>
                      </a:lnTo>
                      <a:lnTo>
                        <a:pt x="144" y="17"/>
                      </a:lnTo>
                      <a:lnTo>
                        <a:pt x="123" y="13"/>
                      </a:lnTo>
                      <a:lnTo>
                        <a:pt x="103" y="8"/>
                      </a:lnTo>
                      <a:lnTo>
                        <a:pt x="83" y="5"/>
                      </a:lnTo>
                      <a:lnTo>
                        <a:pt x="66" y="2"/>
                      </a:lnTo>
                      <a:lnTo>
                        <a:pt x="48" y="0"/>
                      </a:lnTo>
                      <a:lnTo>
                        <a:pt x="34" y="0"/>
                      </a:lnTo>
                      <a:lnTo>
                        <a:pt x="21" y="0"/>
                      </a:lnTo>
                      <a:lnTo>
                        <a:pt x="11" y="0"/>
                      </a:lnTo>
                      <a:lnTo>
                        <a:pt x="4" y="2"/>
                      </a:lnTo>
                      <a:lnTo>
                        <a:pt x="0" y="5"/>
                      </a:lnTo>
                      <a:lnTo>
                        <a:pt x="12" y="7"/>
                      </a:lnTo>
                      <a:lnTo>
                        <a:pt x="24" y="8"/>
                      </a:lnTo>
                      <a:lnTo>
                        <a:pt x="38" y="10"/>
                      </a:lnTo>
                      <a:lnTo>
                        <a:pt x="52" y="13"/>
                      </a:lnTo>
                      <a:lnTo>
                        <a:pt x="66" y="16"/>
                      </a:lnTo>
                      <a:lnTo>
                        <a:pt x="82" y="18"/>
                      </a:lnTo>
                      <a:lnTo>
                        <a:pt x="98" y="22"/>
                      </a:lnTo>
                      <a:lnTo>
                        <a:pt x="114" y="25"/>
                      </a:lnTo>
                      <a:lnTo>
                        <a:pt x="129" y="30"/>
                      </a:lnTo>
                      <a:lnTo>
                        <a:pt x="146" y="34"/>
                      </a:lnTo>
                      <a:lnTo>
                        <a:pt x="162" y="39"/>
                      </a:lnTo>
                      <a:lnTo>
                        <a:pt x="177" y="45"/>
                      </a:lnTo>
                      <a:lnTo>
                        <a:pt x="193" y="52"/>
                      </a:lnTo>
                      <a:lnTo>
                        <a:pt x="208" y="60"/>
                      </a:lnTo>
                      <a:lnTo>
                        <a:pt x="222" y="68"/>
                      </a:lnTo>
                      <a:lnTo>
                        <a:pt x="235" y="77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2662" name="Freeform 758">
                  <a:extLst>
                    <a:ext uri="{FF2B5EF4-FFF2-40B4-BE49-F238E27FC236}">
                      <a16:creationId xmlns:a16="http://schemas.microsoft.com/office/drawing/2014/main" id="{365779D2-8294-4D26-A951-9A92A07DCF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47" y="2671"/>
                  <a:ext cx="40" cy="55"/>
                </a:xfrm>
                <a:custGeom>
                  <a:avLst/>
                  <a:gdLst>
                    <a:gd name="T0" fmla="*/ 0 w 114"/>
                    <a:gd name="T1" fmla="*/ 0 h 238"/>
                    <a:gd name="T2" fmla="*/ 0 w 114"/>
                    <a:gd name="T3" fmla="*/ 0 h 238"/>
                    <a:gd name="T4" fmla="*/ 0 w 114"/>
                    <a:gd name="T5" fmla="*/ 0 h 238"/>
                    <a:gd name="T6" fmla="*/ 0 w 114"/>
                    <a:gd name="T7" fmla="*/ 0 h 238"/>
                    <a:gd name="T8" fmla="*/ 0 w 114"/>
                    <a:gd name="T9" fmla="*/ 0 h 238"/>
                    <a:gd name="T10" fmla="*/ 0 w 114"/>
                    <a:gd name="T11" fmla="*/ 0 h 238"/>
                    <a:gd name="T12" fmla="*/ 0 w 114"/>
                    <a:gd name="T13" fmla="*/ 0 h 238"/>
                    <a:gd name="T14" fmla="*/ 0 w 114"/>
                    <a:gd name="T15" fmla="*/ 0 h 238"/>
                    <a:gd name="T16" fmla="*/ 0 w 114"/>
                    <a:gd name="T17" fmla="*/ 0 h 238"/>
                    <a:gd name="T18" fmla="*/ 0 w 114"/>
                    <a:gd name="T19" fmla="*/ 0 h 238"/>
                    <a:gd name="T20" fmla="*/ 0 w 114"/>
                    <a:gd name="T21" fmla="*/ 0 h 238"/>
                    <a:gd name="T22" fmla="*/ 0 w 114"/>
                    <a:gd name="T23" fmla="*/ 0 h 238"/>
                    <a:gd name="T24" fmla="*/ 0 w 114"/>
                    <a:gd name="T25" fmla="*/ 0 h 238"/>
                    <a:gd name="T26" fmla="*/ 0 w 114"/>
                    <a:gd name="T27" fmla="*/ 0 h 238"/>
                    <a:gd name="T28" fmla="*/ 0 w 114"/>
                    <a:gd name="T29" fmla="*/ 0 h 238"/>
                    <a:gd name="T30" fmla="*/ 0 w 114"/>
                    <a:gd name="T31" fmla="*/ 0 h 238"/>
                    <a:gd name="T32" fmla="*/ 0 w 114"/>
                    <a:gd name="T33" fmla="*/ 0 h 238"/>
                    <a:gd name="T34" fmla="*/ 0 w 114"/>
                    <a:gd name="T35" fmla="*/ 0 h 238"/>
                    <a:gd name="T36" fmla="*/ 0 w 114"/>
                    <a:gd name="T37" fmla="*/ 0 h 238"/>
                    <a:gd name="T38" fmla="*/ 0 w 114"/>
                    <a:gd name="T39" fmla="*/ 0 h 238"/>
                    <a:gd name="T40" fmla="*/ 0 w 114"/>
                    <a:gd name="T41" fmla="*/ 0 h 238"/>
                    <a:gd name="T42" fmla="*/ 0 w 114"/>
                    <a:gd name="T43" fmla="*/ 0 h 238"/>
                    <a:gd name="T44" fmla="*/ 0 w 114"/>
                    <a:gd name="T45" fmla="*/ 0 h 238"/>
                    <a:gd name="T46" fmla="*/ 0 w 114"/>
                    <a:gd name="T47" fmla="*/ 0 h 238"/>
                    <a:gd name="T48" fmla="*/ 0 w 114"/>
                    <a:gd name="T49" fmla="*/ 0 h 238"/>
                    <a:gd name="T50" fmla="*/ 0 w 114"/>
                    <a:gd name="T51" fmla="*/ 0 h 238"/>
                    <a:gd name="T52" fmla="*/ 0 w 114"/>
                    <a:gd name="T53" fmla="*/ 0 h 238"/>
                    <a:gd name="T54" fmla="*/ 0 w 114"/>
                    <a:gd name="T55" fmla="*/ 0 h 238"/>
                    <a:gd name="T56" fmla="*/ 0 w 114"/>
                    <a:gd name="T57" fmla="*/ 0 h 238"/>
                    <a:gd name="T58" fmla="*/ 0 w 114"/>
                    <a:gd name="T59" fmla="*/ 0 h 238"/>
                    <a:gd name="T60" fmla="*/ 0 w 114"/>
                    <a:gd name="T61" fmla="*/ 0 h 238"/>
                    <a:gd name="T62" fmla="*/ 0 w 114"/>
                    <a:gd name="T63" fmla="*/ 0 h 238"/>
                    <a:gd name="T64" fmla="*/ 0 w 114"/>
                    <a:gd name="T65" fmla="*/ 0 h 238"/>
                    <a:gd name="T66" fmla="*/ 0 w 114"/>
                    <a:gd name="T67" fmla="*/ 0 h 238"/>
                    <a:gd name="T68" fmla="*/ 0 w 114"/>
                    <a:gd name="T69" fmla="*/ 0 h 238"/>
                    <a:gd name="T70" fmla="*/ 0 w 114"/>
                    <a:gd name="T71" fmla="*/ 0 h 238"/>
                    <a:gd name="T72" fmla="*/ 0 w 114"/>
                    <a:gd name="T73" fmla="*/ 0 h 238"/>
                    <a:gd name="T74" fmla="*/ 0 w 114"/>
                    <a:gd name="T75" fmla="*/ 0 h 238"/>
                    <a:gd name="T76" fmla="*/ 0 w 114"/>
                    <a:gd name="T77" fmla="*/ 0 h 238"/>
                    <a:gd name="T78" fmla="*/ 0 w 114"/>
                    <a:gd name="T79" fmla="*/ 0 h 238"/>
                    <a:gd name="T80" fmla="*/ 0 w 114"/>
                    <a:gd name="T81" fmla="*/ 0 h 238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w 114"/>
                    <a:gd name="T124" fmla="*/ 0 h 238"/>
                    <a:gd name="T125" fmla="*/ 114 w 114"/>
                    <a:gd name="T126" fmla="*/ 238 h 238"/>
                  </a:gdLst>
                  <a:ahLst/>
                  <a:cxnLst>
                    <a:cxn ang="T82">
                      <a:pos x="T0" y="T1"/>
                    </a:cxn>
                    <a:cxn ang="T83">
                      <a:pos x="T2" y="T3"/>
                    </a:cxn>
                    <a:cxn ang="T84">
                      <a:pos x="T4" y="T5"/>
                    </a:cxn>
                    <a:cxn ang="T85">
                      <a:pos x="T6" y="T7"/>
                    </a:cxn>
                    <a:cxn ang="T86">
                      <a:pos x="T8" y="T9"/>
                    </a:cxn>
                    <a:cxn ang="T87">
                      <a:pos x="T10" y="T11"/>
                    </a:cxn>
                    <a:cxn ang="T88">
                      <a:pos x="T12" y="T13"/>
                    </a:cxn>
                    <a:cxn ang="T89">
                      <a:pos x="T14" y="T15"/>
                    </a:cxn>
                    <a:cxn ang="T90">
                      <a:pos x="T16" y="T17"/>
                    </a:cxn>
                    <a:cxn ang="T91">
                      <a:pos x="T18" y="T19"/>
                    </a:cxn>
                    <a:cxn ang="T92">
                      <a:pos x="T20" y="T21"/>
                    </a:cxn>
                    <a:cxn ang="T93">
                      <a:pos x="T22" y="T23"/>
                    </a:cxn>
                    <a:cxn ang="T94">
                      <a:pos x="T24" y="T25"/>
                    </a:cxn>
                    <a:cxn ang="T95">
                      <a:pos x="T26" y="T27"/>
                    </a:cxn>
                    <a:cxn ang="T96">
                      <a:pos x="T28" y="T29"/>
                    </a:cxn>
                    <a:cxn ang="T97">
                      <a:pos x="T30" y="T31"/>
                    </a:cxn>
                    <a:cxn ang="T98">
                      <a:pos x="T32" y="T33"/>
                    </a:cxn>
                    <a:cxn ang="T99">
                      <a:pos x="T34" y="T35"/>
                    </a:cxn>
                    <a:cxn ang="T100">
                      <a:pos x="T36" y="T37"/>
                    </a:cxn>
                    <a:cxn ang="T101">
                      <a:pos x="T38" y="T39"/>
                    </a:cxn>
                    <a:cxn ang="T102">
                      <a:pos x="T40" y="T41"/>
                    </a:cxn>
                    <a:cxn ang="T103">
                      <a:pos x="T42" y="T43"/>
                    </a:cxn>
                    <a:cxn ang="T104">
                      <a:pos x="T44" y="T45"/>
                    </a:cxn>
                    <a:cxn ang="T105">
                      <a:pos x="T46" y="T47"/>
                    </a:cxn>
                    <a:cxn ang="T106">
                      <a:pos x="T48" y="T49"/>
                    </a:cxn>
                    <a:cxn ang="T107">
                      <a:pos x="T50" y="T51"/>
                    </a:cxn>
                    <a:cxn ang="T108">
                      <a:pos x="T52" y="T53"/>
                    </a:cxn>
                    <a:cxn ang="T109">
                      <a:pos x="T54" y="T55"/>
                    </a:cxn>
                    <a:cxn ang="T110">
                      <a:pos x="T56" y="T57"/>
                    </a:cxn>
                    <a:cxn ang="T111">
                      <a:pos x="T58" y="T59"/>
                    </a:cxn>
                    <a:cxn ang="T112">
                      <a:pos x="T60" y="T61"/>
                    </a:cxn>
                    <a:cxn ang="T113">
                      <a:pos x="T62" y="T63"/>
                    </a:cxn>
                    <a:cxn ang="T114">
                      <a:pos x="T64" y="T65"/>
                    </a:cxn>
                    <a:cxn ang="T115">
                      <a:pos x="T66" y="T67"/>
                    </a:cxn>
                    <a:cxn ang="T116">
                      <a:pos x="T68" y="T69"/>
                    </a:cxn>
                    <a:cxn ang="T117">
                      <a:pos x="T70" y="T71"/>
                    </a:cxn>
                    <a:cxn ang="T118">
                      <a:pos x="T72" y="T73"/>
                    </a:cxn>
                    <a:cxn ang="T119">
                      <a:pos x="T74" y="T75"/>
                    </a:cxn>
                    <a:cxn ang="T120">
                      <a:pos x="T76" y="T77"/>
                    </a:cxn>
                    <a:cxn ang="T121">
                      <a:pos x="T78" y="T79"/>
                    </a:cxn>
                    <a:cxn ang="T122">
                      <a:pos x="T80" y="T81"/>
                    </a:cxn>
                  </a:cxnLst>
                  <a:rect l="T123" t="T124" r="T125" b="T126"/>
                  <a:pathLst>
                    <a:path w="114" h="238">
                      <a:moveTo>
                        <a:pt x="0" y="130"/>
                      </a:moveTo>
                      <a:lnTo>
                        <a:pt x="0" y="149"/>
                      </a:lnTo>
                      <a:lnTo>
                        <a:pt x="4" y="168"/>
                      </a:lnTo>
                      <a:lnTo>
                        <a:pt x="12" y="185"/>
                      </a:lnTo>
                      <a:lnTo>
                        <a:pt x="24" y="200"/>
                      </a:lnTo>
                      <a:lnTo>
                        <a:pt x="38" y="213"/>
                      </a:lnTo>
                      <a:lnTo>
                        <a:pt x="55" y="224"/>
                      </a:lnTo>
                      <a:lnTo>
                        <a:pt x="73" y="232"/>
                      </a:lnTo>
                      <a:lnTo>
                        <a:pt x="92" y="237"/>
                      </a:lnTo>
                      <a:lnTo>
                        <a:pt x="98" y="238"/>
                      </a:lnTo>
                      <a:lnTo>
                        <a:pt x="104" y="235"/>
                      </a:lnTo>
                      <a:lnTo>
                        <a:pt x="109" y="232"/>
                      </a:lnTo>
                      <a:lnTo>
                        <a:pt x="111" y="227"/>
                      </a:lnTo>
                      <a:lnTo>
                        <a:pt x="111" y="222"/>
                      </a:lnTo>
                      <a:lnTo>
                        <a:pt x="110" y="216"/>
                      </a:lnTo>
                      <a:lnTo>
                        <a:pt x="106" y="211"/>
                      </a:lnTo>
                      <a:lnTo>
                        <a:pt x="100" y="209"/>
                      </a:lnTo>
                      <a:lnTo>
                        <a:pt x="82" y="202"/>
                      </a:lnTo>
                      <a:lnTo>
                        <a:pt x="64" y="193"/>
                      </a:lnTo>
                      <a:lnTo>
                        <a:pt x="50" y="180"/>
                      </a:lnTo>
                      <a:lnTo>
                        <a:pt x="39" y="167"/>
                      </a:lnTo>
                      <a:lnTo>
                        <a:pt x="32" y="149"/>
                      </a:lnTo>
                      <a:lnTo>
                        <a:pt x="29" y="131"/>
                      </a:lnTo>
                      <a:lnTo>
                        <a:pt x="29" y="111"/>
                      </a:lnTo>
                      <a:lnTo>
                        <a:pt x="35" y="91"/>
                      </a:lnTo>
                      <a:lnTo>
                        <a:pt x="42" y="76"/>
                      </a:lnTo>
                      <a:lnTo>
                        <a:pt x="51" y="62"/>
                      </a:lnTo>
                      <a:lnTo>
                        <a:pt x="62" y="49"/>
                      </a:lnTo>
                      <a:lnTo>
                        <a:pt x="73" y="38"/>
                      </a:lnTo>
                      <a:lnTo>
                        <a:pt x="84" y="28"/>
                      </a:lnTo>
                      <a:lnTo>
                        <a:pt x="96" y="18"/>
                      </a:lnTo>
                      <a:lnTo>
                        <a:pt x="106" y="9"/>
                      </a:lnTo>
                      <a:lnTo>
                        <a:pt x="114" y="1"/>
                      </a:lnTo>
                      <a:lnTo>
                        <a:pt x="106" y="0"/>
                      </a:lnTo>
                      <a:lnTo>
                        <a:pt x="93" y="6"/>
                      </a:lnTo>
                      <a:lnTo>
                        <a:pt x="76" y="18"/>
                      </a:lnTo>
                      <a:lnTo>
                        <a:pt x="56" y="36"/>
                      </a:lnTo>
                      <a:lnTo>
                        <a:pt x="37" y="57"/>
                      </a:lnTo>
                      <a:lnTo>
                        <a:pt x="20" y="80"/>
                      </a:lnTo>
                      <a:lnTo>
                        <a:pt x="7" y="106"/>
                      </a:lnTo>
                      <a:lnTo>
                        <a:pt x="0" y="130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2663" name="Freeform 759">
                  <a:extLst>
                    <a:ext uri="{FF2B5EF4-FFF2-40B4-BE49-F238E27FC236}">
                      <a16:creationId xmlns:a16="http://schemas.microsoft.com/office/drawing/2014/main" id="{43D8C5D8-72ED-49DB-8BE2-B204C113287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30" y="2639"/>
                  <a:ext cx="87" cy="73"/>
                </a:xfrm>
                <a:custGeom>
                  <a:avLst/>
                  <a:gdLst>
                    <a:gd name="T0" fmla="*/ 0 w 246"/>
                    <a:gd name="T1" fmla="*/ 0 h 310"/>
                    <a:gd name="T2" fmla="*/ 0 w 246"/>
                    <a:gd name="T3" fmla="*/ 0 h 310"/>
                    <a:gd name="T4" fmla="*/ 0 w 246"/>
                    <a:gd name="T5" fmla="*/ 0 h 310"/>
                    <a:gd name="T6" fmla="*/ 0 w 246"/>
                    <a:gd name="T7" fmla="*/ 0 h 310"/>
                    <a:gd name="T8" fmla="*/ 0 w 246"/>
                    <a:gd name="T9" fmla="*/ 0 h 310"/>
                    <a:gd name="T10" fmla="*/ 0 w 246"/>
                    <a:gd name="T11" fmla="*/ 0 h 310"/>
                    <a:gd name="T12" fmla="*/ 0 w 246"/>
                    <a:gd name="T13" fmla="*/ 0 h 310"/>
                    <a:gd name="T14" fmla="*/ 0 w 246"/>
                    <a:gd name="T15" fmla="*/ 0 h 310"/>
                    <a:gd name="T16" fmla="*/ 0 w 246"/>
                    <a:gd name="T17" fmla="*/ 0 h 310"/>
                    <a:gd name="T18" fmla="*/ 0 w 246"/>
                    <a:gd name="T19" fmla="*/ 0 h 310"/>
                    <a:gd name="T20" fmla="*/ 0 w 246"/>
                    <a:gd name="T21" fmla="*/ 0 h 310"/>
                    <a:gd name="T22" fmla="*/ 0 w 246"/>
                    <a:gd name="T23" fmla="*/ 0 h 310"/>
                    <a:gd name="T24" fmla="*/ 0 w 246"/>
                    <a:gd name="T25" fmla="*/ 0 h 310"/>
                    <a:gd name="T26" fmla="*/ 0 w 246"/>
                    <a:gd name="T27" fmla="*/ 0 h 310"/>
                    <a:gd name="T28" fmla="*/ 0 w 246"/>
                    <a:gd name="T29" fmla="*/ 0 h 310"/>
                    <a:gd name="T30" fmla="*/ 0 w 246"/>
                    <a:gd name="T31" fmla="*/ 0 h 310"/>
                    <a:gd name="T32" fmla="*/ 0 w 246"/>
                    <a:gd name="T33" fmla="*/ 0 h 310"/>
                    <a:gd name="T34" fmla="*/ 0 w 246"/>
                    <a:gd name="T35" fmla="*/ 0 h 310"/>
                    <a:gd name="T36" fmla="*/ 0 w 246"/>
                    <a:gd name="T37" fmla="*/ 0 h 310"/>
                    <a:gd name="T38" fmla="*/ 0 w 246"/>
                    <a:gd name="T39" fmla="*/ 0 h 310"/>
                    <a:gd name="T40" fmla="*/ 0 w 246"/>
                    <a:gd name="T41" fmla="*/ 0 h 310"/>
                    <a:gd name="T42" fmla="*/ 0 w 246"/>
                    <a:gd name="T43" fmla="*/ 0 h 310"/>
                    <a:gd name="T44" fmla="*/ 0 w 246"/>
                    <a:gd name="T45" fmla="*/ 0 h 310"/>
                    <a:gd name="T46" fmla="*/ 0 w 246"/>
                    <a:gd name="T47" fmla="*/ 0 h 310"/>
                    <a:gd name="T48" fmla="*/ 0 w 246"/>
                    <a:gd name="T49" fmla="*/ 0 h 310"/>
                    <a:gd name="T50" fmla="*/ 0 w 246"/>
                    <a:gd name="T51" fmla="*/ 0 h 310"/>
                    <a:gd name="T52" fmla="*/ 0 w 246"/>
                    <a:gd name="T53" fmla="*/ 0 h 310"/>
                    <a:gd name="T54" fmla="*/ 0 w 246"/>
                    <a:gd name="T55" fmla="*/ 0 h 310"/>
                    <a:gd name="T56" fmla="*/ 0 w 246"/>
                    <a:gd name="T57" fmla="*/ 0 h 310"/>
                    <a:gd name="T58" fmla="*/ 0 w 246"/>
                    <a:gd name="T59" fmla="*/ 0 h 310"/>
                    <a:gd name="T60" fmla="*/ 0 w 246"/>
                    <a:gd name="T61" fmla="*/ 0 h 310"/>
                    <a:gd name="T62" fmla="*/ 0 w 246"/>
                    <a:gd name="T63" fmla="*/ 0 h 310"/>
                    <a:gd name="T64" fmla="*/ 0 w 246"/>
                    <a:gd name="T65" fmla="*/ 0 h 310"/>
                    <a:gd name="T66" fmla="*/ 0 w 246"/>
                    <a:gd name="T67" fmla="*/ 0 h 310"/>
                    <a:gd name="T68" fmla="*/ 0 w 246"/>
                    <a:gd name="T69" fmla="*/ 0 h 310"/>
                    <a:gd name="T70" fmla="*/ 0 w 246"/>
                    <a:gd name="T71" fmla="*/ 0 h 310"/>
                    <a:gd name="T72" fmla="*/ 0 w 246"/>
                    <a:gd name="T73" fmla="*/ 0 h 310"/>
                    <a:gd name="T74" fmla="*/ 0 w 246"/>
                    <a:gd name="T75" fmla="*/ 0 h 310"/>
                    <a:gd name="T76" fmla="*/ 0 60000 65536"/>
                    <a:gd name="T77" fmla="*/ 0 60000 65536"/>
                    <a:gd name="T78" fmla="*/ 0 60000 65536"/>
                    <a:gd name="T79" fmla="*/ 0 60000 65536"/>
                    <a:gd name="T80" fmla="*/ 0 60000 65536"/>
                    <a:gd name="T81" fmla="*/ 0 60000 65536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w 246"/>
                    <a:gd name="T115" fmla="*/ 0 h 310"/>
                    <a:gd name="T116" fmla="*/ 246 w 246"/>
                    <a:gd name="T117" fmla="*/ 310 h 310"/>
                  </a:gdLst>
                  <a:ahLst/>
                  <a:cxnLst>
                    <a:cxn ang="T76">
                      <a:pos x="T0" y="T1"/>
                    </a:cxn>
                    <a:cxn ang="T77">
                      <a:pos x="T2" y="T3"/>
                    </a:cxn>
                    <a:cxn ang="T78">
                      <a:pos x="T4" y="T5"/>
                    </a:cxn>
                    <a:cxn ang="T79">
                      <a:pos x="T6" y="T7"/>
                    </a:cxn>
                    <a:cxn ang="T80">
                      <a:pos x="T8" y="T9"/>
                    </a:cxn>
                    <a:cxn ang="T81">
                      <a:pos x="T10" y="T11"/>
                    </a:cxn>
                    <a:cxn ang="T82">
                      <a:pos x="T12" y="T13"/>
                    </a:cxn>
                    <a:cxn ang="T83">
                      <a:pos x="T14" y="T15"/>
                    </a:cxn>
                    <a:cxn ang="T84">
                      <a:pos x="T16" y="T17"/>
                    </a:cxn>
                    <a:cxn ang="T85">
                      <a:pos x="T18" y="T19"/>
                    </a:cxn>
                    <a:cxn ang="T86">
                      <a:pos x="T20" y="T21"/>
                    </a:cxn>
                    <a:cxn ang="T87">
                      <a:pos x="T22" y="T23"/>
                    </a:cxn>
                    <a:cxn ang="T88">
                      <a:pos x="T24" y="T25"/>
                    </a:cxn>
                    <a:cxn ang="T89">
                      <a:pos x="T26" y="T27"/>
                    </a:cxn>
                    <a:cxn ang="T90">
                      <a:pos x="T28" y="T29"/>
                    </a:cxn>
                    <a:cxn ang="T91">
                      <a:pos x="T30" y="T31"/>
                    </a:cxn>
                    <a:cxn ang="T92">
                      <a:pos x="T32" y="T33"/>
                    </a:cxn>
                    <a:cxn ang="T93">
                      <a:pos x="T34" y="T35"/>
                    </a:cxn>
                    <a:cxn ang="T94">
                      <a:pos x="T36" y="T37"/>
                    </a:cxn>
                    <a:cxn ang="T95">
                      <a:pos x="T38" y="T39"/>
                    </a:cxn>
                    <a:cxn ang="T96">
                      <a:pos x="T40" y="T41"/>
                    </a:cxn>
                    <a:cxn ang="T97">
                      <a:pos x="T42" y="T43"/>
                    </a:cxn>
                    <a:cxn ang="T98">
                      <a:pos x="T44" y="T45"/>
                    </a:cxn>
                    <a:cxn ang="T99">
                      <a:pos x="T46" y="T47"/>
                    </a:cxn>
                    <a:cxn ang="T100">
                      <a:pos x="T48" y="T49"/>
                    </a:cxn>
                    <a:cxn ang="T101">
                      <a:pos x="T50" y="T51"/>
                    </a:cxn>
                    <a:cxn ang="T102">
                      <a:pos x="T52" y="T53"/>
                    </a:cxn>
                    <a:cxn ang="T103">
                      <a:pos x="T54" y="T55"/>
                    </a:cxn>
                    <a:cxn ang="T104">
                      <a:pos x="T56" y="T57"/>
                    </a:cxn>
                    <a:cxn ang="T105">
                      <a:pos x="T58" y="T59"/>
                    </a:cxn>
                    <a:cxn ang="T106">
                      <a:pos x="T60" y="T61"/>
                    </a:cxn>
                    <a:cxn ang="T107">
                      <a:pos x="T62" y="T63"/>
                    </a:cxn>
                    <a:cxn ang="T108">
                      <a:pos x="T64" y="T65"/>
                    </a:cxn>
                    <a:cxn ang="T109">
                      <a:pos x="T66" y="T67"/>
                    </a:cxn>
                    <a:cxn ang="T110">
                      <a:pos x="T68" y="T69"/>
                    </a:cxn>
                    <a:cxn ang="T111">
                      <a:pos x="T70" y="T71"/>
                    </a:cxn>
                    <a:cxn ang="T112">
                      <a:pos x="T72" y="T73"/>
                    </a:cxn>
                    <a:cxn ang="T113">
                      <a:pos x="T74" y="T75"/>
                    </a:cxn>
                  </a:cxnLst>
                  <a:rect l="T114" t="T115" r="T116" b="T117"/>
                  <a:pathLst>
                    <a:path w="246" h="310">
                      <a:moveTo>
                        <a:pt x="199" y="116"/>
                      </a:moveTo>
                      <a:lnTo>
                        <a:pt x="207" y="124"/>
                      </a:lnTo>
                      <a:lnTo>
                        <a:pt x="214" y="133"/>
                      </a:lnTo>
                      <a:lnTo>
                        <a:pt x="219" y="143"/>
                      </a:lnTo>
                      <a:lnTo>
                        <a:pt x="223" y="154"/>
                      </a:lnTo>
                      <a:lnTo>
                        <a:pt x="225" y="164"/>
                      </a:lnTo>
                      <a:lnTo>
                        <a:pt x="225" y="176"/>
                      </a:lnTo>
                      <a:lnTo>
                        <a:pt x="221" y="187"/>
                      </a:lnTo>
                      <a:lnTo>
                        <a:pt x="216" y="197"/>
                      </a:lnTo>
                      <a:lnTo>
                        <a:pt x="208" y="209"/>
                      </a:lnTo>
                      <a:lnTo>
                        <a:pt x="199" y="219"/>
                      </a:lnTo>
                      <a:lnTo>
                        <a:pt x="188" y="228"/>
                      </a:lnTo>
                      <a:lnTo>
                        <a:pt x="177" y="238"/>
                      </a:lnTo>
                      <a:lnTo>
                        <a:pt x="166" y="246"/>
                      </a:lnTo>
                      <a:lnTo>
                        <a:pt x="154" y="255"/>
                      </a:lnTo>
                      <a:lnTo>
                        <a:pt x="143" y="264"/>
                      </a:lnTo>
                      <a:lnTo>
                        <a:pt x="132" y="274"/>
                      </a:lnTo>
                      <a:lnTo>
                        <a:pt x="129" y="278"/>
                      </a:lnTo>
                      <a:lnTo>
                        <a:pt x="126" y="282"/>
                      </a:lnTo>
                      <a:lnTo>
                        <a:pt x="124" y="287"/>
                      </a:lnTo>
                      <a:lnTo>
                        <a:pt x="121" y="292"/>
                      </a:lnTo>
                      <a:lnTo>
                        <a:pt x="120" y="296"/>
                      </a:lnTo>
                      <a:lnTo>
                        <a:pt x="120" y="301"/>
                      </a:lnTo>
                      <a:lnTo>
                        <a:pt x="121" y="305"/>
                      </a:lnTo>
                      <a:lnTo>
                        <a:pt x="125" y="309"/>
                      </a:lnTo>
                      <a:lnTo>
                        <a:pt x="130" y="310"/>
                      </a:lnTo>
                      <a:lnTo>
                        <a:pt x="134" y="310"/>
                      </a:lnTo>
                      <a:lnTo>
                        <a:pt x="139" y="309"/>
                      </a:lnTo>
                      <a:lnTo>
                        <a:pt x="143" y="305"/>
                      </a:lnTo>
                      <a:lnTo>
                        <a:pt x="154" y="293"/>
                      </a:lnTo>
                      <a:lnTo>
                        <a:pt x="167" y="280"/>
                      </a:lnTo>
                      <a:lnTo>
                        <a:pt x="180" y="269"/>
                      </a:lnTo>
                      <a:lnTo>
                        <a:pt x="194" y="257"/>
                      </a:lnTo>
                      <a:lnTo>
                        <a:pt x="207" y="246"/>
                      </a:lnTo>
                      <a:lnTo>
                        <a:pt x="219" y="233"/>
                      </a:lnTo>
                      <a:lnTo>
                        <a:pt x="231" y="219"/>
                      </a:lnTo>
                      <a:lnTo>
                        <a:pt x="239" y="204"/>
                      </a:lnTo>
                      <a:lnTo>
                        <a:pt x="245" y="187"/>
                      </a:lnTo>
                      <a:lnTo>
                        <a:pt x="246" y="170"/>
                      </a:lnTo>
                      <a:lnTo>
                        <a:pt x="242" y="153"/>
                      </a:lnTo>
                      <a:lnTo>
                        <a:pt x="236" y="136"/>
                      </a:lnTo>
                      <a:lnTo>
                        <a:pt x="227" y="120"/>
                      </a:lnTo>
                      <a:lnTo>
                        <a:pt x="215" y="107"/>
                      </a:lnTo>
                      <a:lnTo>
                        <a:pt x="201" y="94"/>
                      </a:lnTo>
                      <a:lnTo>
                        <a:pt x="187" y="82"/>
                      </a:lnTo>
                      <a:lnTo>
                        <a:pt x="177" y="74"/>
                      </a:lnTo>
                      <a:lnTo>
                        <a:pt x="165" y="68"/>
                      </a:lnTo>
                      <a:lnTo>
                        <a:pt x="152" y="60"/>
                      </a:lnTo>
                      <a:lnTo>
                        <a:pt x="139" y="51"/>
                      </a:lnTo>
                      <a:lnTo>
                        <a:pt x="126" y="43"/>
                      </a:lnTo>
                      <a:lnTo>
                        <a:pt x="112" y="35"/>
                      </a:lnTo>
                      <a:lnTo>
                        <a:pt x="98" y="28"/>
                      </a:lnTo>
                      <a:lnTo>
                        <a:pt x="85" y="22"/>
                      </a:lnTo>
                      <a:lnTo>
                        <a:pt x="72" y="16"/>
                      </a:lnTo>
                      <a:lnTo>
                        <a:pt x="59" y="10"/>
                      </a:lnTo>
                      <a:lnTo>
                        <a:pt x="46" y="7"/>
                      </a:lnTo>
                      <a:lnTo>
                        <a:pt x="35" y="3"/>
                      </a:lnTo>
                      <a:lnTo>
                        <a:pt x="24" y="1"/>
                      </a:lnTo>
                      <a:lnTo>
                        <a:pt x="15" y="0"/>
                      </a:lnTo>
                      <a:lnTo>
                        <a:pt x="7" y="1"/>
                      </a:lnTo>
                      <a:lnTo>
                        <a:pt x="0" y="3"/>
                      </a:lnTo>
                      <a:lnTo>
                        <a:pt x="8" y="6"/>
                      </a:lnTo>
                      <a:lnTo>
                        <a:pt x="17" y="9"/>
                      </a:lnTo>
                      <a:lnTo>
                        <a:pt x="28" y="14"/>
                      </a:lnTo>
                      <a:lnTo>
                        <a:pt x="38" y="18"/>
                      </a:lnTo>
                      <a:lnTo>
                        <a:pt x="51" y="24"/>
                      </a:lnTo>
                      <a:lnTo>
                        <a:pt x="64" y="30"/>
                      </a:lnTo>
                      <a:lnTo>
                        <a:pt x="78" y="37"/>
                      </a:lnTo>
                      <a:lnTo>
                        <a:pt x="92" y="43"/>
                      </a:lnTo>
                      <a:lnTo>
                        <a:pt x="106" y="51"/>
                      </a:lnTo>
                      <a:lnTo>
                        <a:pt x="120" y="60"/>
                      </a:lnTo>
                      <a:lnTo>
                        <a:pt x="134" y="69"/>
                      </a:lnTo>
                      <a:lnTo>
                        <a:pt x="148" y="78"/>
                      </a:lnTo>
                      <a:lnTo>
                        <a:pt x="163" y="87"/>
                      </a:lnTo>
                      <a:lnTo>
                        <a:pt x="175" y="96"/>
                      </a:lnTo>
                      <a:lnTo>
                        <a:pt x="187" y="105"/>
                      </a:lnTo>
                      <a:lnTo>
                        <a:pt x="199" y="116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2664" name="Freeform 760">
                  <a:extLst>
                    <a:ext uri="{FF2B5EF4-FFF2-40B4-BE49-F238E27FC236}">
                      <a16:creationId xmlns:a16="http://schemas.microsoft.com/office/drawing/2014/main" id="{8428F5CB-A0A8-406A-8FD4-CCC386B5FF9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115" y="2660"/>
                  <a:ext cx="69" cy="55"/>
                </a:xfrm>
                <a:custGeom>
                  <a:avLst/>
                  <a:gdLst>
                    <a:gd name="T0" fmla="*/ 0 w 198"/>
                    <a:gd name="T1" fmla="*/ 0 h 236"/>
                    <a:gd name="T2" fmla="*/ 0 w 198"/>
                    <a:gd name="T3" fmla="*/ 0 h 236"/>
                    <a:gd name="T4" fmla="*/ 0 w 198"/>
                    <a:gd name="T5" fmla="*/ 0 h 236"/>
                    <a:gd name="T6" fmla="*/ 0 w 198"/>
                    <a:gd name="T7" fmla="*/ 0 h 236"/>
                    <a:gd name="T8" fmla="*/ 0 w 198"/>
                    <a:gd name="T9" fmla="*/ 0 h 236"/>
                    <a:gd name="T10" fmla="*/ 0 w 198"/>
                    <a:gd name="T11" fmla="*/ 0 h 236"/>
                    <a:gd name="T12" fmla="*/ 0 w 198"/>
                    <a:gd name="T13" fmla="*/ 0 h 236"/>
                    <a:gd name="T14" fmla="*/ 0 w 198"/>
                    <a:gd name="T15" fmla="*/ 0 h 236"/>
                    <a:gd name="T16" fmla="*/ 0 w 198"/>
                    <a:gd name="T17" fmla="*/ 0 h 236"/>
                    <a:gd name="T18" fmla="*/ 0 w 198"/>
                    <a:gd name="T19" fmla="*/ 0 h 236"/>
                    <a:gd name="T20" fmla="*/ 0 w 198"/>
                    <a:gd name="T21" fmla="*/ 0 h 236"/>
                    <a:gd name="T22" fmla="*/ 0 w 198"/>
                    <a:gd name="T23" fmla="*/ 0 h 236"/>
                    <a:gd name="T24" fmla="*/ 0 w 198"/>
                    <a:gd name="T25" fmla="*/ 0 h 236"/>
                    <a:gd name="T26" fmla="*/ 0 w 198"/>
                    <a:gd name="T27" fmla="*/ 0 h 236"/>
                    <a:gd name="T28" fmla="*/ 0 w 198"/>
                    <a:gd name="T29" fmla="*/ 0 h 236"/>
                    <a:gd name="T30" fmla="*/ 0 w 198"/>
                    <a:gd name="T31" fmla="*/ 0 h 236"/>
                    <a:gd name="T32" fmla="*/ 0 w 198"/>
                    <a:gd name="T33" fmla="*/ 0 h 236"/>
                    <a:gd name="T34" fmla="*/ 0 w 198"/>
                    <a:gd name="T35" fmla="*/ 0 h 236"/>
                    <a:gd name="T36" fmla="*/ 0 w 198"/>
                    <a:gd name="T37" fmla="*/ 0 h 236"/>
                    <a:gd name="T38" fmla="*/ 0 w 198"/>
                    <a:gd name="T39" fmla="*/ 0 h 236"/>
                    <a:gd name="T40" fmla="*/ 0 w 198"/>
                    <a:gd name="T41" fmla="*/ 0 h 236"/>
                    <a:gd name="T42" fmla="*/ 0 w 198"/>
                    <a:gd name="T43" fmla="*/ 0 h 236"/>
                    <a:gd name="T44" fmla="*/ 0 w 198"/>
                    <a:gd name="T45" fmla="*/ 0 h 236"/>
                    <a:gd name="T46" fmla="*/ 0 w 198"/>
                    <a:gd name="T47" fmla="*/ 0 h 236"/>
                    <a:gd name="T48" fmla="*/ 0 w 198"/>
                    <a:gd name="T49" fmla="*/ 0 h 236"/>
                    <a:gd name="T50" fmla="*/ 0 w 198"/>
                    <a:gd name="T51" fmla="*/ 0 h 236"/>
                    <a:gd name="T52" fmla="*/ 0 w 198"/>
                    <a:gd name="T53" fmla="*/ 0 h 236"/>
                    <a:gd name="T54" fmla="*/ 0 w 198"/>
                    <a:gd name="T55" fmla="*/ 0 h 236"/>
                    <a:gd name="T56" fmla="*/ 0 w 198"/>
                    <a:gd name="T57" fmla="*/ 0 h 236"/>
                    <a:gd name="T58" fmla="*/ 0 w 198"/>
                    <a:gd name="T59" fmla="*/ 0 h 236"/>
                    <a:gd name="T60" fmla="*/ 0 w 198"/>
                    <a:gd name="T61" fmla="*/ 0 h 236"/>
                    <a:gd name="T62" fmla="*/ 0 w 198"/>
                    <a:gd name="T63" fmla="*/ 0 h 236"/>
                    <a:gd name="T64" fmla="*/ 0 w 198"/>
                    <a:gd name="T65" fmla="*/ 0 h 236"/>
                    <a:gd name="T66" fmla="*/ 0 w 198"/>
                    <a:gd name="T67" fmla="*/ 0 h 236"/>
                    <a:gd name="T68" fmla="*/ 0 w 198"/>
                    <a:gd name="T69" fmla="*/ 0 h 236"/>
                    <a:gd name="T70" fmla="*/ 0 w 198"/>
                    <a:gd name="T71" fmla="*/ 0 h 236"/>
                    <a:gd name="T72" fmla="*/ 0 w 198"/>
                    <a:gd name="T73" fmla="*/ 0 h 236"/>
                    <a:gd name="T74" fmla="*/ 0 w 198"/>
                    <a:gd name="T75" fmla="*/ 0 h 236"/>
                    <a:gd name="T76" fmla="*/ 0 w 198"/>
                    <a:gd name="T77" fmla="*/ 0 h 236"/>
                    <a:gd name="T78" fmla="*/ 0 w 198"/>
                    <a:gd name="T79" fmla="*/ 0 h 236"/>
                    <a:gd name="T80" fmla="*/ 0 w 198"/>
                    <a:gd name="T81" fmla="*/ 0 h 236"/>
                    <a:gd name="T82" fmla="*/ 0 w 198"/>
                    <a:gd name="T83" fmla="*/ 0 h 236"/>
                    <a:gd name="T84" fmla="*/ 0 w 198"/>
                    <a:gd name="T85" fmla="*/ 0 h 236"/>
                    <a:gd name="T86" fmla="*/ 0 w 198"/>
                    <a:gd name="T87" fmla="*/ 0 h 236"/>
                    <a:gd name="T88" fmla="*/ 0 w 198"/>
                    <a:gd name="T89" fmla="*/ 0 h 236"/>
                    <a:gd name="T90" fmla="*/ 0 w 198"/>
                    <a:gd name="T91" fmla="*/ 0 h 236"/>
                    <a:gd name="T92" fmla="*/ 0 w 198"/>
                    <a:gd name="T93" fmla="*/ 0 h 236"/>
                    <a:gd name="T94" fmla="*/ 0 w 198"/>
                    <a:gd name="T95" fmla="*/ 0 h 236"/>
                    <a:gd name="T96" fmla="*/ 0 w 198"/>
                    <a:gd name="T97" fmla="*/ 0 h 236"/>
                    <a:gd name="T98" fmla="*/ 0 w 198"/>
                    <a:gd name="T99" fmla="*/ 0 h 236"/>
                    <a:gd name="T100" fmla="*/ 0 w 198"/>
                    <a:gd name="T101" fmla="*/ 0 h 236"/>
                    <a:gd name="T102" fmla="*/ 0 w 198"/>
                    <a:gd name="T103" fmla="*/ 0 h 236"/>
                    <a:gd name="T104" fmla="*/ 0 w 198"/>
                    <a:gd name="T105" fmla="*/ 0 h 236"/>
                    <a:gd name="T106" fmla="*/ 0 w 198"/>
                    <a:gd name="T107" fmla="*/ 0 h 236"/>
                    <a:gd name="T108" fmla="*/ 0 w 198"/>
                    <a:gd name="T109" fmla="*/ 0 h 236"/>
                    <a:gd name="T110" fmla="*/ 0 w 198"/>
                    <a:gd name="T111" fmla="*/ 0 h 236"/>
                    <a:gd name="T112" fmla="*/ 0 w 198"/>
                    <a:gd name="T113" fmla="*/ 0 h 236"/>
                    <a:gd name="T114" fmla="*/ 0 w 198"/>
                    <a:gd name="T115" fmla="*/ 0 h 236"/>
                    <a:gd name="T116" fmla="*/ 0 w 198"/>
                    <a:gd name="T117" fmla="*/ 0 h 236"/>
                    <a:gd name="T118" fmla="*/ 0 w 198"/>
                    <a:gd name="T119" fmla="*/ 0 h 236"/>
                    <a:gd name="T120" fmla="*/ 0 w 198"/>
                    <a:gd name="T121" fmla="*/ 0 h 2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60000 65536"/>
                    <a:gd name="T148" fmla="*/ 0 60000 65536"/>
                    <a:gd name="T149" fmla="*/ 0 60000 65536"/>
                    <a:gd name="T150" fmla="*/ 0 60000 65536"/>
                    <a:gd name="T151" fmla="*/ 0 60000 65536"/>
                    <a:gd name="T152" fmla="*/ 0 60000 65536"/>
                    <a:gd name="T153" fmla="*/ 0 60000 65536"/>
                    <a:gd name="T154" fmla="*/ 0 60000 65536"/>
                    <a:gd name="T155" fmla="*/ 0 60000 65536"/>
                    <a:gd name="T156" fmla="*/ 0 60000 65536"/>
                    <a:gd name="T157" fmla="*/ 0 60000 65536"/>
                    <a:gd name="T158" fmla="*/ 0 60000 65536"/>
                    <a:gd name="T159" fmla="*/ 0 60000 65536"/>
                    <a:gd name="T160" fmla="*/ 0 60000 65536"/>
                    <a:gd name="T161" fmla="*/ 0 60000 65536"/>
                    <a:gd name="T162" fmla="*/ 0 60000 65536"/>
                    <a:gd name="T163" fmla="*/ 0 60000 65536"/>
                    <a:gd name="T164" fmla="*/ 0 60000 65536"/>
                    <a:gd name="T165" fmla="*/ 0 60000 65536"/>
                    <a:gd name="T166" fmla="*/ 0 60000 65536"/>
                    <a:gd name="T167" fmla="*/ 0 60000 65536"/>
                    <a:gd name="T168" fmla="*/ 0 60000 65536"/>
                    <a:gd name="T169" fmla="*/ 0 60000 65536"/>
                    <a:gd name="T170" fmla="*/ 0 60000 65536"/>
                    <a:gd name="T171" fmla="*/ 0 60000 65536"/>
                    <a:gd name="T172" fmla="*/ 0 60000 65536"/>
                    <a:gd name="T173" fmla="*/ 0 60000 65536"/>
                    <a:gd name="T174" fmla="*/ 0 60000 65536"/>
                    <a:gd name="T175" fmla="*/ 0 60000 65536"/>
                    <a:gd name="T176" fmla="*/ 0 60000 65536"/>
                    <a:gd name="T177" fmla="*/ 0 60000 65536"/>
                    <a:gd name="T178" fmla="*/ 0 60000 65536"/>
                    <a:gd name="T179" fmla="*/ 0 60000 65536"/>
                    <a:gd name="T180" fmla="*/ 0 60000 65536"/>
                    <a:gd name="T181" fmla="*/ 0 60000 65536"/>
                    <a:gd name="T182" fmla="*/ 0 60000 65536"/>
                    <a:gd name="T183" fmla="*/ 0 w 198"/>
                    <a:gd name="T184" fmla="*/ 0 h 236"/>
                    <a:gd name="T185" fmla="*/ 198 w 198"/>
                    <a:gd name="T186" fmla="*/ 236 h 236"/>
                  </a:gdLst>
                  <a:ahLst/>
                  <a:cxnLst>
                    <a:cxn ang="T122">
                      <a:pos x="T0" y="T1"/>
                    </a:cxn>
                    <a:cxn ang="T123">
                      <a:pos x="T2" y="T3"/>
                    </a:cxn>
                    <a:cxn ang="T124">
                      <a:pos x="T4" y="T5"/>
                    </a:cxn>
                    <a:cxn ang="T125">
                      <a:pos x="T6" y="T7"/>
                    </a:cxn>
                    <a:cxn ang="T126">
                      <a:pos x="T8" y="T9"/>
                    </a:cxn>
                    <a:cxn ang="T127">
                      <a:pos x="T10" y="T11"/>
                    </a:cxn>
                    <a:cxn ang="T128">
                      <a:pos x="T12" y="T13"/>
                    </a:cxn>
                    <a:cxn ang="T129">
                      <a:pos x="T14" y="T15"/>
                    </a:cxn>
                    <a:cxn ang="T130">
                      <a:pos x="T16" y="T17"/>
                    </a:cxn>
                    <a:cxn ang="T131">
                      <a:pos x="T18" y="T19"/>
                    </a:cxn>
                    <a:cxn ang="T132">
                      <a:pos x="T20" y="T21"/>
                    </a:cxn>
                    <a:cxn ang="T133">
                      <a:pos x="T22" y="T23"/>
                    </a:cxn>
                    <a:cxn ang="T134">
                      <a:pos x="T24" y="T25"/>
                    </a:cxn>
                    <a:cxn ang="T135">
                      <a:pos x="T26" y="T27"/>
                    </a:cxn>
                    <a:cxn ang="T136">
                      <a:pos x="T28" y="T29"/>
                    </a:cxn>
                    <a:cxn ang="T137">
                      <a:pos x="T30" y="T31"/>
                    </a:cxn>
                    <a:cxn ang="T138">
                      <a:pos x="T32" y="T33"/>
                    </a:cxn>
                    <a:cxn ang="T139">
                      <a:pos x="T34" y="T35"/>
                    </a:cxn>
                    <a:cxn ang="T140">
                      <a:pos x="T36" y="T37"/>
                    </a:cxn>
                    <a:cxn ang="T141">
                      <a:pos x="T38" y="T39"/>
                    </a:cxn>
                    <a:cxn ang="T142">
                      <a:pos x="T40" y="T41"/>
                    </a:cxn>
                    <a:cxn ang="T143">
                      <a:pos x="T42" y="T43"/>
                    </a:cxn>
                    <a:cxn ang="T144">
                      <a:pos x="T44" y="T45"/>
                    </a:cxn>
                    <a:cxn ang="T145">
                      <a:pos x="T46" y="T47"/>
                    </a:cxn>
                    <a:cxn ang="T146">
                      <a:pos x="T48" y="T49"/>
                    </a:cxn>
                    <a:cxn ang="T147">
                      <a:pos x="T50" y="T51"/>
                    </a:cxn>
                    <a:cxn ang="T148">
                      <a:pos x="T52" y="T53"/>
                    </a:cxn>
                    <a:cxn ang="T149">
                      <a:pos x="T54" y="T55"/>
                    </a:cxn>
                    <a:cxn ang="T150">
                      <a:pos x="T56" y="T57"/>
                    </a:cxn>
                    <a:cxn ang="T151">
                      <a:pos x="T58" y="T59"/>
                    </a:cxn>
                    <a:cxn ang="T152">
                      <a:pos x="T60" y="T61"/>
                    </a:cxn>
                    <a:cxn ang="T153">
                      <a:pos x="T62" y="T63"/>
                    </a:cxn>
                    <a:cxn ang="T154">
                      <a:pos x="T64" y="T65"/>
                    </a:cxn>
                    <a:cxn ang="T155">
                      <a:pos x="T66" y="T67"/>
                    </a:cxn>
                    <a:cxn ang="T156">
                      <a:pos x="T68" y="T69"/>
                    </a:cxn>
                    <a:cxn ang="T157">
                      <a:pos x="T70" y="T71"/>
                    </a:cxn>
                    <a:cxn ang="T158">
                      <a:pos x="T72" y="T73"/>
                    </a:cxn>
                    <a:cxn ang="T159">
                      <a:pos x="T74" y="T75"/>
                    </a:cxn>
                    <a:cxn ang="T160">
                      <a:pos x="T76" y="T77"/>
                    </a:cxn>
                    <a:cxn ang="T161">
                      <a:pos x="T78" y="T79"/>
                    </a:cxn>
                    <a:cxn ang="T162">
                      <a:pos x="T80" y="T81"/>
                    </a:cxn>
                    <a:cxn ang="T163">
                      <a:pos x="T82" y="T83"/>
                    </a:cxn>
                    <a:cxn ang="T164">
                      <a:pos x="T84" y="T85"/>
                    </a:cxn>
                    <a:cxn ang="T165">
                      <a:pos x="T86" y="T87"/>
                    </a:cxn>
                    <a:cxn ang="T166">
                      <a:pos x="T88" y="T89"/>
                    </a:cxn>
                    <a:cxn ang="T167">
                      <a:pos x="T90" y="T91"/>
                    </a:cxn>
                    <a:cxn ang="T168">
                      <a:pos x="T92" y="T93"/>
                    </a:cxn>
                    <a:cxn ang="T169">
                      <a:pos x="T94" y="T95"/>
                    </a:cxn>
                    <a:cxn ang="T170">
                      <a:pos x="T96" y="T97"/>
                    </a:cxn>
                    <a:cxn ang="T171">
                      <a:pos x="T98" y="T99"/>
                    </a:cxn>
                    <a:cxn ang="T172">
                      <a:pos x="T100" y="T101"/>
                    </a:cxn>
                    <a:cxn ang="T173">
                      <a:pos x="T102" y="T103"/>
                    </a:cxn>
                    <a:cxn ang="T174">
                      <a:pos x="T104" y="T105"/>
                    </a:cxn>
                    <a:cxn ang="T175">
                      <a:pos x="T106" y="T107"/>
                    </a:cxn>
                    <a:cxn ang="T176">
                      <a:pos x="T108" y="T109"/>
                    </a:cxn>
                    <a:cxn ang="T177">
                      <a:pos x="T110" y="T111"/>
                    </a:cxn>
                    <a:cxn ang="T178">
                      <a:pos x="T112" y="T113"/>
                    </a:cxn>
                    <a:cxn ang="T179">
                      <a:pos x="T114" y="T115"/>
                    </a:cxn>
                    <a:cxn ang="T180">
                      <a:pos x="T116" y="T117"/>
                    </a:cxn>
                    <a:cxn ang="T181">
                      <a:pos x="T118" y="T119"/>
                    </a:cxn>
                    <a:cxn ang="T182">
                      <a:pos x="T120" y="T121"/>
                    </a:cxn>
                  </a:cxnLst>
                  <a:rect l="T183" t="T184" r="T185" b="T186"/>
                  <a:pathLst>
                    <a:path w="198" h="236">
                      <a:moveTo>
                        <a:pt x="73" y="36"/>
                      </a:moveTo>
                      <a:lnTo>
                        <a:pt x="58" y="46"/>
                      </a:lnTo>
                      <a:lnTo>
                        <a:pt x="46" y="58"/>
                      </a:lnTo>
                      <a:lnTo>
                        <a:pt x="33" y="72"/>
                      </a:lnTo>
                      <a:lnTo>
                        <a:pt x="22" y="85"/>
                      </a:lnTo>
                      <a:lnTo>
                        <a:pt x="14" y="100"/>
                      </a:lnTo>
                      <a:lnTo>
                        <a:pt x="7" y="115"/>
                      </a:lnTo>
                      <a:lnTo>
                        <a:pt x="2" y="130"/>
                      </a:lnTo>
                      <a:lnTo>
                        <a:pt x="0" y="146"/>
                      </a:lnTo>
                      <a:lnTo>
                        <a:pt x="2" y="170"/>
                      </a:lnTo>
                      <a:lnTo>
                        <a:pt x="12" y="190"/>
                      </a:lnTo>
                      <a:lnTo>
                        <a:pt x="26" y="207"/>
                      </a:lnTo>
                      <a:lnTo>
                        <a:pt x="43" y="220"/>
                      </a:lnTo>
                      <a:lnTo>
                        <a:pt x="64" y="229"/>
                      </a:lnTo>
                      <a:lnTo>
                        <a:pt x="88" y="235"/>
                      </a:lnTo>
                      <a:lnTo>
                        <a:pt x="110" y="236"/>
                      </a:lnTo>
                      <a:lnTo>
                        <a:pt x="132" y="232"/>
                      </a:lnTo>
                      <a:lnTo>
                        <a:pt x="137" y="232"/>
                      </a:lnTo>
                      <a:lnTo>
                        <a:pt x="142" y="230"/>
                      </a:lnTo>
                      <a:lnTo>
                        <a:pt x="145" y="226"/>
                      </a:lnTo>
                      <a:lnTo>
                        <a:pt x="146" y="221"/>
                      </a:lnTo>
                      <a:lnTo>
                        <a:pt x="145" y="219"/>
                      </a:lnTo>
                      <a:lnTo>
                        <a:pt x="142" y="219"/>
                      </a:lnTo>
                      <a:lnTo>
                        <a:pt x="137" y="217"/>
                      </a:lnTo>
                      <a:lnTo>
                        <a:pt x="131" y="217"/>
                      </a:lnTo>
                      <a:lnTo>
                        <a:pt x="124" y="217"/>
                      </a:lnTo>
                      <a:lnTo>
                        <a:pt x="118" y="217"/>
                      </a:lnTo>
                      <a:lnTo>
                        <a:pt x="112" y="217"/>
                      </a:lnTo>
                      <a:lnTo>
                        <a:pt x="109" y="217"/>
                      </a:lnTo>
                      <a:lnTo>
                        <a:pt x="97" y="216"/>
                      </a:lnTo>
                      <a:lnTo>
                        <a:pt x="87" y="215"/>
                      </a:lnTo>
                      <a:lnTo>
                        <a:pt x="75" y="214"/>
                      </a:lnTo>
                      <a:lnTo>
                        <a:pt x="63" y="211"/>
                      </a:lnTo>
                      <a:lnTo>
                        <a:pt x="51" y="207"/>
                      </a:lnTo>
                      <a:lnTo>
                        <a:pt x="40" y="199"/>
                      </a:lnTo>
                      <a:lnTo>
                        <a:pt x="29" y="189"/>
                      </a:lnTo>
                      <a:lnTo>
                        <a:pt x="17" y="174"/>
                      </a:lnTo>
                      <a:lnTo>
                        <a:pt x="15" y="157"/>
                      </a:lnTo>
                      <a:lnTo>
                        <a:pt x="16" y="141"/>
                      </a:lnTo>
                      <a:lnTo>
                        <a:pt x="21" y="124"/>
                      </a:lnTo>
                      <a:lnTo>
                        <a:pt x="28" y="109"/>
                      </a:lnTo>
                      <a:lnTo>
                        <a:pt x="39" y="96"/>
                      </a:lnTo>
                      <a:lnTo>
                        <a:pt x="50" y="82"/>
                      </a:lnTo>
                      <a:lnTo>
                        <a:pt x="63" y="70"/>
                      </a:lnTo>
                      <a:lnTo>
                        <a:pt x="78" y="59"/>
                      </a:lnTo>
                      <a:lnTo>
                        <a:pt x="94" y="49"/>
                      </a:lnTo>
                      <a:lnTo>
                        <a:pt x="110" y="39"/>
                      </a:lnTo>
                      <a:lnTo>
                        <a:pt x="126" y="31"/>
                      </a:lnTo>
                      <a:lnTo>
                        <a:pt x="142" y="24"/>
                      </a:lnTo>
                      <a:lnTo>
                        <a:pt x="158" y="19"/>
                      </a:lnTo>
                      <a:lnTo>
                        <a:pt x="172" y="13"/>
                      </a:lnTo>
                      <a:lnTo>
                        <a:pt x="186" y="10"/>
                      </a:lnTo>
                      <a:lnTo>
                        <a:pt x="198" y="7"/>
                      </a:lnTo>
                      <a:lnTo>
                        <a:pt x="190" y="3"/>
                      </a:lnTo>
                      <a:lnTo>
                        <a:pt x="177" y="0"/>
                      </a:lnTo>
                      <a:lnTo>
                        <a:pt x="162" y="3"/>
                      </a:lnTo>
                      <a:lnTo>
                        <a:pt x="144" y="6"/>
                      </a:lnTo>
                      <a:lnTo>
                        <a:pt x="124" y="12"/>
                      </a:lnTo>
                      <a:lnTo>
                        <a:pt x="105" y="19"/>
                      </a:lnTo>
                      <a:lnTo>
                        <a:pt x="88" y="28"/>
                      </a:lnTo>
                      <a:lnTo>
                        <a:pt x="73" y="3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2665" name="Freeform 761">
                  <a:extLst>
                    <a:ext uri="{FF2B5EF4-FFF2-40B4-BE49-F238E27FC236}">
                      <a16:creationId xmlns:a16="http://schemas.microsoft.com/office/drawing/2014/main" id="{6C22855C-B40D-4DCB-8792-FCA1B5670E7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33" y="2660"/>
                  <a:ext cx="47" cy="42"/>
                </a:xfrm>
                <a:custGeom>
                  <a:avLst/>
                  <a:gdLst>
                    <a:gd name="T0" fmla="*/ 0 w 128"/>
                    <a:gd name="T1" fmla="*/ 0 h 183"/>
                    <a:gd name="T2" fmla="*/ 0 w 128"/>
                    <a:gd name="T3" fmla="*/ 0 h 183"/>
                    <a:gd name="T4" fmla="*/ 0 w 128"/>
                    <a:gd name="T5" fmla="*/ 0 h 183"/>
                    <a:gd name="T6" fmla="*/ 0 w 128"/>
                    <a:gd name="T7" fmla="*/ 0 h 183"/>
                    <a:gd name="T8" fmla="*/ 0 w 128"/>
                    <a:gd name="T9" fmla="*/ 0 h 183"/>
                    <a:gd name="T10" fmla="*/ 0 w 128"/>
                    <a:gd name="T11" fmla="*/ 0 h 183"/>
                    <a:gd name="T12" fmla="*/ 0 w 128"/>
                    <a:gd name="T13" fmla="*/ 0 h 183"/>
                    <a:gd name="T14" fmla="*/ 0 w 128"/>
                    <a:gd name="T15" fmla="*/ 0 h 183"/>
                    <a:gd name="T16" fmla="*/ 0 w 128"/>
                    <a:gd name="T17" fmla="*/ 0 h 183"/>
                    <a:gd name="T18" fmla="*/ 0 w 128"/>
                    <a:gd name="T19" fmla="*/ 0 h 183"/>
                    <a:gd name="T20" fmla="*/ 0 w 128"/>
                    <a:gd name="T21" fmla="*/ 0 h 183"/>
                    <a:gd name="T22" fmla="*/ 0 w 128"/>
                    <a:gd name="T23" fmla="*/ 0 h 183"/>
                    <a:gd name="T24" fmla="*/ 0 w 128"/>
                    <a:gd name="T25" fmla="*/ 0 h 183"/>
                    <a:gd name="T26" fmla="*/ 0 w 128"/>
                    <a:gd name="T27" fmla="*/ 0 h 183"/>
                    <a:gd name="T28" fmla="*/ 0 w 128"/>
                    <a:gd name="T29" fmla="*/ 0 h 183"/>
                    <a:gd name="T30" fmla="*/ 0 w 128"/>
                    <a:gd name="T31" fmla="*/ 0 h 183"/>
                    <a:gd name="T32" fmla="*/ 0 w 128"/>
                    <a:gd name="T33" fmla="*/ 0 h 183"/>
                    <a:gd name="T34" fmla="*/ 0 w 128"/>
                    <a:gd name="T35" fmla="*/ 0 h 183"/>
                    <a:gd name="T36" fmla="*/ 0 w 128"/>
                    <a:gd name="T37" fmla="*/ 0 h 183"/>
                    <a:gd name="T38" fmla="*/ 0 w 128"/>
                    <a:gd name="T39" fmla="*/ 0 h 183"/>
                    <a:gd name="T40" fmla="*/ 0 w 128"/>
                    <a:gd name="T41" fmla="*/ 0 h 183"/>
                    <a:gd name="T42" fmla="*/ 0 w 128"/>
                    <a:gd name="T43" fmla="*/ 0 h 183"/>
                    <a:gd name="T44" fmla="*/ 0 w 128"/>
                    <a:gd name="T45" fmla="*/ 0 h 183"/>
                    <a:gd name="T46" fmla="*/ 0 w 128"/>
                    <a:gd name="T47" fmla="*/ 0 h 183"/>
                    <a:gd name="T48" fmla="*/ 0 w 128"/>
                    <a:gd name="T49" fmla="*/ 0 h 183"/>
                    <a:gd name="T50" fmla="*/ 0 w 128"/>
                    <a:gd name="T51" fmla="*/ 0 h 183"/>
                    <a:gd name="T52" fmla="*/ 0 w 128"/>
                    <a:gd name="T53" fmla="*/ 0 h 183"/>
                    <a:gd name="T54" fmla="*/ 0 w 128"/>
                    <a:gd name="T55" fmla="*/ 0 h 183"/>
                    <a:gd name="T56" fmla="*/ 0 w 128"/>
                    <a:gd name="T57" fmla="*/ 0 h 183"/>
                    <a:gd name="T58" fmla="*/ 0 w 128"/>
                    <a:gd name="T59" fmla="*/ 0 h 183"/>
                    <a:gd name="T60" fmla="*/ 0 w 128"/>
                    <a:gd name="T61" fmla="*/ 0 h 183"/>
                    <a:gd name="T62" fmla="*/ 0 w 128"/>
                    <a:gd name="T63" fmla="*/ 0 h 183"/>
                    <a:gd name="T64" fmla="*/ 0 w 128"/>
                    <a:gd name="T65" fmla="*/ 0 h 183"/>
                    <a:gd name="T66" fmla="*/ 0 w 128"/>
                    <a:gd name="T67" fmla="*/ 0 h 183"/>
                    <a:gd name="T68" fmla="*/ 0 w 128"/>
                    <a:gd name="T69" fmla="*/ 0 h 183"/>
                    <a:gd name="T70" fmla="*/ 0 w 128"/>
                    <a:gd name="T71" fmla="*/ 0 h 183"/>
                    <a:gd name="T72" fmla="*/ 0 w 128"/>
                    <a:gd name="T73" fmla="*/ 0 h 183"/>
                    <a:gd name="T74" fmla="*/ 0 w 128"/>
                    <a:gd name="T75" fmla="*/ 0 h 183"/>
                    <a:gd name="T76" fmla="*/ 0 w 128"/>
                    <a:gd name="T77" fmla="*/ 0 h 183"/>
                    <a:gd name="T78" fmla="*/ 0 w 128"/>
                    <a:gd name="T79" fmla="*/ 0 h 183"/>
                    <a:gd name="T80" fmla="*/ 0 w 128"/>
                    <a:gd name="T81" fmla="*/ 0 h 183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w 128"/>
                    <a:gd name="T124" fmla="*/ 0 h 183"/>
                    <a:gd name="T125" fmla="*/ 128 w 128"/>
                    <a:gd name="T126" fmla="*/ 183 h 183"/>
                  </a:gdLst>
                  <a:ahLst/>
                  <a:cxnLst>
                    <a:cxn ang="T82">
                      <a:pos x="T0" y="T1"/>
                    </a:cxn>
                    <a:cxn ang="T83">
                      <a:pos x="T2" y="T3"/>
                    </a:cxn>
                    <a:cxn ang="T84">
                      <a:pos x="T4" y="T5"/>
                    </a:cxn>
                    <a:cxn ang="T85">
                      <a:pos x="T6" y="T7"/>
                    </a:cxn>
                    <a:cxn ang="T86">
                      <a:pos x="T8" y="T9"/>
                    </a:cxn>
                    <a:cxn ang="T87">
                      <a:pos x="T10" y="T11"/>
                    </a:cxn>
                    <a:cxn ang="T88">
                      <a:pos x="T12" y="T13"/>
                    </a:cxn>
                    <a:cxn ang="T89">
                      <a:pos x="T14" y="T15"/>
                    </a:cxn>
                    <a:cxn ang="T90">
                      <a:pos x="T16" y="T17"/>
                    </a:cxn>
                    <a:cxn ang="T91">
                      <a:pos x="T18" y="T19"/>
                    </a:cxn>
                    <a:cxn ang="T92">
                      <a:pos x="T20" y="T21"/>
                    </a:cxn>
                    <a:cxn ang="T93">
                      <a:pos x="T22" y="T23"/>
                    </a:cxn>
                    <a:cxn ang="T94">
                      <a:pos x="T24" y="T25"/>
                    </a:cxn>
                    <a:cxn ang="T95">
                      <a:pos x="T26" y="T27"/>
                    </a:cxn>
                    <a:cxn ang="T96">
                      <a:pos x="T28" y="T29"/>
                    </a:cxn>
                    <a:cxn ang="T97">
                      <a:pos x="T30" y="T31"/>
                    </a:cxn>
                    <a:cxn ang="T98">
                      <a:pos x="T32" y="T33"/>
                    </a:cxn>
                    <a:cxn ang="T99">
                      <a:pos x="T34" y="T35"/>
                    </a:cxn>
                    <a:cxn ang="T100">
                      <a:pos x="T36" y="T37"/>
                    </a:cxn>
                    <a:cxn ang="T101">
                      <a:pos x="T38" y="T39"/>
                    </a:cxn>
                    <a:cxn ang="T102">
                      <a:pos x="T40" y="T41"/>
                    </a:cxn>
                    <a:cxn ang="T103">
                      <a:pos x="T42" y="T43"/>
                    </a:cxn>
                    <a:cxn ang="T104">
                      <a:pos x="T44" y="T45"/>
                    </a:cxn>
                    <a:cxn ang="T105">
                      <a:pos x="T46" y="T47"/>
                    </a:cxn>
                    <a:cxn ang="T106">
                      <a:pos x="T48" y="T49"/>
                    </a:cxn>
                    <a:cxn ang="T107">
                      <a:pos x="T50" y="T51"/>
                    </a:cxn>
                    <a:cxn ang="T108">
                      <a:pos x="T52" y="T53"/>
                    </a:cxn>
                    <a:cxn ang="T109">
                      <a:pos x="T54" y="T55"/>
                    </a:cxn>
                    <a:cxn ang="T110">
                      <a:pos x="T56" y="T57"/>
                    </a:cxn>
                    <a:cxn ang="T111">
                      <a:pos x="T58" y="T59"/>
                    </a:cxn>
                    <a:cxn ang="T112">
                      <a:pos x="T60" y="T61"/>
                    </a:cxn>
                    <a:cxn ang="T113">
                      <a:pos x="T62" y="T63"/>
                    </a:cxn>
                    <a:cxn ang="T114">
                      <a:pos x="T64" y="T65"/>
                    </a:cxn>
                    <a:cxn ang="T115">
                      <a:pos x="T66" y="T67"/>
                    </a:cxn>
                    <a:cxn ang="T116">
                      <a:pos x="T68" y="T69"/>
                    </a:cxn>
                    <a:cxn ang="T117">
                      <a:pos x="T70" y="T71"/>
                    </a:cxn>
                    <a:cxn ang="T118">
                      <a:pos x="T72" y="T73"/>
                    </a:cxn>
                    <a:cxn ang="T119">
                      <a:pos x="T74" y="T75"/>
                    </a:cxn>
                    <a:cxn ang="T120">
                      <a:pos x="T76" y="T77"/>
                    </a:cxn>
                    <a:cxn ang="T121">
                      <a:pos x="T78" y="T79"/>
                    </a:cxn>
                    <a:cxn ang="T122">
                      <a:pos x="T80" y="T81"/>
                    </a:cxn>
                  </a:cxnLst>
                  <a:rect l="T123" t="T124" r="T125" b="T126"/>
                  <a:pathLst>
                    <a:path w="128" h="183">
                      <a:moveTo>
                        <a:pt x="108" y="61"/>
                      </a:moveTo>
                      <a:lnTo>
                        <a:pt x="111" y="80"/>
                      </a:lnTo>
                      <a:lnTo>
                        <a:pt x="109" y="97"/>
                      </a:lnTo>
                      <a:lnTo>
                        <a:pt x="101" y="110"/>
                      </a:lnTo>
                      <a:lnTo>
                        <a:pt x="89" y="123"/>
                      </a:lnTo>
                      <a:lnTo>
                        <a:pt x="75" y="134"/>
                      </a:lnTo>
                      <a:lnTo>
                        <a:pt x="60" y="145"/>
                      </a:lnTo>
                      <a:lnTo>
                        <a:pt x="43" y="156"/>
                      </a:lnTo>
                      <a:lnTo>
                        <a:pt x="29" y="167"/>
                      </a:lnTo>
                      <a:lnTo>
                        <a:pt x="27" y="170"/>
                      </a:lnTo>
                      <a:lnTo>
                        <a:pt x="26" y="172"/>
                      </a:lnTo>
                      <a:lnTo>
                        <a:pt x="26" y="176"/>
                      </a:lnTo>
                      <a:lnTo>
                        <a:pt x="28" y="179"/>
                      </a:lnTo>
                      <a:lnTo>
                        <a:pt x="30" y="182"/>
                      </a:lnTo>
                      <a:lnTo>
                        <a:pt x="34" y="183"/>
                      </a:lnTo>
                      <a:lnTo>
                        <a:pt x="37" y="183"/>
                      </a:lnTo>
                      <a:lnTo>
                        <a:pt x="41" y="182"/>
                      </a:lnTo>
                      <a:lnTo>
                        <a:pt x="58" y="171"/>
                      </a:lnTo>
                      <a:lnTo>
                        <a:pt x="76" y="160"/>
                      </a:lnTo>
                      <a:lnTo>
                        <a:pt x="92" y="147"/>
                      </a:lnTo>
                      <a:lnTo>
                        <a:pt x="108" y="132"/>
                      </a:lnTo>
                      <a:lnTo>
                        <a:pt x="118" y="116"/>
                      </a:lnTo>
                      <a:lnTo>
                        <a:pt x="125" y="98"/>
                      </a:lnTo>
                      <a:lnTo>
                        <a:pt x="128" y="78"/>
                      </a:lnTo>
                      <a:lnTo>
                        <a:pt x="123" y="58"/>
                      </a:lnTo>
                      <a:lnTo>
                        <a:pt x="112" y="41"/>
                      </a:lnTo>
                      <a:lnTo>
                        <a:pt x="98" y="28"/>
                      </a:lnTo>
                      <a:lnTo>
                        <a:pt x="80" y="16"/>
                      </a:lnTo>
                      <a:lnTo>
                        <a:pt x="61" y="8"/>
                      </a:lnTo>
                      <a:lnTo>
                        <a:pt x="41" y="2"/>
                      </a:lnTo>
                      <a:lnTo>
                        <a:pt x="23" y="0"/>
                      </a:lnTo>
                      <a:lnTo>
                        <a:pt x="9" y="1"/>
                      </a:lnTo>
                      <a:lnTo>
                        <a:pt x="0" y="6"/>
                      </a:lnTo>
                      <a:lnTo>
                        <a:pt x="16" y="10"/>
                      </a:lnTo>
                      <a:lnTo>
                        <a:pt x="33" y="14"/>
                      </a:lnTo>
                      <a:lnTo>
                        <a:pt x="48" y="17"/>
                      </a:lnTo>
                      <a:lnTo>
                        <a:pt x="63" y="22"/>
                      </a:lnTo>
                      <a:lnTo>
                        <a:pt x="77" y="28"/>
                      </a:lnTo>
                      <a:lnTo>
                        <a:pt x="90" y="36"/>
                      </a:lnTo>
                      <a:lnTo>
                        <a:pt x="101" y="46"/>
                      </a:lnTo>
                      <a:lnTo>
                        <a:pt x="108" y="6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2666" name="Freeform 762">
                  <a:extLst>
                    <a:ext uri="{FF2B5EF4-FFF2-40B4-BE49-F238E27FC236}">
                      <a16:creationId xmlns:a16="http://schemas.microsoft.com/office/drawing/2014/main" id="{57A865B2-082F-4003-BEA7-1B5F086F883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70" y="2650"/>
                  <a:ext cx="112" cy="88"/>
                </a:xfrm>
                <a:custGeom>
                  <a:avLst/>
                  <a:gdLst>
                    <a:gd name="T0" fmla="*/ 0 w 323"/>
                    <a:gd name="T1" fmla="*/ 0 h 379"/>
                    <a:gd name="T2" fmla="*/ 0 w 323"/>
                    <a:gd name="T3" fmla="*/ 0 h 379"/>
                    <a:gd name="T4" fmla="*/ 0 w 323"/>
                    <a:gd name="T5" fmla="*/ 0 h 379"/>
                    <a:gd name="T6" fmla="*/ 0 w 323"/>
                    <a:gd name="T7" fmla="*/ 0 h 379"/>
                    <a:gd name="T8" fmla="*/ 0 w 323"/>
                    <a:gd name="T9" fmla="*/ 0 h 379"/>
                    <a:gd name="T10" fmla="*/ 0 w 323"/>
                    <a:gd name="T11" fmla="*/ 0 h 379"/>
                    <a:gd name="T12" fmla="*/ 0 w 323"/>
                    <a:gd name="T13" fmla="*/ 0 h 379"/>
                    <a:gd name="T14" fmla="*/ 0 w 323"/>
                    <a:gd name="T15" fmla="*/ 0 h 379"/>
                    <a:gd name="T16" fmla="*/ 0 w 323"/>
                    <a:gd name="T17" fmla="*/ 0 h 379"/>
                    <a:gd name="T18" fmla="*/ 0 w 323"/>
                    <a:gd name="T19" fmla="*/ 0 h 379"/>
                    <a:gd name="T20" fmla="*/ 0 w 323"/>
                    <a:gd name="T21" fmla="*/ 0 h 379"/>
                    <a:gd name="T22" fmla="*/ 0 w 323"/>
                    <a:gd name="T23" fmla="*/ 0 h 379"/>
                    <a:gd name="T24" fmla="*/ 0 w 323"/>
                    <a:gd name="T25" fmla="*/ 0 h 379"/>
                    <a:gd name="T26" fmla="*/ 0 w 323"/>
                    <a:gd name="T27" fmla="*/ 0 h 379"/>
                    <a:gd name="T28" fmla="*/ 0 w 323"/>
                    <a:gd name="T29" fmla="*/ 0 h 379"/>
                    <a:gd name="T30" fmla="*/ 0 w 323"/>
                    <a:gd name="T31" fmla="*/ 0 h 379"/>
                    <a:gd name="T32" fmla="*/ 0 w 323"/>
                    <a:gd name="T33" fmla="*/ 0 h 379"/>
                    <a:gd name="T34" fmla="*/ 0 w 323"/>
                    <a:gd name="T35" fmla="*/ 0 h 379"/>
                    <a:gd name="T36" fmla="*/ 0 w 323"/>
                    <a:gd name="T37" fmla="*/ 0 h 379"/>
                    <a:gd name="T38" fmla="*/ 0 w 323"/>
                    <a:gd name="T39" fmla="*/ 0 h 379"/>
                    <a:gd name="T40" fmla="*/ 0 w 323"/>
                    <a:gd name="T41" fmla="*/ 0 h 379"/>
                    <a:gd name="T42" fmla="*/ 0 w 323"/>
                    <a:gd name="T43" fmla="*/ 0 h 379"/>
                    <a:gd name="T44" fmla="*/ 0 w 323"/>
                    <a:gd name="T45" fmla="*/ 0 h 379"/>
                    <a:gd name="T46" fmla="*/ 0 w 323"/>
                    <a:gd name="T47" fmla="*/ 0 h 379"/>
                    <a:gd name="T48" fmla="*/ 0 w 323"/>
                    <a:gd name="T49" fmla="*/ 0 h 379"/>
                    <a:gd name="T50" fmla="*/ 0 w 323"/>
                    <a:gd name="T51" fmla="*/ 0 h 379"/>
                    <a:gd name="T52" fmla="*/ 0 w 323"/>
                    <a:gd name="T53" fmla="*/ 0 h 379"/>
                    <a:gd name="T54" fmla="*/ 0 w 323"/>
                    <a:gd name="T55" fmla="*/ 0 h 379"/>
                    <a:gd name="T56" fmla="*/ 0 w 323"/>
                    <a:gd name="T57" fmla="*/ 0 h 379"/>
                    <a:gd name="T58" fmla="*/ 0 w 323"/>
                    <a:gd name="T59" fmla="*/ 0 h 379"/>
                    <a:gd name="T60" fmla="*/ 0 w 323"/>
                    <a:gd name="T61" fmla="*/ 0 h 379"/>
                    <a:gd name="T62" fmla="*/ 0 w 323"/>
                    <a:gd name="T63" fmla="*/ 0 h 379"/>
                    <a:gd name="T64" fmla="*/ 0 w 323"/>
                    <a:gd name="T65" fmla="*/ 0 h 379"/>
                    <a:gd name="T66" fmla="*/ 0 w 323"/>
                    <a:gd name="T67" fmla="*/ 0 h 379"/>
                    <a:gd name="T68" fmla="*/ 0 w 323"/>
                    <a:gd name="T69" fmla="*/ 0 h 379"/>
                    <a:gd name="T70" fmla="*/ 0 w 323"/>
                    <a:gd name="T71" fmla="*/ 0 h 379"/>
                    <a:gd name="T72" fmla="*/ 0 w 323"/>
                    <a:gd name="T73" fmla="*/ 0 h 379"/>
                    <a:gd name="T74" fmla="*/ 0 w 323"/>
                    <a:gd name="T75" fmla="*/ 0 h 379"/>
                    <a:gd name="T76" fmla="*/ 0 w 323"/>
                    <a:gd name="T77" fmla="*/ 0 h 379"/>
                    <a:gd name="T78" fmla="*/ 0 w 323"/>
                    <a:gd name="T79" fmla="*/ 0 h 379"/>
                    <a:gd name="T80" fmla="*/ 0 w 323"/>
                    <a:gd name="T81" fmla="*/ 0 h 379"/>
                    <a:gd name="T82" fmla="*/ 0 w 323"/>
                    <a:gd name="T83" fmla="*/ 0 h 379"/>
                    <a:gd name="T84" fmla="*/ 0 w 323"/>
                    <a:gd name="T85" fmla="*/ 0 h 379"/>
                    <a:gd name="T86" fmla="*/ 0 w 323"/>
                    <a:gd name="T87" fmla="*/ 0 h 379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w 323"/>
                    <a:gd name="T133" fmla="*/ 0 h 379"/>
                    <a:gd name="T134" fmla="*/ 323 w 323"/>
                    <a:gd name="T135" fmla="*/ 379 h 379"/>
                  </a:gdLst>
                  <a:ahLst/>
                  <a:cxnLst>
                    <a:cxn ang="T88">
                      <a:pos x="T0" y="T1"/>
                    </a:cxn>
                    <a:cxn ang="T89">
                      <a:pos x="T2" y="T3"/>
                    </a:cxn>
                    <a:cxn ang="T90">
                      <a:pos x="T4" y="T5"/>
                    </a:cxn>
                    <a:cxn ang="T91">
                      <a:pos x="T6" y="T7"/>
                    </a:cxn>
                    <a:cxn ang="T92">
                      <a:pos x="T8" y="T9"/>
                    </a:cxn>
                    <a:cxn ang="T93">
                      <a:pos x="T10" y="T11"/>
                    </a:cxn>
                    <a:cxn ang="T94">
                      <a:pos x="T12" y="T13"/>
                    </a:cxn>
                    <a:cxn ang="T95">
                      <a:pos x="T14" y="T15"/>
                    </a:cxn>
                    <a:cxn ang="T96">
                      <a:pos x="T16" y="T17"/>
                    </a:cxn>
                    <a:cxn ang="T97">
                      <a:pos x="T18" y="T19"/>
                    </a:cxn>
                    <a:cxn ang="T98">
                      <a:pos x="T20" y="T21"/>
                    </a:cxn>
                    <a:cxn ang="T99">
                      <a:pos x="T22" y="T23"/>
                    </a:cxn>
                    <a:cxn ang="T100">
                      <a:pos x="T24" y="T25"/>
                    </a:cxn>
                    <a:cxn ang="T101">
                      <a:pos x="T26" y="T27"/>
                    </a:cxn>
                    <a:cxn ang="T102">
                      <a:pos x="T28" y="T29"/>
                    </a:cxn>
                    <a:cxn ang="T103">
                      <a:pos x="T30" y="T31"/>
                    </a:cxn>
                    <a:cxn ang="T104">
                      <a:pos x="T32" y="T33"/>
                    </a:cxn>
                    <a:cxn ang="T105">
                      <a:pos x="T34" y="T35"/>
                    </a:cxn>
                    <a:cxn ang="T106">
                      <a:pos x="T36" y="T37"/>
                    </a:cxn>
                    <a:cxn ang="T107">
                      <a:pos x="T38" y="T39"/>
                    </a:cxn>
                    <a:cxn ang="T108">
                      <a:pos x="T40" y="T41"/>
                    </a:cxn>
                    <a:cxn ang="T109">
                      <a:pos x="T42" y="T43"/>
                    </a:cxn>
                    <a:cxn ang="T110">
                      <a:pos x="T44" y="T45"/>
                    </a:cxn>
                    <a:cxn ang="T111">
                      <a:pos x="T46" y="T47"/>
                    </a:cxn>
                    <a:cxn ang="T112">
                      <a:pos x="T48" y="T49"/>
                    </a:cxn>
                    <a:cxn ang="T113">
                      <a:pos x="T50" y="T51"/>
                    </a:cxn>
                    <a:cxn ang="T114">
                      <a:pos x="T52" y="T53"/>
                    </a:cxn>
                    <a:cxn ang="T115">
                      <a:pos x="T54" y="T55"/>
                    </a:cxn>
                    <a:cxn ang="T116">
                      <a:pos x="T56" y="T57"/>
                    </a:cxn>
                    <a:cxn ang="T117">
                      <a:pos x="T58" y="T59"/>
                    </a:cxn>
                    <a:cxn ang="T118">
                      <a:pos x="T60" y="T61"/>
                    </a:cxn>
                    <a:cxn ang="T119">
                      <a:pos x="T62" y="T63"/>
                    </a:cxn>
                    <a:cxn ang="T120">
                      <a:pos x="T64" y="T65"/>
                    </a:cxn>
                    <a:cxn ang="T121">
                      <a:pos x="T66" y="T67"/>
                    </a:cxn>
                    <a:cxn ang="T122">
                      <a:pos x="T68" y="T69"/>
                    </a:cxn>
                    <a:cxn ang="T123">
                      <a:pos x="T70" y="T71"/>
                    </a:cxn>
                    <a:cxn ang="T124">
                      <a:pos x="T72" y="T73"/>
                    </a:cxn>
                    <a:cxn ang="T125">
                      <a:pos x="T74" y="T75"/>
                    </a:cxn>
                    <a:cxn ang="T126">
                      <a:pos x="T76" y="T77"/>
                    </a:cxn>
                    <a:cxn ang="T127">
                      <a:pos x="T78" y="T79"/>
                    </a:cxn>
                    <a:cxn ang="T128">
                      <a:pos x="T80" y="T81"/>
                    </a:cxn>
                    <a:cxn ang="T129">
                      <a:pos x="T82" y="T83"/>
                    </a:cxn>
                    <a:cxn ang="T130">
                      <a:pos x="T84" y="T85"/>
                    </a:cxn>
                    <a:cxn ang="T131">
                      <a:pos x="T86" y="T87"/>
                    </a:cxn>
                  </a:cxnLst>
                  <a:rect l="T132" t="T133" r="T134" b="T135"/>
                  <a:pathLst>
                    <a:path w="323" h="379">
                      <a:moveTo>
                        <a:pt x="126" y="50"/>
                      </a:moveTo>
                      <a:lnTo>
                        <a:pt x="101" y="70"/>
                      </a:lnTo>
                      <a:lnTo>
                        <a:pt x="76" y="92"/>
                      </a:lnTo>
                      <a:lnTo>
                        <a:pt x="54" y="115"/>
                      </a:lnTo>
                      <a:lnTo>
                        <a:pt x="34" y="140"/>
                      </a:lnTo>
                      <a:lnTo>
                        <a:pt x="18" y="167"/>
                      </a:lnTo>
                      <a:lnTo>
                        <a:pt x="6" y="196"/>
                      </a:lnTo>
                      <a:lnTo>
                        <a:pt x="0" y="227"/>
                      </a:lnTo>
                      <a:lnTo>
                        <a:pt x="1" y="259"/>
                      </a:lnTo>
                      <a:lnTo>
                        <a:pt x="4" y="267"/>
                      </a:lnTo>
                      <a:lnTo>
                        <a:pt x="7" y="277"/>
                      </a:lnTo>
                      <a:lnTo>
                        <a:pt x="11" y="283"/>
                      </a:lnTo>
                      <a:lnTo>
                        <a:pt x="15" y="291"/>
                      </a:lnTo>
                      <a:lnTo>
                        <a:pt x="21" y="298"/>
                      </a:lnTo>
                      <a:lnTo>
                        <a:pt x="27" y="305"/>
                      </a:lnTo>
                      <a:lnTo>
                        <a:pt x="34" y="311"/>
                      </a:lnTo>
                      <a:lnTo>
                        <a:pt x="41" y="316"/>
                      </a:lnTo>
                      <a:lnTo>
                        <a:pt x="57" y="325"/>
                      </a:lnTo>
                      <a:lnTo>
                        <a:pt x="72" y="333"/>
                      </a:lnTo>
                      <a:lnTo>
                        <a:pt x="87" y="340"/>
                      </a:lnTo>
                      <a:lnTo>
                        <a:pt x="103" y="345"/>
                      </a:lnTo>
                      <a:lnTo>
                        <a:pt x="120" y="351"/>
                      </a:lnTo>
                      <a:lnTo>
                        <a:pt x="136" y="356"/>
                      </a:lnTo>
                      <a:lnTo>
                        <a:pt x="153" y="360"/>
                      </a:lnTo>
                      <a:lnTo>
                        <a:pt x="169" y="364"/>
                      </a:lnTo>
                      <a:lnTo>
                        <a:pt x="187" y="367"/>
                      </a:lnTo>
                      <a:lnTo>
                        <a:pt x="204" y="370"/>
                      </a:lnTo>
                      <a:lnTo>
                        <a:pt x="221" y="372"/>
                      </a:lnTo>
                      <a:lnTo>
                        <a:pt x="238" y="374"/>
                      </a:lnTo>
                      <a:lnTo>
                        <a:pt x="256" y="375"/>
                      </a:lnTo>
                      <a:lnTo>
                        <a:pt x="273" y="376"/>
                      </a:lnTo>
                      <a:lnTo>
                        <a:pt x="290" y="378"/>
                      </a:lnTo>
                      <a:lnTo>
                        <a:pt x="307" y="379"/>
                      </a:lnTo>
                      <a:lnTo>
                        <a:pt x="312" y="379"/>
                      </a:lnTo>
                      <a:lnTo>
                        <a:pt x="317" y="375"/>
                      </a:lnTo>
                      <a:lnTo>
                        <a:pt x="320" y="372"/>
                      </a:lnTo>
                      <a:lnTo>
                        <a:pt x="323" y="366"/>
                      </a:lnTo>
                      <a:lnTo>
                        <a:pt x="323" y="360"/>
                      </a:lnTo>
                      <a:lnTo>
                        <a:pt x="320" y="356"/>
                      </a:lnTo>
                      <a:lnTo>
                        <a:pt x="316" y="352"/>
                      </a:lnTo>
                      <a:lnTo>
                        <a:pt x="311" y="351"/>
                      </a:lnTo>
                      <a:lnTo>
                        <a:pt x="295" y="351"/>
                      </a:lnTo>
                      <a:lnTo>
                        <a:pt x="279" y="351"/>
                      </a:lnTo>
                      <a:lnTo>
                        <a:pt x="263" y="350"/>
                      </a:lnTo>
                      <a:lnTo>
                        <a:pt x="248" y="349"/>
                      </a:lnTo>
                      <a:lnTo>
                        <a:pt x="231" y="348"/>
                      </a:lnTo>
                      <a:lnTo>
                        <a:pt x="215" y="345"/>
                      </a:lnTo>
                      <a:lnTo>
                        <a:pt x="200" y="343"/>
                      </a:lnTo>
                      <a:lnTo>
                        <a:pt x="183" y="341"/>
                      </a:lnTo>
                      <a:lnTo>
                        <a:pt x="168" y="337"/>
                      </a:lnTo>
                      <a:lnTo>
                        <a:pt x="151" y="334"/>
                      </a:lnTo>
                      <a:lnTo>
                        <a:pt x="136" y="329"/>
                      </a:lnTo>
                      <a:lnTo>
                        <a:pt x="121" y="325"/>
                      </a:lnTo>
                      <a:lnTo>
                        <a:pt x="106" y="320"/>
                      </a:lnTo>
                      <a:lnTo>
                        <a:pt x="92" y="313"/>
                      </a:lnTo>
                      <a:lnTo>
                        <a:pt x="76" y="306"/>
                      </a:lnTo>
                      <a:lnTo>
                        <a:pt x="62" y="300"/>
                      </a:lnTo>
                      <a:lnTo>
                        <a:pt x="51" y="291"/>
                      </a:lnTo>
                      <a:lnTo>
                        <a:pt x="41" y="280"/>
                      </a:lnTo>
                      <a:lnTo>
                        <a:pt x="35" y="269"/>
                      </a:lnTo>
                      <a:lnTo>
                        <a:pt x="31" y="255"/>
                      </a:lnTo>
                      <a:lnTo>
                        <a:pt x="31" y="239"/>
                      </a:lnTo>
                      <a:lnTo>
                        <a:pt x="33" y="218"/>
                      </a:lnTo>
                      <a:lnTo>
                        <a:pt x="38" y="197"/>
                      </a:lnTo>
                      <a:lnTo>
                        <a:pt x="42" y="182"/>
                      </a:lnTo>
                      <a:lnTo>
                        <a:pt x="51" y="165"/>
                      </a:lnTo>
                      <a:lnTo>
                        <a:pt x="60" y="150"/>
                      </a:lnTo>
                      <a:lnTo>
                        <a:pt x="68" y="136"/>
                      </a:lnTo>
                      <a:lnTo>
                        <a:pt x="79" y="124"/>
                      </a:lnTo>
                      <a:lnTo>
                        <a:pt x="89" y="111"/>
                      </a:lnTo>
                      <a:lnTo>
                        <a:pt x="101" y="100"/>
                      </a:lnTo>
                      <a:lnTo>
                        <a:pt x="114" y="88"/>
                      </a:lnTo>
                      <a:lnTo>
                        <a:pt x="129" y="76"/>
                      </a:lnTo>
                      <a:lnTo>
                        <a:pt x="144" y="64"/>
                      </a:lnTo>
                      <a:lnTo>
                        <a:pt x="162" y="53"/>
                      </a:lnTo>
                      <a:lnTo>
                        <a:pt x="181" y="41"/>
                      </a:lnTo>
                      <a:lnTo>
                        <a:pt x="201" y="31"/>
                      </a:lnTo>
                      <a:lnTo>
                        <a:pt x="219" y="22"/>
                      </a:lnTo>
                      <a:lnTo>
                        <a:pt x="237" y="14"/>
                      </a:lnTo>
                      <a:lnTo>
                        <a:pt x="253" y="7"/>
                      </a:lnTo>
                      <a:lnTo>
                        <a:pt x="268" y="1"/>
                      </a:lnTo>
                      <a:lnTo>
                        <a:pt x="255" y="0"/>
                      </a:lnTo>
                      <a:lnTo>
                        <a:pt x="238" y="1"/>
                      </a:lnTo>
                      <a:lnTo>
                        <a:pt x="221" y="5"/>
                      </a:lnTo>
                      <a:lnTo>
                        <a:pt x="201" y="11"/>
                      </a:lnTo>
                      <a:lnTo>
                        <a:pt x="181" y="19"/>
                      </a:lnTo>
                      <a:lnTo>
                        <a:pt x="161" y="28"/>
                      </a:lnTo>
                      <a:lnTo>
                        <a:pt x="142" y="39"/>
                      </a:lnTo>
                      <a:lnTo>
                        <a:pt x="126" y="5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2667" name="Freeform 763">
                  <a:extLst>
                    <a:ext uri="{FF2B5EF4-FFF2-40B4-BE49-F238E27FC236}">
                      <a16:creationId xmlns:a16="http://schemas.microsoft.com/office/drawing/2014/main" id="{118426FF-2301-4900-BC44-06676FFB71B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29" y="2647"/>
                  <a:ext cx="99" cy="59"/>
                </a:xfrm>
                <a:custGeom>
                  <a:avLst/>
                  <a:gdLst>
                    <a:gd name="T0" fmla="*/ 0 w 282"/>
                    <a:gd name="T1" fmla="*/ 0 h 253"/>
                    <a:gd name="T2" fmla="*/ 0 w 282"/>
                    <a:gd name="T3" fmla="*/ 0 h 253"/>
                    <a:gd name="T4" fmla="*/ 0 w 282"/>
                    <a:gd name="T5" fmla="*/ 0 h 253"/>
                    <a:gd name="T6" fmla="*/ 0 w 282"/>
                    <a:gd name="T7" fmla="*/ 0 h 253"/>
                    <a:gd name="T8" fmla="*/ 0 w 282"/>
                    <a:gd name="T9" fmla="*/ 0 h 253"/>
                    <a:gd name="T10" fmla="*/ 0 w 282"/>
                    <a:gd name="T11" fmla="*/ 0 h 253"/>
                    <a:gd name="T12" fmla="*/ 0 w 282"/>
                    <a:gd name="T13" fmla="*/ 0 h 253"/>
                    <a:gd name="T14" fmla="*/ 0 w 282"/>
                    <a:gd name="T15" fmla="*/ 0 h 253"/>
                    <a:gd name="T16" fmla="*/ 0 w 282"/>
                    <a:gd name="T17" fmla="*/ 0 h 253"/>
                    <a:gd name="T18" fmla="*/ 0 w 282"/>
                    <a:gd name="T19" fmla="*/ 0 h 253"/>
                    <a:gd name="T20" fmla="*/ 0 w 282"/>
                    <a:gd name="T21" fmla="*/ 0 h 253"/>
                    <a:gd name="T22" fmla="*/ 0 w 282"/>
                    <a:gd name="T23" fmla="*/ 0 h 253"/>
                    <a:gd name="T24" fmla="*/ 0 w 282"/>
                    <a:gd name="T25" fmla="*/ 0 h 253"/>
                    <a:gd name="T26" fmla="*/ 0 w 282"/>
                    <a:gd name="T27" fmla="*/ 0 h 253"/>
                    <a:gd name="T28" fmla="*/ 0 w 282"/>
                    <a:gd name="T29" fmla="*/ 0 h 253"/>
                    <a:gd name="T30" fmla="*/ 0 w 282"/>
                    <a:gd name="T31" fmla="*/ 0 h 253"/>
                    <a:gd name="T32" fmla="*/ 0 w 282"/>
                    <a:gd name="T33" fmla="*/ 0 h 253"/>
                    <a:gd name="T34" fmla="*/ 0 w 282"/>
                    <a:gd name="T35" fmla="*/ 0 h 253"/>
                    <a:gd name="T36" fmla="*/ 0 w 282"/>
                    <a:gd name="T37" fmla="*/ 0 h 253"/>
                    <a:gd name="T38" fmla="*/ 0 w 282"/>
                    <a:gd name="T39" fmla="*/ 0 h 253"/>
                    <a:gd name="T40" fmla="*/ 0 w 282"/>
                    <a:gd name="T41" fmla="*/ 0 h 253"/>
                    <a:gd name="T42" fmla="*/ 0 w 282"/>
                    <a:gd name="T43" fmla="*/ 0 h 253"/>
                    <a:gd name="T44" fmla="*/ 0 w 282"/>
                    <a:gd name="T45" fmla="*/ 0 h 253"/>
                    <a:gd name="T46" fmla="*/ 0 w 282"/>
                    <a:gd name="T47" fmla="*/ 0 h 253"/>
                    <a:gd name="T48" fmla="*/ 0 w 282"/>
                    <a:gd name="T49" fmla="*/ 0 h 253"/>
                    <a:gd name="T50" fmla="*/ 0 w 282"/>
                    <a:gd name="T51" fmla="*/ 0 h 253"/>
                    <a:gd name="T52" fmla="*/ 0 w 282"/>
                    <a:gd name="T53" fmla="*/ 0 h 253"/>
                    <a:gd name="T54" fmla="*/ 0 w 282"/>
                    <a:gd name="T55" fmla="*/ 0 h 253"/>
                    <a:gd name="T56" fmla="*/ 0 w 282"/>
                    <a:gd name="T57" fmla="*/ 0 h 253"/>
                    <a:gd name="T58" fmla="*/ 0 w 282"/>
                    <a:gd name="T59" fmla="*/ 0 h 253"/>
                    <a:gd name="T60" fmla="*/ 0 w 282"/>
                    <a:gd name="T61" fmla="*/ 0 h 253"/>
                    <a:gd name="T62" fmla="*/ 0 w 282"/>
                    <a:gd name="T63" fmla="*/ 0 h 253"/>
                    <a:gd name="T64" fmla="*/ 0 w 282"/>
                    <a:gd name="T65" fmla="*/ 0 h 253"/>
                    <a:gd name="T66" fmla="*/ 0 w 282"/>
                    <a:gd name="T67" fmla="*/ 0 h 253"/>
                    <a:gd name="T68" fmla="*/ 0 w 282"/>
                    <a:gd name="T69" fmla="*/ 0 h 253"/>
                    <a:gd name="T70" fmla="*/ 0 w 282"/>
                    <a:gd name="T71" fmla="*/ 0 h 253"/>
                    <a:gd name="T72" fmla="*/ 0 w 282"/>
                    <a:gd name="T73" fmla="*/ 0 h 253"/>
                    <a:gd name="T74" fmla="*/ 0 w 282"/>
                    <a:gd name="T75" fmla="*/ 0 h 253"/>
                    <a:gd name="T76" fmla="*/ 0 w 282"/>
                    <a:gd name="T77" fmla="*/ 0 h 253"/>
                    <a:gd name="T78" fmla="*/ 0 w 282"/>
                    <a:gd name="T79" fmla="*/ 0 h 253"/>
                    <a:gd name="T80" fmla="*/ 0 w 282"/>
                    <a:gd name="T81" fmla="*/ 0 h 253"/>
                    <a:gd name="T82" fmla="*/ 0 w 282"/>
                    <a:gd name="T83" fmla="*/ 0 h 253"/>
                    <a:gd name="T84" fmla="*/ 0 w 282"/>
                    <a:gd name="T85" fmla="*/ 0 h 253"/>
                    <a:gd name="T86" fmla="*/ 0 w 282"/>
                    <a:gd name="T87" fmla="*/ 0 h 253"/>
                    <a:gd name="T88" fmla="*/ 0 w 282"/>
                    <a:gd name="T89" fmla="*/ 0 h 253"/>
                    <a:gd name="T90" fmla="*/ 0 w 282"/>
                    <a:gd name="T91" fmla="*/ 0 h 253"/>
                    <a:gd name="T92" fmla="*/ 0 w 282"/>
                    <a:gd name="T93" fmla="*/ 0 h 253"/>
                    <a:gd name="T94" fmla="*/ 0 w 282"/>
                    <a:gd name="T95" fmla="*/ 0 h 253"/>
                    <a:gd name="T96" fmla="*/ 0 w 282"/>
                    <a:gd name="T97" fmla="*/ 0 h 253"/>
                    <a:gd name="T98" fmla="*/ 0 w 282"/>
                    <a:gd name="T99" fmla="*/ 0 h 253"/>
                    <a:gd name="T100" fmla="*/ 0 w 282"/>
                    <a:gd name="T101" fmla="*/ 0 h 253"/>
                    <a:gd name="T102" fmla="*/ 0 w 282"/>
                    <a:gd name="T103" fmla="*/ 0 h 253"/>
                    <a:gd name="T104" fmla="*/ 0 w 282"/>
                    <a:gd name="T105" fmla="*/ 0 h 253"/>
                    <a:gd name="T106" fmla="*/ 0 w 282"/>
                    <a:gd name="T107" fmla="*/ 0 h 253"/>
                    <a:gd name="T108" fmla="*/ 0 w 282"/>
                    <a:gd name="T109" fmla="*/ 0 h 253"/>
                    <a:gd name="T110" fmla="*/ 0 w 282"/>
                    <a:gd name="T111" fmla="*/ 0 h 253"/>
                    <a:gd name="T112" fmla="*/ 0 w 282"/>
                    <a:gd name="T113" fmla="*/ 0 h 253"/>
                    <a:gd name="T114" fmla="*/ 0 w 282"/>
                    <a:gd name="T115" fmla="*/ 0 h 253"/>
                    <a:gd name="T116" fmla="*/ 0 w 282"/>
                    <a:gd name="T117" fmla="*/ 0 h 253"/>
                    <a:gd name="T118" fmla="*/ 0 w 282"/>
                    <a:gd name="T119" fmla="*/ 0 h 253"/>
                    <a:gd name="T120" fmla="*/ 0 w 282"/>
                    <a:gd name="T121" fmla="*/ 0 h 253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60000 65536"/>
                    <a:gd name="T148" fmla="*/ 0 60000 65536"/>
                    <a:gd name="T149" fmla="*/ 0 60000 65536"/>
                    <a:gd name="T150" fmla="*/ 0 60000 65536"/>
                    <a:gd name="T151" fmla="*/ 0 60000 65536"/>
                    <a:gd name="T152" fmla="*/ 0 60000 65536"/>
                    <a:gd name="T153" fmla="*/ 0 60000 65536"/>
                    <a:gd name="T154" fmla="*/ 0 60000 65536"/>
                    <a:gd name="T155" fmla="*/ 0 60000 65536"/>
                    <a:gd name="T156" fmla="*/ 0 60000 65536"/>
                    <a:gd name="T157" fmla="*/ 0 60000 65536"/>
                    <a:gd name="T158" fmla="*/ 0 60000 65536"/>
                    <a:gd name="T159" fmla="*/ 0 60000 65536"/>
                    <a:gd name="T160" fmla="*/ 0 60000 65536"/>
                    <a:gd name="T161" fmla="*/ 0 60000 65536"/>
                    <a:gd name="T162" fmla="*/ 0 60000 65536"/>
                    <a:gd name="T163" fmla="*/ 0 60000 65536"/>
                    <a:gd name="T164" fmla="*/ 0 60000 65536"/>
                    <a:gd name="T165" fmla="*/ 0 60000 65536"/>
                    <a:gd name="T166" fmla="*/ 0 60000 65536"/>
                    <a:gd name="T167" fmla="*/ 0 60000 65536"/>
                    <a:gd name="T168" fmla="*/ 0 60000 65536"/>
                    <a:gd name="T169" fmla="*/ 0 60000 65536"/>
                    <a:gd name="T170" fmla="*/ 0 60000 65536"/>
                    <a:gd name="T171" fmla="*/ 0 60000 65536"/>
                    <a:gd name="T172" fmla="*/ 0 60000 65536"/>
                    <a:gd name="T173" fmla="*/ 0 60000 65536"/>
                    <a:gd name="T174" fmla="*/ 0 60000 65536"/>
                    <a:gd name="T175" fmla="*/ 0 60000 65536"/>
                    <a:gd name="T176" fmla="*/ 0 60000 65536"/>
                    <a:gd name="T177" fmla="*/ 0 60000 65536"/>
                    <a:gd name="T178" fmla="*/ 0 60000 65536"/>
                    <a:gd name="T179" fmla="*/ 0 60000 65536"/>
                    <a:gd name="T180" fmla="*/ 0 60000 65536"/>
                    <a:gd name="T181" fmla="*/ 0 60000 65536"/>
                    <a:gd name="T182" fmla="*/ 0 60000 65536"/>
                    <a:gd name="T183" fmla="*/ 0 w 282"/>
                    <a:gd name="T184" fmla="*/ 0 h 253"/>
                    <a:gd name="T185" fmla="*/ 282 w 282"/>
                    <a:gd name="T186" fmla="*/ 253 h 253"/>
                  </a:gdLst>
                  <a:ahLst/>
                  <a:cxnLst>
                    <a:cxn ang="T122">
                      <a:pos x="T0" y="T1"/>
                    </a:cxn>
                    <a:cxn ang="T123">
                      <a:pos x="T2" y="T3"/>
                    </a:cxn>
                    <a:cxn ang="T124">
                      <a:pos x="T4" y="T5"/>
                    </a:cxn>
                    <a:cxn ang="T125">
                      <a:pos x="T6" y="T7"/>
                    </a:cxn>
                    <a:cxn ang="T126">
                      <a:pos x="T8" y="T9"/>
                    </a:cxn>
                    <a:cxn ang="T127">
                      <a:pos x="T10" y="T11"/>
                    </a:cxn>
                    <a:cxn ang="T128">
                      <a:pos x="T12" y="T13"/>
                    </a:cxn>
                    <a:cxn ang="T129">
                      <a:pos x="T14" y="T15"/>
                    </a:cxn>
                    <a:cxn ang="T130">
                      <a:pos x="T16" y="T17"/>
                    </a:cxn>
                    <a:cxn ang="T131">
                      <a:pos x="T18" y="T19"/>
                    </a:cxn>
                    <a:cxn ang="T132">
                      <a:pos x="T20" y="T21"/>
                    </a:cxn>
                    <a:cxn ang="T133">
                      <a:pos x="T22" y="T23"/>
                    </a:cxn>
                    <a:cxn ang="T134">
                      <a:pos x="T24" y="T25"/>
                    </a:cxn>
                    <a:cxn ang="T135">
                      <a:pos x="T26" y="T27"/>
                    </a:cxn>
                    <a:cxn ang="T136">
                      <a:pos x="T28" y="T29"/>
                    </a:cxn>
                    <a:cxn ang="T137">
                      <a:pos x="T30" y="T31"/>
                    </a:cxn>
                    <a:cxn ang="T138">
                      <a:pos x="T32" y="T33"/>
                    </a:cxn>
                    <a:cxn ang="T139">
                      <a:pos x="T34" y="T35"/>
                    </a:cxn>
                    <a:cxn ang="T140">
                      <a:pos x="T36" y="T37"/>
                    </a:cxn>
                    <a:cxn ang="T141">
                      <a:pos x="T38" y="T39"/>
                    </a:cxn>
                    <a:cxn ang="T142">
                      <a:pos x="T40" y="T41"/>
                    </a:cxn>
                    <a:cxn ang="T143">
                      <a:pos x="T42" y="T43"/>
                    </a:cxn>
                    <a:cxn ang="T144">
                      <a:pos x="T44" y="T45"/>
                    </a:cxn>
                    <a:cxn ang="T145">
                      <a:pos x="T46" y="T47"/>
                    </a:cxn>
                    <a:cxn ang="T146">
                      <a:pos x="T48" y="T49"/>
                    </a:cxn>
                    <a:cxn ang="T147">
                      <a:pos x="T50" y="T51"/>
                    </a:cxn>
                    <a:cxn ang="T148">
                      <a:pos x="T52" y="T53"/>
                    </a:cxn>
                    <a:cxn ang="T149">
                      <a:pos x="T54" y="T55"/>
                    </a:cxn>
                    <a:cxn ang="T150">
                      <a:pos x="T56" y="T57"/>
                    </a:cxn>
                    <a:cxn ang="T151">
                      <a:pos x="T58" y="T59"/>
                    </a:cxn>
                    <a:cxn ang="T152">
                      <a:pos x="T60" y="T61"/>
                    </a:cxn>
                    <a:cxn ang="T153">
                      <a:pos x="T62" y="T63"/>
                    </a:cxn>
                    <a:cxn ang="T154">
                      <a:pos x="T64" y="T65"/>
                    </a:cxn>
                    <a:cxn ang="T155">
                      <a:pos x="T66" y="T67"/>
                    </a:cxn>
                    <a:cxn ang="T156">
                      <a:pos x="T68" y="T69"/>
                    </a:cxn>
                    <a:cxn ang="T157">
                      <a:pos x="T70" y="T71"/>
                    </a:cxn>
                    <a:cxn ang="T158">
                      <a:pos x="T72" y="T73"/>
                    </a:cxn>
                    <a:cxn ang="T159">
                      <a:pos x="T74" y="T75"/>
                    </a:cxn>
                    <a:cxn ang="T160">
                      <a:pos x="T76" y="T77"/>
                    </a:cxn>
                    <a:cxn ang="T161">
                      <a:pos x="T78" y="T79"/>
                    </a:cxn>
                    <a:cxn ang="T162">
                      <a:pos x="T80" y="T81"/>
                    </a:cxn>
                    <a:cxn ang="T163">
                      <a:pos x="T82" y="T83"/>
                    </a:cxn>
                    <a:cxn ang="T164">
                      <a:pos x="T84" y="T85"/>
                    </a:cxn>
                    <a:cxn ang="T165">
                      <a:pos x="T86" y="T87"/>
                    </a:cxn>
                    <a:cxn ang="T166">
                      <a:pos x="T88" y="T89"/>
                    </a:cxn>
                    <a:cxn ang="T167">
                      <a:pos x="T90" y="T91"/>
                    </a:cxn>
                    <a:cxn ang="T168">
                      <a:pos x="T92" y="T93"/>
                    </a:cxn>
                    <a:cxn ang="T169">
                      <a:pos x="T94" y="T95"/>
                    </a:cxn>
                    <a:cxn ang="T170">
                      <a:pos x="T96" y="T97"/>
                    </a:cxn>
                    <a:cxn ang="T171">
                      <a:pos x="T98" y="T99"/>
                    </a:cxn>
                    <a:cxn ang="T172">
                      <a:pos x="T100" y="T101"/>
                    </a:cxn>
                    <a:cxn ang="T173">
                      <a:pos x="T102" y="T103"/>
                    </a:cxn>
                    <a:cxn ang="T174">
                      <a:pos x="T104" y="T105"/>
                    </a:cxn>
                    <a:cxn ang="T175">
                      <a:pos x="T106" y="T107"/>
                    </a:cxn>
                    <a:cxn ang="T176">
                      <a:pos x="T108" y="T109"/>
                    </a:cxn>
                    <a:cxn ang="T177">
                      <a:pos x="T110" y="T111"/>
                    </a:cxn>
                    <a:cxn ang="T178">
                      <a:pos x="T112" y="T113"/>
                    </a:cxn>
                    <a:cxn ang="T179">
                      <a:pos x="T114" y="T115"/>
                    </a:cxn>
                    <a:cxn ang="T180">
                      <a:pos x="T116" y="T117"/>
                    </a:cxn>
                    <a:cxn ang="T181">
                      <a:pos x="T118" y="T119"/>
                    </a:cxn>
                    <a:cxn ang="T182">
                      <a:pos x="T120" y="T121"/>
                    </a:cxn>
                  </a:cxnLst>
                  <a:rect l="T183" t="T184" r="T185" b="T186"/>
                  <a:pathLst>
                    <a:path w="282" h="253">
                      <a:moveTo>
                        <a:pt x="235" y="78"/>
                      </a:moveTo>
                      <a:lnTo>
                        <a:pt x="248" y="92"/>
                      </a:lnTo>
                      <a:lnTo>
                        <a:pt x="255" y="108"/>
                      </a:lnTo>
                      <a:lnTo>
                        <a:pt x="259" y="125"/>
                      </a:lnTo>
                      <a:lnTo>
                        <a:pt x="259" y="144"/>
                      </a:lnTo>
                      <a:lnTo>
                        <a:pt x="257" y="159"/>
                      </a:lnTo>
                      <a:lnTo>
                        <a:pt x="252" y="171"/>
                      </a:lnTo>
                      <a:lnTo>
                        <a:pt x="244" y="184"/>
                      </a:lnTo>
                      <a:lnTo>
                        <a:pt x="236" y="194"/>
                      </a:lnTo>
                      <a:lnTo>
                        <a:pt x="225" y="206"/>
                      </a:lnTo>
                      <a:lnTo>
                        <a:pt x="215" y="215"/>
                      </a:lnTo>
                      <a:lnTo>
                        <a:pt x="204" y="225"/>
                      </a:lnTo>
                      <a:lnTo>
                        <a:pt x="194" y="236"/>
                      </a:lnTo>
                      <a:lnTo>
                        <a:pt x="191" y="239"/>
                      </a:lnTo>
                      <a:lnTo>
                        <a:pt x="190" y="242"/>
                      </a:lnTo>
                      <a:lnTo>
                        <a:pt x="191" y="246"/>
                      </a:lnTo>
                      <a:lnTo>
                        <a:pt x="194" y="249"/>
                      </a:lnTo>
                      <a:lnTo>
                        <a:pt x="197" y="252"/>
                      </a:lnTo>
                      <a:lnTo>
                        <a:pt x="201" y="253"/>
                      </a:lnTo>
                      <a:lnTo>
                        <a:pt x="205" y="252"/>
                      </a:lnTo>
                      <a:lnTo>
                        <a:pt x="209" y="249"/>
                      </a:lnTo>
                      <a:lnTo>
                        <a:pt x="232" y="234"/>
                      </a:lnTo>
                      <a:lnTo>
                        <a:pt x="251" y="215"/>
                      </a:lnTo>
                      <a:lnTo>
                        <a:pt x="267" y="192"/>
                      </a:lnTo>
                      <a:lnTo>
                        <a:pt x="278" y="168"/>
                      </a:lnTo>
                      <a:lnTo>
                        <a:pt x="282" y="141"/>
                      </a:lnTo>
                      <a:lnTo>
                        <a:pt x="279" y="116"/>
                      </a:lnTo>
                      <a:lnTo>
                        <a:pt x="270" y="92"/>
                      </a:lnTo>
                      <a:lnTo>
                        <a:pt x="251" y="70"/>
                      </a:lnTo>
                      <a:lnTo>
                        <a:pt x="237" y="59"/>
                      </a:lnTo>
                      <a:lnTo>
                        <a:pt x="221" y="48"/>
                      </a:lnTo>
                      <a:lnTo>
                        <a:pt x="202" y="39"/>
                      </a:lnTo>
                      <a:lnTo>
                        <a:pt x="183" y="31"/>
                      </a:lnTo>
                      <a:lnTo>
                        <a:pt x="163" y="24"/>
                      </a:lnTo>
                      <a:lnTo>
                        <a:pt x="142" y="18"/>
                      </a:lnTo>
                      <a:lnTo>
                        <a:pt x="122" y="13"/>
                      </a:lnTo>
                      <a:lnTo>
                        <a:pt x="101" y="8"/>
                      </a:lnTo>
                      <a:lnTo>
                        <a:pt x="82" y="5"/>
                      </a:lnTo>
                      <a:lnTo>
                        <a:pt x="63" y="2"/>
                      </a:lnTo>
                      <a:lnTo>
                        <a:pt x="47" y="0"/>
                      </a:lnTo>
                      <a:lnTo>
                        <a:pt x="32" y="0"/>
                      </a:lnTo>
                      <a:lnTo>
                        <a:pt x="19" y="0"/>
                      </a:lnTo>
                      <a:lnTo>
                        <a:pt x="10" y="1"/>
                      </a:lnTo>
                      <a:lnTo>
                        <a:pt x="4" y="4"/>
                      </a:lnTo>
                      <a:lnTo>
                        <a:pt x="0" y="6"/>
                      </a:lnTo>
                      <a:lnTo>
                        <a:pt x="12" y="8"/>
                      </a:lnTo>
                      <a:lnTo>
                        <a:pt x="25" y="9"/>
                      </a:lnTo>
                      <a:lnTo>
                        <a:pt x="38" y="12"/>
                      </a:lnTo>
                      <a:lnTo>
                        <a:pt x="52" y="14"/>
                      </a:lnTo>
                      <a:lnTo>
                        <a:pt x="67" y="16"/>
                      </a:lnTo>
                      <a:lnTo>
                        <a:pt x="82" y="18"/>
                      </a:lnTo>
                      <a:lnTo>
                        <a:pt x="97" y="22"/>
                      </a:lnTo>
                      <a:lnTo>
                        <a:pt x="114" y="25"/>
                      </a:lnTo>
                      <a:lnTo>
                        <a:pt x="129" y="30"/>
                      </a:lnTo>
                      <a:lnTo>
                        <a:pt x="146" y="35"/>
                      </a:lnTo>
                      <a:lnTo>
                        <a:pt x="162" y="40"/>
                      </a:lnTo>
                      <a:lnTo>
                        <a:pt x="177" y="46"/>
                      </a:lnTo>
                      <a:lnTo>
                        <a:pt x="192" y="53"/>
                      </a:lnTo>
                      <a:lnTo>
                        <a:pt x="208" y="60"/>
                      </a:lnTo>
                      <a:lnTo>
                        <a:pt x="222" y="69"/>
                      </a:lnTo>
                      <a:lnTo>
                        <a:pt x="235" y="7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2668" name="Freeform 764">
                  <a:extLst>
                    <a:ext uri="{FF2B5EF4-FFF2-40B4-BE49-F238E27FC236}">
                      <a16:creationId xmlns:a16="http://schemas.microsoft.com/office/drawing/2014/main" id="{03F080D0-2E0B-47C7-A3F1-1E6B6FCFBCB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30" y="2680"/>
                  <a:ext cx="40" cy="54"/>
                </a:xfrm>
                <a:custGeom>
                  <a:avLst/>
                  <a:gdLst>
                    <a:gd name="T0" fmla="*/ 0 w 115"/>
                    <a:gd name="T1" fmla="*/ 0 h 236"/>
                    <a:gd name="T2" fmla="*/ 0 w 115"/>
                    <a:gd name="T3" fmla="*/ 0 h 236"/>
                    <a:gd name="T4" fmla="*/ 0 w 115"/>
                    <a:gd name="T5" fmla="*/ 0 h 236"/>
                    <a:gd name="T6" fmla="*/ 0 w 115"/>
                    <a:gd name="T7" fmla="*/ 0 h 236"/>
                    <a:gd name="T8" fmla="*/ 0 w 115"/>
                    <a:gd name="T9" fmla="*/ 0 h 236"/>
                    <a:gd name="T10" fmla="*/ 0 w 115"/>
                    <a:gd name="T11" fmla="*/ 0 h 236"/>
                    <a:gd name="T12" fmla="*/ 0 w 115"/>
                    <a:gd name="T13" fmla="*/ 0 h 236"/>
                    <a:gd name="T14" fmla="*/ 0 w 115"/>
                    <a:gd name="T15" fmla="*/ 0 h 236"/>
                    <a:gd name="T16" fmla="*/ 0 w 115"/>
                    <a:gd name="T17" fmla="*/ 0 h 236"/>
                    <a:gd name="T18" fmla="*/ 0 w 115"/>
                    <a:gd name="T19" fmla="*/ 0 h 236"/>
                    <a:gd name="T20" fmla="*/ 0 w 115"/>
                    <a:gd name="T21" fmla="*/ 0 h 236"/>
                    <a:gd name="T22" fmla="*/ 0 w 115"/>
                    <a:gd name="T23" fmla="*/ 0 h 236"/>
                    <a:gd name="T24" fmla="*/ 0 w 115"/>
                    <a:gd name="T25" fmla="*/ 0 h 236"/>
                    <a:gd name="T26" fmla="*/ 0 w 115"/>
                    <a:gd name="T27" fmla="*/ 0 h 236"/>
                    <a:gd name="T28" fmla="*/ 0 w 115"/>
                    <a:gd name="T29" fmla="*/ 0 h 236"/>
                    <a:gd name="T30" fmla="*/ 0 w 115"/>
                    <a:gd name="T31" fmla="*/ 0 h 236"/>
                    <a:gd name="T32" fmla="*/ 0 w 115"/>
                    <a:gd name="T33" fmla="*/ 0 h 236"/>
                    <a:gd name="T34" fmla="*/ 0 w 115"/>
                    <a:gd name="T35" fmla="*/ 0 h 236"/>
                    <a:gd name="T36" fmla="*/ 0 w 115"/>
                    <a:gd name="T37" fmla="*/ 0 h 236"/>
                    <a:gd name="T38" fmla="*/ 0 w 115"/>
                    <a:gd name="T39" fmla="*/ 0 h 236"/>
                    <a:gd name="T40" fmla="*/ 0 w 115"/>
                    <a:gd name="T41" fmla="*/ 0 h 236"/>
                    <a:gd name="T42" fmla="*/ 0 w 115"/>
                    <a:gd name="T43" fmla="*/ 0 h 236"/>
                    <a:gd name="T44" fmla="*/ 0 w 115"/>
                    <a:gd name="T45" fmla="*/ 0 h 236"/>
                    <a:gd name="T46" fmla="*/ 0 w 115"/>
                    <a:gd name="T47" fmla="*/ 0 h 236"/>
                    <a:gd name="T48" fmla="*/ 0 w 115"/>
                    <a:gd name="T49" fmla="*/ 0 h 236"/>
                    <a:gd name="T50" fmla="*/ 0 w 115"/>
                    <a:gd name="T51" fmla="*/ 0 h 236"/>
                    <a:gd name="T52" fmla="*/ 0 w 115"/>
                    <a:gd name="T53" fmla="*/ 0 h 236"/>
                    <a:gd name="T54" fmla="*/ 0 w 115"/>
                    <a:gd name="T55" fmla="*/ 0 h 236"/>
                    <a:gd name="T56" fmla="*/ 0 w 115"/>
                    <a:gd name="T57" fmla="*/ 0 h 236"/>
                    <a:gd name="T58" fmla="*/ 0 w 115"/>
                    <a:gd name="T59" fmla="*/ 0 h 236"/>
                    <a:gd name="T60" fmla="*/ 0 w 115"/>
                    <a:gd name="T61" fmla="*/ 0 h 236"/>
                    <a:gd name="T62" fmla="*/ 0 w 115"/>
                    <a:gd name="T63" fmla="*/ 0 h 236"/>
                    <a:gd name="T64" fmla="*/ 0 w 115"/>
                    <a:gd name="T65" fmla="*/ 0 h 236"/>
                    <a:gd name="T66" fmla="*/ 0 w 115"/>
                    <a:gd name="T67" fmla="*/ 0 h 236"/>
                    <a:gd name="T68" fmla="*/ 0 w 115"/>
                    <a:gd name="T69" fmla="*/ 0 h 236"/>
                    <a:gd name="T70" fmla="*/ 0 w 115"/>
                    <a:gd name="T71" fmla="*/ 0 h 236"/>
                    <a:gd name="T72" fmla="*/ 0 w 115"/>
                    <a:gd name="T73" fmla="*/ 0 h 236"/>
                    <a:gd name="T74" fmla="*/ 0 w 115"/>
                    <a:gd name="T75" fmla="*/ 0 h 236"/>
                    <a:gd name="T76" fmla="*/ 0 w 115"/>
                    <a:gd name="T77" fmla="*/ 0 h 236"/>
                    <a:gd name="T78" fmla="*/ 0 w 115"/>
                    <a:gd name="T79" fmla="*/ 0 h 236"/>
                    <a:gd name="T80" fmla="*/ 0 w 115"/>
                    <a:gd name="T81" fmla="*/ 0 h 236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w 115"/>
                    <a:gd name="T124" fmla="*/ 0 h 236"/>
                    <a:gd name="T125" fmla="*/ 115 w 115"/>
                    <a:gd name="T126" fmla="*/ 236 h 236"/>
                  </a:gdLst>
                  <a:ahLst/>
                  <a:cxnLst>
                    <a:cxn ang="T82">
                      <a:pos x="T0" y="T1"/>
                    </a:cxn>
                    <a:cxn ang="T83">
                      <a:pos x="T2" y="T3"/>
                    </a:cxn>
                    <a:cxn ang="T84">
                      <a:pos x="T4" y="T5"/>
                    </a:cxn>
                    <a:cxn ang="T85">
                      <a:pos x="T6" y="T7"/>
                    </a:cxn>
                    <a:cxn ang="T86">
                      <a:pos x="T8" y="T9"/>
                    </a:cxn>
                    <a:cxn ang="T87">
                      <a:pos x="T10" y="T11"/>
                    </a:cxn>
                    <a:cxn ang="T88">
                      <a:pos x="T12" y="T13"/>
                    </a:cxn>
                    <a:cxn ang="T89">
                      <a:pos x="T14" y="T15"/>
                    </a:cxn>
                    <a:cxn ang="T90">
                      <a:pos x="T16" y="T17"/>
                    </a:cxn>
                    <a:cxn ang="T91">
                      <a:pos x="T18" y="T19"/>
                    </a:cxn>
                    <a:cxn ang="T92">
                      <a:pos x="T20" y="T21"/>
                    </a:cxn>
                    <a:cxn ang="T93">
                      <a:pos x="T22" y="T23"/>
                    </a:cxn>
                    <a:cxn ang="T94">
                      <a:pos x="T24" y="T25"/>
                    </a:cxn>
                    <a:cxn ang="T95">
                      <a:pos x="T26" y="T27"/>
                    </a:cxn>
                    <a:cxn ang="T96">
                      <a:pos x="T28" y="T29"/>
                    </a:cxn>
                    <a:cxn ang="T97">
                      <a:pos x="T30" y="T31"/>
                    </a:cxn>
                    <a:cxn ang="T98">
                      <a:pos x="T32" y="T33"/>
                    </a:cxn>
                    <a:cxn ang="T99">
                      <a:pos x="T34" y="T35"/>
                    </a:cxn>
                    <a:cxn ang="T100">
                      <a:pos x="T36" y="T37"/>
                    </a:cxn>
                    <a:cxn ang="T101">
                      <a:pos x="T38" y="T39"/>
                    </a:cxn>
                    <a:cxn ang="T102">
                      <a:pos x="T40" y="T41"/>
                    </a:cxn>
                    <a:cxn ang="T103">
                      <a:pos x="T42" y="T43"/>
                    </a:cxn>
                    <a:cxn ang="T104">
                      <a:pos x="T44" y="T45"/>
                    </a:cxn>
                    <a:cxn ang="T105">
                      <a:pos x="T46" y="T47"/>
                    </a:cxn>
                    <a:cxn ang="T106">
                      <a:pos x="T48" y="T49"/>
                    </a:cxn>
                    <a:cxn ang="T107">
                      <a:pos x="T50" y="T51"/>
                    </a:cxn>
                    <a:cxn ang="T108">
                      <a:pos x="T52" y="T53"/>
                    </a:cxn>
                    <a:cxn ang="T109">
                      <a:pos x="T54" y="T55"/>
                    </a:cxn>
                    <a:cxn ang="T110">
                      <a:pos x="T56" y="T57"/>
                    </a:cxn>
                    <a:cxn ang="T111">
                      <a:pos x="T58" y="T59"/>
                    </a:cxn>
                    <a:cxn ang="T112">
                      <a:pos x="T60" y="T61"/>
                    </a:cxn>
                    <a:cxn ang="T113">
                      <a:pos x="T62" y="T63"/>
                    </a:cxn>
                    <a:cxn ang="T114">
                      <a:pos x="T64" y="T65"/>
                    </a:cxn>
                    <a:cxn ang="T115">
                      <a:pos x="T66" y="T67"/>
                    </a:cxn>
                    <a:cxn ang="T116">
                      <a:pos x="T68" y="T69"/>
                    </a:cxn>
                    <a:cxn ang="T117">
                      <a:pos x="T70" y="T71"/>
                    </a:cxn>
                    <a:cxn ang="T118">
                      <a:pos x="T72" y="T73"/>
                    </a:cxn>
                    <a:cxn ang="T119">
                      <a:pos x="T74" y="T75"/>
                    </a:cxn>
                    <a:cxn ang="T120">
                      <a:pos x="T76" y="T77"/>
                    </a:cxn>
                    <a:cxn ang="T121">
                      <a:pos x="T78" y="T79"/>
                    </a:cxn>
                    <a:cxn ang="T122">
                      <a:pos x="T80" y="T81"/>
                    </a:cxn>
                  </a:cxnLst>
                  <a:rect l="T123" t="T124" r="T125" b="T126"/>
                  <a:pathLst>
                    <a:path w="115" h="236">
                      <a:moveTo>
                        <a:pt x="0" y="128"/>
                      </a:moveTo>
                      <a:lnTo>
                        <a:pt x="0" y="148"/>
                      </a:lnTo>
                      <a:lnTo>
                        <a:pt x="5" y="166"/>
                      </a:lnTo>
                      <a:lnTo>
                        <a:pt x="13" y="184"/>
                      </a:lnTo>
                      <a:lnTo>
                        <a:pt x="24" y="198"/>
                      </a:lnTo>
                      <a:lnTo>
                        <a:pt x="39" y="211"/>
                      </a:lnTo>
                      <a:lnTo>
                        <a:pt x="55" y="223"/>
                      </a:lnTo>
                      <a:lnTo>
                        <a:pt x="74" y="231"/>
                      </a:lnTo>
                      <a:lnTo>
                        <a:pt x="92" y="235"/>
                      </a:lnTo>
                      <a:lnTo>
                        <a:pt x="98" y="236"/>
                      </a:lnTo>
                      <a:lnTo>
                        <a:pt x="104" y="234"/>
                      </a:lnTo>
                      <a:lnTo>
                        <a:pt x="109" y="231"/>
                      </a:lnTo>
                      <a:lnTo>
                        <a:pt x="111" y="226"/>
                      </a:lnTo>
                      <a:lnTo>
                        <a:pt x="111" y="220"/>
                      </a:lnTo>
                      <a:lnTo>
                        <a:pt x="110" y="215"/>
                      </a:lnTo>
                      <a:lnTo>
                        <a:pt x="107" y="210"/>
                      </a:lnTo>
                      <a:lnTo>
                        <a:pt x="101" y="208"/>
                      </a:lnTo>
                      <a:lnTo>
                        <a:pt x="82" y="201"/>
                      </a:lnTo>
                      <a:lnTo>
                        <a:pt x="64" y="192"/>
                      </a:lnTo>
                      <a:lnTo>
                        <a:pt x="50" y="179"/>
                      </a:lnTo>
                      <a:lnTo>
                        <a:pt x="40" y="165"/>
                      </a:lnTo>
                      <a:lnTo>
                        <a:pt x="33" y="148"/>
                      </a:lnTo>
                      <a:lnTo>
                        <a:pt x="29" y="130"/>
                      </a:lnTo>
                      <a:lnTo>
                        <a:pt x="29" y="110"/>
                      </a:lnTo>
                      <a:lnTo>
                        <a:pt x="35" y="89"/>
                      </a:lnTo>
                      <a:lnTo>
                        <a:pt x="43" y="74"/>
                      </a:lnTo>
                      <a:lnTo>
                        <a:pt x="56" y="60"/>
                      </a:lnTo>
                      <a:lnTo>
                        <a:pt x="70" y="46"/>
                      </a:lnTo>
                      <a:lnTo>
                        <a:pt x="85" y="33"/>
                      </a:lnTo>
                      <a:lnTo>
                        <a:pt x="98" y="23"/>
                      </a:lnTo>
                      <a:lnTo>
                        <a:pt x="109" y="12"/>
                      </a:lnTo>
                      <a:lnTo>
                        <a:pt x="115" y="6"/>
                      </a:lnTo>
                      <a:lnTo>
                        <a:pt x="115" y="0"/>
                      </a:lnTo>
                      <a:lnTo>
                        <a:pt x="102" y="4"/>
                      </a:lnTo>
                      <a:lnTo>
                        <a:pt x="85" y="12"/>
                      </a:lnTo>
                      <a:lnTo>
                        <a:pt x="68" y="26"/>
                      </a:lnTo>
                      <a:lnTo>
                        <a:pt x="49" y="42"/>
                      </a:lnTo>
                      <a:lnTo>
                        <a:pt x="32" y="61"/>
                      </a:lnTo>
                      <a:lnTo>
                        <a:pt x="17" y="82"/>
                      </a:lnTo>
                      <a:lnTo>
                        <a:pt x="6" y="105"/>
                      </a:lnTo>
                      <a:lnTo>
                        <a:pt x="0" y="1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2669" name="Freeform 765">
                  <a:extLst>
                    <a:ext uri="{FF2B5EF4-FFF2-40B4-BE49-F238E27FC236}">
                      <a16:creationId xmlns:a16="http://schemas.microsoft.com/office/drawing/2014/main" id="{10F52CEE-2237-4203-B071-F2936338C2B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11" y="2643"/>
                  <a:ext cx="87" cy="73"/>
                </a:xfrm>
                <a:custGeom>
                  <a:avLst/>
                  <a:gdLst>
                    <a:gd name="T0" fmla="*/ 0 w 245"/>
                    <a:gd name="T1" fmla="*/ 0 h 310"/>
                    <a:gd name="T2" fmla="*/ 0 w 245"/>
                    <a:gd name="T3" fmla="*/ 0 h 310"/>
                    <a:gd name="T4" fmla="*/ 0 w 245"/>
                    <a:gd name="T5" fmla="*/ 0 h 310"/>
                    <a:gd name="T6" fmla="*/ 0 w 245"/>
                    <a:gd name="T7" fmla="*/ 0 h 310"/>
                    <a:gd name="T8" fmla="*/ 0 w 245"/>
                    <a:gd name="T9" fmla="*/ 0 h 310"/>
                    <a:gd name="T10" fmla="*/ 0 w 245"/>
                    <a:gd name="T11" fmla="*/ 0 h 310"/>
                    <a:gd name="T12" fmla="*/ 0 w 245"/>
                    <a:gd name="T13" fmla="*/ 0 h 310"/>
                    <a:gd name="T14" fmla="*/ 0 w 245"/>
                    <a:gd name="T15" fmla="*/ 0 h 310"/>
                    <a:gd name="T16" fmla="*/ 0 w 245"/>
                    <a:gd name="T17" fmla="*/ 0 h 310"/>
                    <a:gd name="T18" fmla="*/ 0 w 245"/>
                    <a:gd name="T19" fmla="*/ 0 h 310"/>
                    <a:gd name="T20" fmla="*/ 0 w 245"/>
                    <a:gd name="T21" fmla="*/ 0 h 310"/>
                    <a:gd name="T22" fmla="*/ 0 w 245"/>
                    <a:gd name="T23" fmla="*/ 0 h 310"/>
                    <a:gd name="T24" fmla="*/ 0 w 245"/>
                    <a:gd name="T25" fmla="*/ 0 h 310"/>
                    <a:gd name="T26" fmla="*/ 0 w 245"/>
                    <a:gd name="T27" fmla="*/ 0 h 310"/>
                    <a:gd name="T28" fmla="*/ 0 w 245"/>
                    <a:gd name="T29" fmla="*/ 0 h 310"/>
                    <a:gd name="T30" fmla="*/ 0 w 245"/>
                    <a:gd name="T31" fmla="*/ 0 h 310"/>
                    <a:gd name="T32" fmla="*/ 0 w 245"/>
                    <a:gd name="T33" fmla="*/ 0 h 310"/>
                    <a:gd name="T34" fmla="*/ 0 w 245"/>
                    <a:gd name="T35" fmla="*/ 0 h 310"/>
                    <a:gd name="T36" fmla="*/ 0 w 245"/>
                    <a:gd name="T37" fmla="*/ 0 h 310"/>
                    <a:gd name="T38" fmla="*/ 0 w 245"/>
                    <a:gd name="T39" fmla="*/ 0 h 310"/>
                    <a:gd name="T40" fmla="*/ 0 w 245"/>
                    <a:gd name="T41" fmla="*/ 0 h 310"/>
                    <a:gd name="T42" fmla="*/ 0 w 245"/>
                    <a:gd name="T43" fmla="*/ 0 h 310"/>
                    <a:gd name="T44" fmla="*/ 0 w 245"/>
                    <a:gd name="T45" fmla="*/ 0 h 310"/>
                    <a:gd name="T46" fmla="*/ 0 w 245"/>
                    <a:gd name="T47" fmla="*/ 0 h 310"/>
                    <a:gd name="T48" fmla="*/ 0 w 245"/>
                    <a:gd name="T49" fmla="*/ 0 h 310"/>
                    <a:gd name="T50" fmla="*/ 0 w 245"/>
                    <a:gd name="T51" fmla="*/ 0 h 310"/>
                    <a:gd name="T52" fmla="*/ 0 w 245"/>
                    <a:gd name="T53" fmla="*/ 0 h 310"/>
                    <a:gd name="T54" fmla="*/ 0 w 245"/>
                    <a:gd name="T55" fmla="*/ 0 h 310"/>
                    <a:gd name="T56" fmla="*/ 0 w 245"/>
                    <a:gd name="T57" fmla="*/ 0 h 310"/>
                    <a:gd name="T58" fmla="*/ 0 w 245"/>
                    <a:gd name="T59" fmla="*/ 0 h 310"/>
                    <a:gd name="T60" fmla="*/ 0 w 245"/>
                    <a:gd name="T61" fmla="*/ 0 h 310"/>
                    <a:gd name="T62" fmla="*/ 0 w 245"/>
                    <a:gd name="T63" fmla="*/ 0 h 310"/>
                    <a:gd name="T64" fmla="*/ 0 w 245"/>
                    <a:gd name="T65" fmla="*/ 0 h 310"/>
                    <a:gd name="T66" fmla="*/ 0 w 245"/>
                    <a:gd name="T67" fmla="*/ 0 h 310"/>
                    <a:gd name="T68" fmla="*/ 0 w 245"/>
                    <a:gd name="T69" fmla="*/ 0 h 310"/>
                    <a:gd name="T70" fmla="*/ 0 w 245"/>
                    <a:gd name="T71" fmla="*/ 0 h 310"/>
                    <a:gd name="T72" fmla="*/ 0 w 245"/>
                    <a:gd name="T73" fmla="*/ 0 h 310"/>
                    <a:gd name="T74" fmla="*/ 0 w 245"/>
                    <a:gd name="T75" fmla="*/ 0 h 310"/>
                    <a:gd name="T76" fmla="*/ 0 60000 65536"/>
                    <a:gd name="T77" fmla="*/ 0 60000 65536"/>
                    <a:gd name="T78" fmla="*/ 0 60000 65536"/>
                    <a:gd name="T79" fmla="*/ 0 60000 65536"/>
                    <a:gd name="T80" fmla="*/ 0 60000 65536"/>
                    <a:gd name="T81" fmla="*/ 0 60000 65536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w 245"/>
                    <a:gd name="T115" fmla="*/ 0 h 310"/>
                    <a:gd name="T116" fmla="*/ 245 w 245"/>
                    <a:gd name="T117" fmla="*/ 310 h 310"/>
                  </a:gdLst>
                  <a:ahLst/>
                  <a:cxnLst>
                    <a:cxn ang="T76">
                      <a:pos x="T0" y="T1"/>
                    </a:cxn>
                    <a:cxn ang="T77">
                      <a:pos x="T2" y="T3"/>
                    </a:cxn>
                    <a:cxn ang="T78">
                      <a:pos x="T4" y="T5"/>
                    </a:cxn>
                    <a:cxn ang="T79">
                      <a:pos x="T6" y="T7"/>
                    </a:cxn>
                    <a:cxn ang="T80">
                      <a:pos x="T8" y="T9"/>
                    </a:cxn>
                    <a:cxn ang="T81">
                      <a:pos x="T10" y="T11"/>
                    </a:cxn>
                    <a:cxn ang="T82">
                      <a:pos x="T12" y="T13"/>
                    </a:cxn>
                    <a:cxn ang="T83">
                      <a:pos x="T14" y="T15"/>
                    </a:cxn>
                    <a:cxn ang="T84">
                      <a:pos x="T16" y="T17"/>
                    </a:cxn>
                    <a:cxn ang="T85">
                      <a:pos x="T18" y="T19"/>
                    </a:cxn>
                    <a:cxn ang="T86">
                      <a:pos x="T20" y="T21"/>
                    </a:cxn>
                    <a:cxn ang="T87">
                      <a:pos x="T22" y="T23"/>
                    </a:cxn>
                    <a:cxn ang="T88">
                      <a:pos x="T24" y="T25"/>
                    </a:cxn>
                    <a:cxn ang="T89">
                      <a:pos x="T26" y="T27"/>
                    </a:cxn>
                    <a:cxn ang="T90">
                      <a:pos x="T28" y="T29"/>
                    </a:cxn>
                    <a:cxn ang="T91">
                      <a:pos x="T30" y="T31"/>
                    </a:cxn>
                    <a:cxn ang="T92">
                      <a:pos x="T32" y="T33"/>
                    </a:cxn>
                    <a:cxn ang="T93">
                      <a:pos x="T34" y="T35"/>
                    </a:cxn>
                    <a:cxn ang="T94">
                      <a:pos x="T36" y="T37"/>
                    </a:cxn>
                    <a:cxn ang="T95">
                      <a:pos x="T38" y="T39"/>
                    </a:cxn>
                    <a:cxn ang="T96">
                      <a:pos x="T40" y="T41"/>
                    </a:cxn>
                    <a:cxn ang="T97">
                      <a:pos x="T42" y="T43"/>
                    </a:cxn>
                    <a:cxn ang="T98">
                      <a:pos x="T44" y="T45"/>
                    </a:cxn>
                    <a:cxn ang="T99">
                      <a:pos x="T46" y="T47"/>
                    </a:cxn>
                    <a:cxn ang="T100">
                      <a:pos x="T48" y="T49"/>
                    </a:cxn>
                    <a:cxn ang="T101">
                      <a:pos x="T50" y="T51"/>
                    </a:cxn>
                    <a:cxn ang="T102">
                      <a:pos x="T52" y="T53"/>
                    </a:cxn>
                    <a:cxn ang="T103">
                      <a:pos x="T54" y="T55"/>
                    </a:cxn>
                    <a:cxn ang="T104">
                      <a:pos x="T56" y="T57"/>
                    </a:cxn>
                    <a:cxn ang="T105">
                      <a:pos x="T58" y="T59"/>
                    </a:cxn>
                    <a:cxn ang="T106">
                      <a:pos x="T60" y="T61"/>
                    </a:cxn>
                    <a:cxn ang="T107">
                      <a:pos x="T62" y="T63"/>
                    </a:cxn>
                    <a:cxn ang="T108">
                      <a:pos x="T64" y="T65"/>
                    </a:cxn>
                    <a:cxn ang="T109">
                      <a:pos x="T66" y="T67"/>
                    </a:cxn>
                    <a:cxn ang="T110">
                      <a:pos x="T68" y="T69"/>
                    </a:cxn>
                    <a:cxn ang="T111">
                      <a:pos x="T70" y="T71"/>
                    </a:cxn>
                    <a:cxn ang="T112">
                      <a:pos x="T72" y="T73"/>
                    </a:cxn>
                    <a:cxn ang="T113">
                      <a:pos x="T74" y="T75"/>
                    </a:cxn>
                  </a:cxnLst>
                  <a:rect l="T114" t="T115" r="T116" b="T117"/>
                  <a:pathLst>
                    <a:path w="245" h="310">
                      <a:moveTo>
                        <a:pt x="200" y="116"/>
                      </a:moveTo>
                      <a:lnTo>
                        <a:pt x="208" y="124"/>
                      </a:lnTo>
                      <a:lnTo>
                        <a:pt x="214" y="133"/>
                      </a:lnTo>
                      <a:lnTo>
                        <a:pt x="220" y="144"/>
                      </a:lnTo>
                      <a:lnTo>
                        <a:pt x="223" y="154"/>
                      </a:lnTo>
                      <a:lnTo>
                        <a:pt x="226" y="164"/>
                      </a:lnTo>
                      <a:lnTo>
                        <a:pt x="224" y="176"/>
                      </a:lnTo>
                      <a:lnTo>
                        <a:pt x="222" y="187"/>
                      </a:lnTo>
                      <a:lnTo>
                        <a:pt x="216" y="198"/>
                      </a:lnTo>
                      <a:lnTo>
                        <a:pt x="208" y="209"/>
                      </a:lnTo>
                      <a:lnTo>
                        <a:pt x="199" y="219"/>
                      </a:lnTo>
                      <a:lnTo>
                        <a:pt x="188" y="229"/>
                      </a:lnTo>
                      <a:lnTo>
                        <a:pt x="177" y="238"/>
                      </a:lnTo>
                      <a:lnTo>
                        <a:pt x="166" y="246"/>
                      </a:lnTo>
                      <a:lnTo>
                        <a:pt x="154" y="255"/>
                      </a:lnTo>
                      <a:lnTo>
                        <a:pt x="142" y="264"/>
                      </a:lnTo>
                      <a:lnTo>
                        <a:pt x="132" y="275"/>
                      </a:lnTo>
                      <a:lnTo>
                        <a:pt x="128" y="278"/>
                      </a:lnTo>
                      <a:lnTo>
                        <a:pt x="126" y="283"/>
                      </a:lnTo>
                      <a:lnTo>
                        <a:pt x="124" y="287"/>
                      </a:lnTo>
                      <a:lnTo>
                        <a:pt x="121" y="292"/>
                      </a:lnTo>
                      <a:lnTo>
                        <a:pt x="120" y="296"/>
                      </a:lnTo>
                      <a:lnTo>
                        <a:pt x="120" y="301"/>
                      </a:lnTo>
                      <a:lnTo>
                        <a:pt x="122" y="306"/>
                      </a:lnTo>
                      <a:lnTo>
                        <a:pt x="126" y="309"/>
                      </a:lnTo>
                      <a:lnTo>
                        <a:pt x="131" y="310"/>
                      </a:lnTo>
                      <a:lnTo>
                        <a:pt x="135" y="310"/>
                      </a:lnTo>
                      <a:lnTo>
                        <a:pt x="139" y="309"/>
                      </a:lnTo>
                      <a:lnTo>
                        <a:pt x="142" y="306"/>
                      </a:lnTo>
                      <a:lnTo>
                        <a:pt x="154" y="292"/>
                      </a:lnTo>
                      <a:lnTo>
                        <a:pt x="167" y="280"/>
                      </a:lnTo>
                      <a:lnTo>
                        <a:pt x="180" y="269"/>
                      </a:lnTo>
                      <a:lnTo>
                        <a:pt x="194" y="257"/>
                      </a:lnTo>
                      <a:lnTo>
                        <a:pt x="207" y="246"/>
                      </a:lnTo>
                      <a:lnTo>
                        <a:pt x="220" y="233"/>
                      </a:lnTo>
                      <a:lnTo>
                        <a:pt x="230" y="219"/>
                      </a:lnTo>
                      <a:lnTo>
                        <a:pt x="238" y="204"/>
                      </a:lnTo>
                      <a:lnTo>
                        <a:pt x="244" y="186"/>
                      </a:lnTo>
                      <a:lnTo>
                        <a:pt x="245" y="169"/>
                      </a:lnTo>
                      <a:lnTo>
                        <a:pt x="243" y="152"/>
                      </a:lnTo>
                      <a:lnTo>
                        <a:pt x="237" y="134"/>
                      </a:lnTo>
                      <a:lnTo>
                        <a:pt x="228" y="119"/>
                      </a:lnTo>
                      <a:lnTo>
                        <a:pt x="217" y="105"/>
                      </a:lnTo>
                      <a:lnTo>
                        <a:pt x="203" y="93"/>
                      </a:lnTo>
                      <a:lnTo>
                        <a:pt x="188" y="83"/>
                      </a:lnTo>
                      <a:lnTo>
                        <a:pt x="176" y="76"/>
                      </a:lnTo>
                      <a:lnTo>
                        <a:pt x="163" y="69"/>
                      </a:lnTo>
                      <a:lnTo>
                        <a:pt x="151" y="61"/>
                      </a:lnTo>
                      <a:lnTo>
                        <a:pt x="136" y="54"/>
                      </a:lnTo>
                      <a:lnTo>
                        <a:pt x="122" y="46"/>
                      </a:lnTo>
                      <a:lnTo>
                        <a:pt x="107" y="39"/>
                      </a:lnTo>
                      <a:lnTo>
                        <a:pt x="93" y="31"/>
                      </a:lnTo>
                      <a:lnTo>
                        <a:pt x="79" y="24"/>
                      </a:lnTo>
                      <a:lnTo>
                        <a:pt x="66" y="18"/>
                      </a:lnTo>
                      <a:lnTo>
                        <a:pt x="53" y="13"/>
                      </a:lnTo>
                      <a:lnTo>
                        <a:pt x="40" y="8"/>
                      </a:lnTo>
                      <a:lnTo>
                        <a:pt x="30" y="5"/>
                      </a:lnTo>
                      <a:lnTo>
                        <a:pt x="20" y="1"/>
                      </a:lnTo>
                      <a:lnTo>
                        <a:pt x="12" y="0"/>
                      </a:lnTo>
                      <a:lnTo>
                        <a:pt x="5" y="0"/>
                      </a:lnTo>
                      <a:lnTo>
                        <a:pt x="0" y="2"/>
                      </a:lnTo>
                      <a:lnTo>
                        <a:pt x="11" y="8"/>
                      </a:lnTo>
                      <a:lnTo>
                        <a:pt x="23" y="14"/>
                      </a:lnTo>
                      <a:lnTo>
                        <a:pt x="36" y="20"/>
                      </a:lnTo>
                      <a:lnTo>
                        <a:pt x="47" y="25"/>
                      </a:lnTo>
                      <a:lnTo>
                        <a:pt x="60" y="31"/>
                      </a:lnTo>
                      <a:lnTo>
                        <a:pt x="73" y="37"/>
                      </a:lnTo>
                      <a:lnTo>
                        <a:pt x="86" y="44"/>
                      </a:lnTo>
                      <a:lnTo>
                        <a:pt x="99" y="51"/>
                      </a:lnTo>
                      <a:lnTo>
                        <a:pt x="113" y="57"/>
                      </a:lnTo>
                      <a:lnTo>
                        <a:pt x="126" y="64"/>
                      </a:lnTo>
                      <a:lnTo>
                        <a:pt x="139" y="71"/>
                      </a:lnTo>
                      <a:lnTo>
                        <a:pt x="152" y="79"/>
                      </a:lnTo>
                      <a:lnTo>
                        <a:pt x="165" y="88"/>
                      </a:lnTo>
                      <a:lnTo>
                        <a:pt x="176" y="96"/>
                      </a:lnTo>
                      <a:lnTo>
                        <a:pt x="188" y="106"/>
                      </a:lnTo>
                      <a:lnTo>
                        <a:pt x="200" y="11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pic>
            <p:nvPicPr>
              <p:cNvPr id="102657" name="Picture 766" descr="access_point_stylized_gray_small">
                <a:extLst>
                  <a:ext uri="{FF2B5EF4-FFF2-40B4-BE49-F238E27FC236}">
                    <a16:creationId xmlns:a16="http://schemas.microsoft.com/office/drawing/2014/main" id="{0C0465B2-E1C5-439A-BA49-77E651B4934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072" y="3642"/>
                <a:ext cx="430" cy="34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grpSp>
          <p:nvGrpSpPr>
            <p:cNvPr id="102459" name="Group 767">
              <a:extLst>
                <a:ext uri="{FF2B5EF4-FFF2-40B4-BE49-F238E27FC236}">
                  <a16:creationId xmlns:a16="http://schemas.microsoft.com/office/drawing/2014/main" id="{E7B9411F-180E-4F88-AE81-980C3FE94BC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52" y="2211"/>
              <a:ext cx="251" cy="226"/>
              <a:chOff x="5072" y="3611"/>
              <a:chExt cx="459" cy="380"/>
            </a:xfrm>
          </p:grpSpPr>
          <p:grpSp>
            <p:nvGrpSpPr>
              <p:cNvPr id="102642" name="Group 768">
                <a:extLst>
                  <a:ext uri="{FF2B5EF4-FFF2-40B4-BE49-F238E27FC236}">
                    <a16:creationId xmlns:a16="http://schemas.microsoft.com/office/drawing/2014/main" id="{139FFF75-7FED-4B0E-B36C-2441E184306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144" y="3611"/>
                <a:ext cx="387" cy="99"/>
                <a:chOff x="5030" y="2639"/>
                <a:chExt cx="387" cy="99"/>
              </a:xfrm>
            </p:grpSpPr>
            <p:sp>
              <p:nvSpPr>
                <p:cNvPr id="102644" name="Freeform 769">
                  <a:extLst>
                    <a:ext uri="{FF2B5EF4-FFF2-40B4-BE49-F238E27FC236}">
                      <a16:creationId xmlns:a16="http://schemas.microsoft.com/office/drawing/2014/main" id="{45D71B28-E8F2-432D-93D0-E1792ADB13A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134" y="2657"/>
                  <a:ext cx="69" cy="55"/>
                </a:xfrm>
                <a:custGeom>
                  <a:avLst/>
                  <a:gdLst>
                    <a:gd name="T0" fmla="*/ 0 w 199"/>
                    <a:gd name="T1" fmla="*/ 0 h 232"/>
                    <a:gd name="T2" fmla="*/ 0 w 199"/>
                    <a:gd name="T3" fmla="*/ 0 h 232"/>
                    <a:gd name="T4" fmla="*/ 0 w 199"/>
                    <a:gd name="T5" fmla="*/ 0 h 232"/>
                    <a:gd name="T6" fmla="*/ 0 w 199"/>
                    <a:gd name="T7" fmla="*/ 0 h 232"/>
                    <a:gd name="T8" fmla="*/ 0 w 199"/>
                    <a:gd name="T9" fmla="*/ 0 h 232"/>
                    <a:gd name="T10" fmla="*/ 0 w 199"/>
                    <a:gd name="T11" fmla="*/ 0 h 232"/>
                    <a:gd name="T12" fmla="*/ 0 w 199"/>
                    <a:gd name="T13" fmla="*/ 0 h 232"/>
                    <a:gd name="T14" fmla="*/ 0 w 199"/>
                    <a:gd name="T15" fmla="*/ 0 h 232"/>
                    <a:gd name="T16" fmla="*/ 0 w 199"/>
                    <a:gd name="T17" fmla="*/ 0 h 232"/>
                    <a:gd name="T18" fmla="*/ 0 w 199"/>
                    <a:gd name="T19" fmla="*/ 0 h 232"/>
                    <a:gd name="T20" fmla="*/ 0 w 199"/>
                    <a:gd name="T21" fmla="*/ 0 h 232"/>
                    <a:gd name="T22" fmla="*/ 0 w 199"/>
                    <a:gd name="T23" fmla="*/ 0 h 232"/>
                    <a:gd name="T24" fmla="*/ 0 w 199"/>
                    <a:gd name="T25" fmla="*/ 0 h 232"/>
                    <a:gd name="T26" fmla="*/ 0 w 199"/>
                    <a:gd name="T27" fmla="*/ 0 h 232"/>
                    <a:gd name="T28" fmla="*/ 0 w 199"/>
                    <a:gd name="T29" fmla="*/ 0 h 232"/>
                    <a:gd name="T30" fmla="*/ 0 w 199"/>
                    <a:gd name="T31" fmla="*/ 0 h 232"/>
                    <a:gd name="T32" fmla="*/ 0 w 199"/>
                    <a:gd name="T33" fmla="*/ 0 h 232"/>
                    <a:gd name="T34" fmla="*/ 0 w 199"/>
                    <a:gd name="T35" fmla="*/ 0 h 232"/>
                    <a:gd name="T36" fmla="*/ 0 w 199"/>
                    <a:gd name="T37" fmla="*/ 0 h 232"/>
                    <a:gd name="T38" fmla="*/ 0 w 199"/>
                    <a:gd name="T39" fmla="*/ 0 h 232"/>
                    <a:gd name="T40" fmla="*/ 0 w 199"/>
                    <a:gd name="T41" fmla="*/ 0 h 232"/>
                    <a:gd name="T42" fmla="*/ 0 w 199"/>
                    <a:gd name="T43" fmla="*/ 0 h 232"/>
                    <a:gd name="T44" fmla="*/ 0 w 199"/>
                    <a:gd name="T45" fmla="*/ 0 h 232"/>
                    <a:gd name="T46" fmla="*/ 0 w 199"/>
                    <a:gd name="T47" fmla="*/ 0 h 232"/>
                    <a:gd name="T48" fmla="*/ 0 w 199"/>
                    <a:gd name="T49" fmla="*/ 0 h 232"/>
                    <a:gd name="T50" fmla="*/ 0 w 199"/>
                    <a:gd name="T51" fmla="*/ 0 h 232"/>
                    <a:gd name="T52" fmla="*/ 0 w 199"/>
                    <a:gd name="T53" fmla="*/ 0 h 232"/>
                    <a:gd name="T54" fmla="*/ 0 w 199"/>
                    <a:gd name="T55" fmla="*/ 0 h 232"/>
                    <a:gd name="T56" fmla="*/ 0 w 199"/>
                    <a:gd name="T57" fmla="*/ 0 h 232"/>
                    <a:gd name="T58" fmla="*/ 0 w 199"/>
                    <a:gd name="T59" fmla="*/ 0 h 232"/>
                    <a:gd name="T60" fmla="*/ 0 w 199"/>
                    <a:gd name="T61" fmla="*/ 0 h 232"/>
                    <a:gd name="T62" fmla="*/ 0 w 199"/>
                    <a:gd name="T63" fmla="*/ 0 h 232"/>
                    <a:gd name="T64" fmla="*/ 0 w 199"/>
                    <a:gd name="T65" fmla="*/ 0 h 232"/>
                    <a:gd name="T66" fmla="*/ 0 w 199"/>
                    <a:gd name="T67" fmla="*/ 0 h 232"/>
                    <a:gd name="T68" fmla="*/ 0 w 199"/>
                    <a:gd name="T69" fmla="*/ 0 h 232"/>
                    <a:gd name="T70" fmla="*/ 0 w 199"/>
                    <a:gd name="T71" fmla="*/ 0 h 232"/>
                    <a:gd name="T72" fmla="*/ 0 w 199"/>
                    <a:gd name="T73" fmla="*/ 0 h 232"/>
                    <a:gd name="T74" fmla="*/ 0 w 199"/>
                    <a:gd name="T75" fmla="*/ 0 h 232"/>
                    <a:gd name="T76" fmla="*/ 0 w 199"/>
                    <a:gd name="T77" fmla="*/ 0 h 232"/>
                    <a:gd name="T78" fmla="*/ 0 w 199"/>
                    <a:gd name="T79" fmla="*/ 0 h 232"/>
                    <a:gd name="T80" fmla="*/ 0 w 199"/>
                    <a:gd name="T81" fmla="*/ 0 h 232"/>
                    <a:gd name="T82" fmla="*/ 0 w 199"/>
                    <a:gd name="T83" fmla="*/ 0 h 232"/>
                    <a:gd name="T84" fmla="*/ 0 w 199"/>
                    <a:gd name="T85" fmla="*/ 0 h 232"/>
                    <a:gd name="T86" fmla="*/ 0 w 199"/>
                    <a:gd name="T87" fmla="*/ 0 h 232"/>
                    <a:gd name="T88" fmla="*/ 0 w 199"/>
                    <a:gd name="T89" fmla="*/ 0 h 232"/>
                    <a:gd name="T90" fmla="*/ 0 w 199"/>
                    <a:gd name="T91" fmla="*/ 0 h 232"/>
                    <a:gd name="T92" fmla="*/ 0 w 199"/>
                    <a:gd name="T93" fmla="*/ 0 h 232"/>
                    <a:gd name="T94" fmla="*/ 0 w 199"/>
                    <a:gd name="T95" fmla="*/ 0 h 232"/>
                    <a:gd name="T96" fmla="*/ 0 w 199"/>
                    <a:gd name="T97" fmla="*/ 0 h 232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w 199"/>
                    <a:gd name="T148" fmla="*/ 0 h 232"/>
                    <a:gd name="T149" fmla="*/ 199 w 199"/>
                    <a:gd name="T150" fmla="*/ 232 h 232"/>
                  </a:gdLst>
                  <a:ahLst/>
                  <a:cxnLst>
                    <a:cxn ang="T98">
                      <a:pos x="T0" y="T1"/>
                    </a:cxn>
                    <a:cxn ang="T99">
                      <a:pos x="T2" y="T3"/>
                    </a:cxn>
                    <a:cxn ang="T100">
                      <a:pos x="T4" y="T5"/>
                    </a:cxn>
                    <a:cxn ang="T101">
                      <a:pos x="T6" y="T7"/>
                    </a:cxn>
                    <a:cxn ang="T102">
                      <a:pos x="T8" y="T9"/>
                    </a:cxn>
                    <a:cxn ang="T103">
                      <a:pos x="T10" y="T11"/>
                    </a:cxn>
                    <a:cxn ang="T104">
                      <a:pos x="T12" y="T13"/>
                    </a:cxn>
                    <a:cxn ang="T105">
                      <a:pos x="T14" y="T15"/>
                    </a:cxn>
                    <a:cxn ang="T106">
                      <a:pos x="T16" y="T17"/>
                    </a:cxn>
                    <a:cxn ang="T107">
                      <a:pos x="T18" y="T19"/>
                    </a:cxn>
                    <a:cxn ang="T108">
                      <a:pos x="T20" y="T21"/>
                    </a:cxn>
                    <a:cxn ang="T109">
                      <a:pos x="T22" y="T23"/>
                    </a:cxn>
                    <a:cxn ang="T110">
                      <a:pos x="T24" y="T25"/>
                    </a:cxn>
                    <a:cxn ang="T111">
                      <a:pos x="T26" y="T27"/>
                    </a:cxn>
                    <a:cxn ang="T112">
                      <a:pos x="T28" y="T29"/>
                    </a:cxn>
                    <a:cxn ang="T113">
                      <a:pos x="T30" y="T31"/>
                    </a:cxn>
                    <a:cxn ang="T114">
                      <a:pos x="T32" y="T33"/>
                    </a:cxn>
                    <a:cxn ang="T115">
                      <a:pos x="T34" y="T35"/>
                    </a:cxn>
                    <a:cxn ang="T116">
                      <a:pos x="T36" y="T37"/>
                    </a:cxn>
                    <a:cxn ang="T117">
                      <a:pos x="T38" y="T39"/>
                    </a:cxn>
                    <a:cxn ang="T118">
                      <a:pos x="T40" y="T41"/>
                    </a:cxn>
                    <a:cxn ang="T119">
                      <a:pos x="T42" y="T43"/>
                    </a:cxn>
                    <a:cxn ang="T120">
                      <a:pos x="T44" y="T45"/>
                    </a:cxn>
                    <a:cxn ang="T121">
                      <a:pos x="T46" y="T47"/>
                    </a:cxn>
                    <a:cxn ang="T122">
                      <a:pos x="T48" y="T49"/>
                    </a:cxn>
                    <a:cxn ang="T123">
                      <a:pos x="T50" y="T51"/>
                    </a:cxn>
                    <a:cxn ang="T124">
                      <a:pos x="T52" y="T53"/>
                    </a:cxn>
                    <a:cxn ang="T125">
                      <a:pos x="T54" y="T55"/>
                    </a:cxn>
                    <a:cxn ang="T126">
                      <a:pos x="T56" y="T57"/>
                    </a:cxn>
                    <a:cxn ang="T127">
                      <a:pos x="T58" y="T59"/>
                    </a:cxn>
                    <a:cxn ang="T128">
                      <a:pos x="T60" y="T61"/>
                    </a:cxn>
                    <a:cxn ang="T129">
                      <a:pos x="T62" y="T63"/>
                    </a:cxn>
                    <a:cxn ang="T130">
                      <a:pos x="T64" y="T65"/>
                    </a:cxn>
                    <a:cxn ang="T131">
                      <a:pos x="T66" y="T67"/>
                    </a:cxn>
                    <a:cxn ang="T132">
                      <a:pos x="T68" y="T69"/>
                    </a:cxn>
                    <a:cxn ang="T133">
                      <a:pos x="T70" y="T71"/>
                    </a:cxn>
                    <a:cxn ang="T134">
                      <a:pos x="T72" y="T73"/>
                    </a:cxn>
                    <a:cxn ang="T135">
                      <a:pos x="T74" y="T75"/>
                    </a:cxn>
                    <a:cxn ang="T136">
                      <a:pos x="T76" y="T77"/>
                    </a:cxn>
                    <a:cxn ang="T137">
                      <a:pos x="T78" y="T79"/>
                    </a:cxn>
                    <a:cxn ang="T138">
                      <a:pos x="T80" y="T81"/>
                    </a:cxn>
                    <a:cxn ang="T139">
                      <a:pos x="T82" y="T83"/>
                    </a:cxn>
                    <a:cxn ang="T140">
                      <a:pos x="T84" y="T85"/>
                    </a:cxn>
                    <a:cxn ang="T141">
                      <a:pos x="T86" y="T87"/>
                    </a:cxn>
                    <a:cxn ang="T142">
                      <a:pos x="T88" y="T89"/>
                    </a:cxn>
                    <a:cxn ang="T143">
                      <a:pos x="T90" y="T91"/>
                    </a:cxn>
                    <a:cxn ang="T144">
                      <a:pos x="T92" y="T93"/>
                    </a:cxn>
                    <a:cxn ang="T145">
                      <a:pos x="T94" y="T95"/>
                    </a:cxn>
                    <a:cxn ang="T146">
                      <a:pos x="T96" y="T97"/>
                    </a:cxn>
                  </a:cxnLst>
                  <a:rect l="T147" t="T148" r="T149" b="T150"/>
                  <a:pathLst>
                    <a:path w="199" h="232">
                      <a:moveTo>
                        <a:pt x="70" y="29"/>
                      </a:moveTo>
                      <a:lnTo>
                        <a:pt x="55" y="39"/>
                      </a:lnTo>
                      <a:lnTo>
                        <a:pt x="42" y="50"/>
                      </a:lnTo>
                      <a:lnTo>
                        <a:pt x="30" y="63"/>
                      </a:lnTo>
                      <a:lnTo>
                        <a:pt x="20" y="77"/>
                      </a:lnTo>
                      <a:lnTo>
                        <a:pt x="12" y="91"/>
                      </a:lnTo>
                      <a:lnTo>
                        <a:pt x="6" y="108"/>
                      </a:lnTo>
                      <a:lnTo>
                        <a:pt x="2" y="125"/>
                      </a:lnTo>
                      <a:lnTo>
                        <a:pt x="0" y="142"/>
                      </a:lnTo>
                      <a:lnTo>
                        <a:pt x="2" y="166"/>
                      </a:lnTo>
                      <a:lnTo>
                        <a:pt x="12" y="186"/>
                      </a:lnTo>
                      <a:lnTo>
                        <a:pt x="26" y="203"/>
                      </a:lnTo>
                      <a:lnTo>
                        <a:pt x="45" y="216"/>
                      </a:lnTo>
                      <a:lnTo>
                        <a:pt x="66" y="226"/>
                      </a:lnTo>
                      <a:lnTo>
                        <a:pt x="88" y="230"/>
                      </a:lnTo>
                      <a:lnTo>
                        <a:pt x="111" y="232"/>
                      </a:lnTo>
                      <a:lnTo>
                        <a:pt x="134" y="228"/>
                      </a:lnTo>
                      <a:lnTo>
                        <a:pt x="138" y="228"/>
                      </a:lnTo>
                      <a:lnTo>
                        <a:pt x="143" y="226"/>
                      </a:lnTo>
                      <a:lnTo>
                        <a:pt x="147" y="222"/>
                      </a:lnTo>
                      <a:lnTo>
                        <a:pt x="148" y="218"/>
                      </a:lnTo>
                      <a:lnTo>
                        <a:pt x="145" y="212"/>
                      </a:lnTo>
                      <a:lnTo>
                        <a:pt x="141" y="207"/>
                      </a:lnTo>
                      <a:lnTo>
                        <a:pt x="135" y="203"/>
                      </a:lnTo>
                      <a:lnTo>
                        <a:pt x="129" y="201"/>
                      </a:lnTo>
                      <a:lnTo>
                        <a:pt x="117" y="197"/>
                      </a:lnTo>
                      <a:lnTo>
                        <a:pt x="105" y="195"/>
                      </a:lnTo>
                      <a:lnTo>
                        <a:pt x="94" y="193"/>
                      </a:lnTo>
                      <a:lnTo>
                        <a:pt x="83" y="190"/>
                      </a:lnTo>
                      <a:lnTo>
                        <a:pt x="73" y="187"/>
                      </a:lnTo>
                      <a:lnTo>
                        <a:pt x="62" y="182"/>
                      </a:lnTo>
                      <a:lnTo>
                        <a:pt x="53" y="176"/>
                      </a:lnTo>
                      <a:lnTo>
                        <a:pt x="43" y="167"/>
                      </a:lnTo>
                      <a:lnTo>
                        <a:pt x="40" y="128"/>
                      </a:lnTo>
                      <a:lnTo>
                        <a:pt x="49" y="96"/>
                      </a:lnTo>
                      <a:lnTo>
                        <a:pt x="68" y="71"/>
                      </a:lnTo>
                      <a:lnTo>
                        <a:pt x="94" y="50"/>
                      </a:lnTo>
                      <a:lnTo>
                        <a:pt x="122" y="34"/>
                      </a:lnTo>
                      <a:lnTo>
                        <a:pt x="151" y="21"/>
                      </a:lnTo>
                      <a:lnTo>
                        <a:pt x="178" y="12"/>
                      </a:lnTo>
                      <a:lnTo>
                        <a:pt x="199" y="4"/>
                      </a:lnTo>
                      <a:lnTo>
                        <a:pt x="186" y="1"/>
                      </a:lnTo>
                      <a:lnTo>
                        <a:pt x="172" y="0"/>
                      </a:lnTo>
                      <a:lnTo>
                        <a:pt x="156" y="2"/>
                      </a:lnTo>
                      <a:lnTo>
                        <a:pt x="138" y="4"/>
                      </a:lnTo>
                      <a:lnTo>
                        <a:pt x="121" y="10"/>
                      </a:lnTo>
                      <a:lnTo>
                        <a:pt x="103" y="16"/>
                      </a:lnTo>
                      <a:lnTo>
                        <a:pt x="86" y="23"/>
                      </a:lnTo>
                      <a:lnTo>
                        <a:pt x="70" y="29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2645" name="Freeform 770">
                  <a:extLst>
                    <a:ext uri="{FF2B5EF4-FFF2-40B4-BE49-F238E27FC236}">
                      <a16:creationId xmlns:a16="http://schemas.microsoft.com/office/drawing/2014/main" id="{35E30187-92AF-466E-91B7-2766F258C52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52" y="2656"/>
                  <a:ext cx="47" cy="42"/>
                </a:xfrm>
                <a:custGeom>
                  <a:avLst/>
                  <a:gdLst>
                    <a:gd name="T0" fmla="*/ 0 w 128"/>
                    <a:gd name="T1" fmla="*/ 0 h 180"/>
                    <a:gd name="T2" fmla="*/ 0 w 128"/>
                    <a:gd name="T3" fmla="*/ 0 h 180"/>
                    <a:gd name="T4" fmla="*/ 0 w 128"/>
                    <a:gd name="T5" fmla="*/ 0 h 180"/>
                    <a:gd name="T6" fmla="*/ 0 w 128"/>
                    <a:gd name="T7" fmla="*/ 0 h 180"/>
                    <a:gd name="T8" fmla="*/ 0 w 128"/>
                    <a:gd name="T9" fmla="*/ 0 h 180"/>
                    <a:gd name="T10" fmla="*/ 0 w 128"/>
                    <a:gd name="T11" fmla="*/ 0 h 180"/>
                    <a:gd name="T12" fmla="*/ 0 w 128"/>
                    <a:gd name="T13" fmla="*/ 0 h 180"/>
                    <a:gd name="T14" fmla="*/ 0 w 128"/>
                    <a:gd name="T15" fmla="*/ 0 h 180"/>
                    <a:gd name="T16" fmla="*/ 0 w 128"/>
                    <a:gd name="T17" fmla="*/ 0 h 180"/>
                    <a:gd name="T18" fmla="*/ 0 w 128"/>
                    <a:gd name="T19" fmla="*/ 0 h 180"/>
                    <a:gd name="T20" fmla="*/ 0 w 128"/>
                    <a:gd name="T21" fmla="*/ 0 h 180"/>
                    <a:gd name="T22" fmla="*/ 0 w 128"/>
                    <a:gd name="T23" fmla="*/ 0 h 180"/>
                    <a:gd name="T24" fmla="*/ 0 w 128"/>
                    <a:gd name="T25" fmla="*/ 0 h 180"/>
                    <a:gd name="T26" fmla="*/ 0 w 128"/>
                    <a:gd name="T27" fmla="*/ 0 h 180"/>
                    <a:gd name="T28" fmla="*/ 0 w 128"/>
                    <a:gd name="T29" fmla="*/ 0 h 180"/>
                    <a:gd name="T30" fmla="*/ 0 w 128"/>
                    <a:gd name="T31" fmla="*/ 0 h 180"/>
                    <a:gd name="T32" fmla="*/ 0 w 128"/>
                    <a:gd name="T33" fmla="*/ 0 h 180"/>
                    <a:gd name="T34" fmla="*/ 0 w 128"/>
                    <a:gd name="T35" fmla="*/ 0 h 180"/>
                    <a:gd name="T36" fmla="*/ 0 w 128"/>
                    <a:gd name="T37" fmla="*/ 0 h 180"/>
                    <a:gd name="T38" fmla="*/ 0 w 128"/>
                    <a:gd name="T39" fmla="*/ 0 h 180"/>
                    <a:gd name="T40" fmla="*/ 0 w 128"/>
                    <a:gd name="T41" fmla="*/ 0 h 180"/>
                    <a:gd name="T42" fmla="*/ 0 w 128"/>
                    <a:gd name="T43" fmla="*/ 0 h 180"/>
                    <a:gd name="T44" fmla="*/ 0 w 128"/>
                    <a:gd name="T45" fmla="*/ 0 h 180"/>
                    <a:gd name="T46" fmla="*/ 0 w 128"/>
                    <a:gd name="T47" fmla="*/ 0 h 180"/>
                    <a:gd name="T48" fmla="*/ 0 w 128"/>
                    <a:gd name="T49" fmla="*/ 0 h 180"/>
                    <a:gd name="T50" fmla="*/ 0 w 128"/>
                    <a:gd name="T51" fmla="*/ 0 h 180"/>
                    <a:gd name="T52" fmla="*/ 0 w 128"/>
                    <a:gd name="T53" fmla="*/ 0 h 180"/>
                    <a:gd name="T54" fmla="*/ 0 w 128"/>
                    <a:gd name="T55" fmla="*/ 0 h 180"/>
                    <a:gd name="T56" fmla="*/ 0 w 128"/>
                    <a:gd name="T57" fmla="*/ 0 h 180"/>
                    <a:gd name="T58" fmla="*/ 0 w 128"/>
                    <a:gd name="T59" fmla="*/ 0 h 180"/>
                    <a:gd name="T60" fmla="*/ 0 w 128"/>
                    <a:gd name="T61" fmla="*/ 0 h 180"/>
                    <a:gd name="T62" fmla="*/ 0 w 128"/>
                    <a:gd name="T63" fmla="*/ 0 h 180"/>
                    <a:gd name="T64" fmla="*/ 0 w 128"/>
                    <a:gd name="T65" fmla="*/ 0 h 180"/>
                    <a:gd name="T66" fmla="*/ 0 w 128"/>
                    <a:gd name="T67" fmla="*/ 0 h 180"/>
                    <a:gd name="T68" fmla="*/ 0 w 128"/>
                    <a:gd name="T69" fmla="*/ 0 h 180"/>
                    <a:gd name="T70" fmla="*/ 0 w 128"/>
                    <a:gd name="T71" fmla="*/ 0 h 180"/>
                    <a:gd name="T72" fmla="*/ 0 w 128"/>
                    <a:gd name="T73" fmla="*/ 0 h 180"/>
                    <a:gd name="T74" fmla="*/ 0 w 128"/>
                    <a:gd name="T75" fmla="*/ 0 h 180"/>
                    <a:gd name="T76" fmla="*/ 0 w 128"/>
                    <a:gd name="T77" fmla="*/ 0 h 180"/>
                    <a:gd name="T78" fmla="*/ 0 w 128"/>
                    <a:gd name="T79" fmla="*/ 0 h 180"/>
                    <a:gd name="T80" fmla="*/ 0 w 128"/>
                    <a:gd name="T81" fmla="*/ 0 h 180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w 128"/>
                    <a:gd name="T124" fmla="*/ 0 h 180"/>
                    <a:gd name="T125" fmla="*/ 128 w 128"/>
                    <a:gd name="T126" fmla="*/ 180 h 180"/>
                  </a:gdLst>
                  <a:ahLst/>
                  <a:cxnLst>
                    <a:cxn ang="T82">
                      <a:pos x="T0" y="T1"/>
                    </a:cxn>
                    <a:cxn ang="T83">
                      <a:pos x="T2" y="T3"/>
                    </a:cxn>
                    <a:cxn ang="T84">
                      <a:pos x="T4" y="T5"/>
                    </a:cxn>
                    <a:cxn ang="T85">
                      <a:pos x="T6" y="T7"/>
                    </a:cxn>
                    <a:cxn ang="T86">
                      <a:pos x="T8" y="T9"/>
                    </a:cxn>
                    <a:cxn ang="T87">
                      <a:pos x="T10" y="T11"/>
                    </a:cxn>
                    <a:cxn ang="T88">
                      <a:pos x="T12" y="T13"/>
                    </a:cxn>
                    <a:cxn ang="T89">
                      <a:pos x="T14" y="T15"/>
                    </a:cxn>
                    <a:cxn ang="T90">
                      <a:pos x="T16" y="T17"/>
                    </a:cxn>
                    <a:cxn ang="T91">
                      <a:pos x="T18" y="T19"/>
                    </a:cxn>
                    <a:cxn ang="T92">
                      <a:pos x="T20" y="T21"/>
                    </a:cxn>
                    <a:cxn ang="T93">
                      <a:pos x="T22" y="T23"/>
                    </a:cxn>
                    <a:cxn ang="T94">
                      <a:pos x="T24" y="T25"/>
                    </a:cxn>
                    <a:cxn ang="T95">
                      <a:pos x="T26" y="T27"/>
                    </a:cxn>
                    <a:cxn ang="T96">
                      <a:pos x="T28" y="T29"/>
                    </a:cxn>
                    <a:cxn ang="T97">
                      <a:pos x="T30" y="T31"/>
                    </a:cxn>
                    <a:cxn ang="T98">
                      <a:pos x="T32" y="T33"/>
                    </a:cxn>
                    <a:cxn ang="T99">
                      <a:pos x="T34" y="T35"/>
                    </a:cxn>
                    <a:cxn ang="T100">
                      <a:pos x="T36" y="T37"/>
                    </a:cxn>
                    <a:cxn ang="T101">
                      <a:pos x="T38" y="T39"/>
                    </a:cxn>
                    <a:cxn ang="T102">
                      <a:pos x="T40" y="T41"/>
                    </a:cxn>
                    <a:cxn ang="T103">
                      <a:pos x="T42" y="T43"/>
                    </a:cxn>
                    <a:cxn ang="T104">
                      <a:pos x="T44" y="T45"/>
                    </a:cxn>
                    <a:cxn ang="T105">
                      <a:pos x="T46" y="T47"/>
                    </a:cxn>
                    <a:cxn ang="T106">
                      <a:pos x="T48" y="T49"/>
                    </a:cxn>
                    <a:cxn ang="T107">
                      <a:pos x="T50" y="T51"/>
                    </a:cxn>
                    <a:cxn ang="T108">
                      <a:pos x="T52" y="T53"/>
                    </a:cxn>
                    <a:cxn ang="T109">
                      <a:pos x="T54" y="T55"/>
                    </a:cxn>
                    <a:cxn ang="T110">
                      <a:pos x="T56" y="T57"/>
                    </a:cxn>
                    <a:cxn ang="T111">
                      <a:pos x="T58" y="T59"/>
                    </a:cxn>
                    <a:cxn ang="T112">
                      <a:pos x="T60" y="T61"/>
                    </a:cxn>
                    <a:cxn ang="T113">
                      <a:pos x="T62" y="T63"/>
                    </a:cxn>
                    <a:cxn ang="T114">
                      <a:pos x="T64" y="T65"/>
                    </a:cxn>
                    <a:cxn ang="T115">
                      <a:pos x="T66" y="T67"/>
                    </a:cxn>
                    <a:cxn ang="T116">
                      <a:pos x="T68" y="T69"/>
                    </a:cxn>
                    <a:cxn ang="T117">
                      <a:pos x="T70" y="T71"/>
                    </a:cxn>
                    <a:cxn ang="T118">
                      <a:pos x="T72" y="T73"/>
                    </a:cxn>
                    <a:cxn ang="T119">
                      <a:pos x="T74" y="T75"/>
                    </a:cxn>
                    <a:cxn ang="T120">
                      <a:pos x="T76" y="T77"/>
                    </a:cxn>
                    <a:cxn ang="T121">
                      <a:pos x="T78" y="T79"/>
                    </a:cxn>
                    <a:cxn ang="T122">
                      <a:pos x="T80" y="T81"/>
                    </a:cxn>
                  </a:cxnLst>
                  <a:rect l="T123" t="T124" r="T125" b="T126"/>
                  <a:pathLst>
                    <a:path w="128" h="180">
                      <a:moveTo>
                        <a:pt x="108" y="59"/>
                      </a:moveTo>
                      <a:lnTo>
                        <a:pt x="113" y="77"/>
                      </a:lnTo>
                      <a:lnTo>
                        <a:pt x="111" y="94"/>
                      </a:lnTo>
                      <a:lnTo>
                        <a:pt x="103" y="108"/>
                      </a:lnTo>
                      <a:lnTo>
                        <a:pt x="91" y="121"/>
                      </a:lnTo>
                      <a:lnTo>
                        <a:pt x="77" y="132"/>
                      </a:lnTo>
                      <a:lnTo>
                        <a:pt x="61" y="144"/>
                      </a:lnTo>
                      <a:lnTo>
                        <a:pt x="45" y="154"/>
                      </a:lnTo>
                      <a:lnTo>
                        <a:pt x="30" y="164"/>
                      </a:lnTo>
                      <a:lnTo>
                        <a:pt x="28" y="168"/>
                      </a:lnTo>
                      <a:lnTo>
                        <a:pt x="27" y="170"/>
                      </a:lnTo>
                      <a:lnTo>
                        <a:pt x="27" y="174"/>
                      </a:lnTo>
                      <a:lnTo>
                        <a:pt x="28" y="177"/>
                      </a:lnTo>
                      <a:lnTo>
                        <a:pt x="32" y="179"/>
                      </a:lnTo>
                      <a:lnTo>
                        <a:pt x="35" y="180"/>
                      </a:lnTo>
                      <a:lnTo>
                        <a:pt x="37" y="180"/>
                      </a:lnTo>
                      <a:lnTo>
                        <a:pt x="41" y="179"/>
                      </a:lnTo>
                      <a:lnTo>
                        <a:pt x="60" y="169"/>
                      </a:lnTo>
                      <a:lnTo>
                        <a:pt x="77" y="158"/>
                      </a:lnTo>
                      <a:lnTo>
                        <a:pt x="94" y="145"/>
                      </a:lnTo>
                      <a:lnTo>
                        <a:pt x="109" y="130"/>
                      </a:lnTo>
                      <a:lnTo>
                        <a:pt x="120" y="114"/>
                      </a:lnTo>
                      <a:lnTo>
                        <a:pt x="127" y="95"/>
                      </a:lnTo>
                      <a:lnTo>
                        <a:pt x="128" y="76"/>
                      </a:lnTo>
                      <a:lnTo>
                        <a:pt x="123" y="55"/>
                      </a:lnTo>
                      <a:lnTo>
                        <a:pt x="113" y="39"/>
                      </a:lnTo>
                      <a:lnTo>
                        <a:pt x="97" y="25"/>
                      </a:lnTo>
                      <a:lnTo>
                        <a:pt x="79" y="15"/>
                      </a:lnTo>
                      <a:lnTo>
                        <a:pt x="57" y="7"/>
                      </a:lnTo>
                      <a:lnTo>
                        <a:pt x="36" y="2"/>
                      </a:lnTo>
                      <a:lnTo>
                        <a:pt x="19" y="0"/>
                      </a:lnTo>
                      <a:lnTo>
                        <a:pt x="6" y="0"/>
                      </a:lnTo>
                      <a:lnTo>
                        <a:pt x="0" y="4"/>
                      </a:lnTo>
                      <a:lnTo>
                        <a:pt x="14" y="9"/>
                      </a:lnTo>
                      <a:lnTo>
                        <a:pt x="29" y="14"/>
                      </a:lnTo>
                      <a:lnTo>
                        <a:pt x="46" y="19"/>
                      </a:lnTo>
                      <a:lnTo>
                        <a:pt x="61" y="23"/>
                      </a:lnTo>
                      <a:lnTo>
                        <a:pt x="76" y="29"/>
                      </a:lnTo>
                      <a:lnTo>
                        <a:pt x="89" y="37"/>
                      </a:lnTo>
                      <a:lnTo>
                        <a:pt x="100" y="46"/>
                      </a:lnTo>
                      <a:lnTo>
                        <a:pt x="108" y="59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2646" name="Freeform 771">
                  <a:extLst>
                    <a:ext uri="{FF2B5EF4-FFF2-40B4-BE49-F238E27FC236}">
                      <a16:creationId xmlns:a16="http://schemas.microsoft.com/office/drawing/2014/main" id="{22E2E1DE-C779-4287-8BB8-F4007B05C7B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89" y="2646"/>
                  <a:ext cx="114" cy="88"/>
                </a:xfrm>
                <a:custGeom>
                  <a:avLst/>
                  <a:gdLst>
                    <a:gd name="T0" fmla="*/ 0 w 322"/>
                    <a:gd name="T1" fmla="*/ 0 h 378"/>
                    <a:gd name="T2" fmla="*/ 0 w 322"/>
                    <a:gd name="T3" fmla="*/ 0 h 378"/>
                    <a:gd name="T4" fmla="*/ 0 w 322"/>
                    <a:gd name="T5" fmla="*/ 0 h 378"/>
                    <a:gd name="T6" fmla="*/ 0 w 322"/>
                    <a:gd name="T7" fmla="*/ 0 h 378"/>
                    <a:gd name="T8" fmla="*/ 0 w 322"/>
                    <a:gd name="T9" fmla="*/ 0 h 378"/>
                    <a:gd name="T10" fmla="*/ 0 w 322"/>
                    <a:gd name="T11" fmla="*/ 0 h 378"/>
                    <a:gd name="T12" fmla="*/ 0 w 322"/>
                    <a:gd name="T13" fmla="*/ 0 h 378"/>
                    <a:gd name="T14" fmla="*/ 0 w 322"/>
                    <a:gd name="T15" fmla="*/ 0 h 378"/>
                    <a:gd name="T16" fmla="*/ 0 w 322"/>
                    <a:gd name="T17" fmla="*/ 0 h 378"/>
                    <a:gd name="T18" fmla="*/ 0 w 322"/>
                    <a:gd name="T19" fmla="*/ 0 h 378"/>
                    <a:gd name="T20" fmla="*/ 0 w 322"/>
                    <a:gd name="T21" fmla="*/ 0 h 378"/>
                    <a:gd name="T22" fmla="*/ 0 w 322"/>
                    <a:gd name="T23" fmla="*/ 0 h 378"/>
                    <a:gd name="T24" fmla="*/ 0 w 322"/>
                    <a:gd name="T25" fmla="*/ 0 h 378"/>
                    <a:gd name="T26" fmla="*/ 0 w 322"/>
                    <a:gd name="T27" fmla="*/ 0 h 378"/>
                    <a:gd name="T28" fmla="*/ 0 w 322"/>
                    <a:gd name="T29" fmla="*/ 0 h 378"/>
                    <a:gd name="T30" fmla="*/ 0 w 322"/>
                    <a:gd name="T31" fmla="*/ 0 h 378"/>
                    <a:gd name="T32" fmla="*/ 0 w 322"/>
                    <a:gd name="T33" fmla="*/ 0 h 378"/>
                    <a:gd name="T34" fmla="*/ 0 w 322"/>
                    <a:gd name="T35" fmla="*/ 0 h 378"/>
                    <a:gd name="T36" fmla="*/ 0 w 322"/>
                    <a:gd name="T37" fmla="*/ 0 h 378"/>
                    <a:gd name="T38" fmla="*/ 0 w 322"/>
                    <a:gd name="T39" fmla="*/ 0 h 378"/>
                    <a:gd name="T40" fmla="*/ 0 w 322"/>
                    <a:gd name="T41" fmla="*/ 0 h 378"/>
                    <a:gd name="T42" fmla="*/ 0 w 322"/>
                    <a:gd name="T43" fmla="*/ 0 h 378"/>
                    <a:gd name="T44" fmla="*/ 0 w 322"/>
                    <a:gd name="T45" fmla="*/ 0 h 378"/>
                    <a:gd name="T46" fmla="*/ 0 w 322"/>
                    <a:gd name="T47" fmla="*/ 0 h 378"/>
                    <a:gd name="T48" fmla="*/ 0 w 322"/>
                    <a:gd name="T49" fmla="*/ 0 h 378"/>
                    <a:gd name="T50" fmla="*/ 0 w 322"/>
                    <a:gd name="T51" fmla="*/ 0 h 378"/>
                    <a:gd name="T52" fmla="*/ 0 w 322"/>
                    <a:gd name="T53" fmla="*/ 0 h 378"/>
                    <a:gd name="T54" fmla="*/ 0 w 322"/>
                    <a:gd name="T55" fmla="*/ 0 h 378"/>
                    <a:gd name="T56" fmla="*/ 0 w 322"/>
                    <a:gd name="T57" fmla="*/ 0 h 378"/>
                    <a:gd name="T58" fmla="*/ 0 w 322"/>
                    <a:gd name="T59" fmla="*/ 0 h 378"/>
                    <a:gd name="T60" fmla="*/ 0 w 322"/>
                    <a:gd name="T61" fmla="*/ 0 h 378"/>
                    <a:gd name="T62" fmla="*/ 0 w 322"/>
                    <a:gd name="T63" fmla="*/ 0 h 378"/>
                    <a:gd name="T64" fmla="*/ 0 w 322"/>
                    <a:gd name="T65" fmla="*/ 0 h 378"/>
                    <a:gd name="T66" fmla="*/ 0 w 322"/>
                    <a:gd name="T67" fmla="*/ 0 h 378"/>
                    <a:gd name="T68" fmla="*/ 0 w 322"/>
                    <a:gd name="T69" fmla="*/ 0 h 378"/>
                    <a:gd name="T70" fmla="*/ 0 w 322"/>
                    <a:gd name="T71" fmla="*/ 0 h 378"/>
                    <a:gd name="T72" fmla="*/ 0 w 322"/>
                    <a:gd name="T73" fmla="*/ 0 h 378"/>
                    <a:gd name="T74" fmla="*/ 0 w 322"/>
                    <a:gd name="T75" fmla="*/ 0 h 378"/>
                    <a:gd name="T76" fmla="*/ 0 w 322"/>
                    <a:gd name="T77" fmla="*/ 0 h 378"/>
                    <a:gd name="T78" fmla="*/ 0 w 322"/>
                    <a:gd name="T79" fmla="*/ 0 h 378"/>
                    <a:gd name="T80" fmla="*/ 0 w 322"/>
                    <a:gd name="T81" fmla="*/ 0 h 378"/>
                    <a:gd name="T82" fmla="*/ 0 w 322"/>
                    <a:gd name="T83" fmla="*/ 0 h 378"/>
                    <a:gd name="T84" fmla="*/ 0 w 322"/>
                    <a:gd name="T85" fmla="*/ 0 h 378"/>
                    <a:gd name="T86" fmla="*/ 0 w 322"/>
                    <a:gd name="T87" fmla="*/ 0 h 378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w 322"/>
                    <a:gd name="T133" fmla="*/ 0 h 378"/>
                    <a:gd name="T134" fmla="*/ 322 w 322"/>
                    <a:gd name="T135" fmla="*/ 378 h 378"/>
                  </a:gdLst>
                  <a:ahLst/>
                  <a:cxnLst>
                    <a:cxn ang="T88">
                      <a:pos x="T0" y="T1"/>
                    </a:cxn>
                    <a:cxn ang="T89">
                      <a:pos x="T2" y="T3"/>
                    </a:cxn>
                    <a:cxn ang="T90">
                      <a:pos x="T4" y="T5"/>
                    </a:cxn>
                    <a:cxn ang="T91">
                      <a:pos x="T6" y="T7"/>
                    </a:cxn>
                    <a:cxn ang="T92">
                      <a:pos x="T8" y="T9"/>
                    </a:cxn>
                    <a:cxn ang="T93">
                      <a:pos x="T10" y="T11"/>
                    </a:cxn>
                    <a:cxn ang="T94">
                      <a:pos x="T12" y="T13"/>
                    </a:cxn>
                    <a:cxn ang="T95">
                      <a:pos x="T14" y="T15"/>
                    </a:cxn>
                    <a:cxn ang="T96">
                      <a:pos x="T16" y="T17"/>
                    </a:cxn>
                    <a:cxn ang="T97">
                      <a:pos x="T18" y="T19"/>
                    </a:cxn>
                    <a:cxn ang="T98">
                      <a:pos x="T20" y="T21"/>
                    </a:cxn>
                    <a:cxn ang="T99">
                      <a:pos x="T22" y="T23"/>
                    </a:cxn>
                    <a:cxn ang="T100">
                      <a:pos x="T24" y="T25"/>
                    </a:cxn>
                    <a:cxn ang="T101">
                      <a:pos x="T26" y="T27"/>
                    </a:cxn>
                    <a:cxn ang="T102">
                      <a:pos x="T28" y="T29"/>
                    </a:cxn>
                    <a:cxn ang="T103">
                      <a:pos x="T30" y="T31"/>
                    </a:cxn>
                    <a:cxn ang="T104">
                      <a:pos x="T32" y="T33"/>
                    </a:cxn>
                    <a:cxn ang="T105">
                      <a:pos x="T34" y="T35"/>
                    </a:cxn>
                    <a:cxn ang="T106">
                      <a:pos x="T36" y="T37"/>
                    </a:cxn>
                    <a:cxn ang="T107">
                      <a:pos x="T38" y="T39"/>
                    </a:cxn>
                    <a:cxn ang="T108">
                      <a:pos x="T40" y="T41"/>
                    </a:cxn>
                    <a:cxn ang="T109">
                      <a:pos x="T42" y="T43"/>
                    </a:cxn>
                    <a:cxn ang="T110">
                      <a:pos x="T44" y="T45"/>
                    </a:cxn>
                    <a:cxn ang="T111">
                      <a:pos x="T46" y="T47"/>
                    </a:cxn>
                    <a:cxn ang="T112">
                      <a:pos x="T48" y="T49"/>
                    </a:cxn>
                    <a:cxn ang="T113">
                      <a:pos x="T50" y="T51"/>
                    </a:cxn>
                    <a:cxn ang="T114">
                      <a:pos x="T52" y="T53"/>
                    </a:cxn>
                    <a:cxn ang="T115">
                      <a:pos x="T54" y="T55"/>
                    </a:cxn>
                    <a:cxn ang="T116">
                      <a:pos x="T56" y="T57"/>
                    </a:cxn>
                    <a:cxn ang="T117">
                      <a:pos x="T58" y="T59"/>
                    </a:cxn>
                    <a:cxn ang="T118">
                      <a:pos x="T60" y="T61"/>
                    </a:cxn>
                    <a:cxn ang="T119">
                      <a:pos x="T62" y="T63"/>
                    </a:cxn>
                    <a:cxn ang="T120">
                      <a:pos x="T64" y="T65"/>
                    </a:cxn>
                    <a:cxn ang="T121">
                      <a:pos x="T66" y="T67"/>
                    </a:cxn>
                    <a:cxn ang="T122">
                      <a:pos x="T68" y="T69"/>
                    </a:cxn>
                    <a:cxn ang="T123">
                      <a:pos x="T70" y="T71"/>
                    </a:cxn>
                    <a:cxn ang="T124">
                      <a:pos x="T72" y="T73"/>
                    </a:cxn>
                    <a:cxn ang="T125">
                      <a:pos x="T74" y="T75"/>
                    </a:cxn>
                    <a:cxn ang="T126">
                      <a:pos x="T76" y="T77"/>
                    </a:cxn>
                    <a:cxn ang="T127">
                      <a:pos x="T78" y="T79"/>
                    </a:cxn>
                    <a:cxn ang="T128">
                      <a:pos x="T80" y="T81"/>
                    </a:cxn>
                    <a:cxn ang="T129">
                      <a:pos x="T82" y="T83"/>
                    </a:cxn>
                    <a:cxn ang="T130">
                      <a:pos x="T84" y="T85"/>
                    </a:cxn>
                    <a:cxn ang="T131">
                      <a:pos x="T86" y="T87"/>
                    </a:cxn>
                  </a:cxnLst>
                  <a:rect l="T132" t="T133" r="T134" b="T135"/>
                  <a:pathLst>
                    <a:path w="322" h="378">
                      <a:moveTo>
                        <a:pt x="125" y="49"/>
                      </a:moveTo>
                      <a:lnTo>
                        <a:pt x="100" y="70"/>
                      </a:lnTo>
                      <a:lnTo>
                        <a:pt x="76" y="90"/>
                      </a:lnTo>
                      <a:lnTo>
                        <a:pt x="53" y="115"/>
                      </a:lnTo>
                      <a:lnTo>
                        <a:pt x="34" y="140"/>
                      </a:lnTo>
                      <a:lnTo>
                        <a:pt x="17" y="166"/>
                      </a:lnTo>
                      <a:lnTo>
                        <a:pt x="5" y="195"/>
                      </a:lnTo>
                      <a:lnTo>
                        <a:pt x="0" y="226"/>
                      </a:lnTo>
                      <a:lnTo>
                        <a:pt x="1" y="258"/>
                      </a:lnTo>
                      <a:lnTo>
                        <a:pt x="3" y="266"/>
                      </a:lnTo>
                      <a:lnTo>
                        <a:pt x="5" y="275"/>
                      </a:lnTo>
                      <a:lnTo>
                        <a:pt x="9" y="282"/>
                      </a:lnTo>
                      <a:lnTo>
                        <a:pt x="14" y="290"/>
                      </a:lnTo>
                      <a:lnTo>
                        <a:pt x="19" y="297"/>
                      </a:lnTo>
                      <a:lnTo>
                        <a:pt x="26" y="304"/>
                      </a:lnTo>
                      <a:lnTo>
                        <a:pt x="32" y="310"/>
                      </a:lnTo>
                      <a:lnTo>
                        <a:pt x="41" y="314"/>
                      </a:lnTo>
                      <a:lnTo>
                        <a:pt x="56" y="324"/>
                      </a:lnTo>
                      <a:lnTo>
                        <a:pt x="71" y="332"/>
                      </a:lnTo>
                      <a:lnTo>
                        <a:pt x="86" y="338"/>
                      </a:lnTo>
                      <a:lnTo>
                        <a:pt x="103" y="344"/>
                      </a:lnTo>
                      <a:lnTo>
                        <a:pt x="119" y="350"/>
                      </a:lnTo>
                      <a:lnTo>
                        <a:pt x="136" y="355"/>
                      </a:lnTo>
                      <a:lnTo>
                        <a:pt x="152" y="359"/>
                      </a:lnTo>
                      <a:lnTo>
                        <a:pt x="168" y="363"/>
                      </a:lnTo>
                      <a:lnTo>
                        <a:pt x="186" y="366"/>
                      </a:lnTo>
                      <a:lnTo>
                        <a:pt x="202" y="368"/>
                      </a:lnTo>
                      <a:lnTo>
                        <a:pt x="220" y="371"/>
                      </a:lnTo>
                      <a:lnTo>
                        <a:pt x="238" y="373"/>
                      </a:lnTo>
                      <a:lnTo>
                        <a:pt x="254" y="374"/>
                      </a:lnTo>
                      <a:lnTo>
                        <a:pt x="272" y="375"/>
                      </a:lnTo>
                      <a:lnTo>
                        <a:pt x="289" y="376"/>
                      </a:lnTo>
                      <a:lnTo>
                        <a:pt x="306" y="378"/>
                      </a:lnTo>
                      <a:lnTo>
                        <a:pt x="311" y="378"/>
                      </a:lnTo>
                      <a:lnTo>
                        <a:pt x="316" y="375"/>
                      </a:lnTo>
                      <a:lnTo>
                        <a:pt x="320" y="371"/>
                      </a:lnTo>
                      <a:lnTo>
                        <a:pt x="322" y="366"/>
                      </a:lnTo>
                      <a:lnTo>
                        <a:pt x="322" y="360"/>
                      </a:lnTo>
                      <a:lnTo>
                        <a:pt x="320" y="356"/>
                      </a:lnTo>
                      <a:lnTo>
                        <a:pt x="315" y="352"/>
                      </a:lnTo>
                      <a:lnTo>
                        <a:pt x="309" y="350"/>
                      </a:lnTo>
                      <a:lnTo>
                        <a:pt x="294" y="347"/>
                      </a:lnTo>
                      <a:lnTo>
                        <a:pt x="279" y="344"/>
                      </a:lnTo>
                      <a:lnTo>
                        <a:pt x="263" y="341"/>
                      </a:lnTo>
                      <a:lnTo>
                        <a:pt x="247" y="338"/>
                      </a:lnTo>
                      <a:lnTo>
                        <a:pt x="232" y="336"/>
                      </a:lnTo>
                      <a:lnTo>
                        <a:pt x="216" y="334"/>
                      </a:lnTo>
                      <a:lnTo>
                        <a:pt x="200" y="332"/>
                      </a:lnTo>
                      <a:lnTo>
                        <a:pt x="185" y="328"/>
                      </a:lnTo>
                      <a:lnTo>
                        <a:pt x="170" y="326"/>
                      </a:lnTo>
                      <a:lnTo>
                        <a:pt x="154" y="322"/>
                      </a:lnTo>
                      <a:lnTo>
                        <a:pt x="139" y="318"/>
                      </a:lnTo>
                      <a:lnTo>
                        <a:pt x="124" y="314"/>
                      </a:lnTo>
                      <a:lnTo>
                        <a:pt x="110" y="309"/>
                      </a:lnTo>
                      <a:lnTo>
                        <a:pt x="94" y="303"/>
                      </a:lnTo>
                      <a:lnTo>
                        <a:pt x="80" y="297"/>
                      </a:lnTo>
                      <a:lnTo>
                        <a:pt x="66" y="289"/>
                      </a:lnTo>
                      <a:lnTo>
                        <a:pt x="55" y="281"/>
                      </a:lnTo>
                      <a:lnTo>
                        <a:pt x="45" y="271"/>
                      </a:lnTo>
                      <a:lnTo>
                        <a:pt x="38" y="259"/>
                      </a:lnTo>
                      <a:lnTo>
                        <a:pt x="35" y="245"/>
                      </a:lnTo>
                      <a:lnTo>
                        <a:pt x="34" y="232"/>
                      </a:lnTo>
                      <a:lnTo>
                        <a:pt x="35" y="216"/>
                      </a:lnTo>
                      <a:lnTo>
                        <a:pt x="38" y="200"/>
                      </a:lnTo>
                      <a:lnTo>
                        <a:pt x="43" y="187"/>
                      </a:lnTo>
                      <a:lnTo>
                        <a:pt x="51" y="170"/>
                      </a:lnTo>
                      <a:lnTo>
                        <a:pt x="60" y="152"/>
                      </a:lnTo>
                      <a:lnTo>
                        <a:pt x="71" y="137"/>
                      </a:lnTo>
                      <a:lnTo>
                        <a:pt x="83" y="124"/>
                      </a:lnTo>
                      <a:lnTo>
                        <a:pt x="94" y="110"/>
                      </a:lnTo>
                      <a:lnTo>
                        <a:pt x="107" y="96"/>
                      </a:lnTo>
                      <a:lnTo>
                        <a:pt x="123" y="82"/>
                      </a:lnTo>
                      <a:lnTo>
                        <a:pt x="138" y="69"/>
                      </a:lnTo>
                      <a:lnTo>
                        <a:pt x="153" y="57"/>
                      </a:lnTo>
                      <a:lnTo>
                        <a:pt x="173" y="47"/>
                      </a:lnTo>
                      <a:lnTo>
                        <a:pt x="195" y="38"/>
                      </a:lnTo>
                      <a:lnTo>
                        <a:pt x="218" y="28"/>
                      </a:lnTo>
                      <a:lnTo>
                        <a:pt x="238" y="20"/>
                      </a:lnTo>
                      <a:lnTo>
                        <a:pt x="254" y="13"/>
                      </a:lnTo>
                      <a:lnTo>
                        <a:pt x="264" y="7"/>
                      </a:lnTo>
                      <a:lnTo>
                        <a:pt x="268" y="2"/>
                      </a:lnTo>
                      <a:lnTo>
                        <a:pt x="256" y="0"/>
                      </a:lnTo>
                      <a:lnTo>
                        <a:pt x="240" y="1"/>
                      </a:lnTo>
                      <a:lnTo>
                        <a:pt x="221" y="4"/>
                      </a:lnTo>
                      <a:lnTo>
                        <a:pt x="201" y="10"/>
                      </a:lnTo>
                      <a:lnTo>
                        <a:pt x="180" y="18"/>
                      </a:lnTo>
                      <a:lnTo>
                        <a:pt x="160" y="27"/>
                      </a:lnTo>
                      <a:lnTo>
                        <a:pt x="141" y="38"/>
                      </a:lnTo>
                      <a:lnTo>
                        <a:pt x="125" y="49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2647" name="Freeform 772">
                  <a:extLst>
                    <a:ext uri="{FF2B5EF4-FFF2-40B4-BE49-F238E27FC236}">
                      <a16:creationId xmlns:a16="http://schemas.microsoft.com/office/drawing/2014/main" id="{6353EAD7-7372-4159-BAAE-B69949F1AF4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50" y="2643"/>
                  <a:ext cx="99" cy="59"/>
                </a:xfrm>
                <a:custGeom>
                  <a:avLst/>
                  <a:gdLst>
                    <a:gd name="T0" fmla="*/ 0 w 283"/>
                    <a:gd name="T1" fmla="*/ 0 h 252"/>
                    <a:gd name="T2" fmla="*/ 0 w 283"/>
                    <a:gd name="T3" fmla="*/ 0 h 252"/>
                    <a:gd name="T4" fmla="*/ 0 w 283"/>
                    <a:gd name="T5" fmla="*/ 0 h 252"/>
                    <a:gd name="T6" fmla="*/ 0 w 283"/>
                    <a:gd name="T7" fmla="*/ 0 h 252"/>
                    <a:gd name="T8" fmla="*/ 0 w 283"/>
                    <a:gd name="T9" fmla="*/ 0 h 252"/>
                    <a:gd name="T10" fmla="*/ 0 w 283"/>
                    <a:gd name="T11" fmla="*/ 0 h 252"/>
                    <a:gd name="T12" fmla="*/ 0 w 283"/>
                    <a:gd name="T13" fmla="*/ 0 h 252"/>
                    <a:gd name="T14" fmla="*/ 0 w 283"/>
                    <a:gd name="T15" fmla="*/ 0 h 252"/>
                    <a:gd name="T16" fmla="*/ 0 w 283"/>
                    <a:gd name="T17" fmla="*/ 0 h 252"/>
                    <a:gd name="T18" fmla="*/ 0 w 283"/>
                    <a:gd name="T19" fmla="*/ 0 h 252"/>
                    <a:gd name="T20" fmla="*/ 0 w 283"/>
                    <a:gd name="T21" fmla="*/ 0 h 252"/>
                    <a:gd name="T22" fmla="*/ 0 w 283"/>
                    <a:gd name="T23" fmla="*/ 0 h 252"/>
                    <a:gd name="T24" fmla="*/ 0 w 283"/>
                    <a:gd name="T25" fmla="*/ 0 h 252"/>
                    <a:gd name="T26" fmla="*/ 0 w 283"/>
                    <a:gd name="T27" fmla="*/ 0 h 252"/>
                    <a:gd name="T28" fmla="*/ 0 w 283"/>
                    <a:gd name="T29" fmla="*/ 0 h 252"/>
                    <a:gd name="T30" fmla="*/ 0 w 283"/>
                    <a:gd name="T31" fmla="*/ 0 h 252"/>
                    <a:gd name="T32" fmla="*/ 0 w 283"/>
                    <a:gd name="T33" fmla="*/ 0 h 252"/>
                    <a:gd name="T34" fmla="*/ 0 w 283"/>
                    <a:gd name="T35" fmla="*/ 0 h 252"/>
                    <a:gd name="T36" fmla="*/ 0 w 283"/>
                    <a:gd name="T37" fmla="*/ 0 h 252"/>
                    <a:gd name="T38" fmla="*/ 0 w 283"/>
                    <a:gd name="T39" fmla="*/ 0 h 252"/>
                    <a:gd name="T40" fmla="*/ 0 w 283"/>
                    <a:gd name="T41" fmla="*/ 0 h 252"/>
                    <a:gd name="T42" fmla="*/ 0 w 283"/>
                    <a:gd name="T43" fmla="*/ 0 h 252"/>
                    <a:gd name="T44" fmla="*/ 0 w 283"/>
                    <a:gd name="T45" fmla="*/ 0 h 252"/>
                    <a:gd name="T46" fmla="*/ 0 w 283"/>
                    <a:gd name="T47" fmla="*/ 0 h 252"/>
                    <a:gd name="T48" fmla="*/ 0 w 283"/>
                    <a:gd name="T49" fmla="*/ 0 h 252"/>
                    <a:gd name="T50" fmla="*/ 0 w 283"/>
                    <a:gd name="T51" fmla="*/ 0 h 252"/>
                    <a:gd name="T52" fmla="*/ 0 w 283"/>
                    <a:gd name="T53" fmla="*/ 0 h 252"/>
                    <a:gd name="T54" fmla="*/ 0 w 283"/>
                    <a:gd name="T55" fmla="*/ 0 h 252"/>
                    <a:gd name="T56" fmla="*/ 0 w 283"/>
                    <a:gd name="T57" fmla="*/ 0 h 252"/>
                    <a:gd name="T58" fmla="*/ 0 w 283"/>
                    <a:gd name="T59" fmla="*/ 0 h 252"/>
                    <a:gd name="T60" fmla="*/ 0 w 283"/>
                    <a:gd name="T61" fmla="*/ 0 h 252"/>
                    <a:gd name="T62" fmla="*/ 0 w 283"/>
                    <a:gd name="T63" fmla="*/ 0 h 252"/>
                    <a:gd name="T64" fmla="*/ 0 w 283"/>
                    <a:gd name="T65" fmla="*/ 0 h 252"/>
                    <a:gd name="T66" fmla="*/ 0 w 283"/>
                    <a:gd name="T67" fmla="*/ 0 h 252"/>
                    <a:gd name="T68" fmla="*/ 0 w 283"/>
                    <a:gd name="T69" fmla="*/ 0 h 252"/>
                    <a:gd name="T70" fmla="*/ 0 w 283"/>
                    <a:gd name="T71" fmla="*/ 0 h 252"/>
                    <a:gd name="T72" fmla="*/ 0 w 283"/>
                    <a:gd name="T73" fmla="*/ 0 h 252"/>
                    <a:gd name="T74" fmla="*/ 0 w 283"/>
                    <a:gd name="T75" fmla="*/ 0 h 252"/>
                    <a:gd name="T76" fmla="*/ 0 w 283"/>
                    <a:gd name="T77" fmla="*/ 0 h 252"/>
                    <a:gd name="T78" fmla="*/ 0 w 283"/>
                    <a:gd name="T79" fmla="*/ 0 h 252"/>
                    <a:gd name="T80" fmla="*/ 0 w 283"/>
                    <a:gd name="T81" fmla="*/ 0 h 252"/>
                    <a:gd name="T82" fmla="*/ 0 w 283"/>
                    <a:gd name="T83" fmla="*/ 0 h 252"/>
                    <a:gd name="T84" fmla="*/ 0 w 283"/>
                    <a:gd name="T85" fmla="*/ 0 h 252"/>
                    <a:gd name="T86" fmla="*/ 0 w 283"/>
                    <a:gd name="T87" fmla="*/ 0 h 252"/>
                    <a:gd name="T88" fmla="*/ 0 w 283"/>
                    <a:gd name="T89" fmla="*/ 0 h 252"/>
                    <a:gd name="T90" fmla="*/ 0 w 283"/>
                    <a:gd name="T91" fmla="*/ 0 h 252"/>
                    <a:gd name="T92" fmla="*/ 0 w 283"/>
                    <a:gd name="T93" fmla="*/ 0 h 252"/>
                    <a:gd name="T94" fmla="*/ 0 w 283"/>
                    <a:gd name="T95" fmla="*/ 0 h 252"/>
                    <a:gd name="T96" fmla="*/ 0 w 283"/>
                    <a:gd name="T97" fmla="*/ 0 h 252"/>
                    <a:gd name="T98" fmla="*/ 0 w 283"/>
                    <a:gd name="T99" fmla="*/ 0 h 252"/>
                    <a:gd name="T100" fmla="*/ 0 w 283"/>
                    <a:gd name="T101" fmla="*/ 0 h 252"/>
                    <a:gd name="T102" fmla="*/ 0 w 283"/>
                    <a:gd name="T103" fmla="*/ 0 h 252"/>
                    <a:gd name="T104" fmla="*/ 0 w 283"/>
                    <a:gd name="T105" fmla="*/ 0 h 252"/>
                    <a:gd name="T106" fmla="*/ 0 w 283"/>
                    <a:gd name="T107" fmla="*/ 0 h 252"/>
                    <a:gd name="T108" fmla="*/ 0 w 283"/>
                    <a:gd name="T109" fmla="*/ 0 h 252"/>
                    <a:gd name="T110" fmla="*/ 0 w 283"/>
                    <a:gd name="T111" fmla="*/ 0 h 252"/>
                    <a:gd name="T112" fmla="*/ 0 w 283"/>
                    <a:gd name="T113" fmla="*/ 0 h 252"/>
                    <a:gd name="T114" fmla="*/ 0 w 283"/>
                    <a:gd name="T115" fmla="*/ 0 h 252"/>
                    <a:gd name="T116" fmla="*/ 0 w 283"/>
                    <a:gd name="T117" fmla="*/ 0 h 252"/>
                    <a:gd name="T118" fmla="*/ 0 w 283"/>
                    <a:gd name="T119" fmla="*/ 0 h 252"/>
                    <a:gd name="T120" fmla="*/ 0 w 283"/>
                    <a:gd name="T121" fmla="*/ 0 h 252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60000 65536"/>
                    <a:gd name="T148" fmla="*/ 0 60000 65536"/>
                    <a:gd name="T149" fmla="*/ 0 60000 65536"/>
                    <a:gd name="T150" fmla="*/ 0 60000 65536"/>
                    <a:gd name="T151" fmla="*/ 0 60000 65536"/>
                    <a:gd name="T152" fmla="*/ 0 60000 65536"/>
                    <a:gd name="T153" fmla="*/ 0 60000 65536"/>
                    <a:gd name="T154" fmla="*/ 0 60000 65536"/>
                    <a:gd name="T155" fmla="*/ 0 60000 65536"/>
                    <a:gd name="T156" fmla="*/ 0 60000 65536"/>
                    <a:gd name="T157" fmla="*/ 0 60000 65536"/>
                    <a:gd name="T158" fmla="*/ 0 60000 65536"/>
                    <a:gd name="T159" fmla="*/ 0 60000 65536"/>
                    <a:gd name="T160" fmla="*/ 0 60000 65536"/>
                    <a:gd name="T161" fmla="*/ 0 60000 65536"/>
                    <a:gd name="T162" fmla="*/ 0 60000 65536"/>
                    <a:gd name="T163" fmla="*/ 0 60000 65536"/>
                    <a:gd name="T164" fmla="*/ 0 60000 65536"/>
                    <a:gd name="T165" fmla="*/ 0 60000 65536"/>
                    <a:gd name="T166" fmla="*/ 0 60000 65536"/>
                    <a:gd name="T167" fmla="*/ 0 60000 65536"/>
                    <a:gd name="T168" fmla="*/ 0 60000 65536"/>
                    <a:gd name="T169" fmla="*/ 0 60000 65536"/>
                    <a:gd name="T170" fmla="*/ 0 60000 65536"/>
                    <a:gd name="T171" fmla="*/ 0 60000 65536"/>
                    <a:gd name="T172" fmla="*/ 0 60000 65536"/>
                    <a:gd name="T173" fmla="*/ 0 60000 65536"/>
                    <a:gd name="T174" fmla="*/ 0 60000 65536"/>
                    <a:gd name="T175" fmla="*/ 0 60000 65536"/>
                    <a:gd name="T176" fmla="*/ 0 60000 65536"/>
                    <a:gd name="T177" fmla="*/ 0 60000 65536"/>
                    <a:gd name="T178" fmla="*/ 0 60000 65536"/>
                    <a:gd name="T179" fmla="*/ 0 60000 65536"/>
                    <a:gd name="T180" fmla="*/ 0 60000 65536"/>
                    <a:gd name="T181" fmla="*/ 0 60000 65536"/>
                    <a:gd name="T182" fmla="*/ 0 60000 65536"/>
                    <a:gd name="T183" fmla="*/ 0 w 283"/>
                    <a:gd name="T184" fmla="*/ 0 h 252"/>
                    <a:gd name="T185" fmla="*/ 283 w 283"/>
                    <a:gd name="T186" fmla="*/ 252 h 252"/>
                  </a:gdLst>
                  <a:ahLst/>
                  <a:cxnLst>
                    <a:cxn ang="T122">
                      <a:pos x="T0" y="T1"/>
                    </a:cxn>
                    <a:cxn ang="T123">
                      <a:pos x="T2" y="T3"/>
                    </a:cxn>
                    <a:cxn ang="T124">
                      <a:pos x="T4" y="T5"/>
                    </a:cxn>
                    <a:cxn ang="T125">
                      <a:pos x="T6" y="T7"/>
                    </a:cxn>
                    <a:cxn ang="T126">
                      <a:pos x="T8" y="T9"/>
                    </a:cxn>
                    <a:cxn ang="T127">
                      <a:pos x="T10" y="T11"/>
                    </a:cxn>
                    <a:cxn ang="T128">
                      <a:pos x="T12" y="T13"/>
                    </a:cxn>
                    <a:cxn ang="T129">
                      <a:pos x="T14" y="T15"/>
                    </a:cxn>
                    <a:cxn ang="T130">
                      <a:pos x="T16" y="T17"/>
                    </a:cxn>
                    <a:cxn ang="T131">
                      <a:pos x="T18" y="T19"/>
                    </a:cxn>
                    <a:cxn ang="T132">
                      <a:pos x="T20" y="T21"/>
                    </a:cxn>
                    <a:cxn ang="T133">
                      <a:pos x="T22" y="T23"/>
                    </a:cxn>
                    <a:cxn ang="T134">
                      <a:pos x="T24" y="T25"/>
                    </a:cxn>
                    <a:cxn ang="T135">
                      <a:pos x="T26" y="T27"/>
                    </a:cxn>
                    <a:cxn ang="T136">
                      <a:pos x="T28" y="T29"/>
                    </a:cxn>
                    <a:cxn ang="T137">
                      <a:pos x="T30" y="T31"/>
                    </a:cxn>
                    <a:cxn ang="T138">
                      <a:pos x="T32" y="T33"/>
                    </a:cxn>
                    <a:cxn ang="T139">
                      <a:pos x="T34" y="T35"/>
                    </a:cxn>
                    <a:cxn ang="T140">
                      <a:pos x="T36" y="T37"/>
                    </a:cxn>
                    <a:cxn ang="T141">
                      <a:pos x="T38" y="T39"/>
                    </a:cxn>
                    <a:cxn ang="T142">
                      <a:pos x="T40" y="T41"/>
                    </a:cxn>
                    <a:cxn ang="T143">
                      <a:pos x="T42" y="T43"/>
                    </a:cxn>
                    <a:cxn ang="T144">
                      <a:pos x="T44" y="T45"/>
                    </a:cxn>
                    <a:cxn ang="T145">
                      <a:pos x="T46" y="T47"/>
                    </a:cxn>
                    <a:cxn ang="T146">
                      <a:pos x="T48" y="T49"/>
                    </a:cxn>
                    <a:cxn ang="T147">
                      <a:pos x="T50" y="T51"/>
                    </a:cxn>
                    <a:cxn ang="T148">
                      <a:pos x="T52" y="T53"/>
                    </a:cxn>
                    <a:cxn ang="T149">
                      <a:pos x="T54" y="T55"/>
                    </a:cxn>
                    <a:cxn ang="T150">
                      <a:pos x="T56" y="T57"/>
                    </a:cxn>
                    <a:cxn ang="T151">
                      <a:pos x="T58" y="T59"/>
                    </a:cxn>
                    <a:cxn ang="T152">
                      <a:pos x="T60" y="T61"/>
                    </a:cxn>
                    <a:cxn ang="T153">
                      <a:pos x="T62" y="T63"/>
                    </a:cxn>
                    <a:cxn ang="T154">
                      <a:pos x="T64" y="T65"/>
                    </a:cxn>
                    <a:cxn ang="T155">
                      <a:pos x="T66" y="T67"/>
                    </a:cxn>
                    <a:cxn ang="T156">
                      <a:pos x="T68" y="T69"/>
                    </a:cxn>
                    <a:cxn ang="T157">
                      <a:pos x="T70" y="T71"/>
                    </a:cxn>
                    <a:cxn ang="T158">
                      <a:pos x="T72" y="T73"/>
                    </a:cxn>
                    <a:cxn ang="T159">
                      <a:pos x="T74" y="T75"/>
                    </a:cxn>
                    <a:cxn ang="T160">
                      <a:pos x="T76" y="T77"/>
                    </a:cxn>
                    <a:cxn ang="T161">
                      <a:pos x="T78" y="T79"/>
                    </a:cxn>
                    <a:cxn ang="T162">
                      <a:pos x="T80" y="T81"/>
                    </a:cxn>
                    <a:cxn ang="T163">
                      <a:pos x="T82" y="T83"/>
                    </a:cxn>
                    <a:cxn ang="T164">
                      <a:pos x="T84" y="T85"/>
                    </a:cxn>
                    <a:cxn ang="T165">
                      <a:pos x="T86" y="T87"/>
                    </a:cxn>
                    <a:cxn ang="T166">
                      <a:pos x="T88" y="T89"/>
                    </a:cxn>
                    <a:cxn ang="T167">
                      <a:pos x="T90" y="T91"/>
                    </a:cxn>
                    <a:cxn ang="T168">
                      <a:pos x="T92" y="T93"/>
                    </a:cxn>
                    <a:cxn ang="T169">
                      <a:pos x="T94" y="T95"/>
                    </a:cxn>
                    <a:cxn ang="T170">
                      <a:pos x="T96" y="T97"/>
                    </a:cxn>
                    <a:cxn ang="T171">
                      <a:pos x="T98" y="T99"/>
                    </a:cxn>
                    <a:cxn ang="T172">
                      <a:pos x="T100" y="T101"/>
                    </a:cxn>
                    <a:cxn ang="T173">
                      <a:pos x="T102" y="T103"/>
                    </a:cxn>
                    <a:cxn ang="T174">
                      <a:pos x="T104" y="T105"/>
                    </a:cxn>
                    <a:cxn ang="T175">
                      <a:pos x="T106" y="T107"/>
                    </a:cxn>
                    <a:cxn ang="T176">
                      <a:pos x="T108" y="T109"/>
                    </a:cxn>
                    <a:cxn ang="T177">
                      <a:pos x="T110" y="T111"/>
                    </a:cxn>
                    <a:cxn ang="T178">
                      <a:pos x="T112" y="T113"/>
                    </a:cxn>
                    <a:cxn ang="T179">
                      <a:pos x="T114" y="T115"/>
                    </a:cxn>
                    <a:cxn ang="T180">
                      <a:pos x="T116" y="T117"/>
                    </a:cxn>
                    <a:cxn ang="T181">
                      <a:pos x="T118" y="T119"/>
                    </a:cxn>
                    <a:cxn ang="T182">
                      <a:pos x="T120" y="T121"/>
                    </a:cxn>
                  </a:cxnLst>
                  <a:rect l="T183" t="T184" r="T185" b="T186"/>
                  <a:pathLst>
                    <a:path w="283" h="252">
                      <a:moveTo>
                        <a:pt x="235" y="77"/>
                      </a:moveTo>
                      <a:lnTo>
                        <a:pt x="248" y="91"/>
                      </a:lnTo>
                      <a:lnTo>
                        <a:pt x="256" y="107"/>
                      </a:lnTo>
                      <a:lnTo>
                        <a:pt x="259" y="124"/>
                      </a:lnTo>
                      <a:lnTo>
                        <a:pt x="259" y="142"/>
                      </a:lnTo>
                      <a:lnTo>
                        <a:pt x="257" y="157"/>
                      </a:lnTo>
                      <a:lnTo>
                        <a:pt x="252" y="170"/>
                      </a:lnTo>
                      <a:lnTo>
                        <a:pt x="244" y="183"/>
                      </a:lnTo>
                      <a:lnTo>
                        <a:pt x="236" y="193"/>
                      </a:lnTo>
                      <a:lnTo>
                        <a:pt x="225" y="204"/>
                      </a:lnTo>
                      <a:lnTo>
                        <a:pt x="215" y="214"/>
                      </a:lnTo>
                      <a:lnTo>
                        <a:pt x="204" y="224"/>
                      </a:lnTo>
                      <a:lnTo>
                        <a:pt x="194" y="234"/>
                      </a:lnTo>
                      <a:lnTo>
                        <a:pt x="191" y="238"/>
                      </a:lnTo>
                      <a:lnTo>
                        <a:pt x="191" y="241"/>
                      </a:lnTo>
                      <a:lnTo>
                        <a:pt x="191" y="245"/>
                      </a:lnTo>
                      <a:lnTo>
                        <a:pt x="194" y="248"/>
                      </a:lnTo>
                      <a:lnTo>
                        <a:pt x="197" y="250"/>
                      </a:lnTo>
                      <a:lnTo>
                        <a:pt x="202" y="252"/>
                      </a:lnTo>
                      <a:lnTo>
                        <a:pt x="205" y="250"/>
                      </a:lnTo>
                      <a:lnTo>
                        <a:pt x="209" y="248"/>
                      </a:lnTo>
                      <a:lnTo>
                        <a:pt x="232" y="233"/>
                      </a:lnTo>
                      <a:lnTo>
                        <a:pt x="252" y="214"/>
                      </a:lnTo>
                      <a:lnTo>
                        <a:pt x="268" y="192"/>
                      </a:lnTo>
                      <a:lnTo>
                        <a:pt x="278" y="167"/>
                      </a:lnTo>
                      <a:lnTo>
                        <a:pt x="283" y="141"/>
                      </a:lnTo>
                      <a:lnTo>
                        <a:pt x="280" y="115"/>
                      </a:lnTo>
                      <a:lnTo>
                        <a:pt x="271" y="91"/>
                      </a:lnTo>
                      <a:lnTo>
                        <a:pt x="252" y="69"/>
                      </a:lnTo>
                      <a:lnTo>
                        <a:pt x="238" y="57"/>
                      </a:lnTo>
                      <a:lnTo>
                        <a:pt x="222" y="48"/>
                      </a:lnTo>
                      <a:lnTo>
                        <a:pt x="204" y="39"/>
                      </a:lnTo>
                      <a:lnTo>
                        <a:pt x="184" y="31"/>
                      </a:lnTo>
                      <a:lnTo>
                        <a:pt x="164" y="23"/>
                      </a:lnTo>
                      <a:lnTo>
                        <a:pt x="144" y="17"/>
                      </a:lnTo>
                      <a:lnTo>
                        <a:pt x="123" y="13"/>
                      </a:lnTo>
                      <a:lnTo>
                        <a:pt x="103" y="8"/>
                      </a:lnTo>
                      <a:lnTo>
                        <a:pt x="83" y="5"/>
                      </a:lnTo>
                      <a:lnTo>
                        <a:pt x="66" y="2"/>
                      </a:lnTo>
                      <a:lnTo>
                        <a:pt x="48" y="0"/>
                      </a:lnTo>
                      <a:lnTo>
                        <a:pt x="34" y="0"/>
                      </a:lnTo>
                      <a:lnTo>
                        <a:pt x="21" y="0"/>
                      </a:lnTo>
                      <a:lnTo>
                        <a:pt x="11" y="0"/>
                      </a:lnTo>
                      <a:lnTo>
                        <a:pt x="4" y="2"/>
                      </a:lnTo>
                      <a:lnTo>
                        <a:pt x="0" y="5"/>
                      </a:lnTo>
                      <a:lnTo>
                        <a:pt x="12" y="7"/>
                      </a:lnTo>
                      <a:lnTo>
                        <a:pt x="24" y="8"/>
                      </a:lnTo>
                      <a:lnTo>
                        <a:pt x="38" y="10"/>
                      </a:lnTo>
                      <a:lnTo>
                        <a:pt x="52" y="13"/>
                      </a:lnTo>
                      <a:lnTo>
                        <a:pt x="66" y="16"/>
                      </a:lnTo>
                      <a:lnTo>
                        <a:pt x="82" y="18"/>
                      </a:lnTo>
                      <a:lnTo>
                        <a:pt x="98" y="22"/>
                      </a:lnTo>
                      <a:lnTo>
                        <a:pt x="114" y="25"/>
                      </a:lnTo>
                      <a:lnTo>
                        <a:pt x="129" y="30"/>
                      </a:lnTo>
                      <a:lnTo>
                        <a:pt x="146" y="34"/>
                      </a:lnTo>
                      <a:lnTo>
                        <a:pt x="162" y="39"/>
                      </a:lnTo>
                      <a:lnTo>
                        <a:pt x="177" y="45"/>
                      </a:lnTo>
                      <a:lnTo>
                        <a:pt x="193" y="52"/>
                      </a:lnTo>
                      <a:lnTo>
                        <a:pt x="208" y="60"/>
                      </a:lnTo>
                      <a:lnTo>
                        <a:pt x="222" y="68"/>
                      </a:lnTo>
                      <a:lnTo>
                        <a:pt x="235" y="77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2648" name="Freeform 773">
                  <a:extLst>
                    <a:ext uri="{FF2B5EF4-FFF2-40B4-BE49-F238E27FC236}">
                      <a16:creationId xmlns:a16="http://schemas.microsoft.com/office/drawing/2014/main" id="{CE49DD55-1E22-4C4E-9B88-C65635987C0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47" y="2671"/>
                  <a:ext cx="40" cy="55"/>
                </a:xfrm>
                <a:custGeom>
                  <a:avLst/>
                  <a:gdLst>
                    <a:gd name="T0" fmla="*/ 0 w 114"/>
                    <a:gd name="T1" fmla="*/ 0 h 238"/>
                    <a:gd name="T2" fmla="*/ 0 w 114"/>
                    <a:gd name="T3" fmla="*/ 0 h 238"/>
                    <a:gd name="T4" fmla="*/ 0 w 114"/>
                    <a:gd name="T5" fmla="*/ 0 h 238"/>
                    <a:gd name="T6" fmla="*/ 0 w 114"/>
                    <a:gd name="T7" fmla="*/ 0 h 238"/>
                    <a:gd name="T8" fmla="*/ 0 w 114"/>
                    <a:gd name="T9" fmla="*/ 0 h 238"/>
                    <a:gd name="T10" fmla="*/ 0 w 114"/>
                    <a:gd name="T11" fmla="*/ 0 h 238"/>
                    <a:gd name="T12" fmla="*/ 0 w 114"/>
                    <a:gd name="T13" fmla="*/ 0 h 238"/>
                    <a:gd name="T14" fmla="*/ 0 w 114"/>
                    <a:gd name="T15" fmla="*/ 0 h 238"/>
                    <a:gd name="T16" fmla="*/ 0 w 114"/>
                    <a:gd name="T17" fmla="*/ 0 h 238"/>
                    <a:gd name="T18" fmla="*/ 0 w 114"/>
                    <a:gd name="T19" fmla="*/ 0 h 238"/>
                    <a:gd name="T20" fmla="*/ 0 w 114"/>
                    <a:gd name="T21" fmla="*/ 0 h 238"/>
                    <a:gd name="T22" fmla="*/ 0 w 114"/>
                    <a:gd name="T23" fmla="*/ 0 h 238"/>
                    <a:gd name="T24" fmla="*/ 0 w 114"/>
                    <a:gd name="T25" fmla="*/ 0 h 238"/>
                    <a:gd name="T26" fmla="*/ 0 w 114"/>
                    <a:gd name="T27" fmla="*/ 0 h 238"/>
                    <a:gd name="T28" fmla="*/ 0 w 114"/>
                    <a:gd name="T29" fmla="*/ 0 h 238"/>
                    <a:gd name="T30" fmla="*/ 0 w 114"/>
                    <a:gd name="T31" fmla="*/ 0 h 238"/>
                    <a:gd name="T32" fmla="*/ 0 w 114"/>
                    <a:gd name="T33" fmla="*/ 0 h 238"/>
                    <a:gd name="T34" fmla="*/ 0 w 114"/>
                    <a:gd name="T35" fmla="*/ 0 h 238"/>
                    <a:gd name="T36" fmla="*/ 0 w 114"/>
                    <a:gd name="T37" fmla="*/ 0 h 238"/>
                    <a:gd name="T38" fmla="*/ 0 w 114"/>
                    <a:gd name="T39" fmla="*/ 0 h 238"/>
                    <a:gd name="T40" fmla="*/ 0 w 114"/>
                    <a:gd name="T41" fmla="*/ 0 h 238"/>
                    <a:gd name="T42" fmla="*/ 0 w 114"/>
                    <a:gd name="T43" fmla="*/ 0 h 238"/>
                    <a:gd name="T44" fmla="*/ 0 w 114"/>
                    <a:gd name="T45" fmla="*/ 0 h 238"/>
                    <a:gd name="T46" fmla="*/ 0 w 114"/>
                    <a:gd name="T47" fmla="*/ 0 h 238"/>
                    <a:gd name="T48" fmla="*/ 0 w 114"/>
                    <a:gd name="T49" fmla="*/ 0 h 238"/>
                    <a:gd name="T50" fmla="*/ 0 w 114"/>
                    <a:gd name="T51" fmla="*/ 0 h 238"/>
                    <a:gd name="T52" fmla="*/ 0 w 114"/>
                    <a:gd name="T53" fmla="*/ 0 h 238"/>
                    <a:gd name="T54" fmla="*/ 0 w 114"/>
                    <a:gd name="T55" fmla="*/ 0 h 238"/>
                    <a:gd name="T56" fmla="*/ 0 w 114"/>
                    <a:gd name="T57" fmla="*/ 0 h 238"/>
                    <a:gd name="T58" fmla="*/ 0 w 114"/>
                    <a:gd name="T59" fmla="*/ 0 h 238"/>
                    <a:gd name="T60" fmla="*/ 0 w 114"/>
                    <a:gd name="T61" fmla="*/ 0 h 238"/>
                    <a:gd name="T62" fmla="*/ 0 w 114"/>
                    <a:gd name="T63" fmla="*/ 0 h 238"/>
                    <a:gd name="T64" fmla="*/ 0 w 114"/>
                    <a:gd name="T65" fmla="*/ 0 h 238"/>
                    <a:gd name="T66" fmla="*/ 0 w 114"/>
                    <a:gd name="T67" fmla="*/ 0 h 238"/>
                    <a:gd name="T68" fmla="*/ 0 w 114"/>
                    <a:gd name="T69" fmla="*/ 0 h 238"/>
                    <a:gd name="T70" fmla="*/ 0 w 114"/>
                    <a:gd name="T71" fmla="*/ 0 h 238"/>
                    <a:gd name="T72" fmla="*/ 0 w 114"/>
                    <a:gd name="T73" fmla="*/ 0 h 238"/>
                    <a:gd name="T74" fmla="*/ 0 w 114"/>
                    <a:gd name="T75" fmla="*/ 0 h 238"/>
                    <a:gd name="T76" fmla="*/ 0 w 114"/>
                    <a:gd name="T77" fmla="*/ 0 h 238"/>
                    <a:gd name="T78" fmla="*/ 0 w 114"/>
                    <a:gd name="T79" fmla="*/ 0 h 238"/>
                    <a:gd name="T80" fmla="*/ 0 w 114"/>
                    <a:gd name="T81" fmla="*/ 0 h 238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w 114"/>
                    <a:gd name="T124" fmla="*/ 0 h 238"/>
                    <a:gd name="T125" fmla="*/ 114 w 114"/>
                    <a:gd name="T126" fmla="*/ 238 h 238"/>
                  </a:gdLst>
                  <a:ahLst/>
                  <a:cxnLst>
                    <a:cxn ang="T82">
                      <a:pos x="T0" y="T1"/>
                    </a:cxn>
                    <a:cxn ang="T83">
                      <a:pos x="T2" y="T3"/>
                    </a:cxn>
                    <a:cxn ang="T84">
                      <a:pos x="T4" y="T5"/>
                    </a:cxn>
                    <a:cxn ang="T85">
                      <a:pos x="T6" y="T7"/>
                    </a:cxn>
                    <a:cxn ang="T86">
                      <a:pos x="T8" y="T9"/>
                    </a:cxn>
                    <a:cxn ang="T87">
                      <a:pos x="T10" y="T11"/>
                    </a:cxn>
                    <a:cxn ang="T88">
                      <a:pos x="T12" y="T13"/>
                    </a:cxn>
                    <a:cxn ang="T89">
                      <a:pos x="T14" y="T15"/>
                    </a:cxn>
                    <a:cxn ang="T90">
                      <a:pos x="T16" y="T17"/>
                    </a:cxn>
                    <a:cxn ang="T91">
                      <a:pos x="T18" y="T19"/>
                    </a:cxn>
                    <a:cxn ang="T92">
                      <a:pos x="T20" y="T21"/>
                    </a:cxn>
                    <a:cxn ang="T93">
                      <a:pos x="T22" y="T23"/>
                    </a:cxn>
                    <a:cxn ang="T94">
                      <a:pos x="T24" y="T25"/>
                    </a:cxn>
                    <a:cxn ang="T95">
                      <a:pos x="T26" y="T27"/>
                    </a:cxn>
                    <a:cxn ang="T96">
                      <a:pos x="T28" y="T29"/>
                    </a:cxn>
                    <a:cxn ang="T97">
                      <a:pos x="T30" y="T31"/>
                    </a:cxn>
                    <a:cxn ang="T98">
                      <a:pos x="T32" y="T33"/>
                    </a:cxn>
                    <a:cxn ang="T99">
                      <a:pos x="T34" y="T35"/>
                    </a:cxn>
                    <a:cxn ang="T100">
                      <a:pos x="T36" y="T37"/>
                    </a:cxn>
                    <a:cxn ang="T101">
                      <a:pos x="T38" y="T39"/>
                    </a:cxn>
                    <a:cxn ang="T102">
                      <a:pos x="T40" y="T41"/>
                    </a:cxn>
                    <a:cxn ang="T103">
                      <a:pos x="T42" y="T43"/>
                    </a:cxn>
                    <a:cxn ang="T104">
                      <a:pos x="T44" y="T45"/>
                    </a:cxn>
                    <a:cxn ang="T105">
                      <a:pos x="T46" y="T47"/>
                    </a:cxn>
                    <a:cxn ang="T106">
                      <a:pos x="T48" y="T49"/>
                    </a:cxn>
                    <a:cxn ang="T107">
                      <a:pos x="T50" y="T51"/>
                    </a:cxn>
                    <a:cxn ang="T108">
                      <a:pos x="T52" y="T53"/>
                    </a:cxn>
                    <a:cxn ang="T109">
                      <a:pos x="T54" y="T55"/>
                    </a:cxn>
                    <a:cxn ang="T110">
                      <a:pos x="T56" y="T57"/>
                    </a:cxn>
                    <a:cxn ang="T111">
                      <a:pos x="T58" y="T59"/>
                    </a:cxn>
                    <a:cxn ang="T112">
                      <a:pos x="T60" y="T61"/>
                    </a:cxn>
                    <a:cxn ang="T113">
                      <a:pos x="T62" y="T63"/>
                    </a:cxn>
                    <a:cxn ang="T114">
                      <a:pos x="T64" y="T65"/>
                    </a:cxn>
                    <a:cxn ang="T115">
                      <a:pos x="T66" y="T67"/>
                    </a:cxn>
                    <a:cxn ang="T116">
                      <a:pos x="T68" y="T69"/>
                    </a:cxn>
                    <a:cxn ang="T117">
                      <a:pos x="T70" y="T71"/>
                    </a:cxn>
                    <a:cxn ang="T118">
                      <a:pos x="T72" y="T73"/>
                    </a:cxn>
                    <a:cxn ang="T119">
                      <a:pos x="T74" y="T75"/>
                    </a:cxn>
                    <a:cxn ang="T120">
                      <a:pos x="T76" y="T77"/>
                    </a:cxn>
                    <a:cxn ang="T121">
                      <a:pos x="T78" y="T79"/>
                    </a:cxn>
                    <a:cxn ang="T122">
                      <a:pos x="T80" y="T81"/>
                    </a:cxn>
                  </a:cxnLst>
                  <a:rect l="T123" t="T124" r="T125" b="T126"/>
                  <a:pathLst>
                    <a:path w="114" h="238">
                      <a:moveTo>
                        <a:pt x="0" y="130"/>
                      </a:moveTo>
                      <a:lnTo>
                        <a:pt x="0" y="149"/>
                      </a:lnTo>
                      <a:lnTo>
                        <a:pt x="4" y="168"/>
                      </a:lnTo>
                      <a:lnTo>
                        <a:pt x="12" y="185"/>
                      </a:lnTo>
                      <a:lnTo>
                        <a:pt x="24" y="200"/>
                      </a:lnTo>
                      <a:lnTo>
                        <a:pt x="38" y="213"/>
                      </a:lnTo>
                      <a:lnTo>
                        <a:pt x="55" y="224"/>
                      </a:lnTo>
                      <a:lnTo>
                        <a:pt x="73" y="232"/>
                      </a:lnTo>
                      <a:lnTo>
                        <a:pt x="92" y="237"/>
                      </a:lnTo>
                      <a:lnTo>
                        <a:pt x="98" y="238"/>
                      </a:lnTo>
                      <a:lnTo>
                        <a:pt x="104" y="235"/>
                      </a:lnTo>
                      <a:lnTo>
                        <a:pt x="109" y="232"/>
                      </a:lnTo>
                      <a:lnTo>
                        <a:pt x="111" y="227"/>
                      </a:lnTo>
                      <a:lnTo>
                        <a:pt x="111" y="222"/>
                      </a:lnTo>
                      <a:lnTo>
                        <a:pt x="110" y="216"/>
                      </a:lnTo>
                      <a:lnTo>
                        <a:pt x="106" y="211"/>
                      </a:lnTo>
                      <a:lnTo>
                        <a:pt x="100" y="209"/>
                      </a:lnTo>
                      <a:lnTo>
                        <a:pt x="82" y="202"/>
                      </a:lnTo>
                      <a:lnTo>
                        <a:pt x="64" y="193"/>
                      </a:lnTo>
                      <a:lnTo>
                        <a:pt x="50" y="180"/>
                      </a:lnTo>
                      <a:lnTo>
                        <a:pt x="39" y="167"/>
                      </a:lnTo>
                      <a:lnTo>
                        <a:pt x="32" y="149"/>
                      </a:lnTo>
                      <a:lnTo>
                        <a:pt x="29" y="131"/>
                      </a:lnTo>
                      <a:lnTo>
                        <a:pt x="29" y="111"/>
                      </a:lnTo>
                      <a:lnTo>
                        <a:pt x="35" y="91"/>
                      </a:lnTo>
                      <a:lnTo>
                        <a:pt x="42" y="76"/>
                      </a:lnTo>
                      <a:lnTo>
                        <a:pt x="51" y="62"/>
                      </a:lnTo>
                      <a:lnTo>
                        <a:pt x="62" y="49"/>
                      </a:lnTo>
                      <a:lnTo>
                        <a:pt x="73" y="38"/>
                      </a:lnTo>
                      <a:lnTo>
                        <a:pt x="84" y="28"/>
                      </a:lnTo>
                      <a:lnTo>
                        <a:pt x="96" y="18"/>
                      </a:lnTo>
                      <a:lnTo>
                        <a:pt x="106" y="9"/>
                      </a:lnTo>
                      <a:lnTo>
                        <a:pt x="114" y="1"/>
                      </a:lnTo>
                      <a:lnTo>
                        <a:pt x="106" y="0"/>
                      </a:lnTo>
                      <a:lnTo>
                        <a:pt x="93" y="6"/>
                      </a:lnTo>
                      <a:lnTo>
                        <a:pt x="76" y="18"/>
                      </a:lnTo>
                      <a:lnTo>
                        <a:pt x="56" y="36"/>
                      </a:lnTo>
                      <a:lnTo>
                        <a:pt x="37" y="57"/>
                      </a:lnTo>
                      <a:lnTo>
                        <a:pt x="20" y="80"/>
                      </a:lnTo>
                      <a:lnTo>
                        <a:pt x="7" y="106"/>
                      </a:lnTo>
                      <a:lnTo>
                        <a:pt x="0" y="130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2649" name="Freeform 774">
                  <a:extLst>
                    <a:ext uri="{FF2B5EF4-FFF2-40B4-BE49-F238E27FC236}">
                      <a16:creationId xmlns:a16="http://schemas.microsoft.com/office/drawing/2014/main" id="{9BF837D2-2850-4950-9578-5F3A1AE2175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30" y="2639"/>
                  <a:ext cx="87" cy="73"/>
                </a:xfrm>
                <a:custGeom>
                  <a:avLst/>
                  <a:gdLst>
                    <a:gd name="T0" fmla="*/ 0 w 246"/>
                    <a:gd name="T1" fmla="*/ 0 h 310"/>
                    <a:gd name="T2" fmla="*/ 0 w 246"/>
                    <a:gd name="T3" fmla="*/ 0 h 310"/>
                    <a:gd name="T4" fmla="*/ 0 w 246"/>
                    <a:gd name="T5" fmla="*/ 0 h 310"/>
                    <a:gd name="T6" fmla="*/ 0 w 246"/>
                    <a:gd name="T7" fmla="*/ 0 h 310"/>
                    <a:gd name="T8" fmla="*/ 0 w 246"/>
                    <a:gd name="T9" fmla="*/ 0 h 310"/>
                    <a:gd name="T10" fmla="*/ 0 w 246"/>
                    <a:gd name="T11" fmla="*/ 0 h 310"/>
                    <a:gd name="T12" fmla="*/ 0 w 246"/>
                    <a:gd name="T13" fmla="*/ 0 h 310"/>
                    <a:gd name="T14" fmla="*/ 0 w 246"/>
                    <a:gd name="T15" fmla="*/ 0 h 310"/>
                    <a:gd name="T16" fmla="*/ 0 w 246"/>
                    <a:gd name="T17" fmla="*/ 0 h 310"/>
                    <a:gd name="T18" fmla="*/ 0 w 246"/>
                    <a:gd name="T19" fmla="*/ 0 h 310"/>
                    <a:gd name="T20" fmla="*/ 0 w 246"/>
                    <a:gd name="T21" fmla="*/ 0 h 310"/>
                    <a:gd name="T22" fmla="*/ 0 w 246"/>
                    <a:gd name="T23" fmla="*/ 0 h 310"/>
                    <a:gd name="T24" fmla="*/ 0 w 246"/>
                    <a:gd name="T25" fmla="*/ 0 h 310"/>
                    <a:gd name="T26" fmla="*/ 0 w 246"/>
                    <a:gd name="T27" fmla="*/ 0 h 310"/>
                    <a:gd name="T28" fmla="*/ 0 w 246"/>
                    <a:gd name="T29" fmla="*/ 0 h 310"/>
                    <a:gd name="T30" fmla="*/ 0 w 246"/>
                    <a:gd name="T31" fmla="*/ 0 h 310"/>
                    <a:gd name="T32" fmla="*/ 0 w 246"/>
                    <a:gd name="T33" fmla="*/ 0 h 310"/>
                    <a:gd name="T34" fmla="*/ 0 w 246"/>
                    <a:gd name="T35" fmla="*/ 0 h 310"/>
                    <a:gd name="T36" fmla="*/ 0 w 246"/>
                    <a:gd name="T37" fmla="*/ 0 h 310"/>
                    <a:gd name="T38" fmla="*/ 0 w 246"/>
                    <a:gd name="T39" fmla="*/ 0 h 310"/>
                    <a:gd name="T40" fmla="*/ 0 w 246"/>
                    <a:gd name="T41" fmla="*/ 0 h 310"/>
                    <a:gd name="T42" fmla="*/ 0 w 246"/>
                    <a:gd name="T43" fmla="*/ 0 h 310"/>
                    <a:gd name="T44" fmla="*/ 0 w 246"/>
                    <a:gd name="T45" fmla="*/ 0 h 310"/>
                    <a:gd name="T46" fmla="*/ 0 w 246"/>
                    <a:gd name="T47" fmla="*/ 0 h 310"/>
                    <a:gd name="T48" fmla="*/ 0 w 246"/>
                    <a:gd name="T49" fmla="*/ 0 h 310"/>
                    <a:gd name="T50" fmla="*/ 0 w 246"/>
                    <a:gd name="T51" fmla="*/ 0 h 310"/>
                    <a:gd name="T52" fmla="*/ 0 w 246"/>
                    <a:gd name="T53" fmla="*/ 0 h 310"/>
                    <a:gd name="T54" fmla="*/ 0 w 246"/>
                    <a:gd name="T55" fmla="*/ 0 h 310"/>
                    <a:gd name="T56" fmla="*/ 0 w 246"/>
                    <a:gd name="T57" fmla="*/ 0 h 310"/>
                    <a:gd name="T58" fmla="*/ 0 w 246"/>
                    <a:gd name="T59" fmla="*/ 0 h 310"/>
                    <a:gd name="T60" fmla="*/ 0 w 246"/>
                    <a:gd name="T61" fmla="*/ 0 h 310"/>
                    <a:gd name="T62" fmla="*/ 0 w 246"/>
                    <a:gd name="T63" fmla="*/ 0 h 310"/>
                    <a:gd name="T64" fmla="*/ 0 w 246"/>
                    <a:gd name="T65" fmla="*/ 0 h 310"/>
                    <a:gd name="T66" fmla="*/ 0 w 246"/>
                    <a:gd name="T67" fmla="*/ 0 h 310"/>
                    <a:gd name="T68" fmla="*/ 0 w 246"/>
                    <a:gd name="T69" fmla="*/ 0 h 310"/>
                    <a:gd name="T70" fmla="*/ 0 w 246"/>
                    <a:gd name="T71" fmla="*/ 0 h 310"/>
                    <a:gd name="T72" fmla="*/ 0 w 246"/>
                    <a:gd name="T73" fmla="*/ 0 h 310"/>
                    <a:gd name="T74" fmla="*/ 0 w 246"/>
                    <a:gd name="T75" fmla="*/ 0 h 310"/>
                    <a:gd name="T76" fmla="*/ 0 60000 65536"/>
                    <a:gd name="T77" fmla="*/ 0 60000 65536"/>
                    <a:gd name="T78" fmla="*/ 0 60000 65536"/>
                    <a:gd name="T79" fmla="*/ 0 60000 65536"/>
                    <a:gd name="T80" fmla="*/ 0 60000 65536"/>
                    <a:gd name="T81" fmla="*/ 0 60000 65536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w 246"/>
                    <a:gd name="T115" fmla="*/ 0 h 310"/>
                    <a:gd name="T116" fmla="*/ 246 w 246"/>
                    <a:gd name="T117" fmla="*/ 310 h 310"/>
                  </a:gdLst>
                  <a:ahLst/>
                  <a:cxnLst>
                    <a:cxn ang="T76">
                      <a:pos x="T0" y="T1"/>
                    </a:cxn>
                    <a:cxn ang="T77">
                      <a:pos x="T2" y="T3"/>
                    </a:cxn>
                    <a:cxn ang="T78">
                      <a:pos x="T4" y="T5"/>
                    </a:cxn>
                    <a:cxn ang="T79">
                      <a:pos x="T6" y="T7"/>
                    </a:cxn>
                    <a:cxn ang="T80">
                      <a:pos x="T8" y="T9"/>
                    </a:cxn>
                    <a:cxn ang="T81">
                      <a:pos x="T10" y="T11"/>
                    </a:cxn>
                    <a:cxn ang="T82">
                      <a:pos x="T12" y="T13"/>
                    </a:cxn>
                    <a:cxn ang="T83">
                      <a:pos x="T14" y="T15"/>
                    </a:cxn>
                    <a:cxn ang="T84">
                      <a:pos x="T16" y="T17"/>
                    </a:cxn>
                    <a:cxn ang="T85">
                      <a:pos x="T18" y="T19"/>
                    </a:cxn>
                    <a:cxn ang="T86">
                      <a:pos x="T20" y="T21"/>
                    </a:cxn>
                    <a:cxn ang="T87">
                      <a:pos x="T22" y="T23"/>
                    </a:cxn>
                    <a:cxn ang="T88">
                      <a:pos x="T24" y="T25"/>
                    </a:cxn>
                    <a:cxn ang="T89">
                      <a:pos x="T26" y="T27"/>
                    </a:cxn>
                    <a:cxn ang="T90">
                      <a:pos x="T28" y="T29"/>
                    </a:cxn>
                    <a:cxn ang="T91">
                      <a:pos x="T30" y="T31"/>
                    </a:cxn>
                    <a:cxn ang="T92">
                      <a:pos x="T32" y="T33"/>
                    </a:cxn>
                    <a:cxn ang="T93">
                      <a:pos x="T34" y="T35"/>
                    </a:cxn>
                    <a:cxn ang="T94">
                      <a:pos x="T36" y="T37"/>
                    </a:cxn>
                    <a:cxn ang="T95">
                      <a:pos x="T38" y="T39"/>
                    </a:cxn>
                    <a:cxn ang="T96">
                      <a:pos x="T40" y="T41"/>
                    </a:cxn>
                    <a:cxn ang="T97">
                      <a:pos x="T42" y="T43"/>
                    </a:cxn>
                    <a:cxn ang="T98">
                      <a:pos x="T44" y="T45"/>
                    </a:cxn>
                    <a:cxn ang="T99">
                      <a:pos x="T46" y="T47"/>
                    </a:cxn>
                    <a:cxn ang="T100">
                      <a:pos x="T48" y="T49"/>
                    </a:cxn>
                    <a:cxn ang="T101">
                      <a:pos x="T50" y="T51"/>
                    </a:cxn>
                    <a:cxn ang="T102">
                      <a:pos x="T52" y="T53"/>
                    </a:cxn>
                    <a:cxn ang="T103">
                      <a:pos x="T54" y="T55"/>
                    </a:cxn>
                    <a:cxn ang="T104">
                      <a:pos x="T56" y="T57"/>
                    </a:cxn>
                    <a:cxn ang="T105">
                      <a:pos x="T58" y="T59"/>
                    </a:cxn>
                    <a:cxn ang="T106">
                      <a:pos x="T60" y="T61"/>
                    </a:cxn>
                    <a:cxn ang="T107">
                      <a:pos x="T62" y="T63"/>
                    </a:cxn>
                    <a:cxn ang="T108">
                      <a:pos x="T64" y="T65"/>
                    </a:cxn>
                    <a:cxn ang="T109">
                      <a:pos x="T66" y="T67"/>
                    </a:cxn>
                    <a:cxn ang="T110">
                      <a:pos x="T68" y="T69"/>
                    </a:cxn>
                    <a:cxn ang="T111">
                      <a:pos x="T70" y="T71"/>
                    </a:cxn>
                    <a:cxn ang="T112">
                      <a:pos x="T72" y="T73"/>
                    </a:cxn>
                    <a:cxn ang="T113">
                      <a:pos x="T74" y="T75"/>
                    </a:cxn>
                  </a:cxnLst>
                  <a:rect l="T114" t="T115" r="T116" b="T117"/>
                  <a:pathLst>
                    <a:path w="246" h="310">
                      <a:moveTo>
                        <a:pt x="199" y="116"/>
                      </a:moveTo>
                      <a:lnTo>
                        <a:pt x="207" y="124"/>
                      </a:lnTo>
                      <a:lnTo>
                        <a:pt x="214" y="133"/>
                      </a:lnTo>
                      <a:lnTo>
                        <a:pt x="219" y="143"/>
                      </a:lnTo>
                      <a:lnTo>
                        <a:pt x="223" y="154"/>
                      </a:lnTo>
                      <a:lnTo>
                        <a:pt x="225" y="164"/>
                      </a:lnTo>
                      <a:lnTo>
                        <a:pt x="225" y="176"/>
                      </a:lnTo>
                      <a:lnTo>
                        <a:pt x="221" y="187"/>
                      </a:lnTo>
                      <a:lnTo>
                        <a:pt x="216" y="197"/>
                      </a:lnTo>
                      <a:lnTo>
                        <a:pt x="208" y="209"/>
                      </a:lnTo>
                      <a:lnTo>
                        <a:pt x="199" y="219"/>
                      </a:lnTo>
                      <a:lnTo>
                        <a:pt x="188" y="228"/>
                      </a:lnTo>
                      <a:lnTo>
                        <a:pt x="177" y="238"/>
                      </a:lnTo>
                      <a:lnTo>
                        <a:pt x="166" y="246"/>
                      </a:lnTo>
                      <a:lnTo>
                        <a:pt x="154" y="255"/>
                      </a:lnTo>
                      <a:lnTo>
                        <a:pt x="143" y="264"/>
                      </a:lnTo>
                      <a:lnTo>
                        <a:pt x="132" y="274"/>
                      </a:lnTo>
                      <a:lnTo>
                        <a:pt x="129" y="278"/>
                      </a:lnTo>
                      <a:lnTo>
                        <a:pt x="126" y="282"/>
                      </a:lnTo>
                      <a:lnTo>
                        <a:pt x="124" y="287"/>
                      </a:lnTo>
                      <a:lnTo>
                        <a:pt x="121" y="292"/>
                      </a:lnTo>
                      <a:lnTo>
                        <a:pt x="120" y="296"/>
                      </a:lnTo>
                      <a:lnTo>
                        <a:pt x="120" y="301"/>
                      </a:lnTo>
                      <a:lnTo>
                        <a:pt x="121" y="305"/>
                      </a:lnTo>
                      <a:lnTo>
                        <a:pt x="125" y="309"/>
                      </a:lnTo>
                      <a:lnTo>
                        <a:pt x="130" y="310"/>
                      </a:lnTo>
                      <a:lnTo>
                        <a:pt x="134" y="310"/>
                      </a:lnTo>
                      <a:lnTo>
                        <a:pt x="139" y="309"/>
                      </a:lnTo>
                      <a:lnTo>
                        <a:pt x="143" y="305"/>
                      </a:lnTo>
                      <a:lnTo>
                        <a:pt x="154" y="293"/>
                      </a:lnTo>
                      <a:lnTo>
                        <a:pt x="167" y="280"/>
                      </a:lnTo>
                      <a:lnTo>
                        <a:pt x="180" y="269"/>
                      </a:lnTo>
                      <a:lnTo>
                        <a:pt x="194" y="257"/>
                      </a:lnTo>
                      <a:lnTo>
                        <a:pt x="207" y="246"/>
                      </a:lnTo>
                      <a:lnTo>
                        <a:pt x="219" y="233"/>
                      </a:lnTo>
                      <a:lnTo>
                        <a:pt x="231" y="219"/>
                      </a:lnTo>
                      <a:lnTo>
                        <a:pt x="239" y="204"/>
                      </a:lnTo>
                      <a:lnTo>
                        <a:pt x="245" y="187"/>
                      </a:lnTo>
                      <a:lnTo>
                        <a:pt x="246" y="170"/>
                      </a:lnTo>
                      <a:lnTo>
                        <a:pt x="242" y="153"/>
                      </a:lnTo>
                      <a:lnTo>
                        <a:pt x="236" y="136"/>
                      </a:lnTo>
                      <a:lnTo>
                        <a:pt x="227" y="120"/>
                      </a:lnTo>
                      <a:lnTo>
                        <a:pt x="215" y="107"/>
                      </a:lnTo>
                      <a:lnTo>
                        <a:pt x="201" y="94"/>
                      </a:lnTo>
                      <a:lnTo>
                        <a:pt x="187" y="82"/>
                      </a:lnTo>
                      <a:lnTo>
                        <a:pt x="177" y="74"/>
                      </a:lnTo>
                      <a:lnTo>
                        <a:pt x="165" y="68"/>
                      </a:lnTo>
                      <a:lnTo>
                        <a:pt x="152" y="60"/>
                      </a:lnTo>
                      <a:lnTo>
                        <a:pt x="139" y="51"/>
                      </a:lnTo>
                      <a:lnTo>
                        <a:pt x="126" y="43"/>
                      </a:lnTo>
                      <a:lnTo>
                        <a:pt x="112" y="35"/>
                      </a:lnTo>
                      <a:lnTo>
                        <a:pt x="98" y="28"/>
                      </a:lnTo>
                      <a:lnTo>
                        <a:pt x="85" y="22"/>
                      </a:lnTo>
                      <a:lnTo>
                        <a:pt x="72" y="16"/>
                      </a:lnTo>
                      <a:lnTo>
                        <a:pt x="59" y="10"/>
                      </a:lnTo>
                      <a:lnTo>
                        <a:pt x="46" y="7"/>
                      </a:lnTo>
                      <a:lnTo>
                        <a:pt x="35" y="3"/>
                      </a:lnTo>
                      <a:lnTo>
                        <a:pt x="24" y="1"/>
                      </a:lnTo>
                      <a:lnTo>
                        <a:pt x="15" y="0"/>
                      </a:lnTo>
                      <a:lnTo>
                        <a:pt x="7" y="1"/>
                      </a:lnTo>
                      <a:lnTo>
                        <a:pt x="0" y="3"/>
                      </a:lnTo>
                      <a:lnTo>
                        <a:pt x="8" y="6"/>
                      </a:lnTo>
                      <a:lnTo>
                        <a:pt x="17" y="9"/>
                      </a:lnTo>
                      <a:lnTo>
                        <a:pt x="28" y="14"/>
                      </a:lnTo>
                      <a:lnTo>
                        <a:pt x="38" y="18"/>
                      </a:lnTo>
                      <a:lnTo>
                        <a:pt x="51" y="24"/>
                      </a:lnTo>
                      <a:lnTo>
                        <a:pt x="64" y="30"/>
                      </a:lnTo>
                      <a:lnTo>
                        <a:pt x="78" y="37"/>
                      </a:lnTo>
                      <a:lnTo>
                        <a:pt x="92" y="43"/>
                      </a:lnTo>
                      <a:lnTo>
                        <a:pt x="106" y="51"/>
                      </a:lnTo>
                      <a:lnTo>
                        <a:pt x="120" y="60"/>
                      </a:lnTo>
                      <a:lnTo>
                        <a:pt x="134" y="69"/>
                      </a:lnTo>
                      <a:lnTo>
                        <a:pt x="148" y="78"/>
                      </a:lnTo>
                      <a:lnTo>
                        <a:pt x="163" y="87"/>
                      </a:lnTo>
                      <a:lnTo>
                        <a:pt x="175" y="96"/>
                      </a:lnTo>
                      <a:lnTo>
                        <a:pt x="187" y="105"/>
                      </a:lnTo>
                      <a:lnTo>
                        <a:pt x="199" y="116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2650" name="Freeform 775">
                  <a:extLst>
                    <a:ext uri="{FF2B5EF4-FFF2-40B4-BE49-F238E27FC236}">
                      <a16:creationId xmlns:a16="http://schemas.microsoft.com/office/drawing/2014/main" id="{F35A2426-7C72-4E10-B3A1-EF6DA779994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115" y="2660"/>
                  <a:ext cx="69" cy="55"/>
                </a:xfrm>
                <a:custGeom>
                  <a:avLst/>
                  <a:gdLst>
                    <a:gd name="T0" fmla="*/ 0 w 198"/>
                    <a:gd name="T1" fmla="*/ 0 h 236"/>
                    <a:gd name="T2" fmla="*/ 0 w 198"/>
                    <a:gd name="T3" fmla="*/ 0 h 236"/>
                    <a:gd name="T4" fmla="*/ 0 w 198"/>
                    <a:gd name="T5" fmla="*/ 0 h 236"/>
                    <a:gd name="T6" fmla="*/ 0 w 198"/>
                    <a:gd name="T7" fmla="*/ 0 h 236"/>
                    <a:gd name="T8" fmla="*/ 0 w 198"/>
                    <a:gd name="T9" fmla="*/ 0 h 236"/>
                    <a:gd name="T10" fmla="*/ 0 w 198"/>
                    <a:gd name="T11" fmla="*/ 0 h 236"/>
                    <a:gd name="T12" fmla="*/ 0 w 198"/>
                    <a:gd name="T13" fmla="*/ 0 h 236"/>
                    <a:gd name="T14" fmla="*/ 0 w 198"/>
                    <a:gd name="T15" fmla="*/ 0 h 236"/>
                    <a:gd name="T16" fmla="*/ 0 w 198"/>
                    <a:gd name="T17" fmla="*/ 0 h 236"/>
                    <a:gd name="T18" fmla="*/ 0 w 198"/>
                    <a:gd name="T19" fmla="*/ 0 h 236"/>
                    <a:gd name="T20" fmla="*/ 0 w 198"/>
                    <a:gd name="T21" fmla="*/ 0 h 236"/>
                    <a:gd name="T22" fmla="*/ 0 w 198"/>
                    <a:gd name="T23" fmla="*/ 0 h 236"/>
                    <a:gd name="T24" fmla="*/ 0 w 198"/>
                    <a:gd name="T25" fmla="*/ 0 h 236"/>
                    <a:gd name="T26" fmla="*/ 0 w 198"/>
                    <a:gd name="T27" fmla="*/ 0 h 236"/>
                    <a:gd name="T28" fmla="*/ 0 w 198"/>
                    <a:gd name="T29" fmla="*/ 0 h 236"/>
                    <a:gd name="T30" fmla="*/ 0 w 198"/>
                    <a:gd name="T31" fmla="*/ 0 h 236"/>
                    <a:gd name="T32" fmla="*/ 0 w 198"/>
                    <a:gd name="T33" fmla="*/ 0 h 236"/>
                    <a:gd name="T34" fmla="*/ 0 w 198"/>
                    <a:gd name="T35" fmla="*/ 0 h 236"/>
                    <a:gd name="T36" fmla="*/ 0 w 198"/>
                    <a:gd name="T37" fmla="*/ 0 h 236"/>
                    <a:gd name="T38" fmla="*/ 0 w 198"/>
                    <a:gd name="T39" fmla="*/ 0 h 236"/>
                    <a:gd name="T40" fmla="*/ 0 w 198"/>
                    <a:gd name="T41" fmla="*/ 0 h 236"/>
                    <a:gd name="T42" fmla="*/ 0 w 198"/>
                    <a:gd name="T43" fmla="*/ 0 h 236"/>
                    <a:gd name="T44" fmla="*/ 0 w 198"/>
                    <a:gd name="T45" fmla="*/ 0 h 236"/>
                    <a:gd name="T46" fmla="*/ 0 w 198"/>
                    <a:gd name="T47" fmla="*/ 0 h 236"/>
                    <a:gd name="T48" fmla="*/ 0 w 198"/>
                    <a:gd name="T49" fmla="*/ 0 h 236"/>
                    <a:gd name="T50" fmla="*/ 0 w 198"/>
                    <a:gd name="T51" fmla="*/ 0 h 236"/>
                    <a:gd name="T52" fmla="*/ 0 w 198"/>
                    <a:gd name="T53" fmla="*/ 0 h 236"/>
                    <a:gd name="T54" fmla="*/ 0 w 198"/>
                    <a:gd name="T55" fmla="*/ 0 h 236"/>
                    <a:gd name="T56" fmla="*/ 0 w 198"/>
                    <a:gd name="T57" fmla="*/ 0 h 236"/>
                    <a:gd name="T58" fmla="*/ 0 w 198"/>
                    <a:gd name="T59" fmla="*/ 0 h 236"/>
                    <a:gd name="T60" fmla="*/ 0 w 198"/>
                    <a:gd name="T61" fmla="*/ 0 h 236"/>
                    <a:gd name="T62" fmla="*/ 0 w 198"/>
                    <a:gd name="T63" fmla="*/ 0 h 236"/>
                    <a:gd name="T64" fmla="*/ 0 w 198"/>
                    <a:gd name="T65" fmla="*/ 0 h 236"/>
                    <a:gd name="T66" fmla="*/ 0 w 198"/>
                    <a:gd name="T67" fmla="*/ 0 h 236"/>
                    <a:gd name="T68" fmla="*/ 0 w 198"/>
                    <a:gd name="T69" fmla="*/ 0 h 236"/>
                    <a:gd name="T70" fmla="*/ 0 w 198"/>
                    <a:gd name="T71" fmla="*/ 0 h 236"/>
                    <a:gd name="T72" fmla="*/ 0 w 198"/>
                    <a:gd name="T73" fmla="*/ 0 h 236"/>
                    <a:gd name="T74" fmla="*/ 0 w 198"/>
                    <a:gd name="T75" fmla="*/ 0 h 236"/>
                    <a:gd name="T76" fmla="*/ 0 w 198"/>
                    <a:gd name="T77" fmla="*/ 0 h 236"/>
                    <a:gd name="T78" fmla="*/ 0 w 198"/>
                    <a:gd name="T79" fmla="*/ 0 h 236"/>
                    <a:gd name="T80" fmla="*/ 0 w 198"/>
                    <a:gd name="T81" fmla="*/ 0 h 236"/>
                    <a:gd name="T82" fmla="*/ 0 w 198"/>
                    <a:gd name="T83" fmla="*/ 0 h 236"/>
                    <a:gd name="T84" fmla="*/ 0 w 198"/>
                    <a:gd name="T85" fmla="*/ 0 h 236"/>
                    <a:gd name="T86" fmla="*/ 0 w 198"/>
                    <a:gd name="T87" fmla="*/ 0 h 236"/>
                    <a:gd name="T88" fmla="*/ 0 w 198"/>
                    <a:gd name="T89" fmla="*/ 0 h 236"/>
                    <a:gd name="T90" fmla="*/ 0 w 198"/>
                    <a:gd name="T91" fmla="*/ 0 h 236"/>
                    <a:gd name="T92" fmla="*/ 0 w 198"/>
                    <a:gd name="T93" fmla="*/ 0 h 236"/>
                    <a:gd name="T94" fmla="*/ 0 w 198"/>
                    <a:gd name="T95" fmla="*/ 0 h 236"/>
                    <a:gd name="T96" fmla="*/ 0 w 198"/>
                    <a:gd name="T97" fmla="*/ 0 h 236"/>
                    <a:gd name="T98" fmla="*/ 0 w 198"/>
                    <a:gd name="T99" fmla="*/ 0 h 236"/>
                    <a:gd name="T100" fmla="*/ 0 w 198"/>
                    <a:gd name="T101" fmla="*/ 0 h 236"/>
                    <a:gd name="T102" fmla="*/ 0 w 198"/>
                    <a:gd name="T103" fmla="*/ 0 h 236"/>
                    <a:gd name="T104" fmla="*/ 0 w 198"/>
                    <a:gd name="T105" fmla="*/ 0 h 236"/>
                    <a:gd name="T106" fmla="*/ 0 w 198"/>
                    <a:gd name="T107" fmla="*/ 0 h 236"/>
                    <a:gd name="T108" fmla="*/ 0 w 198"/>
                    <a:gd name="T109" fmla="*/ 0 h 236"/>
                    <a:gd name="T110" fmla="*/ 0 w 198"/>
                    <a:gd name="T111" fmla="*/ 0 h 236"/>
                    <a:gd name="T112" fmla="*/ 0 w 198"/>
                    <a:gd name="T113" fmla="*/ 0 h 236"/>
                    <a:gd name="T114" fmla="*/ 0 w 198"/>
                    <a:gd name="T115" fmla="*/ 0 h 236"/>
                    <a:gd name="T116" fmla="*/ 0 w 198"/>
                    <a:gd name="T117" fmla="*/ 0 h 236"/>
                    <a:gd name="T118" fmla="*/ 0 w 198"/>
                    <a:gd name="T119" fmla="*/ 0 h 236"/>
                    <a:gd name="T120" fmla="*/ 0 w 198"/>
                    <a:gd name="T121" fmla="*/ 0 h 2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60000 65536"/>
                    <a:gd name="T148" fmla="*/ 0 60000 65536"/>
                    <a:gd name="T149" fmla="*/ 0 60000 65536"/>
                    <a:gd name="T150" fmla="*/ 0 60000 65536"/>
                    <a:gd name="T151" fmla="*/ 0 60000 65536"/>
                    <a:gd name="T152" fmla="*/ 0 60000 65536"/>
                    <a:gd name="T153" fmla="*/ 0 60000 65536"/>
                    <a:gd name="T154" fmla="*/ 0 60000 65536"/>
                    <a:gd name="T155" fmla="*/ 0 60000 65536"/>
                    <a:gd name="T156" fmla="*/ 0 60000 65536"/>
                    <a:gd name="T157" fmla="*/ 0 60000 65536"/>
                    <a:gd name="T158" fmla="*/ 0 60000 65536"/>
                    <a:gd name="T159" fmla="*/ 0 60000 65536"/>
                    <a:gd name="T160" fmla="*/ 0 60000 65536"/>
                    <a:gd name="T161" fmla="*/ 0 60000 65536"/>
                    <a:gd name="T162" fmla="*/ 0 60000 65536"/>
                    <a:gd name="T163" fmla="*/ 0 60000 65536"/>
                    <a:gd name="T164" fmla="*/ 0 60000 65536"/>
                    <a:gd name="T165" fmla="*/ 0 60000 65536"/>
                    <a:gd name="T166" fmla="*/ 0 60000 65536"/>
                    <a:gd name="T167" fmla="*/ 0 60000 65536"/>
                    <a:gd name="T168" fmla="*/ 0 60000 65536"/>
                    <a:gd name="T169" fmla="*/ 0 60000 65536"/>
                    <a:gd name="T170" fmla="*/ 0 60000 65536"/>
                    <a:gd name="T171" fmla="*/ 0 60000 65536"/>
                    <a:gd name="T172" fmla="*/ 0 60000 65536"/>
                    <a:gd name="T173" fmla="*/ 0 60000 65536"/>
                    <a:gd name="T174" fmla="*/ 0 60000 65536"/>
                    <a:gd name="T175" fmla="*/ 0 60000 65536"/>
                    <a:gd name="T176" fmla="*/ 0 60000 65536"/>
                    <a:gd name="T177" fmla="*/ 0 60000 65536"/>
                    <a:gd name="T178" fmla="*/ 0 60000 65536"/>
                    <a:gd name="T179" fmla="*/ 0 60000 65536"/>
                    <a:gd name="T180" fmla="*/ 0 60000 65536"/>
                    <a:gd name="T181" fmla="*/ 0 60000 65536"/>
                    <a:gd name="T182" fmla="*/ 0 60000 65536"/>
                    <a:gd name="T183" fmla="*/ 0 w 198"/>
                    <a:gd name="T184" fmla="*/ 0 h 236"/>
                    <a:gd name="T185" fmla="*/ 198 w 198"/>
                    <a:gd name="T186" fmla="*/ 236 h 236"/>
                  </a:gdLst>
                  <a:ahLst/>
                  <a:cxnLst>
                    <a:cxn ang="T122">
                      <a:pos x="T0" y="T1"/>
                    </a:cxn>
                    <a:cxn ang="T123">
                      <a:pos x="T2" y="T3"/>
                    </a:cxn>
                    <a:cxn ang="T124">
                      <a:pos x="T4" y="T5"/>
                    </a:cxn>
                    <a:cxn ang="T125">
                      <a:pos x="T6" y="T7"/>
                    </a:cxn>
                    <a:cxn ang="T126">
                      <a:pos x="T8" y="T9"/>
                    </a:cxn>
                    <a:cxn ang="T127">
                      <a:pos x="T10" y="T11"/>
                    </a:cxn>
                    <a:cxn ang="T128">
                      <a:pos x="T12" y="T13"/>
                    </a:cxn>
                    <a:cxn ang="T129">
                      <a:pos x="T14" y="T15"/>
                    </a:cxn>
                    <a:cxn ang="T130">
                      <a:pos x="T16" y="T17"/>
                    </a:cxn>
                    <a:cxn ang="T131">
                      <a:pos x="T18" y="T19"/>
                    </a:cxn>
                    <a:cxn ang="T132">
                      <a:pos x="T20" y="T21"/>
                    </a:cxn>
                    <a:cxn ang="T133">
                      <a:pos x="T22" y="T23"/>
                    </a:cxn>
                    <a:cxn ang="T134">
                      <a:pos x="T24" y="T25"/>
                    </a:cxn>
                    <a:cxn ang="T135">
                      <a:pos x="T26" y="T27"/>
                    </a:cxn>
                    <a:cxn ang="T136">
                      <a:pos x="T28" y="T29"/>
                    </a:cxn>
                    <a:cxn ang="T137">
                      <a:pos x="T30" y="T31"/>
                    </a:cxn>
                    <a:cxn ang="T138">
                      <a:pos x="T32" y="T33"/>
                    </a:cxn>
                    <a:cxn ang="T139">
                      <a:pos x="T34" y="T35"/>
                    </a:cxn>
                    <a:cxn ang="T140">
                      <a:pos x="T36" y="T37"/>
                    </a:cxn>
                    <a:cxn ang="T141">
                      <a:pos x="T38" y="T39"/>
                    </a:cxn>
                    <a:cxn ang="T142">
                      <a:pos x="T40" y="T41"/>
                    </a:cxn>
                    <a:cxn ang="T143">
                      <a:pos x="T42" y="T43"/>
                    </a:cxn>
                    <a:cxn ang="T144">
                      <a:pos x="T44" y="T45"/>
                    </a:cxn>
                    <a:cxn ang="T145">
                      <a:pos x="T46" y="T47"/>
                    </a:cxn>
                    <a:cxn ang="T146">
                      <a:pos x="T48" y="T49"/>
                    </a:cxn>
                    <a:cxn ang="T147">
                      <a:pos x="T50" y="T51"/>
                    </a:cxn>
                    <a:cxn ang="T148">
                      <a:pos x="T52" y="T53"/>
                    </a:cxn>
                    <a:cxn ang="T149">
                      <a:pos x="T54" y="T55"/>
                    </a:cxn>
                    <a:cxn ang="T150">
                      <a:pos x="T56" y="T57"/>
                    </a:cxn>
                    <a:cxn ang="T151">
                      <a:pos x="T58" y="T59"/>
                    </a:cxn>
                    <a:cxn ang="T152">
                      <a:pos x="T60" y="T61"/>
                    </a:cxn>
                    <a:cxn ang="T153">
                      <a:pos x="T62" y="T63"/>
                    </a:cxn>
                    <a:cxn ang="T154">
                      <a:pos x="T64" y="T65"/>
                    </a:cxn>
                    <a:cxn ang="T155">
                      <a:pos x="T66" y="T67"/>
                    </a:cxn>
                    <a:cxn ang="T156">
                      <a:pos x="T68" y="T69"/>
                    </a:cxn>
                    <a:cxn ang="T157">
                      <a:pos x="T70" y="T71"/>
                    </a:cxn>
                    <a:cxn ang="T158">
                      <a:pos x="T72" y="T73"/>
                    </a:cxn>
                    <a:cxn ang="T159">
                      <a:pos x="T74" y="T75"/>
                    </a:cxn>
                    <a:cxn ang="T160">
                      <a:pos x="T76" y="T77"/>
                    </a:cxn>
                    <a:cxn ang="T161">
                      <a:pos x="T78" y="T79"/>
                    </a:cxn>
                    <a:cxn ang="T162">
                      <a:pos x="T80" y="T81"/>
                    </a:cxn>
                    <a:cxn ang="T163">
                      <a:pos x="T82" y="T83"/>
                    </a:cxn>
                    <a:cxn ang="T164">
                      <a:pos x="T84" y="T85"/>
                    </a:cxn>
                    <a:cxn ang="T165">
                      <a:pos x="T86" y="T87"/>
                    </a:cxn>
                    <a:cxn ang="T166">
                      <a:pos x="T88" y="T89"/>
                    </a:cxn>
                    <a:cxn ang="T167">
                      <a:pos x="T90" y="T91"/>
                    </a:cxn>
                    <a:cxn ang="T168">
                      <a:pos x="T92" y="T93"/>
                    </a:cxn>
                    <a:cxn ang="T169">
                      <a:pos x="T94" y="T95"/>
                    </a:cxn>
                    <a:cxn ang="T170">
                      <a:pos x="T96" y="T97"/>
                    </a:cxn>
                    <a:cxn ang="T171">
                      <a:pos x="T98" y="T99"/>
                    </a:cxn>
                    <a:cxn ang="T172">
                      <a:pos x="T100" y="T101"/>
                    </a:cxn>
                    <a:cxn ang="T173">
                      <a:pos x="T102" y="T103"/>
                    </a:cxn>
                    <a:cxn ang="T174">
                      <a:pos x="T104" y="T105"/>
                    </a:cxn>
                    <a:cxn ang="T175">
                      <a:pos x="T106" y="T107"/>
                    </a:cxn>
                    <a:cxn ang="T176">
                      <a:pos x="T108" y="T109"/>
                    </a:cxn>
                    <a:cxn ang="T177">
                      <a:pos x="T110" y="T111"/>
                    </a:cxn>
                    <a:cxn ang="T178">
                      <a:pos x="T112" y="T113"/>
                    </a:cxn>
                    <a:cxn ang="T179">
                      <a:pos x="T114" y="T115"/>
                    </a:cxn>
                    <a:cxn ang="T180">
                      <a:pos x="T116" y="T117"/>
                    </a:cxn>
                    <a:cxn ang="T181">
                      <a:pos x="T118" y="T119"/>
                    </a:cxn>
                    <a:cxn ang="T182">
                      <a:pos x="T120" y="T121"/>
                    </a:cxn>
                  </a:cxnLst>
                  <a:rect l="T183" t="T184" r="T185" b="T186"/>
                  <a:pathLst>
                    <a:path w="198" h="236">
                      <a:moveTo>
                        <a:pt x="73" y="36"/>
                      </a:moveTo>
                      <a:lnTo>
                        <a:pt x="58" y="46"/>
                      </a:lnTo>
                      <a:lnTo>
                        <a:pt x="46" y="58"/>
                      </a:lnTo>
                      <a:lnTo>
                        <a:pt x="33" y="72"/>
                      </a:lnTo>
                      <a:lnTo>
                        <a:pt x="22" y="85"/>
                      </a:lnTo>
                      <a:lnTo>
                        <a:pt x="14" y="100"/>
                      </a:lnTo>
                      <a:lnTo>
                        <a:pt x="7" y="115"/>
                      </a:lnTo>
                      <a:lnTo>
                        <a:pt x="2" y="130"/>
                      </a:lnTo>
                      <a:lnTo>
                        <a:pt x="0" y="146"/>
                      </a:lnTo>
                      <a:lnTo>
                        <a:pt x="2" y="170"/>
                      </a:lnTo>
                      <a:lnTo>
                        <a:pt x="12" y="190"/>
                      </a:lnTo>
                      <a:lnTo>
                        <a:pt x="26" y="207"/>
                      </a:lnTo>
                      <a:lnTo>
                        <a:pt x="43" y="220"/>
                      </a:lnTo>
                      <a:lnTo>
                        <a:pt x="64" y="229"/>
                      </a:lnTo>
                      <a:lnTo>
                        <a:pt x="88" y="235"/>
                      </a:lnTo>
                      <a:lnTo>
                        <a:pt x="110" y="236"/>
                      </a:lnTo>
                      <a:lnTo>
                        <a:pt x="132" y="232"/>
                      </a:lnTo>
                      <a:lnTo>
                        <a:pt x="137" y="232"/>
                      </a:lnTo>
                      <a:lnTo>
                        <a:pt x="142" y="230"/>
                      </a:lnTo>
                      <a:lnTo>
                        <a:pt x="145" y="226"/>
                      </a:lnTo>
                      <a:lnTo>
                        <a:pt x="146" y="221"/>
                      </a:lnTo>
                      <a:lnTo>
                        <a:pt x="145" y="219"/>
                      </a:lnTo>
                      <a:lnTo>
                        <a:pt x="142" y="219"/>
                      </a:lnTo>
                      <a:lnTo>
                        <a:pt x="137" y="217"/>
                      </a:lnTo>
                      <a:lnTo>
                        <a:pt x="131" y="217"/>
                      </a:lnTo>
                      <a:lnTo>
                        <a:pt x="124" y="217"/>
                      </a:lnTo>
                      <a:lnTo>
                        <a:pt x="118" y="217"/>
                      </a:lnTo>
                      <a:lnTo>
                        <a:pt x="112" y="217"/>
                      </a:lnTo>
                      <a:lnTo>
                        <a:pt x="109" y="217"/>
                      </a:lnTo>
                      <a:lnTo>
                        <a:pt x="97" y="216"/>
                      </a:lnTo>
                      <a:lnTo>
                        <a:pt x="87" y="215"/>
                      </a:lnTo>
                      <a:lnTo>
                        <a:pt x="75" y="214"/>
                      </a:lnTo>
                      <a:lnTo>
                        <a:pt x="63" y="211"/>
                      </a:lnTo>
                      <a:lnTo>
                        <a:pt x="51" y="207"/>
                      </a:lnTo>
                      <a:lnTo>
                        <a:pt x="40" y="199"/>
                      </a:lnTo>
                      <a:lnTo>
                        <a:pt x="29" y="189"/>
                      </a:lnTo>
                      <a:lnTo>
                        <a:pt x="17" y="174"/>
                      </a:lnTo>
                      <a:lnTo>
                        <a:pt x="15" y="157"/>
                      </a:lnTo>
                      <a:lnTo>
                        <a:pt x="16" y="141"/>
                      </a:lnTo>
                      <a:lnTo>
                        <a:pt x="21" y="124"/>
                      </a:lnTo>
                      <a:lnTo>
                        <a:pt x="28" y="109"/>
                      </a:lnTo>
                      <a:lnTo>
                        <a:pt x="39" y="96"/>
                      </a:lnTo>
                      <a:lnTo>
                        <a:pt x="50" y="82"/>
                      </a:lnTo>
                      <a:lnTo>
                        <a:pt x="63" y="70"/>
                      </a:lnTo>
                      <a:lnTo>
                        <a:pt x="78" y="59"/>
                      </a:lnTo>
                      <a:lnTo>
                        <a:pt x="94" y="49"/>
                      </a:lnTo>
                      <a:lnTo>
                        <a:pt x="110" y="39"/>
                      </a:lnTo>
                      <a:lnTo>
                        <a:pt x="126" y="31"/>
                      </a:lnTo>
                      <a:lnTo>
                        <a:pt x="142" y="24"/>
                      </a:lnTo>
                      <a:lnTo>
                        <a:pt x="158" y="19"/>
                      </a:lnTo>
                      <a:lnTo>
                        <a:pt x="172" y="13"/>
                      </a:lnTo>
                      <a:lnTo>
                        <a:pt x="186" y="10"/>
                      </a:lnTo>
                      <a:lnTo>
                        <a:pt x="198" y="7"/>
                      </a:lnTo>
                      <a:lnTo>
                        <a:pt x="190" y="3"/>
                      </a:lnTo>
                      <a:lnTo>
                        <a:pt x="177" y="0"/>
                      </a:lnTo>
                      <a:lnTo>
                        <a:pt x="162" y="3"/>
                      </a:lnTo>
                      <a:lnTo>
                        <a:pt x="144" y="6"/>
                      </a:lnTo>
                      <a:lnTo>
                        <a:pt x="124" y="12"/>
                      </a:lnTo>
                      <a:lnTo>
                        <a:pt x="105" y="19"/>
                      </a:lnTo>
                      <a:lnTo>
                        <a:pt x="88" y="28"/>
                      </a:lnTo>
                      <a:lnTo>
                        <a:pt x="73" y="3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2651" name="Freeform 776">
                  <a:extLst>
                    <a:ext uri="{FF2B5EF4-FFF2-40B4-BE49-F238E27FC236}">
                      <a16:creationId xmlns:a16="http://schemas.microsoft.com/office/drawing/2014/main" id="{2632C543-5D29-4963-BA90-F273B16C8A0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33" y="2660"/>
                  <a:ext cx="47" cy="42"/>
                </a:xfrm>
                <a:custGeom>
                  <a:avLst/>
                  <a:gdLst>
                    <a:gd name="T0" fmla="*/ 0 w 128"/>
                    <a:gd name="T1" fmla="*/ 0 h 183"/>
                    <a:gd name="T2" fmla="*/ 0 w 128"/>
                    <a:gd name="T3" fmla="*/ 0 h 183"/>
                    <a:gd name="T4" fmla="*/ 0 w 128"/>
                    <a:gd name="T5" fmla="*/ 0 h 183"/>
                    <a:gd name="T6" fmla="*/ 0 w 128"/>
                    <a:gd name="T7" fmla="*/ 0 h 183"/>
                    <a:gd name="T8" fmla="*/ 0 w 128"/>
                    <a:gd name="T9" fmla="*/ 0 h 183"/>
                    <a:gd name="T10" fmla="*/ 0 w 128"/>
                    <a:gd name="T11" fmla="*/ 0 h 183"/>
                    <a:gd name="T12" fmla="*/ 0 w 128"/>
                    <a:gd name="T13" fmla="*/ 0 h 183"/>
                    <a:gd name="T14" fmla="*/ 0 w 128"/>
                    <a:gd name="T15" fmla="*/ 0 h 183"/>
                    <a:gd name="T16" fmla="*/ 0 w 128"/>
                    <a:gd name="T17" fmla="*/ 0 h 183"/>
                    <a:gd name="T18" fmla="*/ 0 w 128"/>
                    <a:gd name="T19" fmla="*/ 0 h 183"/>
                    <a:gd name="T20" fmla="*/ 0 w 128"/>
                    <a:gd name="T21" fmla="*/ 0 h 183"/>
                    <a:gd name="T22" fmla="*/ 0 w 128"/>
                    <a:gd name="T23" fmla="*/ 0 h 183"/>
                    <a:gd name="T24" fmla="*/ 0 w 128"/>
                    <a:gd name="T25" fmla="*/ 0 h 183"/>
                    <a:gd name="T26" fmla="*/ 0 w 128"/>
                    <a:gd name="T27" fmla="*/ 0 h 183"/>
                    <a:gd name="T28" fmla="*/ 0 w 128"/>
                    <a:gd name="T29" fmla="*/ 0 h 183"/>
                    <a:gd name="T30" fmla="*/ 0 w 128"/>
                    <a:gd name="T31" fmla="*/ 0 h 183"/>
                    <a:gd name="T32" fmla="*/ 0 w 128"/>
                    <a:gd name="T33" fmla="*/ 0 h 183"/>
                    <a:gd name="T34" fmla="*/ 0 w 128"/>
                    <a:gd name="T35" fmla="*/ 0 h 183"/>
                    <a:gd name="T36" fmla="*/ 0 w 128"/>
                    <a:gd name="T37" fmla="*/ 0 h 183"/>
                    <a:gd name="T38" fmla="*/ 0 w 128"/>
                    <a:gd name="T39" fmla="*/ 0 h 183"/>
                    <a:gd name="T40" fmla="*/ 0 w 128"/>
                    <a:gd name="T41" fmla="*/ 0 h 183"/>
                    <a:gd name="T42" fmla="*/ 0 w 128"/>
                    <a:gd name="T43" fmla="*/ 0 h 183"/>
                    <a:gd name="T44" fmla="*/ 0 w 128"/>
                    <a:gd name="T45" fmla="*/ 0 h 183"/>
                    <a:gd name="T46" fmla="*/ 0 w 128"/>
                    <a:gd name="T47" fmla="*/ 0 h 183"/>
                    <a:gd name="T48" fmla="*/ 0 w 128"/>
                    <a:gd name="T49" fmla="*/ 0 h 183"/>
                    <a:gd name="T50" fmla="*/ 0 w 128"/>
                    <a:gd name="T51" fmla="*/ 0 h 183"/>
                    <a:gd name="T52" fmla="*/ 0 w 128"/>
                    <a:gd name="T53" fmla="*/ 0 h 183"/>
                    <a:gd name="T54" fmla="*/ 0 w 128"/>
                    <a:gd name="T55" fmla="*/ 0 h 183"/>
                    <a:gd name="T56" fmla="*/ 0 w 128"/>
                    <a:gd name="T57" fmla="*/ 0 h 183"/>
                    <a:gd name="T58" fmla="*/ 0 w 128"/>
                    <a:gd name="T59" fmla="*/ 0 h 183"/>
                    <a:gd name="T60" fmla="*/ 0 w 128"/>
                    <a:gd name="T61" fmla="*/ 0 h 183"/>
                    <a:gd name="T62" fmla="*/ 0 w 128"/>
                    <a:gd name="T63" fmla="*/ 0 h 183"/>
                    <a:gd name="T64" fmla="*/ 0 w 128"/>
                    <a:gd name="T65" fmla="*/ 0 h 183"/>
                    <a:gd name="T66" fmla="*/ 0 w 128"/>
                    <a:gd name="T67" fmla="*/ 0 h 183"/>
                    <a:gd name="T68" fmla="*/ 0 w 128"/>
                    <a:gd name="T69" fmla="*/ 0 h 183"/>
                    <a:gd name="T70" fmla="*/ 0 w 128"/>
                    <a:gd name="T71" fmla="*/ 0 h 183"/>
                    <a:gd name="T72" fmla="*/ 0 w 128"/>
                    <a:gd name="T73" fmla="*/ 0 h 183"/>
                    <a:gd name="T74" fmla="*/ 0 w 128"/>
                    <a:gd name="T75" fmla="*/ 0 h 183"/>
                    <a:gd name="T76" fmla="*/ 0 w 128"/>
                    <a:gd name="T77" fmla="*/ 0 h 183"/>
                    <a:gd name="T78" fmla="*/ 0 w 128"/>
                    <a:gd name="T79" fmla="*/ 0 h 183"/>
                    <a:gd name="T80" fmla="*/ 0 w 128"/>
                    <a:gd name="T81" fmla="*/ 0 h 183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w 128"/>
                    <a:gd name="T124" fmla="*/ 0 h 183"/>
                    <a:gd name="T125" fmla="*/ 128 w 128"/>
                    <a:gd name="T126" fmla="*/ 183 h 183"/>
                  </a:gdLst>
                  <a:ahLst/>
                  <a:cxnLst>
                    <a:cxn ang="T82">
                      <a:pos x="T0" y="T1"/>
                    </a:cxn>
                    <a:cxn ang="T83">
                      <a:pos x="T2" y="T3"/>
                    </a:cxn>
                    <a:cxn ang="T84">
                      <a:pos x="T4" y="T5"/>
                    </a:cxn>
                    <a:cxn ang="T85">
                      <a:pos x="T6" y="T7"/>
                    </a:cxn>
                    <a:cxn ang="T86">
                      <a:pos x="T8" y="T9"/>
                    </a:cxn>
                    <a:cxn ang="T87">
                      <a:pos x="T10" y="T11"/>
                    </a:cxn>
                    <a:cxn ang="T88">
                      <a:pos x="T12" y="T13"/>
                    </a:cxn>
                    <a:cxn ang="T89">
                      <a:pos x="T14" y="T15"/>
                    </a:cxn>
                    <a:cxn ang="T90">
                      <a:pos x="T16" y="T17"/>
                    </a:cxn>
                    <a:cxn ang="T91">
                      <a:pos x="T18" y="T19"/>
                    </a:cxn>
                    <a:cxn ang="T92">
                      <a:pos x="T20" y="T21"/>
                    </a:cxn>
                    <a:cxn ang="T93">
                      <a:pos x="T22" y="T23"/>
                    </a:cxn>
                    <a:cxn ang="T94">
                      <a:pos x="T24" y="T25"/>
                    </a:cxn>
                    <a:cxn ang="T95">
                      <a:pos x="T26" y="T27"/>
                    </a:cxn>
                    <a:cxn ang="T96">
                      <a:pos x="T28" y="T29"/>
                    </a:cxn>
                    <a:cxn ang="T97">
                      <a:pos x="T30" y="T31"/>
                    </a:cxn>
                    <a:cxn ang="T98">
                      <a:pos x="T32" y="T33"/>
                    </a:cxn>
                    <a:cxn ang="T99">
                      <a:pos x="T34" y="T35"/>
                    </a:cxn>
                    <a:cxn ang="T100">
                      <a:pos x="T36" y="T37"/>
                    </a:cxn>
                    <a:cxn ang="T101">
                      <a:pos x="T38" y="T39"/>
                    </a:cxn>
                    <a:cxn ang="T102">
                      <a:pos x="T40" y="T41"/>
                    </a:cxn>
                    <a:cxn ang="T103">
                      <a:pos x="T42" y="T43"/>
                    </a:cxn>
                    <a:cxn ang="T104">
                      <a:pos x="T44" y="T45"/>
                    </a:cxn>
                    <a:cxn ang="T105">
                      <a:pos x="T46" y="T47"/>
                    </a:cxn>
                    <a:cxn ang="T106">
                      <a:pos x="T48" y="T49"/>
                    </a:cxn>
                    <a:cxn ang="T107">
                      <a:pos x="T50" y="T51"/>
                    </a:cxn>
                    <a:cxn ang="T108">
                      <a:pos x="T52" y="T53"/>
                    </a:cxn>
                    <a:cxn ang="T109">
                      <a:pos x="T54" y="T55"/>
                    </a:cxn>
                    <a:cxn ang="T110">
                      <a:pos x="T56" y="T57"/>
                    </a:cxn>
                    <a:cxn ang="T111">
                      <a:pos x="T58" y="T59"/>
                    </a:cxn>
                    <a:cxn ang="T112">
                      <a:pos x="T60" y="T61"/>
                    </a:cxn>
                    <a:cxn ang="T113">
                      <a:pos x="T62" y="T63"/>
                    </a:cxn>
                    <a:cxn ang="T114">
                      <a:pos x="T64" y="T65"/>
                    </a:cxn>
                    <a:cxn ang="T115">
                      <a:pos x="T66" y="T67"/>
                    </a:cxn>
                    <a:cxn ang="T116">
                      <a:pos x="T68" y="T69"/>
                    </a:cxn>
                    <a:cxn ang="T117">
                      <a:pos x="T70" y="T71"/>
                    </a:cxn>
                    <a:cxn ang="T118">
                      <a:pos x="T72" y="T73"/>
                    </a:cxn>
                    <a:cxn ang="T119">
                      <a:pos x="T74" y="T75"/>
                    </a:cxn>
                    <a:cxn ang="T120">
                      <a:pos x="T76" y="T77"/>
                    </a:cxn>
                    <a:cxn ang="T121">
                      <a:pos x="T78" y="T79"/>
                    </a:cxn>
                    <a:cxn ang="T122">
                      <a:pos x="T80" y="T81"/>
                    </a:cxn>
                  </a:cxnLst>
                  <a:rect l="T123" t="T124" r="T125" b="T126"/>
                  <a:pathLst>
                    <a:path w="128" h="183">
                      <a:moveTo>
                        <a:pt x="108" y="61"/>
                      </a:moveTo>
                      <a:lnTo>
                        <a:pt x="111" y="80"/>
                      </a:lnTo>
                      <a:lnTo>
                        <a:pt x="109" y="97"/>
                      </a:lnTo>
                      <a:lnTo>
                        <a:pt x="101" y="110"/>
                      </a:lnTo>
                      <a:lnTo>
                        <a:pt x="89" y="123"/>
                      </a:lnTo>
                      <a:lnTo>
                        <a:pt x="75" y="134"/>
                      </a:lnTo>
                      <a:lnTo>
                        <a:pt x="60" y="145"/>
                      </a:lnTo>
                      <a:lnTo>
                        <a:pt x="43" y="156"/>
                      </a:lnTo>
                      <a:lnTo>
                        <a:pt x="29" y="167"/>
                      </a:lnTo>
                      <a:lnTo>
                        <a:pt x="27" y="170"/>
                      </a:lnTo>
                      <a:lnTo>
                        <a:pt x="26" y="172"/>
                      </a:lnTo>
                      <a:lnTo>
                        <a:pt x="26" y="176"/>
                      </a:lnTo>
                      <a:lnTo>
                        <a:pt x="28" y="179"/>
                      </a:lnTo>
                      <a:lnTo>
                        <a:pt x="30" y="182"/>
                      </a:lnTo>
                      <a:lnTo>
                        <a:pt x="34" y="183"/>
                      </a:lnTo>
                      <a:lnTo>
                        <a:pt x="37" y="183"/>
                      </a:lnTo>
                      <a:lnTo>
                        <a:pt x="41" y="182"/>
                      </a:lnTo>
                      <a:lnTo>
                        <a:pt x="58" y="171"/>
                      </a:lnTo>
                      <a:lnTo>
                        <a:pt x="76" y="160"/>
                      </a:lnTo>
                      <a:lnTo>
                        <a:pt x="92" y="147"/>
                      </a:lnTo>
                      <a:lnTo>
                        <a:pt x="108" y="132"/>
                      </a:lnTo>
                      <a:lnTo>
                        <a:pt x="118" y="116"/>
                      </a:lnTo>
                      <a:lnTo>
                        <a:pt x="125" y="98"/>
                      </a:lnTo>
                      <a:lnTo>
                        <a:pt x="128" y="78"/>
                      </a:lnTo>
                      <a:lnTo>
                        <a:pt x="123" y="58"/>
                      </a:lnTo>
                      <a:lnTo>
                        <a:pt x="112" y="41"/>
                      </a:lnTo>
                      <a:lnTo>
                        <a:pt x="98" y="28"/>
                      </a:lnTo>
                      <a:lnTo>
                        <a:pt x="80" y="16"/>
                      </a:lnTo>
                      <a:lnTo>
                        <a:pt x="61" y="8"/>
                      </a:lnTo>
                      <a:lnTo>
                        <a:pt x="41" y="2"/>
                      </a:lnTo>
                      <a:lnTo>
                        <a:pt x="23" y="0"/>
                      </a:lnTo>
                      <a:lnTo>
                        <a:pt x="9" y="1"/>
                      </a:lnTo>
                      <a:lnTo>
                        <a:pt x="0" y="6"/>
                      </a:lnTo>
                      <a:lnTo>
                        <a:pt x="16" y="10"/>
                      </a:lnTo>
                      <a:lnTo>
                        <a:pt x="33" y="14"/>
                      </a:lnTo>
                      <a:lnTo>
                        <a:pt x="48" y="17"/>
                      </a:lnTo>
                      <a:lnTo>
                        <a:pt x="63" y="22"/>
                      </a:lnTo>
                      <a:lnTo>
                        <a:pt x="77" y="28"/>
                      </a:lnTo>
                      <a:lnTo>
                        <a:pt x="90" y="36"/>
                      </a:lnTo>
                      <a:lnTo>
                        <a:pt x="101" y="46"/>
                      </a:lnTo>
                      <a:lnTo>
                        <a:pt x="108" y="6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2652" name="Freeform 777">
                  <a:extLst>
                    <a:ext uri="{FF2B5EF4-FFF2-40B4-BE49-F238E27FC236}">
                      <a16:creationId xmlns:a16="http://schemas.microsoft.com/office/drawing/2014/main" id="{5DCA379D-BB53-44DC-B829-CCDAD9AE91E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70" y="2650"/>
                  <a:ext cx="112" cy="88"/>
                </a:xfrm>
                <a:custGeom>
                  <a:avLst/>
                  <a:gdLst>
                    <a:gd name="T0" fmla="*/ 0 w 323"/>
                    <a:gd name="T1" fmla="*/ 0 h 379"/>
                    <a:gd name="T2" fmla="*/ 0 w 323"/>
                    <a:gd name="T3" fmla="*/ 0 h 379"/>
                    <a:gd name="T4" fmla="*/ 0 w 323"/>
                    <a:gd name="T5" fmla="*/ 0 h 379"/>
                    <a:gd name="T6" fmla="*/ 0 w 323"/>
                    <a:gd name="T7" fmla="*/ 0 h 379"/>
                    <a:gd name="T8" fmla="*/ 0 w 323"/>
                    <a:gd name="T9" fmla="*/ 0 h 379"/>
                    <a:gd name="T10" fmla="*/ 0 w 323"/>
                    <a:gd name="T11" fmla="*/ 0 h 379"/>
                    <a:gd name="T12" fmla="*/ 0 w 323"/>
                    <a:gd name="T13" fmla="*/ 0 h 379"/>
                    <a:gd name="T14" fmla="*/ 0 w 323"/>
                    <a:gd name="T15" fmla="*/ 0 h 379"/>
                    <a:gd name="T16" fmla="*/ 0 w 323"/>
                    <a:gd name="T17" fmla="*/ 0 h 379"/>
                    <a:gd name="T18" fmla="*/ 0 w 323"/>
                    <a:gd name="T19" fmla="*/ 0 h 379"/>
                    <a:gd name="T20" fmla="*/ 0 w 323"/>
                    <a:gd name="T21" fmla="*/ 0 h 379"/>
                    <a:gd name="T22" fmla="*/ 0 w 323"/>
                    <a:gd name="T23" fmla="*/ 0 h 379"/>
                    <a:gd name="T24" fmla="*/ 0 w 323"/>
                    <a:gd name="T25" fmla="*/ 0 h 379"/>
                    <a:gd name="T26" fmla="*/ 0 w 323"/>
                    <a:gd name="T27" fmla="*/ 0 h 379"/>
                    <a:gd name="T28" fmla="*/ 0 w 323"/>
                    <a:gd name="T29" fmla="*/ 0 h 379"/>
                    <a:gd name="T30" fmla="*/ 0 w 323"/>
                    <a:gd name="T31" fmla="*/ 0 h 379"/>
                    <a:gd name="T32" fmla="*/ 0 w 323"/>
                    <a:gd name="T33" fmla="*/ 0 h 379"/>
                    <a:gd name="T34" fmla="*/ 0 w 323"/>
                    <a:gd name="T35" fmla="*/ 0 h 379"/>
                    <a:gd name="T36" fmla="*/ 0 w 323"/>
                    <a:gd name="T37" fmla="*/ 0 h 379"/>
                    <a:gd name="T38" fmla="*/ 0 w 323"/>
                    <a:gd name="T39" fmla="*/ 0 h 379"/>
                    <a:gd name="T40" fmla="*/ 0 w 323"/>
                    <a:gd name="T41" fmla="*/ 0 h 379"/>
                    <a:gd name="T42" fmla="*/ 0 w 323"/>
                    <a:gd name="T43" fmla="*/ 0 h 379"/>
                    <a:gd name="T44" fmla="*/ 0 w 323"/>
                    <a:gd name="T45" fmla="*/ 0 h 379"/>
                    <a:gd name="T46" fmla="*/ 0 w 323"/>
                    <a:gd name="T47" fmla="*/ 0 h 379"/>
                    <a:gd name="T48" fmla="*/ 0 w 323"/>
                    <a:gd name="T49" fmla="*/ 0 h 379"/>
                    <a:gd name="T50" fmla="*/ 0 w 323"/>
                    <a:gd name="T51" fmla="*/ 0 h 379"/>
                    <a:gd name="T52" fmla="*/ 0 w 323"/>
                    <a:gd name="T53" fmla="*/ 0 h 379"/>
                    <a:gd name="T54" fmla="*/ 0 w 323"/>
                    <a:gd name="T55" fmla="*/ 0 h 379"/>
                    <a:gd name="T56" fmla="*/ 0 w 323"/>
                    <a:gd name="T57" fmla="*/ 0 h 379"/>
                    <a:gd name="T58" fmla="*/ 0 w 323"/>
                    <a:gd name="T59" fmla="*/ 0 h 379"/>
                    <a:gd name="T60" fmla="*/ 0 w 323"/>
                    <a:gd name="T61" fmla="*/ 0 h 379"/>
                    <a:gd name="T62" fmla="*/ 0 w 323"/>
                    <a:gd name="T63" fmla="*/ 0 h 379"/>
                    <a:gd name="T64" fmla="*/ 0 w 323"/>
                    <a:gd name="T65" fmla="*/ 0 h 379"/>
                    <a:gd name="T66" fmla="*/ 0 w 323"/>
                    <a:gd name="T67" fmla="*/ 0 h 379"/>
                    <a:gd name="T68" fmla="*/ 0 w 323"/>
                    <a:gd name="T69" fmla="*/ 0 h 379"/>
                    <a:gd name="T70" fmla="*/ 0 w 323"/>
                    <a:gd name="T71" fmla="*/ 0 h 379"/>
                    <a:gd name="T72" fmla="*/ 0 w 323"/>
                    <a:gd name="T73" fmla="*/ 0 h 379"/>
                    <a:gd name="T74" fmla="*/ 0 w 323"/>
                    <a:gd name="T75" fmla="*/ 0 h 379"/>
                    <a:gd name="T76" fmla="*/ 0 w 323"/>
                    <a:gd name="T77" fmla="*/ 0 h 379"/>
                    <a:gd name="T78" fmla="*/ 0 w 323"/>
                    <a:gd name="T79" fmla="*/ 0 h 379"/>
                    <a:gd name="T80" fmla="*/ 0 w 323"/>
                    <a:gd name="T81" fmla="*/ 0 h 379"/>
                    <a:gd name="T82" fmla="*/ 0 w 323"/>
                    <a:gd name="T83" fmla="*/ 0 h 379"/>
                    <a:gd name="T84" fmla="*/ 0 w 323"/>
                    <a:gd name="T85" fmla="*/ 0 h 379"/>
                    <a:gd name="T86" fmla="*/ 0 w 323"/>
                    <a:gd name="T87" fmla="*/ 0 h 379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w 323"/>
                    <a:gd name="T133" fmla="*/ 0 h 379"/>
                    <a:gd name="T134" fmla="*/ 323 w 323"/>
                    <a:gd name="T135" fmla="*/ 379 h 379"/>
                  </a:gdLst>
                  <a:ahLst/>
                  <a:cxnLst>
                    <a:cxn ang="T88">
                      <a:pos x="T0" y="T1"/>
                    </a:cxn>
                    <a:cxn ang="T89">
                      <a:pos x="T2" y="T3"/>
                    </a:cxn>
                    <a:cxn ang="T90">
                      <a:pos x="T4" y="T5"/>
                    </a:cxn>
                    <a:cxn ang="T91">
                      <a:pos x="T6" y="T7"/>
                    </a:cxn>
                    <a:cxn ang="T92">
                      <a:pos x="T8" y="T9"/>
                    </a:cxn>
                    <a:cxn ang="T93">
                      <a:pos x="T10" y="T11"/>
                    </a:cxn>
                    <a:cxn ang="T94">
                      <a:pos x="T12" y="T13"/>
                    </a:cxn>
                    <a:cxn ang="T95">
                      <a:pos x="T14" y="T15"/>
                    </a:cxn>
                    <a:cxn ang="T96">
                      <a:pos x="T16" y="T17"/>
                    </a:cxn>
                    <a:cxn ang="T97">
                      <a:pos x="T18" y="T19"/>
                    </a:cxn>
                    <a:cxn ang="T98">
                      <a:pos x="T20" y="T21"/>
                    </a:cxn>
                    <a:cxn ang="T99">
                      <a:pos x="T22" y="T23"/>
                    </a:cxn>
                    <a:cxn ang="T100">
                      <a:pos x="T24" y="T25"/>
                    </a:cxn>
                    <a:cxn ang="T101">
                      <a:pos x="T26" y="T27"/>
                    </a:cxn>
                    <a:cxn ang="T102">
                      <a:pos x="T28" y="T29"/>
                    </a:cxn>
                    <a:cxn ang="T103">
                      <a:pos x="T30" y="T31"/>
                    </a:cxn>
                    <a:cxn ang="T104">
                      <a:pos x="T32" y="T33"/>
                    </a:cxn>
                    <a:cxn ang="T105">
                      <a:pos x="T34" y="T35"/>
                    </a:cxn>
                    <a:cxn ang="T106">
                      <a:pos x="T36" y="T37"/>
                    </a:cxn>
                    <a:cxn ang="T107">
                      <a:pos x="T38" y="T39"/>
                    </a:cxn>
                    <a:cxn ang="T108">
                      <a:pos x="T40" y="T41"/>
                    </a:cxn>
                    <a:cxn ang="T109">
                      <a:pos x="T42" y="T43"/>
                    </a:cxn>
                    <a:cxn ang="T110">
                      <a:pos x="T44" y="T45"/>
                    </a:cxn>
                    <a:cxn ang="T111">
                      <a:pos x="T46" y="T47"/>
                    </a:cxn>
                    <a:cxn ang="T112">
                      <a:pos x="T48" y="T49"/>
                    </a:cxn>
                    <a:cxn ang="T113">
                      <a:pos x="T50" y="T51"/>
                    </a:cxn>
                    <a:cxn ang="T114">
                      <a:pos x="T52" y="T53"/>
                    </a:cxn>
                    <a:cxn ang="T115">
                      <a:pos x="T54" y="T55"/>
                    </a:cxn>
                    <a:cxn ang="T116">
                      <a:pos x="T56" y="T57"/>
                    </a:cxn>
                    <a:cxn ang="T117">
                      <a:pos x="T58" y="T59"/>
                    </a:cxn>
                    <a:cxn ang="T118">
                      <a:pos x="T60" y="T61"/>
                    </a:cxn>
                    <a:cxn ang="T119">
                      <a:pos x="T62" y="T63"/>
                    </a:cxn>
                    <a:cxn ang="T120">
                      <a:pos x="T64" y="T65"/>
                    </a:cxn>
                    <a:cxn ang="T121">
                      <a:pos x="T66" y="T67"/>
                    </a:cxn>
                    <a:cxn ang="T122">
                      <a:pos x="T68" y="T69"/>
                    </a:cxn>
                    <a:cxn ang="T123">
                      <a:pos x="T70" y="T71"/>
                    </a:cxn>
                    <a:cxn ang="T124">
                      <a:pos x="T72" y="T73"/>
                    </a:cxn>
                    <a:cxn ang="T125">
                      <a:pos x="T74" y="T75"/>
                    </a:cxn>
                    <a:cxn ang="T126">
                      <a:pos x="T76" y="T77"/>
                    </a:cxn>
                    <a:cxn ang="T127">
                      <a:pos x="T78" y="T79"/>
                    </a:cxn>
                    <a:cxn ang="T128">
                      <a:pos x="T80" y="T81"/>
                    </a:cxn>
                    <a:cxn ang="T129">
                      <a:pos x="T82" y="T83"/>
                    </a:cxn>
                    <a:cxn ang="T130">
                      <a:pos x="T84" y="T85"/>
                    </a:cxn>
                    <a:cxn ang="T131">
                      <a:pos x="T86" y="T87"/>
                    </a:cxn>
                  </a:cxnLst>
                  <a:rect l="T132" t="T133" r="T134" b="T135"/>
                  <a:pathLst>
                    <a:path w="323" h="379">
                      <a:moveTo>
                        <a:pt x="126" y="50"/>
                      </a:moveTo>
                      <a:lnTo>
                        <a:pt x="101" y="70"/>
                      </a:lnTo>
                      <a:lnTo>
                        <a:pt x="76" y="92"/>
                      </a:lnTo>
                      <a:lnTo>
                        <a:pt x="54" y="115"/>
                      </a:lnTo>
                      <a:lnTo>
                        <a:pt x="34" y="140"/>
                      </a:lnTo>
                      <a:lnTo>
                        <a:pt x="18" y="167"/>
                      </a:lnTo>
                      <a:lnTo>
                        <a:pt x="6" y="196"/>
                      </a:lnTo>
                      <a:lnTo>
                        <a:pt x="0" y="227"/>
                      </a:lnTo>
                      <a:lnTo>
                        <a:pt x="1" y="259"/>
                      </a:lnTo>
                      <a:lnTo>
                        <a:pt x="4" y="267"/>
                      </a:lnTo>
                      <a:lnTo>
                        <a:pt x="7" y="277"/>
                      </a:lnTo>
                      <a:lnTo>
                        <a:pt x="11" y="283"/>
                      </a:lnTo>
                      <a:lnTo>
                        <a:pt x="15" y="291"/>
                      </a:lnTo>
                      <a:lnTo>
                        <a:pt x="21" y="298"/>
                      </a:lnTo>
                      <a:lnTo>
                        <a:pt x="27" y="305"/>
                      </a:lnTo>
                      <a:lnTo>
                        <a:pt x="34" y="311"/>
                      </a:lnTo>
                      <a:lnTo>
                        <a:pt x="41" y="316"/>
                      </a:lnTo>
                      <a:lnTo>
                        <a:pt x="57" y="325"/>
                      </a:lnTo>
                      <a:lnTo>
                        <a:pt x="72" y="333"/>
                      </a:lnTo>
                      <a:lnTo>
                        <a:pt x="87" y="340"/>
                      </a:lnTo>
                      <a:lnTo>
                        <a:pt x="103" y="345"/>
                      </a:lnTo>
                      <a:lnTo>
                        <a:pt x="120" y="351"/>
                      </a:lnTo>
                      <a:lnTo>
                        <a:pt x="136" y="356"/>
                      </a:lnTo>
                      <a:lnTo>
                        <a:pt x="153" y="360"/>
                      </a:lnTo>
                      <a:lnTo>
                        <a:pt x="169" y="364"/>
                      </a:lnTo>
                      <a:lnTo>
                        <a:pt x="187" y="367"/>
                      </a:lnTo>
                      <a:lnTo>
                        <a:pt x="204" y="370"/>
                      </a:lnTo>
                      <a:lnTo>
                        <a:pt x="221" y="372"/>
                      </a:lnTo>
                      <a:lnTo>
                        <a:pt x="238" y="374"/>
                      </a:lnTo>
                      <a:lnTo>
                        <a:pt x="256" y="375"/>
                      </a:lnTo>
                      <a:lnTo>
                        <a:pt x="273" y="376"/>
                      </a:lnTo>
                      <a:lnTo>
                        <a:pt x="290" y="378"/>
                      </a:lnTo>
                      <a:lnTo>
                        <a:pt x="307" y="379"/>
                      </a:lnTo>
                      <a:lnTo>
                        <a:pt x="312" y="379"/>
                      </a:lnTo>
                      <a:lnTo>
                        <a:pt x="317" y="375"/>
                      </a:lnTo>
                      <a:lnTo>
                        <a:pt x="320" y="372"/>
                      </a:lnTo>
                      <a:lnTo>
                        <a:pt x="323" y="366"/>
                      </a:lnTo>
                      <a:lnTo>
                        <a:pt x="323" y="360"/>
                      </a:lnTo>
                      <a:lnTo>
                        <a:pt x="320" y="356"/>
                      </a:lnTo>
                      <a:lnTo>
                        <a:pt x="316" y="352"/>
                      </a:lnTo>
                      <a:lnTo>
                        <a:pt x="311" y="351"/>
                      </a:lnTo>
                      <a:lnTo>
                        <a:pt x="295" y="351"/>
                      </a:lnTo>
                      <a:lnTo>
                        <a:pt x="279" y="351"/>
                      </a:lnTo>
                      <a:lnTo>
                        <a:pt x="263" y="350"/>
                      </a:lnTo>
                      <a:lnTo>
                        <a:pt x="248" y="349"/>
                      </a:lnTo>
                      <a:lnTo>
                        <a:pt x="231" y="348"/>
                      </a:lnTo>
                      <a:lnTo>
                        <a:pt x="215" y="345"/>
                      </a:lnTo>
                      <a:lnTo>
                        <a:pt x="200" y="343"/>
                      </a:lnTo>
                      <a:lnTo>
                        <a:pt x="183" y="341"/>
                      </a:lnTo>
                      <a:lnTo>
                        <a:pt x="168" y="337"/>
                      </a:lnTo>
                      <a:lnTo>
                        <a:pt x="151" y="334"/>
                      </a:lnTo>
                      <a:lnTo>
                        <a:pt x="136" y="329"/>
                      </a:lnTo>
                      <a:lnTo>
                        <a:pt x="121" y="325"/>
                      </a:lnTo>
                      <a:lnTo>
                        <a:pt x="106" y="320"/>
                      </a:lnTo>
                      <a:lnTo>
                        <a:pt x="92" y="313"/>
                      </a:lnTo>
                      <a:lnTo>
                        <a:pt x="76" y="306"/>
                      </a:lnTo>
                      <a:lnTo>
                        <a:pt x="62" y="300"/>
                      </a:lnTo>
                      <a:lnTo>
                        <a:pt x="51" y="291"/>
                      </a:lnTo>
                      <a:lnTo>
                        <a:pt x="41" y="280"/>
                      </a:lnTo>
                      <a:lnTo>
                        <a:pt x="35" y="269"/>
                      </a:lnTo>
                      <a:lnTo>
                        <a:pt x="31" y="255"/>
                      </a:lnTo>
                      <a:lnTo>
                        <a:pt x="31" y="239"/>
                      </a:lnTo>
                      <a:lnTo>
                        <a:pt x="33" y="218"/>
                      </a:lnTo>
                      <a:lnTo>
                        <a:pt x="38" y="197"/>
                      </a:lnTo>
                      <a:lnTo>
                        <a:pt x="42" y="182"/>
                      </a:lnTo>
                      <a:lnTo>
                        <a:pt x="51" y="165"/>
                      </a:lnTo>
                      <a:lnTo>
                        <a:pt x="60" y="150"/>
                      </a:lnTo>
                      <a:lnTo>
                        <a:pt x="68" y="136"/>
                      </a:lnTo>
                      <a:lnTo>
                        <a:pt x="79" y="124"/>
                      </a:lnTo>
                      <a:lnTo>
                        <a:pt x="89" y="111"/>
                      </a:lnTo>
                      <a:lnTo>
                        <a:pt x="101" y="100"/>
                      </a:lnTo>
                      <a:lnTo>
                        <a:pt x="114" y="88"/>
                      </a:lnTo>
                      <a:lnTo>
                        <a:pt x="129" y="76"/>
                      </a:lnTo>
                      <a:lnTo>
                        <a:pt x="144" y="64"/>
                      </a:lnTo>
                      <a:lnTo>
                        <a:pt x="162" y="53"/>
                      </a:lnTo>
                      <a:lnTo>
                        <a:pt x="181" y="41"/>
                      </a:lnTo>
                      <a:lnTo>
                        <a:pt x="201" y="31"/>
                      </a:lnTo>
                      <a:lnTo>
                        <a:pt x="219" y="22"/>
                      </a:lnTo>
                      <a:lnTo>
                        <a:pt x="237" y="14"/>
                      </a:lnTo>
                      <a:lnTo>
                        <a:pt x="253" y="7"/>
                      </a:lnTo>
                      <a:lnTo>
                        <a:pt x="268" y="1"/>
                      </a:lnTo>
                      <a:lnTo>
                        <a:pt x="255" y="0"/>
                      </a:lnTo>
                      <a:lnTo>
                        <a:pt x="238" y="1"/>
                      </a:lnTo>
                      <a:lnTo>
                        <a:pt x="221" y="5"/>
                      </a:lnTo>
                      <a:lnTo>
                        <a:pt x="201" y="11"/>
                      </a:lnTo>
                      <a:lnTo>
                        <a:pt x="181" y="19"/>
                      </a:lnTo>
                      <a:lnTo>
                        <a:pt x="161" y="28"/>
                      </a:lnTo>
                      <a:lnTo>
                        <a:pt x="142" y="39"/>
                      </a:lnTo>
                      <a:lnTo>
                        <a:pt x="126" y="5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2653" name="Freeform 778">
                  <a:extLst>
                    <a:ext uri="{FF2B5EF4-FFF2-40B4-BE49-F238E27FC236}">
                      <a16:creationId xmlns:a16="http://schemas.microsoft.com/office/drawing/2014/main" id="{B73383A7-C9FB-47C8-BAC3-D5B128692DE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29" y="2647"/>
                  <a:ext cx="99" cy="59"/>
                </a:xfrm>
                <a:custGeom>
                  <a:avLst/>
                  <a:gdLst>
                    <a:gd name="T0" fmla="*/ 0 w 282"/>
                    <a:gd name="T1" fmla="*/ 0 h 253"/>
                    <a:gd name="T2" fmla="*/ 0 w 282"/>
                    <a:gd name="T3" fmla="*/ 0 h 253"/>
                    <a:gd name="T4" fmla="*/ 0 w 282"/>
                    <a:gd name="T5" fmla="*/ 0 h 253"/>
                    <a:gd name="T6" fmla="*/ 0 w 282"/>
                    <a:gd name="T7" fmla="*/ 0 h 253"/>
                    <a:gd name="T8" fmla="*/ 0 w 282"/>
                    <a:gd name="T9" fmla="*/ 0 h 253"/>
                    <a:gd name="T10" fmla="*/ 0 w 282"/>
                    <a:gd name="T11" fmla="*/ 0 h 253"/>
                    <a:gd name="T12" fmla="*/ 0 w 282"/>
                    <a:gd name="T13" fmla="*/ 0 h 253"/>
                    <a:gd name="T14" fmla="*/ 0 w 282"/>
                    <a:gd name="T15" fmla="*/ 0 h 253"/>
                    <a:gd name="T16" fmla="*/ 0 w 282"/>
                    <a:gd name="T17" fmla="*/ 0 h 253"/>
                    <a:gd name="T18" fmla="*/ 0 w 282"/>
                    <a:gd name="T19" fmla="*/ 0 h 253"/>
                    <a:gd name="T20" fmla="*/ 0 w 282"/>
                    <a:gd name="T21" fmla="*/ 0 h 253"/>
                    <a:gd name="T22" fmla="*/ 0 w 282"/>
                    <a:gd name="T23" fmla="*/ 0 h 253"/>
                    <a:gd name="T24" fmla="*/ 0 w 282"/>
                    <a:gd name="T25" fmla="*/ 0 h 253"/>
                    <a:gd name="T26" fmla="*/ 0 w 282"/>
                    <a:gd name="T27" fmla="*/ 0 h 253"/>
                    <a:gd name="T28" fmla="*/ 0 w 282"/>
                    <a:gd name="T29" fmla="*/ 0 h 253"/>
                    <a:gd name="T30" fmla="*/ 0 w 282"/>
                    <a:gd name="T31" fmla="*/ 0 h 253"/>
                    <a:gd name="T32" fmla="*/ 0 w 282"/>
                    <a:gd name="T33" fmla="*/ 0 h 253"/>
                    <a:gd name="T34" fmla="*/ 0 w 282"/>
                    <a:gd name="T35" fmla="*/ 0 h 253"/>
                    <a:gd name="T36" fmla="*/ 0 w 282"/>
                    <a:gd name="T37" fmla="*/ 0 h 253"/>
                    <a:gd name="T38" fmla="*/ 0 w 282"/>
                    <a:gd name="T39" fmla="*/ 0 h 253"/>
                    <a:gd name="T40" fmla="*/ 0 w 282"/>
                    <a:gd name="T41" fmla="*/ 0 h 253"/>
                    <a:gd name="T42" fmla="*/ 0 w 282"/>
                    <a:gd name="T43" fmla="*/ 0 h 253"/>
                    <a:gd name="T44" fmla="*/ 0 w 282"/>
                    <a:gd name="T45" fmla="*/ 0 h 253"/>
                    <a:gd name="T46" fmla="*/ 0 w 282"/>
                    <a:gd name="T47" fmla="*/ 0 h 253"/>
                    <a:gd name="T48" fmla="*/ 0 w 282"/>
                    <a:gd name="T49" fmla="*/ 0 h 253"/>
                    <a:gd name="T50" fmla="*/ 0 w 282"/>
                    <a:gd name="T51" fmla="*/ 0 h 253"/>
                    <a:gd name="T52" fmla="*/ 0 w 282"/>
                    <a:gd name="T53" fmla="*/ 0 h 253"/>
                    <a:gd name="T54" fmla="*/ 0 w 282"/>
                    <a:gd name="T55" fmla="*/ 0 h 253"/>
                    <a:gd name="T56" fmla="*/ 0 w 282"/>
                    <a:gd name="T57" fmla="*/ 0 h 253"/>
                    <a:gd name="T58" fmla="*/ 0 w 282"/>
                    <a:gd name="T59" fmla="*/ 0 h 253"/>
                    <a:gd name="T60" fmla="*/ 0 w 282"/>
                    <a:gd name="T61" fmla="*/ 0 h 253"/>
                    <a:gd name="T62" fmla="*/ 0 w 282"/>
                    <a:gd name="T63" fmla="*/ 0 h 253"/>
                    <a:gd name="T64" fmla="*/ 0 w 282"/>
                    <a:gd name="T65" fmla="*/ 0 h 253"/>
                    <a:gd name="T66" fmla="*/ 0 w 282"/>
                    <a:gd name="T67" fmla="*/ 0 h 253"/>
                    <a:gd name="T68" fmla="*/ 0 w 282"/>
                    <a:gd name="T69" fmla="*/ 0 h 253"/>
                    <a:gd name="T70" fmla="*/ 0 w 282"/>
                    <a:gd name="T71" fmla="*/ 0 h 253"/>
                    <a:gd name="T72" fmla="*/ 0 w 282"/>
                    <a:gd name="T73" fmla="*/ 0 h 253"/>
                    <a:gd name="T74" fmla="*/ 0 w 282"/>
                    <a:gd name="T75" fmla="*/ 0 h 253"/>
                    <a:gd name="T76" fmla="*/ 0 w 282"/>
                    <a:gd name="T77" fmla="*/ 0 h 253"/>
                    <a:gd name="T78" fmla="*/ 0 w 282"/>
                    <a:gd name="T79" fmla="*/ 0 h 253"/>
                    <a:gd name="T80" fmla="*/ 0 w 282"/>
                    <a:gd name="T81" fmla="*/ 0 h 253"/>
                    <a:gd name="T82" fmla="*/ 0 w 282"/>
                    <a:gd name="T83" fmla="*/ 0 h 253"/>
                    <a:gd name="T84" fmla="*/ 0 w 282"/>
                    <a:gd name="T85" fmla="*/ 0 h 253"/>
                    <a:gd name="T86" fmla="*/ 0 w 282"/>
                    <a:gd name="T87" fmla="*/ 0 h 253"/>
                    <a:gd name="T88" fmla="*/ 0 w 282"/>
                    <a:gd name="T89" fmla="*/ 0 h 253"/>
                    <a:gd name="T90" fmla="*/ 0 w 282"/>
                    <a:gd name="T91" fmla="*/ 0 h 253"/>
                    <a:gd name="T92" fmla="*/ 0 w 282"/>
                    <a:gd name="T93" fmla="*/ 0 h 253"/>
                    <a:gd name="T94" fmla="*/ 0 w 282"/>
                    <a:gd name="T95" fmla="*/ 0 h 253"/>
                    <a:gd name="T96" fmla="*/ 0 w 282"/>
                    <a:gd name="T97" fmla="*/ 0 h 253"/>
                    <a:gd name="T98" fmla="*/ 0 w 282"/>
                    <a:gd name="T99" fmla="*/ 0 h 253"/>
                    <a:gd name="T100" fmla="*/ 0 w 282"/>
                    <a:gd name="T101" fmla="*/ 0 h 253"/>
                    <a:gd name="T102" fmla="*/ 0 w 282"/>
                    <a:gd name="T103" fmla="*/ 0 h 253"/>
                    <a:gd name="T104" fmla="*/ 0 w 282"/>
                    <a:gd name="T105" fmla="*/ 0 h 253"/>
                    <a:gd name="T106" fmla="*/ 0 w 282"/>
                    <a:gd name="T107" fmla="*/ 0 h 253"/>
                    <a:gd name="T108" fmla="*/ 0 w 282"/>
                    <a:gd name="T109" fmla="*/ 0 h 253"/>
                    <a:gd name="T110" fmla="*/ 0 w 282"/>
                    <a:gd name="T111" fmla="*/ 0 h 253"/>
                    <a:gd name="T112" fmla="*/ 0 w 282"/>
                    <a:gd name="T113" fmla="*/ 0 h 253"/>
                    <a:gd name="T114" fmla="*/ 0 w 282"/>
                    <a:gd name="T115" fmla="*/ 0 h 253"/>
                    <a:gd name="T116" fmla="*/ 0 w 282"/>
                    <a:gd name="T117" fmla="*/ 0 h 253"/>
                    <a:gd name="T118" fmla="*/ 0 w 282"/>
                    <a:gd name="T119" fmla="*/ 0 h 253"/>
                    <a:gd name="T120" fmla="*/ 0 w 282"/>
                    <a:gd name="T121" fmla="*/ 0 h 253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60000 65536"/>
                    <a:gd name="T148" fmla="*/ 0 60000 65536"/>
                    <a:gd name="T149" fmla="*/ 0 60000 65536"/>
                    <a:gd name="T150" fmla="*/ 0 60000 65536"/>
                    <a:gd name="T151" fmla="*/ 0 60000 65536"/>
                    <a:gd name="T152" fmla="*/ 0 60000 65536"/>
                    <a:gd name="T153" fmla="*/ 0 60000 65536"/>
                    <a:gd name="T154" fmla="*/ 0 60000 65536"/>
                    <a:gd name="T155" fmla="*/ 0 60000 65536"/>
                    <a:gd name="T156" fmla="*/ 0 60000 65536"/>
                    <a:gd name="T157" fmla="*/ 0 60000 65536"/>
                    <a:gd name="T158" fmla="*/ 0 60000 65536"/>
                    <a:gd name="T159" fmla="*/ 0 60000 65536"/>
                    <a:gd name="T160" fmla="*/ 0 60000 65536"/>
                    <a:gd name="T161" fmla="*/ 0 60000 65536"/>
                    <a:gd name="T162" fmla="*/ 0 60000 65536"/>
                    <a:gd name="T163" fmla="*/ 0 60000 65536"/>
                    <a:gd name="T164" fmla="*/ 0 60000 65536"/>
                    <a:gd name="T165" fmla="*/ 0 60000 65536"/>
                    <a:gd name="T166" fmla="*/ 0 60000 65536"/>
                    <a:gd name="T167" fmla="*/ 0 60000 65536"/>
                    <a:gd name="T168" fmla="*/ 0 60000 65536"/>
                    <a:gd name="T169" fmla="*/ 0 60000 65536"/>
                    <a:gd name="T170" fmla="*/ 0 60000 65536"/>
                    <a:gd name="T171" fmla="*/ 0 60000 65536"/>
                    <a:gd name="T172" fmla="*/ 0 60000 65536"/>
                    <a:gd name="T173" fmla="*/ 0 60000 65536"/>
                    <a:gd name="T174" fmla="*/ 0 60000 65536"/>
                    <a:gd name="T175" fmla="*/ 0 60000 65536"/>
                    <a:gd name="T176" fmla="*/ 0 60000 65536"/>
                    <a:gd name="T177" fmla="*/ 0 60000 65536"/>
                    <a:gd name="T178" fmla="*/ 0 60000 65536"/>
                    <a:gd name="T179" fmla="*/ 0 60000 65536"/>
                    <a:gd name="T180" fmla="*/ 0 60000 65536"/>
                    <a:gd name="T181" fmla="*/ 0 60000 65536"/>
                    <a:gd name="T182" fmla="*/ 0 60000 65536"/>
                    <a:gd name="T183" fmla="*/ 0 w 282"/>
                    <a:gd name="T184" fmla="*/ 0 h 253"/>
                    <a:gd name="T185" fmla="*/ 282 w 282"/>
                    <a:gd name="T186" fmla="*/ 253 h 253"/>
                  </a:gdLst>
                  <a:ahLst/>
                  <a:cxnLst>
                    <a:cxn ang="T122">
                      <a:pos x="T0" y="T1"/>
                    </a:cxn>
                    <a:cxn ang="T123">
                      <a:pos x="T2" y="T3"/>
                    </a:cxn>
                    <a:cxn ang="T124">
                      <a:pos x="T4" y="T5"/>
                    </a:cxn>
                    <a:cxn ang="T125">
                      <a:pos x="T6" y="T7"/>
                    </a:cxn>
                    <a:cxn ang="T126">
                      <a:pos x="T8" y="T9"/>
                    </a:cxn>
                    <a:cxn ang="T127">
                      <a:pos x="T10" y="T11"/>
                    </a:cxn>
                    <a:cxn ang="T128">
                      <a:pos x="T12" y="T13"/>
                    </a:cxn>
                    <a:cxn ang="T129">
                      <a:pos x="T14" y="T15"/>
                    </a:cxn>
                    <a:cxn ang="T130">
                      <a:pos x="T16" y="T17"/>
                    </a:cxn>
                    <a:cxn ang="T131">
                      <a:pos x="T18" y="T19"/>
                    </a:cxn>
                    <a:cxn ang="T132">
                      <a:pos x="T20" y="T21"/>
                    </a:cxn>
                    <a:cxn ang="T133">
                      <a:pos x="T22" y="T23"/>
                    </a:cxn>
                    <a:cxn ang="T134">
                      <a:pos x="T24" y="T25"/>
                    </a:cxn>
                    <a:cxn ang="T135">
                      <a:pos x="T26" y="T27"/>
                    </a:cxn>
                    <a:cxn ang="T136">
                      <a:pos x="T28" y="T29"/>
                    </a:cxn>
                    <a:cxn ang="T137">
                      <a:pos x="T30" y="T31"/>
                    </a:cxn>
                    <a:cxn ang="T138">
                      <a:pos x="T32" y="T33"/>
                    </a:cxn>
                    <a:cxn ang="T139">
                      <a:pos x="T34" y="T35"/>
                    </a:cxn>
                    <a:cxn ang="T140">
                      <a:pos x="T36" y="T37"/>
                    </a:cxn>
                    <a:cxn ang="T141">
                      <a:pos x="T38" y="T39"/>
                    </a:cxn>
                    <a:cxn ang="T142">
                      <a:pos x="T40" y="T41"/>
                    </a:cxn>
                    <a:cxn ang="T143">
                      <a:pos x="T42" y="T43"/>
                    </a:cxn>
                    <a:cxn ang="T144">
                      <a:pos x="T44" y="T45"/>
                    </a:cxn>
                    <a:cxn ang="T145">
                      <a:pos x="T46" y="T47"/>
                    </a:cxn>
                    <a:cxn ang="T146">
                      <a:pos x="T48" y="T49"/>
                    </a:cxn>
                    <a:cxn ang="T147">
                      <a:pos x="T50" y="T51"/>
                    </a:cxn>
                    <a:cxn ang="T148">
                      <a:pos x="T52" y="T53"/>
                    </a:cxn>
                    <a:cxn ang="T149">
                      <a:pos x="T54" y="T55"/>
                    </a:cxn>
                    <a:cxn ang="T150">
                      <a:pos x="T56" y="T57"/>
                    </a:cxn>
                    <a:cxn ang="T151">
                      <a:pos x="T58" y="T59"/>
                    </a:cxn>
                    <a:cxn ang="T152">
                      <a:pos x="T60" y="T61"/>
                    </a:cxn>
                    <a:cxn ang="T153">
                      <a:pos x="T62" y="T63"/>
                    </a:cxn>
                    <a:cxn ang="T154">
                      <a:pos x="T64" y="T65"/>
                    </a:cxn>
                    <a:cxn ang="T155">
                      <a:pos x="T66" y="T67"/>
                    </a:cxn>
                    <a:cxn ang="T156">
                      <a:pos x="T68" y="T69"/>
                    </a:cxn>
                    <a:cxn ang="T157">
                      <a:pos x="T70" y="T71"/>
                    </a:cxn>
                    <a:cxn ang="T158">
                      <a:pos x="T72" y="T73"/>
                    </a:cxn>
                    <a:cxn ang="T159">
                      <a:pos x="T74" y="T75"/>
                    </a:cxn>
                    <a:cxn ang="T160">
                      <a:pos x="T76" y="T77"/>
                    </a:cxn>
                    <a:cxn ang="T161">
                      <a:pos x="T78" y="T79"/>
                    </a:cxn>
                    <a:cxn ang="T162">
                      <a:pos x="T80" y="T81"/>
                    </a:cxn>
                    <a:cxn ang="T163">
                      <a:pos x="T82" y="T83"/>
                    </a:cxn>
                    <a:cxn ang="T164">
                      <a:pos x="T84" y="T85"/>
                    </a:cxn>
                    <a:cxn ang="T165">
                      <a:pos x="T86" y="T87"/>
                    </a:cxn>
                    <a:cxn ang="T166">
                      <a:pos x="T88" y="T89"/>
                    </a:cxn>
                    <a:cxn ang="T167">
                      <a:pos x="T90" y="T91"/>
                    </a:cxn>
                    <a:cxn ang="T168">
                      <a:pos x="T92" y="T93"/>
                    </a:cxn>
                    <a:cxn ang="T169">
                      <a:pos x="T94" y="T95"/>
                    </a:cxn>
                    <a:cxn ang="T170">
                      <a:pos x="T96" y="T97"/>
                    </a:cxn>
                    <a:cxn ang="T171">
                      <a:pos x="T98" y="T99"/>
                    </a:cxn>
                    <a:cxn ang="T172">
                      <a:pos x="T100" y="T101"/>
                    </a:cxn>
                    <a:cxn ang="T173">
                      <a:pos x="T102" y="T103"/>
                    </a:cxn>
                    <a:cxn ang="T174">
                      <a:pos x="T104" y="T105"/>
                    </a:cxn>
                    <a:cxn ang="T175">
                      <a:pos x="T106" y="T107"/>
                    </a:cxn>
                    <a:cxn ang="T176">
                      <a:pos x="T108" y="T109"/>
                    </a:cxn>
                    <a:cxn ang="T177">
                      <a:pos x="T110" y="T111"/>
                    </a:cxn>
                    <a:cxn ang="T178">
                      <a:pos x="T112" y="T113"/>
                    </a:cxn>
                    <a:cxn ang="T179">
                      <a:pos x="T114" y="T115"/>
                    </a:cxn>
                    <a:cxn ang="T180">
                      <a:pos x="T116" y="T117"/>
                    </a:cxn>
                    <a:cxn ang="T181">
                      <a:pos x="T118" y="T119"/>
                    </a:cxn>
                    <a:cxn ang="T182">
                      <a:pos x="T120" y="T121"/>
                    </a:cxn>
                  </a:cxnLst>
                  <a:rect l="T183" t="T184" r="T185" b="T186"/>
                  <a:pathLst>
                    <a:path w="282" h="253">
                      <a:moveTo>
                        <a:pt x="235" y="78"/>
                      </a:moveTo>
                      <a:lnTo>
                        <a:pt x="248" y="92"/>
                      </a:lnTo>
                      <a:lnTo>
                        <a:pt x="255" y="108"/>
                      </a:lnTo>
                      <a:lnTo>
                        <a:pt x="259" y="125"/>
                      </a:lnTo>
                      <a:lnTo>
                        <a:pt x="259" y="144"/>
                      </a:lnTo>
                      <a:lnTo>
                        <a:pt x="257" y="159"/>
                      </a:lnTo>
                      <a:lnTo>
                        <a:pt x="252" y="171"/>
                      </a:lnTo>
                      <a:lnTo>
                        <a:pt x="244" y="184"/>
                      </a:lnTo>
                      <a:lnTo>
                        <a:pt x="236" y="194"/>
                      </a:lnTo>
                      <a:lnTo>
                        <a:pt x="225" y="206"/>
                      </a:lnTo>
                      <a:lnTo>
                        <a:pt x="215" y="215"/>
                      </a:lnTo>
                      <a:lnTo>
                        <a:pt x="204" y="225"/>
                      </a:lnTo>
                      <a:lnTo>
                        <a:pt x="194" y="236"/>
                      </a:lnTo>
                      <a:lnTo>
                        <a:pt x="191" y="239"/>
                      </a:lnTo>
                      <a:lnTo>
                        <a:pt x="190" y="242"/>
                      </a:lnTo>
                      <a:lnTo>
                        <a:pt x="191" y="246"/>
                      </a:lnTo>
                      <a:lnTo>
                        <a:pt x="194" y="249"/>
                      </a:lnTo>
                      <a:lnTo>
                        <a:pt x="197" y="252"/>
                      </a:lnTo>
                      <a:lnTo>
                        <a:pt x="201" y="253"/>
                      </a:lnTo>
                      <a:lnTo>
                        <a:pt x="205" y="252"/>
                      </a:lnTo>
                      <a:lnTo>
                        <a:pt x="209" y="249"/>
                      </a:lnTo>
                      <a:lnTo>
                        <a:pt x="232" y="234"/>
                      </a:lnTo>
                      <a:lnTo>
                        <a:pt x="251" y="215"/>
                      </a:lnTo>
                      <a:lnTo>
                        <a:pt x="267" y="192"/>
                      </a:lnTo>
                      <a:lnTo>
                        <a:pt x="278" y="168"/>
                      </a:lnTo>
                      <a:lnTo>
                        <a:pt x="282" y="141"/>
                      </a:lnTo>
                      <a:lnTo>
                        <a:pt x="279" y="116"/>
                      </a:lnTo>
                      <a:lnTo>
                        <a:pt x="270" y="92"/>
                      </a:lnTo>
                      <a:lnTo>
                        <a:pt x="251" y="70"/>
                      </a:lnTo>
                      <a:lnTo>
                        <a:pt x="237" y="59"/>
                      </a:lnTo>
                      <a:lnTo>
                        <a:pt x="221" y="48"/>
                      </a:lnTo>
                      <a:lnTo>
                        <a:pt x="202" y="39"/>
                      </a:lnTo>
                      <a:lnTo>
                        <a:pt x="183" y="31"/>
                      </a:lnTo>
                      <a:lnTo>
                        <a:pt x="163" y="24"/>
                      </a:lnTo>
                      <a:lnTo>
                        <a:pt x="142" y="18"/>
                      </a:lnTo>
                      <a:lnTo>
                        <a:pt x="122" y="13"/>
                      </a:lnTo>
                      <a:lnTo>
                        <a:pt x="101" y="8"/>
                      </a:lnTo>
                      <a:lnTo>
                        <a:pt x="82" y="5"/>
                      </a:lnTo>
                      <a:lnTo>
                        <a:pt x="63" y="2"/>
                      </a:lnTo>
                      <a:lnTo>
                        <a:pt x="47" y="0"/>
                      </a:lnTo>
                      <a:lnTo>
                        <a:pt x="32" y="0"/>
                      </a:lnTo>
                      <a:lnTo>
                        <a:pt x="19" y="0"/>
                      </a:lnTo>
                      <a:lnTo>
                        <a:pt x="10" y="1"/>
                      </a:lnTo>
                      <a:lnTo>
                        <a:pt x="4" y="4"/>
                      </a:lnTo>
                      <a:lnTo>
                        <a:pt x="0" y="6"/>
                      </a:lnTo>
                      <a:lnTo>
                        <a:pt x="12" y="8"/>
                      </a:lnTo>
                      <a:lnTo>
                        <a:pt x="25" y="9"/>
                      </a:lnTo>
                      <a:lnTo>
                        <a:pt x="38" y="12"/>
                      </a:lnTo>
                      <a:lnTo>
                        <a:pt x="52" y="14"/>
                      </a:lnTo>
                      <a:lnTo>
                        <a:pt x="67" y="16"/>
                      </a:lnTo>
                      <a:lnTo>
                        <a:pt x="82" y="18"/>
                      </a:lnTo>
                      <a:lnTo>
                        <a:pt x="97" y="22"/>
                      </a:lnTo>
                      <a:lnTo>
                        <a:pt x="114" y="25"/>
                      </a:lnTo>
                      <a:lnTo>
                        <a:pt x="129" y="30"/>
                      </a:lnTo>
                      <a:lnTo>
                        <a:pt x="146" y="35"/>
                      </a:lnTo>
                      <a:lnTo>
                        <a:pt x="162" y="40"/>
                      </a:lnTo>
                      <a:lnTo>
                        <a:pt x="177" y="46"/>
                      </a:lnTo>
                      <a:lnTo>
                        <a:pt x="192" y="53"/>
                      </a:lnTo>
                      <a:lnTo>
                        <a:pt x="208" y="60"/>
                      </a:lnTo>
                      <a:lnTo>
                        <a:pt x="222" y="69"/>
                      </a:lnTo>
                      <a:lnTo>
                        <a:pt x="235" y="7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2654" name="Freeform 779">
                  <a:extLst>
                    <a:ext uri="{FF2B5EF4-FFF2-40B4-BE49-F238E27FC236}">
                      <a16:creationId xmlns:a16="http://schemas.microsoft.com/office/drawing/2014/main" id="{51C8E1D2-9F37-4CE9-80DC-046EFE5E35C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30" y="2680"/>
                  <a:ext cx="40" cy="54"/>
                </a:xfrm>
                <a:custGeom>
                  <a:avLst/>
                  <a:gdLst>
                    <a:gd name="T0" fmla="*/ 0 w 115"/>
                    <a:gd name="T1" fmla="*/ 0 h 236"/>
                    <a:gd name="T2" fmla="*/ 0 w 115"/>
                    <a:gd name="T3" fmla="*/ 0 h 236"/>
                    <a:gd name="T4" fmla="*/ 0 w 115"/>
                    <a:gd name="T5" fmla="*/ 0 h 236"/>
                    <a:gd name="T6" fmla="*/ 0 w 115"/>
                    <a:gd name="T7" fmla="*/ 0 h 236"/>
                    <a:gd name="T8" fmla="*/ 0 w 115"/>
                    <a:gd name="T9" fmla="*/ 0 h 236"/>
                    <a:gd name="T10" fmla="*/ 0 w 115"/>
                    <a:gd name="T11" fmla="*/ 0 h 236"/>
                    <a:gd name="T12" fmla="*/ 0 w 115"/>
                    <a:gd name="T13" fmla="*/ 0 h 236"/>
                    <a:gd name="T14" fmla="*/ 0 w 115"/>
                    <a:gd name="T15" fmla="*/ 0 h 236"/>
                    <a:gd name="T16" fmla="*/ 0 w 115"/>
                    <a:gd name="T17" fmla="*/ 0 h 236"/>
                    <a:gd name="T18" fmla="*/ 0 w 115"/>
                    <a:gd name="T19" fmla="*/ 0 h 236"/>
                    <a:gd name="T20" fmla="*/ 0 w 115"/>
                    <a:gd name="T21" fmla="*/ 0 h 236"/>
                    <a:gd name="T22" fmla="*/ 0 w 115"/>
                    <a:gd name="T23" fmla="*/ 0 h 236"/>
                    <a:gd name="T24" fmla="*/ 0 w 115"/>
                    <a:gd name="T25" fmla="*/ 0 h 236"/>
                    <a:gd name="T26" fmla="*/ 0 w 115"/>
                    <a:gd name="T27" fmla="*/ 0 h 236"/>
                    <a:gd name="T28" fmla="*/ 0 w 115"/>
                    <a:gd name="T29" fmla="*/ 0 h 236"/>
                    <a:gd name="T30" fmla="*/ 0 w 115"/>
                    <a:gd name="T31" fmla="*/ 0 h 236"/>
                    <a:gd name="T32" fmla="*/ 0 w 115"/>
                    <a:gd name="T33" fmla="*/ 0 h 236"/>
                    <a:gd name="T34" fmla="*/ 0 w 115"/>
                    <a:gd name="T35" fmla="*/ 0 h 236"/>
                    <a:gd name="T36" fmla="*/ 0 w 115"/>
                    <a:gd name="T37" fmla="*/ 0 h 236"/>
                    <a:gd name="T38" fmla="*/ 0 w 115"/>
                    <a:gd name="T39" fmla="*/ 0 h 236"/>
                    <a:gd name="T40" fmla="*/ 0 w 115"/>
                    <a:gd name="T41" fmla="*/ 0 h 236"/>
                    <a:gd name="T42" fmla="*/ 0 w 115"/>
                    <a:gd name="T43" fmla="*/ 0 h 236"/>
                    <a:gd name="T44" fmla="*/ 0 w 115"/>
                    <a:gd name="T45" fmla="*/ 0 h 236"/>
                    <a:gd name="T46" fmla="*/ 0 w 115"/>
                    <a:gd name="T47" fmla="*/ 0 h 236"/>
                    <a:gd name="T48" fmla="*/ 0 w 115"/>
                    <a:gd name="T49" fmla="*/ 0 h 236"/>
                    <a:gd name="T50" fmla="*/ 0 w 115"/>
                    <a:gd name="T51" fmla="*/ 0 h 236"/>
                    <a:gd name="T52" fmla="*/ 0 w 115"/>
                    <a:gd name="T53" fmla="*/ 0 h 236"/>
                    <a:gd name="T54" fmla="*/ 0 w 115"/>
                    <a:gd name="T55" fmla="*/ 0 h 236"/>
                    <a:gd name="T56" fmla="*/ 0 w 115"/>
                    <a:gd name="T57" fmla="*/ 0 h 236"/>
                    <a:gd name="T58" fmla="*/ 0 w 115"/>
                    <a:gd name="T59" fmla="*/ 0 h 236"/>
                    <a:gd name="T60" fmla="*/ 0 w 115"/>
                    <a:gd name="T61" fmla="*/ 0 h 236"/>
                    <a:gd name="T62" fmla="*/ 0 w 115"/>
                    <a:gd name="T63" fmla="*/ 0 h 236"/>
                    <a:gd name="T64" fmla="*/ 0 w 115"/>
                    <a:gd name="T65" fmla="*/ 0 h 236"/>
                    <a:gd name="T66" fmla="*/ 0 w 115"/>
                    <a:gd name="T67" fmla="*/ 0 h 236"/>
                    <a:gd name="T68" fmla="*/ 0 w 115"/>
                    <a:gd name="T69" fmla="*/ 0 h 236"/>
                    <a:gd name="T70" fmla="*/ 0 w 115"/>
                    <a:gd name="T71" fmla="*/ 0 h 236"/>
                    <a:gd name="T72" fmla="*/ 0 w 115"/>
                    <a:gd name="T73" fmla="*/ 0 h 236"/>
                    <a:gd name="T74" fmla="*/ 0 w 115"/>
                    <a:gd name="T75" fmla="*/ 0 h 236"/>
                    <a:gd name="T76" fmla="*/ 0 w 115"/>
                    <a:gd name="T77" fmla="*/ 0 h 236"/>
                    <a:gd name="T78" fmla="*/ 0 w 115"/>
                    <a:gd name="T79" fmla="*/ 0 h 236"/>
                    <a:gd name="T80" fmla="*/ 0 w 115"/>
                    <a:gd name="T81" fmla="*/ 0 h 236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w 115"/>
                    <a:gd name="T124" fmla="*/ 0 h 236"/>
                    <a:gd name="T125" fmla="*/ 115 w 115"/>
                    <a:gd name="T126" fmla="*/ 236 h 236"/>
                  </a:gdLst>
                  <a:ahLst/>
                  <a:cxnLst>
                    <a:cxn ang="T82">
                      <a:pos x="T0" y="T1"/>
                    </a:cxn>
                    <a:cxn ang="T83">
                      <a:pos x="T2" y="T3"/>
                    </a:cxn>
                    <a:cxn ang="T84">
                      <a:pos x="T4" y="T5"/>
                    </a:cxn>
                    <a:cxn ang="T85">
                      <a:pos x="T6" y="T7"/>
                    </a:cxn>
                    <a:cxn ang="T86">
                      <a:pos x="T8" y="T9"/>
                    </a:cxn>
                    <a:cxn ang="T87">
                      <a:pos x="T10" y="T11"/>
                    </a:cxn>
                    <a:cxn ang="T88">
                      <a:pos x="T12" y="T13"/>
                    </a:cxn>
                    <a:cxn ang="T89">
                      <a:pos x="T14" y="T15"/>
                    </a:cxn>
                    <a:cxn ang="T90">
                      <a:pos x="T16" y="T17"/>
                    </a:cxn>
                    <a:cxn ang="T91">
                      <a:pos x="T18" y="T19"/>
                    </a:cxn>
                    <a:cxn ang="T92">
                      <a:pos x="T20" y="T21"/>
                    </a:cxn>
                    <a:cxn ang="T93">
                      <a:pos x="T22" y="T23"/>
                    </a:cxn>
                    <a:cxn ang="T94">
                      <a:pos x="T24" y="T25"/>
                    </a:cxn>
                    <a:cxn ang="T95">
                      <a:pos x="T26" y="T27"/>
                    </a:cxn>
                    <a:cxn ang="T96">
                      <a:pos x="T28" y="T29"/>
                    </a:cxn>
                    <a:cxn ang="T97">
                      <a:pos x="T30" y="T31"/>
                    </a:cxn>
                    <a:cxn ang="T98">
                      <a:pos x="T32" y="T33"/>
                    </a:cxn>
                    <a:cxn ang="T99">
                      <a:pos x="T34" y="T35"/>
                    </a:cxn>
                    <a:cxn ang="T100">
                      <a:pos x="T36" y="T37"/>
                    </a:cxn>
                    <a:cxn ang="T101">
                      <a:pos x="T38" y="T39"/>
                    </a:cxn>
                    <a:cxn ang="T102">
                      <a:pos x="T40" y="T41"/>
                    </a:cxn>
                    <a:cxn ang="T103">
                      <a:pos x="T42" y="T43"/>
                    </a:cxn>
                    <a:cxn ang="T104">
                      <a:pos x="T44" y="T45"/>
                    </a:cxn>
                    <a:cxn ang="T105">
                      <a:pos x="T46" y="T47"/>
                    </a:cxn>
                    <a:cxn ang="T106">
                      <a:pos x="T48" y="T49"/>
                    </a:cxn>
                    <a:cxn ang="T107">
                      <a:pos x="T50" y="T51"/>
                    </a:cxn>
                    <a:cxn ang="T108">
                      <a:pos x="T52" y="T53"/>
                    </a:cxn>
                    <a:cxn ang="T109">
                      <a:pos x="T54" y="T55"/>
                    </a:cxn>
                    <a:cxn ang="T110">
                      <a:pos x="T56" y="T57"/>
                    </a:cxn>
                    <a:cxn ang="T111">
                      <a:pos x="T58" y="T59"/>
                    </a:cxn>
                    <a:cxn ang="T112">
                      <a:pos x="T60" y="T61"/>
                    </a:cxn>
                    <a:cxn ang="T113">
                      <a:pos x="T62" y="T63"/>
                    </a:cxn>
                    <a:cxn ang="T114">
                      <a:pos x="T64" y="T65"/>
                    </a:cxn>
                    <a:cxn ang="T115">
                      <a:pos x="T66" y="T67"/>
                    </a:cxn>
                    <a:cxn ang="T116">
                      <a:pos x="T68" y="T69"/>
                    </a:cxn>
                    <a:cxn ang="T117">
                      <a:pos x="T70" y="T71"/>
                    </a:cxn>
                    <a:cxn ang="T118">
                      <a:pos x="T72" y="T73"/>
                    </a:cxn>
                    <a:cxn ang="T119">
                      <a:pos x="T74" y="T75"/>
                    </a:cxn>
                    <a:cxn ang="T120">
                      <a:pos x="T76" y="T77"/>
                    </a:cxn>
                    <a:cxn ang="T121">
                      <a:pos x="T78" y="T79"/>
                    </a:cxn>
                    <a:cxn ang="T122">
                      <a:pos x="T80" y="T81"/>
                    </a:cxn>
                  </a:cxnLst>
                  <a:rect l="T123" t="T124" r="T125" b="T126"/>
                  <a:pathLst>
                    <a:path w="115" h="236">
                      <a:moveTo>
                        <a:pt x="0" y="128"/>
                      </a:moveTo>
                      <a:lnTo>
                        <a:pt x="0" y="148"/>
                      </a:lnTo>
                      <a:lnTo>
                        <a:pt x="5" y="166"/>
                      </a:lnTo>
                      <a:lnTo>
                        <a:pt x="13" y="184"/>
                      </a:lnTo>
                      <a:lnTo>
                        <a:pt x="24" y="198"/>
                      </a:lnTo>
                      <a:lnTo>
                        <a:pt x="39" y="211"/>
                      </a:lnTo>
                      <a:lnTo>
                        <a:pt x="55" y="223"/>
                      </a:lnTo>
                      <a:lnTo>
                        <a:pt x="74" y="231"/>
                      </a:lnTo>
                      <a:lnTo>
                        <a:pt x="92" y="235"/>
                      </a:lnTo>
                      <a:lnTo>
                        <a:pt x="98" y="236"/>
                      </a:lnTo>
                      <a:lnTo>
                        <a:pt x="104" y="234"/>
                      </a:lnTo>
                      <a:lnTo>
                        <a:pt x="109" y="231"/>
                      </a:lnTo>
                      <a:lnTo>
                        <a:pt x="111" y="226"/>
                      </a:lnTo>
                      <a:lnTo>
                        <a:pt x="111" y="220"/>
                      </a:lnTo>
                      <a:lnTo>
                        <a:pt x="110" y="215"/>
                      </a:lnTo>
                      <a:lnTo>
                        <a:pt x="107" y="210"/>
                      </a:lnTo>
                      <a:lnTo>
                        <a:pt x="101" y="208"/>
                      </a:lnTo>
                      <a:lnTo>
                        <a:pt x="82" y="201"/>
                      </a:lnTo>
                      <a:lnTo>
                        <a:pt x="64" y="192"/>
                      </a:lnTo>
                      <a:lnTo>
                        <a:pt x="50" y="179"/>
                      </a:lnTo>
                      <a:lnTo>
                        <a:pt x="40" y="165"/>
                      </a:lnTo>
                      <a:lnTo>
                        <a:pt x="33" y="148"/>
                      </a:lnTo>
                      <a:lnTo>
                        <a:pt x="29" y="130"/>
                      </a:lnTo>
                      <a:lnTo>
                        <a:pt x="29" y="110"/>
                      </a:lnTo>
                      <a:lnTo>
                        <a:pt x="35" y="89"/>
                      </a:lnTo>
                      <a:lnTo>
                        <a:pt x="43" y="74"/>
                      </a:lnTo>
                      <a:lnTo>
                        <a:pt x="56" y="60"/>
                      </a:lnTo>
                      <a:lnTo>
                        <a:pt x="70" y="46"/>
                      </a:lnTo>
                      <a:lnTo>
                        <a:pt x="85" y="33"/>
                      </a:lnTo>
                      <a:lnTo>
                        <a:pt x="98" y="23"/>
                      </a:lnTo>
                      <a:lnTo>
                        <a:pt x="109" y="12"/>
                      </a:lnTo>
                      <a:lnTo>
                        <a:pt x="115" y="6"/>
                      </a:lnTo>
                      <a:lnTo>
                        <a:pt x="115" y="0"/>
                      </a:lnTo>
                      <a:lnTo>
                        <a:pt x="102" y="4"/>
                      </a:lnTo>
                      <a:lnTo>
                        <a:pt x="85" y="12"/>
                      </a:lnTo>
                      <a:lnTo>
                        <a:pt x="68" y="26"/>
                      </a:lnTo>
                      <a:lnTo>
                        <a:pt x="49" y="42"/>
                      </a:lnTo>
                      <a:lnTo>
                        <a:pt x="32" y="61"/>
                      </a:lnTo>
                      <a:lnTo>
                        <a:pt x="17" y="82"/>
                      </a:lnTo>
                      <a:lnTo>
                        <a:pt x="6" y="105"/>
                      </a:lnTo>
                      <a:lnTo>
                        <a:pt x="0" y="1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2655" name="Freeform 780">
                  <a:extLst>
                    <a:ext uri="{FF2B5EF4-FFF2-40B4-BE49-F238E27FC236}">
                      <a16:creationId xmlns:a16="http://schemas.microsoft.com/office/drawing/2014/main" id="{14BEF73F-434F-4236-B29C-5EB53AF3C78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11" y="2643"/>
                  <a:ext cx="87" cy="73"/>
                </a:xfrm>
                <a:custGeom>
                  <a:avLst/>
                  <a:gdLst>
                    <a:gd name="T0" fmla="*/ 0 w 245"/>
                    <a:gd name="T1" fmla="*/ 0 h 310"/>
                    <a:gd name="T2" fmla="*/ 0 w 245"/>
                    <a:gd name="T3" fmla="*/ 0 h 310"/>
                    <a:gd name="T4" fmla="*/ 0 w 245"/>
                    <a:gd name="T5" fmla="*/ 0 h 310"/>
                    <a:gd name="T6" fmla="*/ 0 w 245"/>
                    <a:gd name="T7" fmla="*/ 0 h 310"/>
                    <a:gd name="T8" fmla="*/ 0 w 245"/>
                    <a:gd name="T9" fmla="*/ 0 h 310"/>
                    <a:gd name="T10" fmla="*/ 0 w 245"/>
                    <a:gd name="T11" fmla="*/ 0 h 310"/>
                    <a:gd name="T12" fmla="*/ 0 w 245"/>
                    <a:gd name="T13" fmla="*/ 0 h 310"/>
                    <a:gd name="T14" fmla="*/ 0 w 245"/>
                    <a:gd name="T15" fmla="*/ 0 h 310"/>
                    <a:gd name="T16" fmla="*/ 0 w 245"/>
                    <a:gd name="T17" fmla="*/ 0 h 310"/>
                    <a:gd name="T18" fmla="*/ 0 w 245"/>
                    <a:gd name="T19" fmla="*/ 0 h 310"/>
                    <a:gd name="T20" fmla="*/ 0 w 245"/>
                    <a:gd name="T21" fmla="*/ 0 h 310"/>
                    <a:gd name="T22" fmla="*/ 0 w 245"/>
                    <a:gd name="T23" fmla="*/ 0 h 310"/>
                    <a:gd name="T24" fmla="*/ 0 w 245"/>
                    <a:gd name="T25" fmla="*/ 0 h 310"/>
                    <a:gd name="T26" fmla="*/ 0 w 245"/>
                    <a:gd name="T27" fmla="*/ 0 h 310"/>
                    <a:gd name="T28" fmla="*/ 0 w 245"/>
                    <a:gd name="T29" fmla="*/ 0 h 310"/>
                    <a:gd name="T30" fmla="*/ 0 w 245"/>
                    <a:gd name="T31" fmla="*/ 0 h 310"/>
                    <a:gd name="T32" fmla="*/ 0 w 245"/>
                    <a:gd name="T33" fmla="*/ 0 h 310"/>
                    <a:gd name="T34" fmla="*/ 0 w 245"/>
                    <a:gd name="T35" fmla="*/ 0 h 310"/>
                    <a:gd name="T36" fmla="*/ 0 w 245"/>
                    <a:gd name="T37" fmla="*/ 0 h 310"/>
                    <a:gd name="T38" fmla="*/ 0 w 245"/>
                    <a:gd name="T39" fmla="*/ 0 h 310"/>
                    <a:gd name="T40" fmla="*/ 0 w 245"/>
                    <a:gd name="T41" fmla="*/ 0 h 310"/>
                    <a:gd name="T42" fmla="*/ 0 w 245"/>
                    <a:gd name="T43" fmla="*/ 0 h 310"/>
                    <a:gd name="T44" fmla="*/ 0 w 245"/>
                    <a:gd name="T45" fmla="*/ 0 h 310"/>
                    <a:gd name="T46" fmla="*/ 0 w 245"/>
                    <a:gd name="T47" fmla="*/ 0 h 310"/>
                    <a:gd name="T48" fmla="*/ 0 w 245"/>
                    <a:gd name="T49" fmla="*/ 0 h 310"/>
                    <a:gd name="T50" fmla="*/ 0 w 245"/>
                    <a:gd name="T51" fmla="*/ 0 h 310"/>
                    <a:gd name="T52" fmla="*/ 0 w 245"/>
                    <a:gd name="T53" fmla="*/ 0 h 310"/>
                    <a:gd name="T54" fmla="*/ 0 w 245"/>
                    <a:gd name="T55" fmla="*/ 0 h 310"/>
                    <a:gd name="T56" fmla="*/ 0 w 245"/>
                    <a:gd name="T57" fmla="*/ 0 h 310"/>
                    <a:gd name="T58" fmla="*/ 0 w 245"/>
                    <a:gd name="T59" fmla="*/ 0 h 310"/>
                    <a:gd name="T60" fmla="*/ 0 w 245"/>
                    <a:gd name="T61" fmla="*/ 0 h 310"/>
                    <a:gd name="T62" fmla="*/ 0 w 245"/>
                    <a:gd name="T63" fmla="*/ 0 h 310"/>
                    <a:gd name="T64" fmla="*/ 0 w 245"/>
                    <a:gd name="T65" fmla="*/ 0 h 310"/>
                    <a:gd name="T66" fmla="*/ 0 w 245"/>
                    <a:gd name="T67" fmla="*/ 0 h 310"/>
                    <a:gd name="T68" fmla="*/ 0 w 245"/>
                    <a:gd name="T69" fmla="*/ 0 h 310"/>
                    <a:gd name="T70" fmla="*/ 0 w 245"/>
                    <a:gd name="T71" fmla="*/ 0 h 310"/>
                    <a:gd name="T72" fmla="*/ 0 w 245"/>
                    <a:gd name="T73" fmla="*/ 0 h 310"/>
                    <a:gd name="T74" fmla="*/ 0 w 245"/>
                    <a:gd name="T75" fmla="*/ 0 h 310"/>
                    <a:gd name="T76" fmla="*/ 0 60000 65536"/>
                    <a:gd name="T77" fmla="*/ 0 60000 65536"/>
                    <a:gd name="T78" fmla="*/ 0 60000 65536"/>
                    <a:gd name="T79" fmla="*/ 0 60000 65536"/>
                    <a:gd name="T80" fmla="*/ 0 60000 65536"/>
                    <a:gd name="T81" fmla="*/ 0 60000 65536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w 245"/>
                    <a:gd name="T115" fmla="*/ 0 h 310"/>
                    <a:gd name="T116" fmla="*/ 245 w 245"/>
                    <a:gd name="T117" fmla="*/ 310 h 310"/>
                  </a:gdLst>
                  <a:ahLst/>
                  <a:cxnLst>
                    <a:cxn ang="T76">
                      <a:pos x="T0" y="T1"/>
                    </a:cxn>
                    <a:cxn ang="T77">
                      <a:pos x="T2" y="T3"/>
                    </a:cxn>
                    <a:cxn ang="T78">
                      <a:pos x="T4" y="T5"/>
                    </a:cxn>
                    <a:cxn ang="T79">
                      <a:pos x="T6" y="T7"/>
                    </a:cxn>
                    <a:cxn ang="T80">
                      <a:pos x="T8" y="T9"/>
                    </a:cxn>
                    <a:cxn ang="T81">
                      <a:pos x="T10" y="T11"/>
                    </a:cxn>
                    <a:cxn ang="T82">
                      <a:pos x="T12" y="T13"/>
                    </a:cxn>
                    <a:cxn ang="T83">
                      <a:pos x="T14" y="T15"/>
                    </a:cxn>
                    <a:cxn ang="T84">
                      <a:pos x="T16" y="T17"/>
                    </a:cxn>
                    <a:cxn ang="T85">
                      <a:pos x="T18" y="T19"/>
                    </a:cxn>
                    <a:cxn ang="T86">
                      <a:pos x="T20" y="T21"/>
                    </a:cxn>
                    <a:cxn ang="T87">
                      <a:pos x="T22" y="T23"/>
                    </a:cxn>
                    <a:cxn ang="T88">
                      <a:pos x="T24" y="T25"/>
                    </a:cxn>
                    <a:cxn ang="T89">
                      <a:pos x="T26" y="T27"/>
                    </a:cxn>
                    <a:cxn ang="T90">
                      <a:pos x="T28" y="T29"/>
                    </a:cxn>
                    <a:cxn ang="T91">
                      <a:pos x="T30" y="T31"/>
                    </a:cxn>
                    <a:cxn ang="T92">
                      <a:pos x="T32" y="T33"/>
                    </a:cxn>
                    <a:cxn ang="T93">
                      <a:pos x="T34" y="T35"/>
                    </a:cxn>
                    <a:cxn ang="T94">
                      <a:pos x="T36" y="T37"/>
                    </a:cxn>
                    <a:cxn ang="T95">
                      <a:pos x="T38" y="T39"/>
                    </a:cxn>
                    <a:cxn ang="T96">
                      <a:pos x="T40" y="T41"/>
                    </a:cxn>
                    <a:cxn ang="T97">
                      <a:pos x="T42" y="T43"/>
                    </a:cxn>
                    <a:cxn ang="T98">
                      <a:pos x="T44" y="T45"/>
                    </a:cxn>
                    <a:cxn ang="T99">
                      <a:pos x="T46" y="T47"/>
                    </a:cxn>
                    <a:cxn ang="T100">
                      <a:pos x="T48" y="T49"/>
                    </a:cxn>
                    <a:cxn ang="T101">
                      <a:pos x="T50" y="T51"/>
                    </a:cxn>
                    <a:cxn ang="T102">
                      <a:pos x="T52" y="T53"/>
                    </a:cxn>
                    <a:cxn ang="T103">
                      <a:pos x="T54" y="T55"/>
                    </a:cxn>
                    <a:cxn ang="T104">
                      <a:pos x="T56" y="T57"/>
                    </a:cxn>
                    <a:cxn ang="T105">
                      <a:pos x="T58" y="T59"/>
                    </a:cxn>
                    <a:cxn ang="T106">
                      <a:pos x="T60" y="T61"/>
                    </a:cxn>
                    <a:cxn ang="T107">
                      <a:pos x="T62" y="T63"/>
                    </a:cxn>
                    <a:cxn ang="T108">
                      <a:pos x="T64" y="T65"/>
                    </a:cxn>
                    <a:cxn ang="T109">
                      <a:pos x="T66" y="T67"/>
                    </a:cxn>
                    <a:cxn ang="T110">
                      <a:pos x="T68" y="T69"/>
                    </a:cxn>
                    <a:cxn ang="T111">
                      <a:pos x="T70" y="T71"/>
                    </a:cxn>
                    <a:cxn ang="T112">
                      <a:pos x="T72" y="T73"/>
                    </a:cxn>
                    <a:cxn ang="T113">
                      <a:pos x="T74" y="T75"/>
                    </a:cxn>
                  </a:cxnLst>
                  <a:rect l="T114" t="T115" r="T116" b="T117"/>
                  <a:pathLst>
                    <a:path w="245" h="310">
                      <a:moveTo>
                        <a:pt x="200" y="116"/>
                      </a:moveTo>
                      <a:lnTo>
                        <a:pt x="208" y="124"/>
                      </a:lnTo>
                      <a:lnTo>
                        <a:pt x="214" y="133"/>
                      </a:lnTo>
                      <a:lnTo>
                        <a:pt x="220" y="144"/>
                      </a:lnTo>
                      <a:lnTo>
                        <a:pt x="223" y="154"/>
                      </a:lnTo>
                      <a:lnTo>
                        <a:pt x="226" y="164"/>
                      </a:lnTo>
                      <a:lnTo>
                        <a:pt x="224" y="176"/>
                      </a:lnTo>
                      <a:lnTo>
                        <a:pt x="222" y="187"/>
                      </a:lnTo>
                      <a:lnTo>
                        <a:pt x="216" y="198"/>
                      </a:lnTo>
                      <a:lnTo>
                        <a:pt x="208" y="209"/>
                      </a:lnTo>
                      <a:lnTo>
                        <a:pt x="199" y="219"/>
                      </a:lnTo>
                      <a:lnTo>
                        <a:pt x="188" y="229"/>
                      </a:lnTo>
                      <a:lnTo>
                        <a:pt x="177" y="238"/>
                      </a:lnTo>
                      <a:lnTo>
                        <a:pt x="166" y="246"/>
                      </a:lnTo>
                      <a:lnTo>
                        <a:pt x="154" y="255"/>
                      </a:lnTo>
                      <a:lnTo>
                        <a:pt x="142" y="264"/>
                      </a:lnTo>
                      <a:lnTo>
                        <a:pt x="132" y="275"/>
                      </a:lnTo>
                      <a:lnTo>
                        <a:pt x="128" y="278"/>
                      </a:lnTo>
                      <a:lnTo>
                        <a:pt x="126" y="283"/>
                      </a:lnTo>
                      <a:lnTo>
                        <a:pt x="124" y="287"/>
                      </a:lnTo>
                      <a:lnTo>
                        <a:pt x="121" y="292"/>
                      </a:lnTo>
                      <a:lnTo>
                        <a:pt x="120" y="296"/>
                      </a:lnTo>
                      <a:lnTo>
                        <a:pt x="120" y="301"/>
                      </a:lnTo>
                      <a:lnTo>
                        <a:pt x="122" y="306"/>
                      </a:lnTo>
                      <a:lnTo>
                        <a:pt x="126" y="309"/>
                      </a:lnTo>
                      <a:lnTo>
                        <a:pt x="131" y="310"/>
                      </a:lnTo>
                      <a:lnTo>
                        <a:pt x="135" y="310"/>
                      </a:lnTo>
                      <a:lnTo>
                        <a:pt x="139" y="309"/>
                      </a:lnTo>
                      <a:lnTo>
                        <a:pt x="142" y="306"/>
                      </a:lnTo>
                      <a:lnTo>
                        <a:pt x="154" y="292"/>
                      </a:lnTo>
                      <a:lnTo>
                        <a:pt x="167" y="280"/>
                      </a:lnTo>
                      <a:lnTo>
                        <a:pt x="180" y="269"/>
                      </a:lnTo>
                      <a:lnTo>
                        <a:pt x="194" y="257"/>
                      </a:lnTo>
                      <a:lnTo>
                        <a:pt x="207" y="246"/>
                      </a:lnTo>
                      <a:lnTo>
                        <a:pt x="220" y="233"/>
                      </a:lnTo>
                      <a:lnTo>
                        <a:pt x="230" y="219"/>
                      </a:lnTo>
                      <a:lnTo>
                        <a:pt x="238" y="204"/>
                      </a:lnTo>
                      <a:lnTo>
                        <a:pt x="244" y="186"/>
                      </a:lnTo>
                      <a:lnTo>
                        <a:pt x="245" y="169"/>
                      </a:lnTo>
                      <a:lnTo>
                        <a:pt x="243" y="152"/>
                      </a:lnTo>
                      <a:lnTo>
                        <a:pt x="237" y="134"/>
                      </a:lnTo>
                      <a:lnTo>
                        <a:pt x="228" y="119"/>
                      </a:lnTo>
                      <a:lnTo>
                        <a:pt x="217" y="105"/>
                      </a:lnTo>
                      <a:lnTo>
                        <a:pt x="203" y="93"/>
                      </a:lnTo>
                      <a:lnTo>
                        <a:pt x="188" y="83"/>
                      </a:lnTo>
                      <a:lnTo>
                        <a:pt x="176" y="76"/>
                      </a:lnTo>
                      <a:lnTo>
                        <a:pt x="163" y="69"/>
                      </a:lnTo>
                      <a:lnTo>
                        <a:pt x="151" y="61"/>
                      </a:lnTo>
                      <a:lnTo>
                        <a:pt x="136" y="54"/>
                      </a:lnTo>
                      <a:lnTo>
                        <a:pt x="122" y="46"/>
                      </a:lnTo>
                      <a:lnTo>
                        <a:pt x="107" y="39"/>
                      </a:lnTo>
                      <a:lnTo>
                        <a:pt x="93" y="31"/>
                      </a:lnTo>
                      <a:lnTo>
                        <a:pt x="79" y="24"/>
                      </a:lnTo>
                      <a:lnTo>
                        <a:pt x="66" y="18"/>
                      </a:lnTo>
                      <a:lnTo>
                        <a:pt x="53" y="13"/>
                      </a:lnTo>
                      <a:lnTo>
                        <a:pt x="40" y="8"/>
                      </a:lnTo>
                      <a:lnTo>
                        <a:pt x="30" y="5"/>
                      </a:lnTo>
                      <a:lnTo>
                        <a:pt x="20" y="1"/>
                      </a:lnTo>
                      <a:lnTo>
                        <a:pt x="12" y="0"/>
                      </a:lnTo>
                      <a:lnTo>
                        <a:pt x="5" y="0"/>
                      </a:lnTo>
                      <a:lnTo>
                        <a:pt x="0" y="2"/>
                      </a:lnTo>
                      <a:lnTo>
                        <a:pt x="11" y="8"/>
                      </a:lnTo>
                      <a:lnTo>
                        <a:pt x="23" y="14"/>
                      </a:lnTo>
                      <a:lnTo>
                        <a:pt x="36" y="20"/>
                      </a:lnTo>
                      <a:lnTo>
                        <a:pt x="47" y="25"/>
                      </a:lnTo>
                      <a:lnTo>
                        <a:pt x="60" y="31"/>
                      </a:lnTo>
                      <a:lnTo>
                        <a:pt x="73" y="37"/>
                      </a:lnTo>
                      <a:lnTo>
                        <a:pt x="86" y="44"/>
                      </a:lnTo>
                      <a:lnTo>
                        <a:pt x="99" y="51"/>
                      </a:lnTo>
                      <a:lnTo>
                        <a:pt x="113" y="57"/>
                      </a:lnTo>
                      <a:lnTo>
                        <a:pt x="126" y="64"/>
                      </a:lnTo>
                      <a:lnTo>
                        <a:pt x="139" y="71"/>
                      </a:lnTo>
                      <a:lnTo>
                        <a:pt x="152" y="79"/>
                      </a:lnTo>
                      <a:lnTo>
                        <a:pt x="165" y="88"/>
                      </a:lnTo>
                      <a:lnTo>
                        <a:pt x="176" y="96"/>
                      </a:lnTo>
                      <a:lnTo>
                        <a:pt x="188" y="106"/>
                      </a:lnTo>
                      <a:lnTo>
                        <a:pt x="200" y="11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pic>
            <p:nvPicPr>
              <p:cNvPr id="102643" name="Picture 781" descr="access_point_stylized_gray_small">
                <a:extLst>
                  <a:ext uri="{FF2B5EF4-FFF2-40B4-BE49-F238E27FC236}">
                    <a16:creationId xmlns:a16="http://schemas.microsoft.com/office/drawing/2014/main" id="{B134FE66-1B89-42E9-B4AA-DB1926D54E2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072" y="3642"/>
                <a:ext cx="430" cy="34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sp>
          <p:nvSpPr>
            <p:cNvPr id="102460" name="Line 782">
              <a:extLst>
                <a:ext uri="{FF2B5EF4-FFF2-40B4-BE49-F238E27FC236}">
                  <a16:creationId xmlns:a16="http://schemas.microsoft.com/office/drawing/2014/main" id="{16F99599-BA57-41C9-9326-64553C5D1588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 flipV="1">
              <a:off x="5034" y="3427"/>
              <a:ext cx="2" cy="54"/>
            </a:xfrm>
            <a:prstGeom prst="line">
              <a:avLst/>
            </a:prstGeom>
            <a:noFill/>
            <a:ln w="127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grpSp>
          <p:nvGrpSpPr>
            <p:cNvPr id="102461" name="Group 783">
              <a:extLst>
                <a:ext uri="{FF2B5EF4-FFF2-40B4-BE49-F238E27FC236}">
                  <a16:creationId xmlns:a16="http://schemas.microsoft.com/office/drawing/2014/main" id="{5684B7FF-6045-4EEA-AAE4-05F9C64C0920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3638" y="2856"/>
              <a:ext cx="261" cy="235"/>
              <a:chOff x="2839" y="3501"/>
              <a:chExt cx="755" cy="803"/>
            </a:xfrm>
          </p:grpSpPr>
          <p:pic>
            <p:nvPicPr>
              <p:cNvPr id="102640" name="Picture 784" descr="desktop_computer_stylized_medium">
                <a:extLst>
                  <a:ext uri="{FF2B5EF4-FFF2-40B4-BE49-F238E27FC236}">
                    <a16:creationId xmlns:a16="http://schemas.microsoft.com/office/drawing/2014/main" id="{B4102A1C-14B4-41E8-BF61-193913C4F6B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02641" name="Freeform 785">
                <a:extLst>
                  <a:ext uri="{FF2B5EF4-FFF2-40B4-BE49-F238E27FC236}">
                    <a16:creationId xmlns:a16="http://schemas.microsoft.com/office/drawing/2014/main" id="{2D93E854-ABA3-40ED-9931-A4E592BB90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grpSp>
          <p:nvGrpSpPr>
            <p:cNvPr id="102462" name="Group 786">
              <a:extLst>
                <a:ext uri="{FF2B5EF4-FFF2-40B4-BE49-F238E27FC236}">
                  <a16:creationId xmlns:a16="http://schemas.microsoft.com/office/drawing/2014/main" id="{5743D5A4-98BF-4B20-A518-2ABEBFD4C7F7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3438" y="3121"/>
              <a:ext cx="304" cy="256"/>
              <a:chOff x="2839" y="3501"/>
              <a:chExt cx="755" cy="803"/>
            </a:xfrm>
          </p:grpSpPr>
          <p:pic>
            <p:nvPicPr>
              <p:cNvPr id="102638" name="Picture 787" descr="desktop_computer_stylized_medium">
                <a:extLst>
                  <a:ext uri="{FF2B5EF4-FFF2-40B4-BE49-F238E27FC236}">
                    <a16:creationId xmlns:a16="http://schemas.microsoft.com/office/drawing/2014/main" id="{30A66DDF-2DD4-459B-BD4E-603E3BBF140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02639" name="Freeform 788">
                <a:extLst>
                  <a:ext uri="{FF2B5EF4-FFF2-40B4-BE49-F238E27FC236}">
                    <a16:creationId xmlns:a16="http://schemas.microsoft.com/office/drawing/2014/main" id="{18BE5A18-7679-40C5-8F80-AE8A6AAB969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grpSp>
          <p:nvGrpSpPr>
            <p:cNvPr id="102463" name="Group 789">
              <a:extLst>
                <a:ext uri="{FF2B5EF4-FFF2-40B4-BE49-F238E27FC236}">
                  <a16:creationId xmlns:a16="http://schemas.microsoft.com/office/drawing/2014/main" id="{D4E00518-7031-4068-91C5-7EA3C27B5180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3739" y="3311"/>
              <a:ext cx="269" cy="220"/>
              <a:chOff x="2839" y="3501"/>
              <a:chExt cx="755" cy="803"/>
            </a:xfrm>
          </p:grpSpPr>
          <p:pic>
            <p:nvPicPr>
              <p:cNvPr id="102636" name="Picture 790" descr="desktop_computer_stylized_medium">
                <a:extLst>
                  <a:ext uri="{FF2B5EF4-FFF2-40B4-BE49-F238E27FC236}">
                    <a16:creationId xmlns:a16="http://schemas.microsoft.com/office/drawing/2014/main" id="{5BECD29D-1953-4D48-8EF8-7923AB3D2FA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02637" name="Freeform 791">
                <a:extLst>
                  <a:ext uri="{FF2B5EF4-FFF2-40B4-BE49-F238E27FC236}">
                    <a16:creationId xmlns:a16="http://schemas.microsoft.com/office/drawing/2014/main" id="{E083B992-9F15-4501-B826-003F53D8DD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grpSp>
          <p:nvGrpSpPr>
            <p:cNvPr id="102464" name="Group 792">
              <a:extLst>
                <a:ext uri="{FF2B5EF4-FFF2-40B4-BE49-F238E27FC236}">
                  <a16:creationId xmlns:a16="http://schemas.microsoft.com/office/drawing/2014/main" id="{0A49C8FF-64A2-4A07-9952-AC7E4EE8028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126" y="3300"/>
              <a:ext cx="269" cy="221"/>
              <a:chOff x="2839" y="3501"/>
              <a:chExt cx="755" cy="803"/>
            </a:xfrm>
          </p:grpSpPr>
          <p:pic>
            <p:nvPicPr>
              <p:cNvPr id="102634" name="Picture 793" descr="desktop_computer_stylized_medium">
                <a:extLst>
                  <a:ext uri="{FF2B5EF4-FFF2-40B4-BE49-F238E27FC236}">
                    <a16:creationId xmlns:a16="http://schemas.microsoft.com/office/drawing/2014/main" id="{990D229A-12D2-4C4A-B3D8-F267923709E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02635" name="Freeform 794">
                <a:extLst>
                  <a:ext uri="{FF2B5EF4-FFF2-40B4-BE49-F238E27FC236}">
                    <a16:creationId xmlns:a16="http://schemas.microsoft.com/office/drawing/2014/main" id="{9C54C38C-B2F5-43D8-BB64-3EE8F3E1E5A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pic>
          <p:nvPicPr>
            <p:cNvPr id="102465" name="Picture 795" descr="car_icon_small">
              <a:extLst>
                <a:ext uri="{FF2B5EF4-FFF2-40B4-BE49-F238E27FC236}">
                  <a16:creationId xmlns:a16="http://schemas.microsoft.com/office/drawing/2014/main" id="{81D76D0E-BCA9-4605-9935-B72D3AA82F2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95" y="1084"/>
              <a:ext cx="535" cy="10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102466" name="Group 796">
              <a:extLst>
                <a:ext uri="{FF2B5EF4-FFF2-40B4-BE49-F238E27FC236}">
                  <a16:creationId xmlns:a16="http://schemas.microsoft.com/office/drawing/2014/main" id="{3109EAE3-25EE-4CD7-BD1A-17E54C57ADE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36" y="974"/>
              <a:ext cx="262" cy="243"/>
              <a:chOff x="2751" y="1851"/>
              <a:chExt cx="462" cy="478"/>
            </a:xfrm>
          </p:grpSpPr>
          <p:pic>
            <p:nvPicPr>
              <p:cNvPr id="102632" name="Picture 797" descr="iphone_stylized_small">
                <a:extLst>
                  <a:ext uri="{FF2B5EF4-FFF2-40B4-BE49-F238E27FC236}">
                    <a16:creationId xmlns:a16="http://schemas.microsoft.com/office/drawing/2014/main" id="{86C23416-8272-4A61-A094-47399199E40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928" y="1922"/>
                <a:ext cx="152" cy="40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02633" name="Picture 798" descr="antenna_radiation_stylized">
                <a:extLst>
                  <a:ext uri="{FF2B5EF4-FFF2-40B4-BE49-F238E27FC236}">
                    <a16:creationId xmlns:a16="http://schemas.microsoft.com/office/drawing/2014/main" id="{B2E7EB42-C8B7-4DB2-AE76-9B3D9F3F08A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751" y="1851"/>
                <a:ext cx="462" cy="1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grpSp>
          <p:nvGrpSpPr>
            <p:cNvPr id="102467" name="Group 799">
              <a:extLst>
                <a:ext uri="{FF2B5EF4-FFF2-40B4-BE49-F238E27FC236}">
                  <a16:creationId xmlns:a16="http://schemas.microsoft.com/office/drawing/2014/main" id="{81C2FFF5-11E6-4AB1-9801-8C073239BEF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191" y="3151"/>
              <a:ext cx="143" cy="303"/>
              <a:chOff x="4140" y="429"/>
              <a:chExt cx="1425" cy="2396"/>
            </a:xfrm>
          </p:grpSpPr>
          <p:sp>
            <p:nvSpPr>
              <p:cNvPr id="102600" name="Freeform 800">
                <a:extLst>
                  <a:ext uri="{FF2B5EF4-FFF2-40B4-BE49-F238E27FC236}">
                    <a16:creationId xmlns:a16="http://schemas.microsoft.com/office/drawing/2014/main" id="{99F9518F-7656-4B4E-B50A-D985DD98BEF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2 w 354"/>
                  <a:gd name="T1" fmla="*/ 0 h 2742"/>
                  <a:gd name="T2" fmla="*/ 2 w 354"/>
                  <a:gd name="T3" fmla="*/ 3 h 2742"/>
                  <a:gd name="T4" fmla="*/ 2 w 354"/>
                  <a:gd name="T5" fmla="*/ 3 h 2742"/>
                  <a:gd name="T6" fmla="*/ 0 w 354"/>
                  <a:gd name="T7" fmla="*/ 3 h 2742"/>
                  <a:gd name="T8" fmla="*/ 2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2601" name="Rectangle 801">
                <a:extLst>
                  <a:ext uri="{FF2B5EF4-FFF2-40B4-BE49-F238E27FC236}">
                    <a16:creationId xmlns:a16="http://schemas.microsoft.com/office/drawing/2014/main" id="{2CB1F39A-75AD-4379-9559-0D6BB2838D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429"/>
                <a:ext cx="1046" cy="2285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02602" name="Freeform 802">
                <a:extLst>
                  <a:ext uri="{FF2B5EF4-FFF2-40B4-BE49-F238E27FC236}">
                    <a16:creationId xmlns:a16="http://schemas.microsoft.com/office/drawing/2014/main" id="{31F831D0-426A-4142-9FEC-877D446F360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2 w 211"/>
                  <a:gd name="T3" fmla="*/ 3 h 2537"/>
                  <a:gd name="T4" fmla="*/ 2 w 211"/>
                  <a:gd name="T5" fmla="*/ 3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2603" name="Freeform 803">
                <a:extLst>
                  <a:ext uri="{FF2B5EF4-FFF2-40B4-BE49-F238E27FC236}">
                    <a16:creationId xmlns:a16="http://schemas.microsoft.com/office/drawing/2014/main" id="{F71E9EDD-5F6C-47E9-95E8-EA0E3E67EC2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2 w 328"/>
                  <a:gd name="T3" fmla="*/ 3 h 226"/>
                  <a:gd name="T4" fmla="*/ 2 w 328"/>
                  <a:gd name="T5" fmla="*/ 3 h 226"/>
                  <a:gd name="T6" fmla="*/ 0 w 328"/>
                  <a:gd name="T7" fmla="*/ 3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2604" name="Rectangle 804">
                <a:extLst>
                  <a:ext uri="{FF2B5EF4-FFF2-40B4-BE49-F238E27FC236}">
                    <a16:creationId xmlns:a16="http://schemas.microsoft.com/office/drawing/2014/main" id="{B06CFD20-501D-422F-BE0F-F9A8D970036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690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grpSp>
            <p:nvGrpSpPr>
              <p:cNvPr id="102605" name="Group 805">
                <a:extLst>
                  <a:ext uri="{FF2B5EF4-FFF2-40B4-BE49-F238E27FC236}">
                    <a16:creationId xmlns:a16="http://schemas.microsoft.com/office/drawing/2014/main" id="{56EFEFE7-C0B5-451F-A660-885EA14E789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102630" name="AutoShape 806">
                  <a:extLst>
                    <a:ext uri="{FF2B5EF4-FFF2-40B4-BE49-F238E27FC236}">
                      <a16:creationId xmlns:a16="http://schemas.microsoft.com/office/drawing/2014/main" id="{3F993C47-73A0-490A-8DF4-43C21A73CB9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66"/>
                  <a:ext cx="721" cy="14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02631" name="AutoShape 807">
                  <a:extLst>
                    <a:ext uri="{FF2B5EF4-FFF2-40B4-BE49-F238E27FC236}">
                      <a16:creationId xmlns:a16="http://schemas.microsoft.com/office/drawing/2014/main" id="{5072AFBA-8A40-4703-A82C-0CC8B1342F4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1"/>
                  <a:ext cx="696" cy="114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102606" name="Rectangle 808">
                <a:extLst>
                  <a:ext uri="{FF2B5EF4-FFF2-40B4-BE49-F238E27FC236}">
                    <a16:creationId xmlns:a16="http://schemas.microsoft.com/office/drawing/2014/main" id="{31A0E4D7-DB9C-4CFD-8D40-065A6F7AF5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022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grpSp>
            <p:nvGrpSpPr>
              <p:cNvPr id="102607" name="Group 809">
                <a:extLst>
                  <a:ext uri="{FF2B5EF4-FFF2-40B4-BE49-F238E27FC236}">
                    <a16:creationId xmlns:a16="http://schemas.microsoft.com/office/drawing/2014/main" id="{362DB0C0-1658-4827-BA2A-DE615F6A83D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102628" name="AutoShape 810">
                  <a:extLst>
                    <a:ext uri="{FF2B5EF4-FFF2-40B4-BE49-F238E27FC236}">
                      <a16:creationId xmlns:a16="http://schemas.microsoft.com/office/drawing/2014/main" id="{F06971F3-0A29-406B-8E8D-6FF78B9F59E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2564"/>
                  <a:ext cx="721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02629" name="AutoShape 811">
                  <a:extLst>
                    <a:ext uri="{FF2B5EF4-FFF2-40B4-BE49-F238E27FC236}">
                      <a16:creationId xmlns:a16="http://schemas.microsoft.com/office/drawing/2014/main" id="{221331A6-16CE-4F35-B252-59EF30B5F31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8" y="2581"/>
                  <a:ext cx="696" cy="107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102608" name="Rectangle 812">
                <a:extLst>
                  <a:ext uri="{FF2B5EF4-FFF2-40B4-BE49-F238E27FC236}">
                    <a16:creationId xmlns:a16="http://schemas.microsoft.com/office/drawing/2014/main" id="{5D5736EE-1EDB-4136-BCDC-39C28ADC73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354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02609" name="Rectangle 813">
                <a:extLst>
                  <a:ext uri="{FF2B5EF4-FFF2-40B4-BE49-F238E27FC236}">
                    <a16:creationId xmlns:a16="http://schemas.microsoft.com/office/drawing/2014/main" id="{9A0B7CFB-1F22-4231-912D-0B303C67BA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30" y="1655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grpSp>
            <p:nvGrpSpPr>
              <p:cNvPr id="102610" name="Group 814">
                <a:extLst>
                  <a:ext uri="{FF2B5EF4-FFF2-40B4-BE49-F238E27FC236}">
                    <a16:creationId xmlns:a16="http://schemas.microsoft.com/office/drawing/2014/main" id="{0597C18C-051B-499F-9F94-AEB2EBDFE85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102626" name="AutoShape 815">
                  <a:extLst>
                    <a:ext uri="{FF2B5EF4-FFF2-40B4-BE49-F238E27FC236}">
                      <a16:creationId xmlns:a16="http://schemas.microsoft.com/office/drawing/2014/main" id="{3C82E4B2-518A-45A6-95B3-0464D5B6DA5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8" y="2586"/>
                  <a:ext cx="720" cy="12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02627" name="AutoShape 816">
                  <a:extLst>
                    <a:ext uri="{FF2B5EF4-FFF2-40B4-BE49-F238E27FC236}">
                      <a16:creationId xmlns:a16="http://schemas.microsoft.com/office/drawing/2014/main" id="{F7FCC185-1AAA-4F71-9E07-3DE401D86F3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0" y="2586"/>
                  <a:ext cx="695" cy="10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102611" name="Freeform 817">
                <a:extLst>
                  <a:ext uri="{FF2B5EF4-FFF2-40B4-BE49-F238E27FC236}">
                    <a16:creationId xmlns:a16="http://schemas.microsoft.com/office/drawing/2014/main" id="{D3BF70B4-2E9C-464A-9946-C1FBCC35F04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2 w 328"/>
                  <a:gd name="T3" fmla="*/ 2 h 226"/>
                  <a:gd name="T4" fmla="*/ 2 w 328"/>
                  <a:gd name="T5" fmla="*/ 2 h 226"/>
                  <a:gd name="T6" fmla="*/ 0 w 328"/>
                  <a:gd name="T7" fmla="*/ 2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102612" name="Group 818">
                <a:extLst>
                  <a:ext uri="{FF2B5EF4-FFF2-40B4-BE49-F238E27FC236}">
                    <a16:creationId xmlns:a16="http://schemas.microsoft.com/office/drawing/2014/main" id="{A72D08BA-CB97-41A3-BFE8-BDD0B729A09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102624" name="AutoShape 819">
                  <a:extLst>
                    <a:ext uri="{FF2B5EF4-FFF2-40B4-BE49-F238E27FC236}">
                      <a16:creationId xmlns:a16="http://schemas.microsoft.com/office/drawing/2014/main" id="{8316CEC2-C0D5-4D27-9FD9-3F897D29342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71"/>
                  <a:ext cx="732" cy="13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02625" name="AutoShape 820">
                  <a:extLst>
                    <a:ext uri="{FF2B5EF4-FFF2-40B4-BE49-F238E27FC236}">
                      <a16:creationId xmlns:a16="http://schemas.microsoft.com/office/drawing/2014/main" id="{DEAFBD06-DF30-4399-A90A-7E5736298EE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7"/>
                  <a:ext cx="720" cy="103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102613" name="Rectangle 821">
                <a:extLst>
                  <a:ext uri="{FF2B5EF4-FFF2-40B4-BE49-F238E27FC236}">
                    <a16:creationId xmlns:a16="http://schemas.microsoft.com/office/drawing/2014/main" id="{D3854FC0-376E-4F87-829E-E49C493F74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46" y="429"/>
                <a:ext cx="70" cy="2285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02614" name="Freeform 822">
                <a:extLst>
                  <a:ext uri="{FF2B5EF4-FFF2-40B4-BE49-F238E27FC236}">
                    <a16:creationId xmlns:a16="http://schemas.microsoft.com/office/drawing/2014/main" id="{05C66E0D-4B52-4F83-8303-2BBCFE6DE70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2 w 296"/>
                  <a:gd name="T3" fmla="*/ 2 h 256"/>
                  <a:gd name="T4" fmla="*/ 2 w 296"/>
                  <a:gd name="T5" fmla="*/ 2 h 256"/>
                  <a:gd name="T6" fmla="*/ 0 w 296"/>
                  <a:gd name="T7" fmla="*/ 2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2615" name="Freeform 823">
                <a:extLst>
                  <a:ext uri="{FF2B5EF4-FFF2-40B4-BE49-F238E27FC236}">
                    <a16:creationId xmlns:a16="http://schemas.microsoft.com/office/drawing/2014/main" id="{36FB567B-3395-45F7-80BA-59DA64C6EF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2 w 304"/>
                  <a:gd name="T3" fmla="*/ 2 h 288"/>
                  <a:gd name="T4" fmla="*/ 2 w 304"/>
                  <a:gd name="T5" fmla="*/ 2 h 288"/>
                  <a:gd name="T6" fmla="*/ 2 w 304"/>
                  <a:gd name="T7" fmla="*/ 2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2616" name="Oval 824">
                <a:extLst>
                  <a:ext uri="{FF2B5EF4-FFF2-40B4-BE49-F238E27FC236}">
                    <a16:creationId xmlns:a16="http://schemas.microsoft.com/office/drawing/2014/main" id="{A4010EEE-109A-4587-8458-F4FB523282F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5" y="2611"/>
                <a:ext cx="50" cy="95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02617" name="Freeform 825">
                <a:extLst>
                  <a:ext uri="{FF2B5EF4-FFF2-40B4-BE49-F238E27FC236}">
                    <a16:creationId xmlns:a16="http://schemas.microsoft.com/office/drawing/2014/main" id="{9B4F4FE3-2FEF-4255-B2DF-FDE812064E0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3 h 240"/>
                  <a:gd name="T2" fmla="*/ 2 w 306"/>
                  <a:gd name="T3" fmla="*/ 3 h 240"/>
                  <a:gd name="T4" fmla="*/ 2 w 306"/>
                  <a:gd name="T5" fmla="*/ 3 h 240"/>
                  <a:gd name="T6" fmla="*/ 2 w 306"/>
                  <a:gd name="T7" fmla="*/ 0 h 240"/>
                  <a:gd name="T8" fmla="*/ 0 w 306"/>
                  <a:gd name="T9" fmla="*/ 3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2618" name="AutoShape 826">
                <a:extLst>
                  <a:ext uri="{FF2B5EF4-FFF2-40B4-BE49-F238E27FC236}">
                    <a16:creationId xmlns:a16="http://schemas.microsoft.com/office/drawing/2014/main" id="{1E13BAD5-C9AE-4172-8F64-EA89615199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75"/>
                <a:ext cx="1196" cy="150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02619" name="AutoShape 827">
                <a:extLst>
                  <a:ext uri="{FF2B5EF4-FFF2-40B4-BE49-F238E27FC236}">
                    <a16:creationId xmlns:a16="http://schemas.microsoft.com/office/drawing/2014/main" id="{C842EA79-FF91-4391-813C-43F8591A8F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2714"/>
                <a:ext cx="1066" cy="7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chemeClr val="tx2"/>
                  </a:gs>
                  <a:gs pos="100000">
                    <a:schemeClr val="bg2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02620" name="Oval 828">
                <a:extLst>
                  <a:ext uri="{FF2B5EF4-FFF2-40B4-BE49-F238E27FC236}">
                    <a16:creationId xmlns:a16="http://schemas.microsoft.com/office/drawing/2014/main" id="{17428B82-7B71-4172-9B4C-92BD86B665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9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02621" name="Oval 829">
                <a:extLst>
                  <a:ext uri="{FF2B5EF4-FFF2-40B4-BE49-F238E27FC236}">
                    <a16:creationId xmlns:a16="http://schemas.microsoft.com/office/drawing/2014/main" id="{9F541E6B-E75D-467E-95E2-7605F1E330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9" y="2382"/>
                <a:ext cx="159" cy="142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2622" name="Oval 830">
                <a:extLst>
                  <a:ext uri="{FF2B5EF4-FFF2-40B4-BE49-F238E27FC236}">
                    <a16:creationId xmlns:a16="http://schemas.microsoft.com/office/drawing/2014/main" id="{9992B3DF-C563-4BCA-B7DD-0CD03A6F8A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8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02623" name="Rectangle 831">
                <a:extLst>
                  <a:ext uri="{FF2B5EF4-FFF2-40B4-BE49-F238E27FC236}">
                    <a16:creationId xmlns:a16="http://schemas.microsoft.com/office/drawing/2014/main" id="{DE08D7D5-1C0C-453F-A6C6-304F6404128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7" y="1837"/>
                <a:ext cx="80" cy="759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grpSp>
          <p:nvGrpSpPr>
            <p:cNvPr id="102468" name="Group 832">
              <a:extLst>
                <a:ext uri="{FF2B5EF4-FFF2-40B4-BE49-F238E27FC236}">
                  <a16:creationId xmlns:a16="http://schemas.microsoft.com/office/drawing/2014/main" id="{2AC31498-DBDA-4C61-94C9-40AB1022BA7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992" y="3341"/>
              <a:ext cx="143" cy="303"/>
              <a:chOff x="4140" y="429"/>
              <a:chExt cx="1425" cy="2396"/>
            </a:xfrm>
          </p:grpSpPr>
          <p:sp>
            <p:nvSpPr>
              <p:cNvPr id="102568" name="Freeform 833">
                <a:extLst>
                  <a:ext uri="{FF2B5EF4-FFF2-40B4-BE49-F238E27FC236}">
                    <a16:creationId xmlns:a16="http://schemas.microsoft.com/office/drawing/2014/main" id="{05F5F0FA-0C4B-4CD9-BD50-1EF20499C8F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2 w 354"/>
                  <a:gd name="T1" fmla="*/ 0 h 2742"/>
                  <a:gd name="T2" fmla="*/ 2 w 354"/>
                  <a:gd name="T3" fmla="*/ 3 h 2742"/>
                  <a:gd name="T4" fmla="*/ 2 w 354"/>
                  <a:gd name="T5" fmla="*/ 3 h 2742"/>
                  <a:gd name="T6" fmla="*/ 0 w 354"/>
                  <a:gd name="T7" fmla="*/ 3 h 2742"/>
                  <a:gd name="T8" fmla="*/ 2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2569" name="Rectangle 834">
                <a:extLst>
                  <a:ext uri="{FF2B5EF4-FFF2-40B4-BE49-F238E27FC236}">
                    <a16:creationId xmlns:a16="http://schemas.microsoft.com/office/drawing/2014/main" id="{8DD9F1BF-D5A8-443A-9E96-1B94BAD4ED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429"/>
                <a:ext cx="1046" cy="2285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02570" name="Freeform 835">
                <a:extLst>
                  <a:ext uri="{FF2B5EF4-FFF2-40B4-BE49-F238E27FC236}">
                    <a16:creationId xmlns:a16="http://schemas.microsoft.com/office/drawing/2014/main" id="{A53F1810-FE08-4E58-816E-2B3BD34E3A3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2 w 211"/>
                  <a:gd name="T3" fmla="*/ 3 h 2537"/>
                  <a:gd name="T4" fmla="*/ 2 w 211"/>
                  <a:gd name="T5" fmla="*/ 3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2571" name="Freeform 836">
                <a:extLst>
                  <a:ext uri="{FF2B5EF4-FFF2-40B4-BE49-F238E27FC236}">
                    <a16:creationId xmlns:a16="http://schemas.microsoft.com/office/drawing/2014/main" id="{E7A970C1-296A-4D15-9147-AA096475E75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2 w 328"/>
                  <a:gd name="T3" fmla="*/ 3 h 226"/>
                  <a:gd name="T4" fmla="*/ 2 w 328"/>
                  <a:gd name="T5" fmla="*/ 3 h 226"/>
                  <a:gd name="T6" fmla="*/ 0 w 328"/>
                  <a:gd name="T7" fmla="*/ 3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2572" name="Rectangle 837">
                <a:extLst>
                  <a:ext uri="{FF2B5EF4-FFF2-40B4-BE49-F238E27FC236}">
                    <a16:creationId xmlns:a16="http://schemas.microsoft.com/office/drawing/2014/main" id="{E389CB4D-1CCC-40D0-8C06-AA3A78A0C1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690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grpSp>
            <p:nvGrpSpPr>
              <p:cNvPr id="102573" name="Group 838">
                <a:extLst>
                  <a:ext uri="{FF2B5EF4-FFF2-40B4-BE49-F238E27FC236}">
                    <a16:creationId xmlns:a16="http://schemas.microsoft.com/office/drawing/2014/main" id="{A7406F17-5488-45CC-A177-A5B85279717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102598" name="AutoShape 839">
                  <a:extLst>
                    <a:ext uri="{FF2B5EF4-FFF2-40B4-BE49-F238E27FC236}">
                      <a16:creationId xmlns:a16="http://schemas.microsoft.com/office/drawing/2014/main" id="{42A4D8A7-5407-41A4-9DD8-2317D2620B9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66"/>
                  <a:ext cx="721" cy="14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02599" name="AutoShape 840">
                  <a:extLst>
                    <a:ext uri="{FF2B5EF4-FFF2-40B4-BE49-F238E27FC236}">
                      <a16:creationId xmlns:a16="http://schemas.microsoft.com/office/drawing/2014/main" id="{3F8B73B8-781A-4430-9344-4ED4AB1416D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1"/>
                  <a:ext cx="696" cy="114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102574" name="Rectangle 841">
                <a:extLst>
                  <a:ext uri="{FF2B5EF4-FFF2-40B4-BE49-F238E27FC236}">
                    <a16:creationId xmlns:a16="http://schemas.microsoft.com/office/drawing/2014/main" id="{BF35148A-DE89-49BA-8628-C78B5E74DA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022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grpSp>
            <p:nvGrpSpPr>
              <p:cNvPr id="102575" name="Group 842">
                <a:extLst>
                  <a:ext uri="{FF2B5EF4-FFF2-40B4-BE49-F238E27FC236}">
                    <a16:creationId xmlns:a16="http://schemas.microsoft.com/office/drawing/2014/main" id="{6B35EF78-9F3A-4924-8ECB-B0CB94699A2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102596" name="AutoShape 843">
                  <a:extLst>
                    <a:ext uri="{FF2B5EF4-FFF2-40B4-BE49-F238E27FC236}">
                      <a16:creationId xmlns:a16="http://schemas.microsoft.com/office/drawing/2014/main" id="{22356F34-2412-4806-959A-66F2ACCA8AD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2564"/>
                  <a:ext cx="721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02597" name="AutoShape 844">
                  <a:extLst>
                    <a:ext uri="{FF2B5EF4-FFF2-40B4-BE49-F238E27FC236}">
                      <a16:creationId xmlns:a16="http://schemas.microsoft.com/office/drawing/2014/main" id="{36CD4A16-A44A-44EA-8130-D48995BC4A9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8" y="2581"/>
                  <a:ext cx="696" cy="107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102576" name="Rectangle 845">
                <a:extLst>
                  <a:ext uri="{FF2B5EF4-FFF2-40B4-BE49-F238E27FC236}">
                    <a16:creationId xmlns:a16="http://schemas.microsoft.com/office/drawing/2014/main" id="{DB914B40-3ABD-4300-B8B0-310B2E5112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354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02577" name="Rectangle 846">
                <a:extLst>
                  <a:ext uri="{FF2B5EF4-FFF2-40B4-BE49-F238E27FC236}">
                    <a16:creationId xmlns:a16="http://schemas.microsoft.com/office/drawing/2014/main" id="{8E7B1FD2-D5B4-4D10-8348-794ABBE76D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30" y="1655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grpSp>
            <p:nvGrpSpPr>
              <p:cNvPr id="102578" name="Group 847">
                <a:extLst>
                  <a:ext uri="{FF2B5EF4-FFF2-40B4-BE49-F238E27FC236}">
                    <a16:creationId xmlns:a16="http://schemas.microsoft.com/office/drawing/2014/main" id="{D156DC56-71C6-4C2F-B3D9-39B8798EAE5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102594" name="AutoShape 848">
                  <a:extLst>
                    <a:ext uri="{FF2B5EF4-FFF2-40B4-BE49-F238E27FC236}">
                      <a16:creationId xmlns:a16="http://schemas.microsoft.com/office/drawing/2014/main" id="{26C94D9A-E641-4CF6-9613-560BDC7F5CA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8" y="2586"/>
                  <a:ext cx="720" cy="12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02595" name="AutoShape 849">
                  <a:extLst>
                    <a:ext uri="{FF2B5EF4-FFF2-40B4-BE49-F238E27FC236}">
                      <a16:creationId xmlns:a16="http://schemas.microsoft.com/office/drawing/2014/main" id="{314656EF-56E5-4DA9-BE5A-33817B0E5AE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0" y="2586"/>
                  <a:ext cx="695" cy="10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102579" name="Freeform 850">
                <a:extLst>
                  <a:ext uri="{FF2B5EF4-FFF2-40B4-BE49-F238E27FC236}">
                    <a16:creationId xmlns:a16="http://schemas.microsoft.com/office/drawing/2014/main" id="{28847A0B-E09B-4EEC-96C5-B8A0A38B761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2 w 328"/>
                  <a:gd name="T3" fmla="*/ 2 h 226"/>
                  <a:gd name="T4" fmla="*/ 2 w 328"/>
                  <a:gd name="T5" fmla="*/ 2 h 226"/>
                  <a:gd name="T6" fmla="*/ 0 w 328"/>
                  <a:gd name="T7" fmla="*/ 2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102580" name="Group 851">
                <a:extLst>
                  <a:ext uri="{FF2B5EF4-FFF2-40B4-BE49-F238E27FC236}">
                    <a16:creationId xmlns:a16="http://schemas.microsoft.com/office/drawing/2014/main" id="{4412532F-4FED-4FA4-93D4-BD02E9B65B2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102592" name="AutoShape 852">
                  <a:extLst>
                    <a:ext uri="{FF2B5EF4-FFF2-40B4-BE49-F238E27FC236}">
                      <a16:creationId xmlns:a16="http://schemas.microsoft.com/office/drawing/2014/main" id="{4F4B1577-BE5D-4E4E-A80E-3E16A39B603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71"/>
                  <a:ext cx="732" cy="13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02593" name="AutoShape 853">
                  <a:extLst>
                    <a:ext uri="{FF2B5EF4-FFF2-40B4-BE49-F238E27FC236}">
                      <a16:creationId xmlns:a16="http://schemas.microsoft.com/office/drawing/2014/main" id="{0403B277-E302-4574-8B1A-5B8CD57F2F7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7"/>
                  <a:ext cx="720" cy="103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102581" name="Rectangle 854">
                <a:extLst>
                  <a:ext uri="{FF2B5EF4-FFF2-40B4-BE49-F238E27FC236}">
                    <a16:creationId xmlns:a16="http://schemas.microsoft.com/office/drawing/2014/main" id="{4EA3CFE4-BDB6-4C89-BF10-181DCF7FC1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46" y="429"/>
                <a:ext cx="70" cy="2285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02582" name="Freeform 855">
                <a:extLst>
                  <a:ext uri="{FF2B5EF4-FFF2-40B4-BE49-F238E27FC236}">
                    <a16:creationId xmlns:a16="http://schemas.microsoft.com/office/drawing/2014/main" id="{8063D415-6218-435B-AB08-2CC4DF6FBDE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2 w 296"/>
                  <a:gd name="T3" fmla="*/ 2 h 256"/>
                  <a:gd name="T4" fmla="*/ 2 w 296"/>
                  <a:gd name="T5" fmla="*/ 2 h 256"/>
                  <a:gd name="T6" fmla="*/ 0 w 296"/>
                  <a:gd name="T7" fmla="*/ 2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2583" name="Freeform 856">
                <a:extLst>
                  <a:ext uri="{FF2B5EF4-FFF2-40B4-BE49-F238E27FC236}">
                    <a16:creationId xmlns:a16="http://schemas.microsoft.com/office/drawing/2014/main" id="{599A0BC2-5CFD-4E49-9B23-EF51199FD34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2 w 304"/>
                  <a:gd name="T3" fmla="*/ 2 h 288"/>
                  <a:gd name="T4" fmla="*/ 2 w 304"/>
                  <a:gd name="T5" fmla="*/ 2 h 288"/>
                  <a:gd name="T6" fmla="*/ 2 w 304"/>
                  <a:gd name="T7" fmla="*/ 2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2584" name="Oval 857">
                <a:extLst>
                  <a:ext uri="{FF2B5EF4-FFF2-40B4-BE49-F238E27FC236}">
                    <a16:creationId xmlns:a16="http://schemas.microsoft.com/office/drawing/2014/main" id="{DBC5617B-D102-46C0-BA53-2BD43D584A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5" y="2611"/>
                <a:ext cx="50" cy="95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02585" name="Freeform 858">
                <a:extLst>
                  <a:ext uri="{FF2B5EF4-FFF2-40B4-BE49-F238E27FC236}">
                    <a16:creationId xmlns:a16="http://schemas.microsoft.com/office/drawing/2014/main" id="{4FBBC33B-7FBD-4FAE-AB9B-D345BCE9819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3 h 240"/>
                  <a:gd name="T2" fmla="*/ 2 w 306"/>
                  <a:gd name="T3" fmla="*/ 3 h 240"/>
                  <a:gd name="T4" fmla="*/ 2 w 306"/>
                  <a:gd name="T5" fmla="*/ 3 h 240"/>
                  <a:gd name="T6" fmla="*/ 2 w 306"/>
                  <a:gd name="T7" fmla="*/ 0 h 240"/>
                  <a:gd name="T8" fmla="*/ 0 w 306"/>
                  <a:gd name="T9" fmla="*/ 3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2586" name="AutoShape 859">
                <a:extLst>
                  <a:ext uri="{FF2B5EF4-FFF2-40B4-BE49-F238E27FC236}">
                    <a16:creationId xmlns:a16="http://schemas.microsoft.com/office/drawing/2014/main" id="{EAE1FF91-2FF1-4553-B3AB-DC8D167AE4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75"/>
                <a:ext cx="1196" cy="150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02587" name="AutoShape 860">
                <a:extLst>
                  <a:ext uri="{FF2B5EF4-FFF2-40B4-BE49-F238E27FC236}">
                    <a16:creationId xmlns:a16="http://schemas.microsoft.com/office/drawing/2014/main" id="{683146A3-D34D-431D-9848-E349D50483A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2714"/>
                <a:ext cx="1066" cy="7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chemeClr val="tx2"/>
                  </a:gs>
                  <a:gs pos="100000">
                    <a:schemeClr val="bg2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02588" name="Oval 861">
                <a:extLst>
                  <a:ext uri="{FF2B5EF4-FFF2-40B4-BE49-F238E27FC236}">
                    <a16:creationId xmlns:a16="http://schemas.microsoft.com/office/drawing/2014/main" id="{D2007945-7047-412E-81C8-D2373820680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9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02589" name="Oval 862">
                <a:extLst>
                  <a:ext uri="{FF2B5EF4-FFF2-40B4-BE49-F238E27FC236}">
                    <a16:creationId xmlns:a16="http://schemas.microsoft.com/office/drawing/2014/main" id="{9BEB9945-DC1F-43E3-941D-E772E77423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9" y="2382"/>
                <a:ext cx="159" cy="142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2590" name="Oval 863">
                <a:extLst>
                  <a:ext uri="{FF2B5EF4-FFF2-40B4-BE49-F238E27FC236}">
                    <a16:creationId xmlns:a16="http://schemas.microsoft.com/office/drawing/2014/main" id="{D23EC288-0C44-41E9-8105-4F9888CAAE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8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02591" name="Rectangle 864">
                <a:extLst>
                  <a:ext uri="{FF2B5EF4-FFF2-40B4-BE49-F238E27FC236}">
                    <a16:creationId xmlns:a16="http://schemas.microsoft.com/office/drawing/2014/main" id="{673D94C4-E417-465D-BC18-30F47323CC7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7" y="1837"/>
                <a:ext cx="80" cy="759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grpSp>
          <p:nvGrpSpPr>
            <p:cNvPr id="102469" name="Group 865">
              <a:extLst>
                <a:ext uri="{FF2B5EF4-FFF2-40B4-BE49-F238E27FC236}">
                  <a16:creationId xmlns:a16="http://schemas.microsoft.com/office/drawing/2014/main" id="{CAAF9376-5509-4487-A1B5-FBF40929A8D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340" y="1287"/>
              <a:ext cx="337" cy="257"/>
              <a:chOff x="877" y="1008"/>
              <a:chExt cx="2747" cy="2591"/>
            </a:xfrm>
          </p:grpSpPr>
          <p:pic>
            <p:nvPicPr>
              <p:cNvPr id="102545" name="Picture 866" descr="antenna_stylized">
                <a:extLst>
                  <a:ext uri="{FF2B5EF4-FFF2-40B4-BE49-F238E27FC236}">
                    <a16:creationId xmlns:a16="http://schemas.microsoft.com/office/drawing/2014/main" id="{8EB7911B-2C98-45BE-8B7C-5600F673B90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7" y="1008"/>
                <a:ext cx="2725" cy="142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02546" name="Picture 867" descr="laptop_keyboard">
                <a:extLst>
                  <a:ext uri="{FF2B5EF4-FFF2-40B4-BE49-F238E27FC236}">
                    <a16:creationId xmlns:a16="http://schemas.microsoft.com/office/drawing/2014/main" id="{04785F12-D923-45DA-B56C-FC5A7ECF215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09064" flipH="1">
                <a:off x="1009" y="2586"/>
                <a:ext cx="2245" cy="10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02547" name="Freeform 868">
                <a:extLst>
                  <a:ext uri="{FF2B5EF4-FFF2-40B4-BE49-F238E27FC236}">
                    <a16:creationId xmlns:a16="http://schemas.microsoft.com/office/drawing/2014/main" id="{9D5E826A-DF33-4932-8931-EDD4E6DCBBB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3" y="1603"/>
                <a:ext cx="1807" cy="1322"/>
              </a:xfrm>
              <a:custGeom>
                <a:avLst/>
                <a:gdLst>
                  <a:gd name="T0" fmla="*/ 1 w 2982"/>
                  <a:gd name="T1" fmla="*/ 0 h 2442"/>
                  <a:gd name="T2" fmla="*/ 0 w 2982"/>
                  <a:gd name="T3" fmla="*/ 1 h 2442"/>
                  <a:gd name="T4" fmla="*/ 1 w 2982"/>
                  <a:gd name="T5" fmla="*/ 1 h 2442"/>
                  <a:gd name="T6" fmla="*/ 1 w 2982"/>
                  <a:gd name="T7" fmla="*/ 1 h 2442"/>
                  <a:gd name="T8" fmla="*/ 1 w 2982"/>
                  <a:gd name="T9" fmla="*/ 0 h 24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82"/>
                  <a:gd name="T16" fmla="*/ 0 h 2442"/>
                  <a:gd name="T17" fmla="*/ 2982 w 2982"/>
                  <a:gd name="T18" fmla="*/ 2442 h 24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82" h="2442">
                    <a:moveTo>
                      <a:pt x="540" y="0"/>
                    </a:moveTo>
                    <a:lnTo>
                      <a:pt x="0" y="1734"/>
                    </a:lnTo>
                    <a:lnTo>
                      <a:pt x="2394" y="2442"/>
                    </a:lnTo>
                    <a:lnTo>
                      <a:pt x="2982" y="318"/>
                    </a:lnTo>
                    <a:lnTo>
                      <a:pt x="540" y="0"/>
                    </a:lnTo>
                    <a:close/>
                  </a:path>
                </a:pathLst>
              </a:cu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pic>
            <p:nvPicPr>
              <p:cNvPr id="102548" name="Picture 869" descr="screen">
                <a:extLst>
                  <a:ext uri="{FF2B5EF4-FFF2-40B4-BE49-F238E27FC236}">
                    <a16:creationId xmlns:a16="http://schemas.microsoft.com/office/drawing/2014/main" id="{E83180BD-55DD-440D-AD03-EE1F7596901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842" y="1637"/>
                <a:ext cx="1642" cy="12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02549" name="Freeform 870">
                <a:extLst>
                  <a:ext uri="{FF2B5EF4-FFF2-40B4-BE49-F238E27FC236}">
                    <a16:creationId xmlns:a16="http://schemas.microsoft.com/office/drawing/2014/main" id="{6ECFE105-1F88-4311-9A97-437DF40F2C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82" y="1564"/>
                <a:ext cx="1531" cy="246"/>
              </a:xfrm>
              <a:custGeom>
                <a:avLst/>
                <a:gdLst>
                  <a:gd name="T0" fmla="*/ 1 w 2528"/>
                  <a:gd name="T1" fmla="*/ 0 h 455"/>
                  <a:gd name="T2" fmla="*/ 1 w 2528"/>
                  <a:gd name="T3" fmla="*/ 1 h 455"/>
                  <a:gd name="T4" fmla="*/ 1 w 2528"/>
                  <a:gd name="T5" fmla="*/ 1 h 455"/>
                  <a:gd name="T6" fmla="*/ 0 w 2528"/>
                  <a:gd name="T7" fmla="*/ 1 h 455"/>
                  <a:gd name="T8" fmla="*/ 1 w 2528"/>
                  <a:gd name="T9" fmla="*/ 0 h 45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28"/>
                  <a:gd name="T16" fmla="*/ 0 h 455"/>
                  <a:gd name="T17" fmla="*/ 2528 w 2528"/>
                  <a:gd name="T18" fmla="*/ 455 h 45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28" h="455">
                    <a:moveTo>
                      <a:pt x="14" y="0"/>
                    </a:moveTo>
                    <a:lnTo>
                      <a:pt x="2528" y="341"/>
                    </a:lnTo>
                    <a:lnTo>
                      <a:pt x="2480" y="455"/>
                    </a:lnTo>
                    <a:lnTo>
                      <a:pt x="0" y="86"/>
                    </a:lnTo>
                    <a:lnTo>
                      <a:pt x="14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2550" name="Freeform 871">
                <a:extLst>
                  <a:ext uri="{FF2B5EF4-FFF2-40B4-BE49-F238E27FC236}">
                    <a16:creationId xmlns:a16="http://schemas.microsoft.com/office/drawing/2014/main" id="{2B8EA875-6FB3-4201-AEAA-A067318784D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7" y="1562"/>
                <a:ext cx="425" cy="1024"/>
              </a:xfrm>
              <a:custGeom>
                <a:avLst/>
                <a:gdLst>
                  <a:gd name="T0" fmla="*/ 1 w 702"/>
                  <a:gd name="T1" fmla="*/ 0 h 1893"/>
                  <a:gd name="T2" fmla="*/ 0 w 702"/>
                  <a:gd name="T3" fmla="*/ 1 h 1893"/>
                  <a:gd name="T4" fmla="*/ 1 w 702"/>
                  <a:gd name="T5" fmla="*/ 1 h 1893"/>
                  <a:gd name="T6" fmla="*/ 1 w 702"/>
                  <a:gd name="T7" fmla="*/ 1 h 1893"/>
                  <a:gd name="T8" fmla="*/ 1 w 702"/>
                  <a:gd name="T9" fmla="*/ 0 h 189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02"/>
                  <a:gd name="T16" fmla="*/ 0 h 1893"/>
                  <a:gd name="T17" fmla="*/ 702 w 702"/>
                  <a:gd name="T18" fmla="*/ 1893 h 189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02" h="1893">
                    <a:moveTo>
                      <a:pt x="579" y="0"/>
                    </a:moveTo>
                    <a:lnTo>
                      <a:pt x="0" y="1869"/>
                    </a:lnTo>
                    <a:lnTo>
                      <a:pt x="114" y="1893"/>
                    </a:lnTo>
                    <a:lnTo>
                      <a:pt x="702" y="51"/>
                    </a:lnTo>
                    <a:lnTo>
                      <a:pt x="579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2551" name="Freeform 872">
                <a:extLst>
                  <a:ext uri="{FF2B5EF4-FFF2-40B4-BE49-F238E27FC236}">
                    <a16:creationId xmlns:a16="http://schemas.microsoft.com/office/drawing/2014/main" id="{5C465DB5-032D-4A21-ABFB-32938A8C28C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44" y="1745"/>
                <a:ext cx="458" cy="1182"/>
              </a:xfrm>
              <a:custGeom>
                <a:avLst/>
                <a:gdLst>
                  <a:gd name="T0" fmla="*/ 1 w 756"/>
                  <a:gd name="T1" fmla="*/ 0 h 2184"/>
                  <a:gd name="T2" fmla="*/ 1 w 756"/>
                  <a:gd name="T3" fmla="*/ 1 h 2184"/>
                  <a:gd name="T4" fmla="*/ 0 w 756"/>
                  <a:gd name="T5" fmla="*/ 1 h 2184"/>
                  <a:gd name="T6" fmla="*/ 1 w 756"/>
                  <a:gd name="T7" fmla="*/ 1 h 2184"/>
                  <a:gd name="T8" fmla="*/ 1 w 756"/>
                  <a:gd name="T9" fmla="*/ 0 h 218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6"/>
                  <a:gd name="T16" fmla="*/ 0 h 2184"/>
                  <a:gd name="T17" fmla="*/ 756 w 756"/>
                  <a:gd name="T18" fmla="*/ 2184 h 218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6" h="2184">
                    <a:moveTo>
                      <a:pt x="756" y="0"/>
                    </a:moveTo>
                    <a:lnTo>
                      <a:pt x="138" y="2184"/>
                    </a:lnTo>
                    <a:lnTo>
                      <a:pt x="0" y="2148"/>
                    </a:lnTo>
                    <a:lnTo>
                      <a:pt x="606" y="78"/>
                    </a:lnTo>
                    <a:lnTo>
                      <a:pt x="756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chemeClr val="bg1"/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2552" name="Freeform 873">
                <a:extLst>
                  <a:ext uri="{FF2B5EF4-FFF2-40B4-BE49-F238E27FC236}">
                    <a16:creationId xmlns:a16="http://schemas.microsoft.com/office/drawing/2014/main" id="{BBE79434-C620-4C71-8E00-D0C848120B4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2" y="2534"/>
                <a:ext cx="1680" cy="399"/>
              </a:xfrm>
              <a:custGeom>
                <a:avLst/>
                <a:gdLst>
                  <a:gd name="T0" fmla="*/ 1 w 2773"/>
                  <a:gd name="T1" fmla="*/ 0 h 738"/>
                  <a:gd name="T2" fmla="*/ 0 w 2773"/>
                  <a:gd name="T3" fmla="*/ 1 h 738"/>
                  <a:gd name="T4" fmla="*/ 1 w 2773"/>
                  <a:gd name="T5" fmla="*/ 1 h 738"/>
                  <a:gd name="T6" fmla="*/ 1 w 2773"/>
                  <a:gd name="T7" fmla="*/ 1 h 738"/>
                  <a:gd name="T8" fmla="*/ 1 w 2773"/>
                  <a:gd name="T9" fmla="*/ 0 h 73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773"/>
                  <a:gd name="T16" fmla="*/ 0 h 738"/>
                  <a:gd name="T17" fmla="*/ 2773 w 2773"/>
                  <a:gd name="T18" fmla="*/ 738 h 73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773" h="738">
                    <a:moveTo>
                      <a:pt x="33" y="0"/>
                    </a:moveTo>
                    <a:lnTo>
                      <a:pt x="0" y="99"/>
                    </a:lnTo>
                    <a:lnTo>
                      <a:pt x="2436" y="738"/>
                    </a:lnTo>
                    <a:cubicBezTo>
                      <a:pt x="2499" y="501"/>
                      <a:pt x="2773" y="727"/>
                      <a:pt x="2373" y="603"/>
                    </a:cubicBezTo>
                    <a:lnTo>
                      <a:pt x="3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CC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2553" name="Freeform 874">
                <a:extLst>
                  <a:ext uri="{FF2B5EF4-FFF2-40B4-BE49-F238E27FC236}">
                    <a16:creationId xmlns:a16="http://schemas.microsoft.com/office/drawing/2014/main" id="{ED32A893-DF32-410C-B38C-6A81F13EE5C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95" y="1755"/>
                <a:ext cx="429" cy="1187"/>
              </a:xfrm>
              <a:custGeom>
                <a:avLst/>
                <a:gdLst>
                  <a:gd name="T0" fmla="*/ 1 w 637"/>
                  <a:gd name="T1" fmla="*/ 0 h 1659"/>
                  <a:gd name="T2" fmla="*/ 1 w 637"/>
                  <a:gd name="T3" fmla="*/ 0 h 1659"/>
                  <a:gd name="T4" fmla="*/ 1 w 637"/>
                  <a:gd name="T5" fmla="*/ 1 h 1659"/>
                  <a:gd name="T6" fmla="*/ 0 w 637"/>
                  <a:gd name="T7" fmla="*/ 1 h 1659"/>
                  <a:gd name="T8" fmla="*/ 1 w 637"/>
                  <a:gd name="T9" fmla="*/ 0 h 165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37"/>
                  <a:gd name="T16" fmla="*/ 0 h 1659"/>
                  <a:gd name="T17" fmla="*/ 637 w 637"/>
                  <a:gd name="T18" fmla="*/ 1659 h 165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37" h="1659">
                    <a:moveTo>
                      <a:pt x="615" y="0"/>
                    </a:moveTo>
                    <a:lnTo>
                      <a:pt x="637" y="0"/>
                    </a:lnTo>
                    <a:lnTo>
                      <a:pt x="68" y="1659"/>
                    </a:lnTo>
                    <a:lnTo>
                      <a:pt x="0" y="1647"/>
                    </a:lnTo>
                    <a:lnTo>
                      <a:pt x="615" y="0"/>
                    </a:lnTo>
                    <a:close/>
                  </a:path>
                </a:pathLst>
              </a:custGeom>
              <a:solidFill>
                <a:srgbClr val="4D4D4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2554" name="Freeform 875">
                <a:extLst>
                  <a:ext uri="{FF2B5EF4-FFF2-40B4-BE49-F238E27FC236}">
                    <a16:creationId xmlns:a16="http://schemas.microsoft.com/office/drawing/2014/main" id="{C308662E-C13C-4BA6-9233-D902958E839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4" y="2587"/>
                <a:ext cx="1494" cy="394"/>
              </a:xfrm>
              <a:custGeom>
                <a:avLst/>
                <a:gdLst>
                  <a:gd name="T0" fmla="*/ 0 w 2216"/>
                  <a:gd name="T1" fmla="*/ 0 h 550"/>
                  <a:gd name="T2" fmla="*/ 1 w 2216"/>
                  <a:gd name="T3" fmla="*/ 1 h 550"/>
                  <a:gd name="T4" fmla="*/ 1 w 2216"/>
                  <a:gd name="T5" fmla="*/ 1 h 550"/>
                  <a:gd name="T6" fmla="*/ 1 w 2216"/>
                  <a:gd name="T7" fmla="*/ 1 h 550"/>
                  <a:gd name="T8" fmla="*/ 0 w 2216"/>
                  <a:gd name="T9" fmla="*/ 0 h 55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16"/>
                  <a:gd name="T16" fmla="*/ 0 h 550"/>
                  <a:gd name="T17" fmla="*/ 2216 w 2216"/>
                  <a:gd name="T18" fmla="*/ 550 h 55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16" h="550">
                    <a:moveTo>
                      <a:pt x="0" y="0"/>
                    </a:moveTo>
                    <a:lnTo>
                      <a:pt x="9" y="57"/>
                    </a:lnTo>
                    <a:lnTo>
                      <a:pt x="2164" y="550"/>
                    </a:lnTo>
                    <a:lnTo>
                      <a:pt x="2216" y="496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102555" name="Group 876">
                <a:extLst>
                  <a:ext uri="{FF2B5EF4-FFF2-40B4-BE49-F238E27FC236}">
                    <a16:creationId xmlns:a16="http://schemas.microsoft.com/office/drawing/2014/main" id="{2D2EA6A5-F322-4ACB-B8BA-EB94490FB07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09" y="3008"/>
                <a:ext cx="507" cy="234"/>
                <a:chOff x="1740" y="2642"/>
                <a:chExt cx="752" cy="327"/>
              </a:xfrm>
            </p:grpSpPr>
            <p:sp>
              <p:nvSpPr>
                <p:cNvPr id="102562" name="Freeform 877">
                  <a:extLst>
                    <a:ext uri="{FF2B5EF4-FFF2-40B4-BE49-F238E27FC236}">
                      <a16:creationId xmlns:a16="http://schemas.microsoft.com/office/drawing/2014/main" id="{0211E2D2-E63C-4261-813A-98E746838B4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40" y="2642"/>
                  <a:ext cx="752" cy="327"/>
                </a:xfrm>
                <a:custGeom>
                  <a:avLst/>
                  <a:gdLst>
                    <a:gd name="T0" fmla="*/ 293 w 752"/>
                    <a:gd name="T1" fmla="*/ 0 h 327"/>
                    <a:gd name="T2" fmla="*/ 752 w 752"/>
                    <a:gd name="T3" fmla="*/ 124 h 327"/>
                    <a:gd name="T4" fmla="*/ 470 w 752"/>
                    <a:gd name="T5" fmla="*/ 327 h 327"/>
                    <a:gd name="T6" fmla="*/ 0 w 752"/>
                    <a:gd name="T7" fmla="*/ 183 h 327"/>
                    <a:gd name="T8" fmla="*/ 293 w 752"/>
                    <a:gd name="T9" fmla="*/ 0 h 32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2"/>
                    <a:gd name="T16" fmla="*/ 0 h 327"/>
                    <a:gd name="T17" fmla="*/ 752 w 752"/>
                    <a:gd name="T18" fmla="*/ 327 h 32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2" h="327">
                      <a:moveTo>
                        <a:pt x="293" y="0"/>
                      </a:moveTo>
                      <a:lnTo>
                        <a:pt x="752" y="124"/>
                      </a:lnTo>
                      <a:lnTo>
                        <a:pt x="470" y="327"/>
                      </a:lnTo>
                      <a:lnTo>
                        <a:pt x="0" y="183"/>
                      </a:lnTo>
                      <a:lnTo>
                        <a:pt x="293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2563" name="Freeform 878">
                  <a:extLst>
                    <a:ext uri="{FF2B5EF4-FFF2-40B4-BE49-F238E27FC236}">
                      <a16:creationId xmlns:a16="http://schemas.microsoft.com/office/drawing/2014/main" id="{CA5F1D74-84B1-438A-BCFC-81A8E55CB6F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54" y="2649"/>
                  <a:ext cx="726" cy="311"/>
                </a:xfrm>
                <a:custGeom>
                  <a:avLst/>
                  <a:gdLst>
                    <a:gd name="T0" fmla="*/ 282 w 726"/>
                    <a:gd name="T1" fmla="*/ 0 h 311"/>
                    <a:gd name="T2" fmla="*/ 726 w 726"/>
                    <a:gd name="T3" fmla="*/ 119 h 311"/>
                    <a:gd name="T4" fmla="*/ 457 w 726"/>
                    <a:gd name="T5" fmla="*/ 311 h 311"/>
                    <a:gd name="T6" fmla="*/ 0 w 726"/>
                    <a:gd name="T7" fmla="*/ 173 h 311"/>
                    <a:gd name="T8" fmla="*/ 282 w 726"/>
                    <a:gd name="T9" fmla="*/ 0 h 31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26"/>
                    <a:gd name="T16" fmla="*/ 0 h 311"/>
                    <a:gd name="T17" fmla="*/ 726 w 726"/>
                    <a:gd name="T18" fmla="*/ 311 h 31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26" h="311">
                      <a:moveTo>
                        <a:pt x="282" y="0"/>
                      </a:moveTo>
                      <a:lnTo>
                        <a:pt x="726" y="119"/>
                      </a:lnTo>
                      <a:lnTo>
                        <a:pt x="457" y="311"/>
                      </a:lnTo>
                      <a:lnTo>
                        <a:pt x="0" y="173"/>
                      </a:lnTo>
                      <a:lnTo>
                        <a:pt x="282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4D4D4D"/>
                    </a:gs>
                    <a:gs pos="100000">
                      <a:srgbClr val="DDDDDD"/>
                    </a:gs>
                  </a:gsLst>
                  <a:lin ang="189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2564" name="Freeform 879">
                  <a:extLst>
                    <a:ext uri="{FF2B5EF4-FFF2-40B4-BE49-F238E27FC236}">
                      <a16:creationId xmlns:a16="http://schemas.microsoft.com/office/drawing/2014/main" id="{DF647342-0A1C-4B14-8EF2-42147699423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08" y="2770"/>
                  <a:ext cx="258" cy="100"/>
                </a:xfrm>
                <a:custGeom>
                  <a:avLst/>
                  <a:gdLst>
                    <a:gd name="T0" fmla="*/ 0 w 258"/>
                    <a:gd name="T1" fmla="*/ 44 h 100"/>
                    <a:gd name="T2" fmla="*/ 75 w 258"/>
                    <a:gd name="T3" fmla="*/ 0 h 100"/>
                    <a:gd name="T4" fmla="*/ 258 w 258"/>
                    <a:gd name="T5" fmla="*/ 50 h 100"/>
                    <a:gd name="T6" fmla="*/ 183 w 258"/>
                    <a:gd name="T7" fmla="*/ 100 h 100"/>
                    <a:gd name="T8" fmla="*/ 0 w 258"/>
                    <a:gd name="T9" fmla="*/ 44 h 10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0"/>
                    <a:gd name="T17" fmla="*/ 258 w 258"/>
                    <a:gd name="T18" fmla="*/ 100 h 10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0">
                      <a:moveTo>
                        <a:pt x="0" y="44"/>
                      </a:moveTo>
                      <a:lnTo>
                        <a:pt x="75" y="0"/>
                      </a:lnTo>
                      <a:lnTo>
                        <a:pt x="258" y="50"/>
                      </a:lnTo>
                      <a:lnTo>
                        <a:pt x="183" y="100"/>
                      </a:lnTo>
                      <a:lnTo>
                        <a:pt x="0" y="44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2565" name="Freeform 880">
                  <a:extLst>
                    <a:ext uri="{FF2B5EF4-FFF2-40B4-BE49-F238E27FC236}">
                      <a16:creationId xmlns:a16="http://schemas.microsoft.com/office/drawing/2014/main" id="{5ECC4093-FF8F-48EE-8454-3CEDE7BC71E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99" y="2816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2566" name="Freeform 881">
                  <a:extLst>
                    <a:ext uri="{FF2B5EF4-FFF2-40B4-BE49-F238E27FC236}">
                      <a16:creationId xmlns:a16="http://schemas.microsoft.com/office/drawing/2014/main" id="{E86C66C1-F6E5-41EC-B1D1-52B06B982BD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20" y="2834"/>
                  <a:ext cx="258" cy="102"/>
                </a:xfrm>
                <a:custGeom>
                  <a:avLst/>
                  <a:gdLst>
                    <a:gd name="T0" fmla="*/ 0 w 258"/>
                    <a:gd name="T1" fmla="*/ 46 h 102"/>
                    <a:gd name="T2" fmla="*/ 71 w 258"/>
                    <a:gd name="T3" fmla="*/ 0 h 102"/>
                    <a:gd name="T4" fmla="*/ 258 w 258"/>
                    <a:gd name="T5" fmla="*/ 52 h 102"/>
                    <a:gd name="T6" fmla="*/ 183 w 258"/>
                    <a:gd name="T7" fmla="*/ 102 h 102"/>
                    <a:gd name="T8" fmla="*/ 0 w 258"/>
                    <a:gd name="T9" fmla="*/ 46 h 10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2"/>
                    <a:gd name="T17" fmla="*/ 258 w 258"/>
                    <a:gd name="T18" fmla="*/ 102 h 10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2">
                      <a:moveTo>
                        <a:pt x="0" y="46"/>
                      </a:moveTo>
                      <a:lnTo>
                        <a:pt x="71" y="0"/>
                      </a:lnTo>
                      <a:lnTo>
                        <a:pt x="258" y="52"/>
                      </a:lnTo>
                      <a:lnTo>
                        <a:pt x="183" y="102"/>
                      </a:lnTo>
                      <a:lnTo>
                        <a:pt x="0" y="46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2567" name="Freeform 882">
                  <a:extLst>
                    <a:ext uri="{FF2B5EF4-FFF2-40B4-BE49-F238E27FC236}">
                      <a16:creationId xmlns:a16="http://schemas.microsoft.com/office/drawing/2014/main" id="{5344E479-D1A5-45C0-A315-F5B45771C80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11" y="2882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102556" name="Freeform 883">
                <a:extLst>
                  <a:ext uri="{FF2B5EF4-FFF2-40B4-BE49-F238E27FC236}">
                    <a16:creationId xmlns:a16="http://schemas.microsoft.com/office/drawing/2014/main" id="{A1E3D7EC-64D2-4228-A428-3E0430068D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77" y="3043"/>
                <a:ext cx="614" cy="514"/>
              </a:xfrm>
              <a:custGeom>
                <a:avLst/>
                <a:gdLst>
                  <a:gd name="T0" fmla="*/ 1 w 990"/>
                  <a:gd name="T1" fmla="*/ 1 h 792"/>
                  <a:gd name="T2" fmla="*/ 1 w 990"/>
                  <a:gd name="T3" fmla="*/ 0 h 792"/>
                  <a:gd name="T4" fmla="*/ 1 w 990"/>
                  <a:gd name="T5" fmla="*/ 1 h 792"/>
                  <a:gd name="T6" fmla="*/ 0 w 990"/>
                  <a:gd name="T7" fmla="*/ 1 h 792"/>
                  <a:gd name="T8" fmla="*/ 1 w 990"/>
                  <a:gd name="T9" fmla="*/ 1 h 79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90"/>
                  <a:gd name="T16" fmla="*/ 0 h 792"/>
                  <a:gd name="T17" fmla="*/ 990 w 990"/>
                  <a:gd name="T18" fmla="*/ 792 h 79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90" h="792">
                    <a:moveTo>
                      <a:pt x="3" y="738"/>
                    </a:moveTo>
                    <a:lnTo>
                      <a:pt x="990" y="0"/>
                    </a:lnTo>
                    <a:lnTo>
                      <a:pt x="987" y="60"/>
                    </a:lnTo>
                    <a:lnTo>
                      <a:pt x="0" y="792"/>
                    </a:lnTo>
                    <a:lnTo>
                      <a:pt x="3" y="738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2557" name="Freeform 884">
                <a:extLst>
                  <a:ext uri="{FF2B5EF4-FFF2-40B4-BE49-F238E27FC236}">
                    <a16:creationId xmlns:a16="http://schemas.microsoft.com/office/drawing/2014/main" id="{EC5E17B0-D1B6-4A4D-84B7-221182DF760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0" y="3084"/>
                <a:ext cx="1571" cy="469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2558" name="Freeform 885">
                <a:extLst>
                  <a:ext uri="{FF2B5EF4-FFF2-40B4-BE49-F238E27FC236}">
                    <a16:creationId xmlns:a16="http://schemas.microsoft.com/office/drawing/2014/main" id="{3D77C96D-69F6-4CAB-A4ED-6115E992FCB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1" y="2998"/>
                <a:ext cx="17" cy="95"/>
              </a:xfrm>
              <a:custGeom>
                <a:avLst/>
                <a:gdLst>
                  <a:gd name="T0" fmla="*/ 1 w 26"/>
                  <a:gd name="T1" fmla="*/ 1 h 147"/>
                  <a:gd name="T2" fmla="*/ 1 w 26"/>
                  <a:gd name="T3" fmla="*/ 1 h 147"/>
                  <a:gd name="T4" fmla="*/ 0 w 26"/>
                  <a:gd name="T5" fmla="*/ 1 h 147"/>
                  <a:gd name="T6" fmla="*/ 1 w 26"/>
                  <a:gd name="T7" fmla="*/ 0 h 147"/>
                  <a:gd name="T8" fmla="*/ 1 w 26"/>
                  <a:gd name="T9" fmla="*/ 1 h 14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"/>
                  <a:gd name="T16" fmla="*/ 0 h 147"/>
                  <a:gd name="T17" fmla="*/ 26 w 26"/>
                  <a:gd name="T18" fmla="*/ 147 h 14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" h="147">
                    <a:moveTo>
                      <a:pt x="26" y="10"/>
                    </a:moveTo>
                    <a:lnTo>
                      <a:pt x="23" y="147"/>
                    </a:lnTo>
                    <a:lnTo>
                      <a:pt x="0" y="144"/>
                    </a:lnTo>
                    <a:lnTo>
                      <a:pt x="3" y="0"/>
                    </a:lnTo>
                    <a:lnTo>
                      <a:pt x="26" y="1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2559" name="Freeform 886">
                <a:extLst>
                  <a:ext uri="{FF2B5EF4-FFF2-40B4-BE49-F238E27FC236}">
                    <a16:creationId xmlns:a16="http://schemas.microsoft.com/office/drawing/2014/main" id="{BD47DCD4-00BD-4EA3-ADDB-F8B9733FD15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2" y="2611"/>
                <a:ext cx="730" cy="393"/>
              </a:xfrm>
              <a:custGeom>
                <a:avLst/>
                <a:gdLst>
                  <a:gd name="T0" fmla="*/ 1 w 1176"/>
                  <a:gd name="T1" fmla="*/ 0 h 606"/>
                  <a:gd name="T2" fmla="*/ 0 w 1176"/>
                  <a:gd name="T3" fmla="*/ 1 h 606"/>
                  <a:gd name="T4" fmla="*/ 1 w 1176"/>
                  <a:gd name="T5" fmla="*/ 1 h 606"/>
                  <a:gd name="T6" fmla="*/ 1 w 1176"/>
                  <a:gd name="T7" fmla="*/ 1 h 606"/>
                  <a:gd name="T8" fmla="*/ 1 w 1176"/>
                  <a:gd name="T9" fmla="*/ 0 h 60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176"/>
                  <a:gd name="T16" fmla="*/ 0 h 606"/>
                  <a:gd name="T17" fmla="*/ 1176 w 1176"/>
                  <a:gd name="T18" fmla="*/ 606 h 60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176" h="606">
                    <a:moveTo>
                      <a:pt x="1170" y="0"/>
                    </a:moveTo>
                    <a:lnTo>
                      <a:pt x="0" y="597"/>
                    </a:lnTo>
                    <a:lnTo>
                      <a:pt x="30" y="606"/>
                    </a:lnTo>
                    <a:lnTo>
                      <a:pt x="1176" y="18"/>
                    </a:lnTo>
                    <a:lnTo>
                      <a:pt x="1170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2560" name="Freeform 887">
                <a:extLst>
                  <a:ext uri="{FF2B5EF4-FFF2-40B4-BE49-F238E27FC236}">
                    <a16:creationId xmlns:a16="http://schemas.microsoft.com/office/drawing/2014/main" id="{63931D95-7D34-4C27-B900-CD17663193A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61" y="3018"/>
                <a:ext cx="1490" cy="451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2561" name="Freeform 888">
                <a:extLst>
                  <a:ext uri="{FF2B5EF4-FFF2-40B4-BE49-F238E27FC236}">
                    <a16:creationId xmlns:a16="http://schemas.microsoft.com/office/drawing/2014/main" id="{7FAB6800-8A67-4B94-9507-A1E7849935A6}"/>
                  </a:ext>
                </a:extLst>
              </p:cNvPr>
              <p:cNvSpPr>
                <a:spLocks/>
              </p:cNvSpPr>
              <p:nvPr/>
            </p:nvSpPr>
            <p:spPr bwMode="auto">
              <a:xfrm flipV="1">
                <a:off x="2549" y="2986"/>
                <a:ext cx="608" cy="467"/>
              </a:xfrm>
              <a:custGeom>
                <a:avLst/>
                <a:gdLst>
                  <a:gd name="T0" fmla="*/ 0 w 2532"/>
                  <a:gd name="T1" fmla="*/ 0 h 723"/>
                  <a:gd name="T2" fmla="*/ 0 w 2532"/>
                  <a:gd name="T3" fmla="*/ 0 h 723"/>
                  <a:gd name="T4" fmla="*/ 0 w 2532"/>
                  <a:gd name="T5" fmla="*/ 1 h 723"/>
                  <a:gd name="T6" fmla="*/ 0 w 2532"/>
                  <a:gd name="T7" fmla="*/ 1 h 723"/>
                  <a:gd name="T8" fmla="*/ 0 w 2532"/>
                  <a:gd name="T9" fmla="*/ 1 h 723"/>
                  <a:gd name="T10" fmla="*/ 0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102470" name="Group 889">
              <a:extLst>
                <a:ext uri="{FF2B5EF4-FFF2-40B4-BE49-F238E27FC236}">
                  <a16:creationId xmlns:a16="http://schemas.microsoft.com/office/drawing/2014/main" id="{85E72629-FE5F-4EF1-9141-4F282A57AD6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329" y="3456"/>
              <a:ext cx="299" cy="257"/>
              <a:chOff x="877" y="1008"/>
              <a:chExt cx="2747" cy="2591"/>
            </a:xfrm>
          </p:grpSpPr>
          <p:pic>
            <p:nvPicPr>
              <p:cNvPr id="102522" name="Picture 890" descr="antenna_stylized">
                <a:extLst>
                  <a:ext uri="{FF2B5EF4-FFF2-40B4-BE49-F238E27FC236}">
                    <a16:creationId xmlns:a16="http://schemas.microsoft.com/office/drawing/2014/main" id="{B305EE34-8877-44F7-9586-CE4D073171E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7" y="1008"/>
                <a:ext cx="2725" cy="142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02523" name="Picture 891" descr="laptop_keyboard">
                <a:extLst>
                  <a:ext uri="{FF2B5EF4-FFF2-40B4-BE49-F238E27FC236}">
                    <a16:creationId xmlns:a16="http://schemas.microsoft.com/office/drawing/2014/main" id="{3413B816-CB18-4AC1-86E2-3138C3840E5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09064" flipH="1">
                <a:off x="1009" y="2586"/>
                <a:ext cx="2245" cy="10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02524" name="Freeform 892">
                <a:extLst>
                  <a:ext uri="{FF2B5EF4-FFF2-40B4-BE49-F238E27FC236}">
                    <a16:creationId xmlns:a16="http://schemas.microsoft.com/office/drawing/2014/main" id="{279D8D72-C912-415E-8887-B6899DC2207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3" y="1603"/>
                <a:ext cx="1807" cy="1322"/>
              </a:xfrm>
              <a:custGeom>
                <a:avLst/>
                <a:gdLst>
                  <a:gd name="T0" fmla="*/ 1 w 2982"/>
                  <a:gd name="T1" fmla="*/ 0 h 2442"/>
                  <a:gd name="T2" fmla="*/ 0 w 2982"/>
                  <a:gd name="T3" fmla="*/ 1 h 2442"/>
                  <a:gd name="T4" fmla="*/ 1 w 2982"/>
                  <a:gd name="T5" fmla="*/ 1 h 2442"/>
                  <a:gd name="T6" fmla="*/ 1 w 2982"/>
                  <a:gd name="T7" fmla="*/ 1 h 2442"/>
                  <a:gd name="T8" fmla="*/ 1 w 2982"/>
                  <a:gd name="T9" fmla="*/ 0 h 24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82"/>
                  <a:gd name="T16" fmla="*/ 0 h 2442"/>
                  <a:gd name="T17" fmla="*/ 2982 w 2982"/>
                  <a:gd name="T18" fmla="*/ 2442 h 24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82" h="2442">
                    <a:moveTo>
                      <a:pt x="540" y="0"/>
                    </a:moveTo>
                    <a:lnTo>
                      <a:pt x="0" y="1734"/>
                    </a:lnTo>
                    <a:lnTo>
                      <a:pt x="2394" y="2442"/>
                    </a:lnTo>
                    <a:lnTo>
                      <a:pt x="2982" y="318"/>
                    </a:lnTo>
                    <a:lnTo>
                      <a:pt x="540" y="0"/>
                    </a:lnTo>
                    <a:close/>
                  </a:path>
                </a:pathLst>
              </a:cu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pic>
            <p:nvPicPr>
              <p:cNvPr id="102525" name="Picture 893" descr="screen">
                <a:extLst>
                  <a:ext uri="{FF2B5EF4-FFF2-40B4-BE49-F238E27FC236}">
                    <a16:creationId xmlns:a16="http://schemas.microsoft.com/office/drawing/2014/main" id="{0FDC096B-0004-4916-AD11-1D2FBE7BB55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842" y="1637"/>
                <a:ext cx="1642" cy="12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02526" name="Freeform 894">
                <a:extLst>
                  <a:ext uri="{FF2B5EF4-FFF2-40B4-BE49-F238E27FC236}">
                    <a16:creationId xmlns:a16="http://schemas.microsoft.com/office/drawing/2014/main" id="{D5B9A37C-44AC-45DD-9605-974E8A5B367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82" y="1564"/>
                <a:ext cx="1531" cy="246"/>
              </a:xfrm>
              <a:custGeom>
                <a:avLst/>
                <a:gdLst>
                  <a:gd name="T0" fmla="*/ 1 w 2528"/>
                  <a:gd name="T1" fmla="*/ 0 h 455"/>
                  <a:gd name="T2" fmla="*/ 1 w 2528"/>
                  <a:gd name="T3" fmla="*/ 1 h 455"/>
                  <a:gd name="T4" fmla="*/ 1 w 2528"/>
                  <a:gd name="T5" fmla="*/ 1 h 455"/>
                  <a:gd name="T6" fmla="*/ 0 w 2528"/>
                  <a:gd name="T7" fmla="*/ 1 h 455"/>
                  <a:gd name="T8" fmla="*/ 1 w 2528"/>
                  <a:gd name="T9" fmla="*/ 0 h 45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28"/>
                  <a:gd name="T16" fmla="*/ 0 h 455"/>
                  <a:gd name="T17" fmla="*/ 2528 w 2528"/>
                  <a:gd name="T18" fmla="*/ 455 h 45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28" h="455">
                    <a:moveTo>
                      <a:pt x="14" y="0"/>
                    </a:moveTo>
                    <a:lnTo>
                      <a:pt x="2528" y="341"/>
                    </a:lnTo>
                    <a:lnTo>
                      <a:pt x="2480" y="455"/>
                    </a:lnTo>
                    <a:lnTo>
                      <a:pt x="0" y="86"/>
                    </a:lnTo>
                    <a:lnTo>
                      <a:pt x="14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2527" name="Freeform 895">
                <a:extLst>
                  <a:ext uri="{FF2B5EF4-FFF2-40B4-BE49-F238E27FC236}">
                    <a16:creationId xmlns:a16="http://schemas.microsoft.com/office/drawing/2014/main" id="{9EF43248-55BE-47B5-B121-8159EB8E5FE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7" y="1562"/>
                <a:ext cx="425" cy="1024"/>
              </a:xfrm>
              <a:custGeom>
                <a:avLst/>
                <a:gdLst>
                  <a:gd name="T0" fmla="*/ 1 w 702"/>
                  <a:gd name="T1" fmla="*/ 0 h 1893"/>
                  <a:gd name="T2" fmla="*/ 0 w 702"/>
                  <a:gd name="T3" fmla="*/ 1 h 1893"/>
                  <a:gd name="T4" fmla="*/ 1 w 702"/>
                  <a:gd name="T5" fmla="*/ 1 h 1893"/>
                  <a:gd name="T6" fmla="*/ 1 w 702"/>
                  <a:gd name="T7" fmla="*/ 1 h 1893"/>
                  <a:gd name="T8" fmla="*/ 1 w 702"/>
                  <a:gd name="T9" fmla="*/ 0 h 189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02"/>
                  <a:gd name="T16" fmla="*/ 0 h 1893"/>
                  <a:gd name="T17" fmla="*/ 702 w 702"/>
                  <a:gd name="T18" fmla="*/ 1893 h 189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02" h="1893">
                    <a:moveTo>
                      <a:pt x="579" y="0"/>
                    </a:moveTo>
                    <a:lnTo>
                      <a:pt x="0" y="1869"/>
                    </a:lnTo>
                    <a:lnTo>
                      <a:pt x="114" y="1893"/>
                    </a:lnTo>
                    <a:lnTo>
                      <a:pt x="702" y="51"/>
                    </a:lnTo>
                    <a:lnTo>
                      <a:pt x="579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2528" name="Freeform 896">
                <a:extLst>
                  <a:ext uri="{FF2B5EF4-FFF2-40B4-BE49-F238E27FC236}">
                    <a16:creationId xmlns:a16="http://schemas.microsoft.com/office/drawing/2014/main" id="{6BDCAA60-EC65-4226-A45D-FB817FA4B6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44" y="1745"/>
                <a:ext cx="458" cy="1182"/>
              </a:xfrm>
              <a:custGeom>
                <a:avLst/>
                <a:gdLst>
                  <a:gd name="T0" fmla="*/ 1 w 756"/>
                  <a:gd name="T1" fmla="*/ 0 h 2184"/>
                  <a:gd name="T2" fmla="*/ 1 w 756"/>
                  <a:gd name="T3" fmla="*/ 1 h 2184"/>
                  <a:gd name="T4" fmla="*/ 0 w 756"/>
                  <a:gd name="T5" fmla="*/ 1 h 2184"/>
                  <a:gd name="T6" fmla="*/ 1 w 756"/>
                  <a:gd name="T7" fmla="*/ 1 h 2184"/>
                  <a:gd name="T8" fmla="*/ 1 w 756"/>
                  <a:gd name="T9" fmla="*/ 0 h 218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6"/>
                  <a:gd name="T16" fmla="*/ 0 h 2184"/>
                  <a:gd name="T17" fmla="*/ 756 w 756"/>
                  <a:gd name="T18" fmla="*/ 2184 h 218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6" h="2184">
                    <a:moveTo>
                      <a:pt x="756" y="0"/>
                    </a:moveTo>
                    <a:lnTo>
                      <a:pt x="138" y="2184"/>
                    </a:lnTo>
                    <a:lnTo>
                      <a:pt x="0" y="2148"/>
                    </a:lnTo>
                    <a:lnTo>
                      <a:pt x="606" y="78"/>
                    </a:lnTo>
                    <a:lnTo>
                      <a:pt x="756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chemeClr val="bg1"/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2529" name="Freeform 897">
                <a:extLst>
                  <a:ext uri="{FF2B5EF4-FFF2-40B4-BE49-F238E27FC236}">
                    <a16:creationId xmlns:a16="http://schemas.microsoft.com/office/drawing/2014/main" id="{2C875F6A-74E9-4330-9F62-3E9113ACAD5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2" y="2534"/>
                <a:ext cx="1680" cy="399"/>
              </a:xfrm>
              <a:custGeom>
                <a:avLst/>
                <a:gdLst>
                  <a:gd name="T0" fmla="*/ 1 w 2773"/>
                  <a:gd name="T1" fmla="*/ 0 h 738"/>
                  <a:gd name="T2" fmla="*/ 0 w 2773"/>
                  <a:gd name="T3" fmla="*/ 1 h 738"/>
                  <a:gd name="T4" fmla="*/ 1 w 2773"/>
                  <a:gd name="T5" fmla="*/ 1 h 738"/>
                  <a:gd name="T6" fmla="*/ 1 w 2773"/>
                  <a:gd name="T7" fmla="*/ 1 h 738"/>
                  <a:gd name="T8" fmla="*/ 1 w 2773"/>
                  <a:gd name="T9" fmla="*/ 0 h 73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773"/>
                  <a:gd name="T16" fmla="*/ 0 h 738"/>
                  <a:gd name="T17" fmla="*/ 2773 w 2773"/>
                  <a:gd name="T18" fmla="*/ 738 h 73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773" h="738">
                    <a:moveTo>
                      <a:pt x="33" y="0"/>
                    </a:moveTo>
                    <a:lnTo>
                      <a:pt x="0" y="99"/>
                    </a:lnTo>
                    <a:lnTo>
                      <a:pt x="2436" y="738"/>
                    </a:lnTo>
                    <a:cubicBezTo>
                      <a:pt x="2499" y="501"/>
                      <a:pt x="2773" y="727"/>
                      <a:pt x="2373" y="603"/>
                    </a:cubicBezTo>
                    <a:lnTo>
                      <a:pt x="3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CC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2530" name="Freeform 898">
                <a:extLst>
                  <a:ext uri="{FF2B5EF4-FFF2-40B4-BE49-F238E27FC236}">
                    <a16:creationId xmlns:a16="http://schemas.microsoft.com/office/drawing/2014/main" id="{62C8249D-DB36-4FF1-AF4D-643EBCB8388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95" y="1755"/>
                <a:ext cx="429" cy="1187"/>
              </a:xfrm>
              <a:custGeom>
                <a:avLst/>
                <a:gdLst>
                  <a:gd name="T0" fmla="*/ 1 w 637"/>
                  <a:gd name="T1" fmla="*/ 0 h 1659"/>
                  <a:gd name="T2" fmla="*/ 1 w 637"/>
                  <a:gd name="T3" fmla="*/ 0 h 1659"/>
                  <a:gd name="T4" fmla="*/ 1 w 637"/>
                  <a:gd name="T5" fmla="*/ 1 h 1659"/>
                  <a:gd name="T6" fmla="*/ 0 w 637"/>
                  <a:gd name="T7" fmla="*/ 1 h 1659"/>
                  <a:gd name="T8" fmla="*/ 1 w 637"/>
                  <a:gd name="T9" fmla="*/ 0 h 165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37"/>
                  <a:gd name="T16" fmla="*/ 0 h 1659"/>
                  <a:gd name="T17" fmla="*/ 637 w 637"/>
                  <a:gd name="T18" fmla="*/ 1659 h 165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37" h="1659">
                    <a:moveTo>
                      <a:pt x="615" y="0"/>
                    </a:moveTo>
                    <a:lnTo>
                      <a:pt x="637" y="0"/>
                    </a:lnTo>
                    <a:lnTo>
                      <a:pt x="68" y="1659"/>
                    </a:lnTo>
                    <a:lnTo>
                      <a:pt x="0" y="1647"/>
                    </a:lnTo>
                    <a:lnTo>
                      <a:pt x="615" y="0"/>
                    </a:lnTo>
                    <a:close/>
                  </a:path>
                </a:pathLst>
              </a:custGeom>
              <a:solidFill>
                <a:srgbClr val="4D4D4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2531" name="Freeform 899">
                <a:extLst>
                  <a:ext uri="{FF2B5EF4-FFF2-40B4-BE49-F238E27FC236}">
                    <a16:creationId xmlns:a16="http://schemas.microsoft.com/office/drawing/2014/main" id="{3536514F-6C1D-4DB6-8140-E774714D297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4" y="2587"/>
                <a:ext cx="1494" cy="394"/>
              </a:xfrm>
              <a:custGeom>
                <a:avLst/>
                <a:gdLst>
                  <a:gd name="T0" fmla="*/ 0 w 2216"/>
                  <a:gd name="T1" fmla="*/ 0 h 550"/>
                  <a:gd name="T2" fmla="*/ 1 w 2216"/>
                  <a:gd name="T3" fmla="*/ 1 h 550"/>
                  <a:gd name="T4" fmla="*/ 1 w 2216"/>
                  <a:gd name="T5" fmla="*/ 1 h 550"/>
                  <a:gd name="T6" fmla="*/ 1 w 2216"/>
                  <a:gd name="T7" fmla="*/ 1 h 550"/>
                  <a:gd name="T8" fmla="*/ 0 w 2216"/>
                  <a:gd name="T9" fmla="*/ 0 h 55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16"/>
                  <a:gd name="T16" fmla="*/ 0 h 550"/>
                  <a:gd name="T17" fmla="*/ 2216 w 2216"/>
                  <a:gd name="T18" fmla="*/ 550 h 55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16" h="550">
                    <a:moveTo>
                      <a:pt x="0" y="0"/>
                    </a:moveTo>
                    <a:lnTo>
                      <a:pt x="9" y="57"/>
                    </a:lnTo>
                    <a:lnTo>
                      <a:pt x="2164" y="550"/>
                    </a:lnTo>
                    <a:lnTo>
                      <a:pt x="2216" y="496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102532" name="Group 900">
                <a:extLst>
                  <a:ext uri="{FF2B5EF4-FFF2-40B4-BE49-F238E27FC236}">
                    <a16:creationId xmlns:a16="http://schemas.microsoft.com/office/drawing/2014/main" id="{DD34E9E5-9ADB-4A10-8BC7-BF13BEFE1B8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09" y="3008"/>
                <a:ext cx="507" cy="234"/>
                <a:chOff x="1740" y="2642"/>
                <a:chExt cx="752" cy="327"/>
              </a:xfrm>
            </p:grpSpPr>
            <p:sp>
              <p:nvSpPr>
                <p:cNvPr id="102539" name="Freeform 901">
                  <a:extLst>
                    <a:ext uri="{FF2B5EF4-FFF2-40B4-BE49-F238E27FC236}">
                      <a16:creationId xmlns:a16="http://schemas.microsoft.com/office/drawing/2014/main" id="{378D6B80-B80B-4E74-AB00-C46F4EB4027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40" y="2642"/>
                  <a:ext cx="752" cy="327"/>
                </a:xfrm>
                <a:custGeom>
                  <a:avLst/>
                  <a:gdLst>
                    <a:gd name="T0" fmla="*/ 293 w 752"/>
                    <a:gd name="T1" fmla="*/ 0 h 327"/>
                    <a:gd name="T2" fmla="*/ 752 w 752"/>
                    <a:gd name="T3" fmla="*/ 124 h 327"/>
                    <a:gd name="T4" fmla="*/ 470 w 752"/>
                    <a:gd name="T5" fmla="*/ 327 h 327"/>
                    <a:gd name="T6" fmla="*/ 0 w 752"/>
                    <a:gd name="T7" fmla="*/ 183 h 327"/>
                    <a:gd name="T8" fmla="*/ 293 w 752"/>
                    <a:gd name="T9" fmla="*/ 0 h 32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2"/>
                    <a:gd name="T16" fmla="*/ 0 h 327"/>
                    <a:gd name="T17" fmla="*/ 752 w 752"/>
                    <a:gd name="T18" fmla="*/ 327 h 32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2" h="327">
                      <a:moveTo>
                        <a:pt x="293" y="0"/>
                      </a:moveTo>
                      <a:lnTo>
                        <a:pt x="752" y="124"/>
                      </a:lnTo>
                      <a:lnTo>
                        <a:pt x="470" y="327"/>
                      </a:lnTo>
                      <a:lnTo>
                        <a:pt x="0" y="183"/>
                      </a:lnTo>
                      <a:lnTo>
                        <a:pt x="293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2540" name="Freeform 902">
                  <a:extLst>
                    <a:ext uri="{FF2B5EF4-FFF2-40B4-BE49-F238E27FC236}">
                      <a16:creationId xmlns:a16="http://schemas.microsoft.com/office/drawing/2014/main" id="{69120784-8CEC-4528-B859-60452775D44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54" y="2649"/>
                  <a:ext cx="726" cy="311"/>
                </a:xfrm>
                <a:custGeom>
                  <a:avLst/>
                  <a:gdLst>
                    <a:gd name="T0" fmla="*/ 282 w 726"/>
                    <a:gd name="T1" fmla="*/ 0 h 311"/>
                    <a:gd name="T2" fmla="*/ 726 w 726"/>
                    <a:gd name="T3" fmla="*/ 119 h 311"/>
                    <a:gd name="T4" fmla="*/ 457 w 726"/>
                    <a:gd name="T5" fmla="*/ 311 h 311"/>
                    <a:gd name="T6" fmla="*/ 0 w 726"/>
                    <a:gd name="T7" fmla="*/ 173 h 311"/>
                    <a:gd name="T8" fmla="*/ 282 w 726"/>
                    <a:gd name="T9" fmla="*/ 0 h 31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26"/>
                    <a:gd name="T16" fmla="*/ 0 h 311"/>
                    <a:gd name="T17" fmla="*/ 726 w 726"/>
                    <a:gd name="T18" fmla="*/ 311 h 31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26" h="311">
                      <a:moveTo>
                        <a:pt x="282" y="0"/>
                      </a:moveTo>
                      <a:lnTo>
                        <a:pt x="726" y="119"/>
                      </a:lnTo>
                      <a:lnTo>
                        <a:pt x="457" y="311"/>
                      </a:lnTo>
                      <a:lnTo>
                        <a:pt x="0" y="173"/>
                      </a:lnTo>
                      <a:lnTo>
                        <a:pt x="282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4D4D4D"/>
                    </a:gs>
                    <a:gs pos="100000">
                      <a:srgbClr val="DDDDDD"/>
                    </a:gs>
                  </a:gsLst>
                  <a:lin ang="189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2541" name="Freeform 903">
                  <a:extLst>
                    <a:ext uri="{FF2B5EF4-FFF2-40B4-BE49-F238E27FC236}">
                      <a16:creationId xmlns:a16="http://schemas.microsoft.com/office/drawing/2014/main" id="{2F464B3A-659C-4E96-BB1B-2253BE9F080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08" y="2770"/>
                  <a:ext cx="258" cy="100"/>
                </a:xfrm>
                <a:custGeom>
                  <a:avLst/>
                  <a:gdLst>
                    <a:gd name="T0" fmla="*/ 0 w 258"/>
                    <a:gd name="T1" fmla="*/ 44 h 100"/>
                    <a:gd name="T2" fmla="*/ 75 w 258"/>
                    <a:gd name="T3" fmla="*/ 0 h 100"/>
                    <a:gd name="T4" fmla="*/ 258 w 258"/>
                    <a:gd name="T5" fmla="*/ 50 h 100"/>
                    <a:gd name="T6" fmla="*/ 183 w 258"/>
                    <a:gd name="T7" fmla="*/ 100 h 100"/>
                    <a:gd name="T8" fmla="*/ 0 w 258"/>
                    <a:gd name="T9" fmla="*/ 44 h 10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0"/>
                    <a:gd name="T17" fmla="*/ 258 w 258"/>
                    <a:gd name="T18" fmla="*/ 100 h 10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0">
                      <a:moveTo>
                        <a:pt x="0" y="44"/>
                      </a:moveTo>
                      <a:lnTo>
                        <a:pt x="75" y="0"/>
                      </a:lnTo>
                      <a:lnTo>
                        <a:pt x="258" y="50"/>
                      </a:lnTo>
                      <a:lnTo>
                        <a:pt x="183" y="100"/>
                      </a:lnTo>
                      <a:lnTo>
                        <a:pt x="0" y="44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2542" name="Freeform 904">
                  <a:extLst>
                    <a:ext uri="{FF2B5EF4-FFF2-40B4-BE49-F238E27FC236}">
                      <a16:creationId xmlns:a16="http://schemas.microsoft.com/office/drawing/2014/main" id="{86D7F7D0-B760-43F6-B53A-A3429B2F8E0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99" y="2816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2543" name="Freeform 905">
                  <a:extLst>
                    <a:ext uri="{FF2B5EF4-FFF2-40B4-BE49-F238E27FC236}">
                      <a16:creationId xmlns:a16="http://schemas.microsoft.com/office/drawing/2014/main" id="{53ED73A4-86D9-4EEE-A559-C08D4CDC281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20" y="2834"/>
                  <a:ext cx="258" cy="102"/>
                </a:xfrm>
                <a:custGeom>
                  <a:avLst/>
                  <a:gdLst>
                    <a:gd name="T0" fmla="*/ 0 w 258"/>
                    <a:gd name="T1" fmla="*/ 46 h 102"/>
                    <a:gd name="T2" fmla="*/ 71 w 258"/>
                    <a:gd name="T3" fmla="*/ 0 h 102"/>
                    <a:gd name="T4" fmla="*/ 258 w 258"/>
                    <a:gd name="T5" fmla="*/ 52 h 102"/>
                    <a:gd name="T6" fmla="*/ 183 w 258"/>
                    <a:gd name="T7" fmla="*/ 102 h 102"/>
                    <a:gd name="T8" fmla="*/ 0 w 258"/>
                    <a:gd name="T9" fmla="*/ 46 h 10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2"/>
                    <a:gd name="T17" fmla="*/ 258 w 258"/>
                    <a:gd name="T18" fmla="*/ 102 h 10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2">
                      <a:moveTo>
                        <a:pt x="0" y="46"/>
                      </a:moveTo>
                      <a:lnTo>
                        <a:pt x="71" y="0"/>
                      </a:lnTo>
                      <a:lnTo>
                        <a:pt x="258" y="52"/>
                      </a:lnTo>
                      <a:lnTo>
                        <a:pt x="183" y="102"/>
                      </a:lnTo>
                      <a:lnTo>
                        <a:pt x="0" y="46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2544" name="Freeform 906">
                  <a:extLst>
                    <a:ext uri="{FF2B5EF4-FFF2-40B4-BE49-F238E27FC236}">
                      <a16:creationId xmlns:a16="http://schemas.microsoft.com/office/drawing/2014/main" id="{FDC8D9CD-4C2A-4531-A96C-707518B4C18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11" y="2882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102533" name="Freeform 907">
                <a:extLst>
                  <a:ext uri="{FF2B5EF4-FFF2-40B4-BE49-F238E27FC236}">
                    <a16:creationId xmlns:a16="http://schemas.microsoft.com/office/drawing/2014/main" id="{AD598622-3662-415C-906C-54F1CD7AE2E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77" y="3043"/>
                <a:ext cx="614" cy="514"/>
              </a:xfrm>
              <a:custGeom>
                <a:avLst/>
                <a:gdLst>
                  <a:gd name="T0" fmla="*/ 1 w 990"/>
                  <a:gd name="T1" fmla="*/ 1 h 792"/>
                  <a:gd name="T2" fmla="*/ 1 w 990"/>
                  <a:gd name="T3" fmla="*/ 0 h 792"/>
                  <a:gd name="T4" fmla="*/ 1 w 990"/>
                  <a:gd name="T5" fmla="*/ 1 h 792"/>
                  <a:gd name="T6" fmla="*/ 0 w 990"/>
                  <a:gd name="T7" fmla="*/ 1 h 792"/>
                  <a:gd name="T8" fmla="*/ 1 w 990"/>
                  <a:gd name="T9" fmla="*/ 1 h 79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90"/>
                  <a:gd name="T16" fmla="*/ 0 h 792"/>
                  <a:gd name="T17" fmla="*/ 990 w 990"/>
                  <a:gd name="T18" fmla="*/ 792 h 79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90" h="792">
                    <a:moveTo>
                      <a:pt x="3" y="738"/>
                    </a:moveTo>
                    <a:lnTo>
                      <a:pt x="990" y="0"/>
                    </a:lnTo>
                    <a:lnTo>
                      <a:pt x="987" y="60"/>
                    </a:lnTo>
                    <a:lnTo>
                      <a:pt x="0" y="792"/>
                    </a:lnTo>
                    <a:lnTo>
                      <a:pt x="3" y="738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2534" name="Freeform 908">
                <a:extLst>
                  <a:ext uri="{FF2B5EF4-FFF2-40B4-BE49-F238E27FC236}">
                    <a16:creationId xmlns:a16="http://schemas.microsoft.com/office/drawing/2014/main" id="{4FAE945C-6132-42E2-AD11-AE02454F4F8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0" y="3084"/>
                <a:ext cx="1571" cy="469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2535" name="Freeform 909">
                <a:extLst>
                  <a:ext uri="{FF2B5EF4-FFF2-40B4-BE49-F238E27FC236}">
                    <a16:creationId xmlns:a16="http://schemas.microsoft.com/office/drawing/2014/main" id="{DB3265DF-EA88-4397-A2FA-CD486532607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1" y="2998"/>
                <a:ext cx="17" cy="95"/>
              </a:xfrm>
              <a:custGeom>
                <a:avLst/>
                <a:gdLst>
                  <a:gd name="T0" fmla="*/ 1 w 26"/>
                  <a:gd name="T1" fmla="*/ 1 h 147"/>
                  <a:gd name="T2" fmla="*/ 1 w 26"/>
                  <a:gd name="T3" fmla="*/ 1 h 147"/>
                  <a:gd name="T4" fmla="*/ 0 w 26"/>
                  <a:gd name="T5" fmla="*/ 1 h 147"/>
                  <a:gd name="T6" fmla="*/ 1 w 26"/>
                  <a:gd name="T7" fmla="*/ 0 h 147"/>
                  <a:gd name="T8" fmla="*/ 1 w 26"/>
                  <a:gd name="T9" fmla="*/ 1 h 14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"/>
                  <a:gd name="T16" fmla="*/ 0 h 147"/>
                  <a:gd name="T17" fmla="*/ 26 w 26"/>
                  <a:gd name="T18" fmla="*/ 147 h 14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" h="147">
                    <a:moveTo>
                      <a:pt x="26" y="10"/>
                    </a:moveTo>
                    <a:lnTo>
                      <a:pt x="23" y="147"/>
                    </a:lnTo>
                    <a:lnTo>
                      <a:pt x="0" y="144"/>
                    </a:lnTo>
                    <a:lnTo>
                      <a:pt x="3" y="0"/>
                    </a:lnTo>
                    <a:lnTo>
                      <a:pt x="26" y="1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2536" name="Freeform 910">
                <a:extLst>
                  <a:ext uri="{FF2B5EF4-FFF2-40B4-BE49-F238E27FC236}">
                    <a16:creationId xmlns:a16="http://schemas.microsoft.com/office/drawing/2014/main" id="{F78A4500-76E9-467F-B402-0B807C9BF69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2" y="2611"/>
                <a:ext cx="730" cy="393"/>
              </a:xfrm>
              <a:custGeom>
                <a:avLst/>
                <a:gdLst>
                  <a:gd name="T0" fmla="*/ 1 w 1176"/>
                  <a:gd name="T1" fmla="*/ 0 h 606"/>
                  <a:gd name="T2" fmla="*/ 0 w 1176"/>
                  <a:gd name="T3" fmla="*/ 1 h 606"/>
                  <a:gd name="T4" fmla="*/ 1 w 1176"/>
                  <a:gd name="T5" fmla="*/ 1 h 606"/>
                  <a:gd name="T6" fmla="*/ 1 w 1176"/>
                  <a:gd name="T7" fmla="*/ 1 h 606"/>
                  <a:gd name="T8" fmla="*/ 1 w 1176"/>
                  <a:gd name="T9" fmla="*/ 0 h 60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176"/>
                  <a:gd name="T16" fmla="*/ 0 h 606"/>
                  <a:gd name="T17" fmla="*/ 1176 w 1176"/>
                  <a:gd name="T18" fmla="*/ 606 h 60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176" h="606">
                    <a:moveTo>
                      <a:pt x="1170" y="0"/>
                    </a:moveTo>
                    <a:lnTo>
                      <a:pt x="0" y="597"/>
                    </a:lnTo>
                    <a:lnTo>
                      <a:pt x="30" y="606"/>
                    </a:lnTo>
                    <a:lnTo>
                      <a:pt x="1176" y="18"/>
                    </a:lnTo>
                    <a:lnTo>
                      <a:pt x="1170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2537" name="Freeform 911">
                <a:extLst>
                  <a:ext uri="{FF2B5EF4-FFF2-40B4-BE49-F238E27FC236}">
                    <a16:creationId xmlns:a16="http://schemas.microsoft.com/office/drawing/2014/main" id="{CA6D5045-7E42-4AB0-A851-578F6A093F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61" y="3018"/>
                <a:ext cx="1490" cy="451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2538" name="Freeform 912">
                <a:extLst>
                  <a:ext uri="{FF2B5EF4-FFF2-40B4-BE49-F238E27FC236}">
                    <a16:creationId xmlns:a16="http://schemas.microsoft.com/office/drawing/2014/main" id="{13289EE2-75DF-46BE-B1EF-342F3692FBA2}"/>
                  </a:ext>
                </a:extLst>
              </p:cNvPr>
              <p:cNvSpPr>
                <a:spLocks/>
              </p:cNvSpPr>
              <p:nvPr/>
            </p:nvSpPr>
            <p:spPr bwMode="auto">
              <a:xfrm flipV="1">
                <a:off x="2549" y="2986"/>
                <a:ext cx="608" cy="467"/>
              </a:xfrm>
              <a:custGeom>
                <a:avLst/>
                <a:gdLst>
                  <a:gd name="T0" fmla="*/ 0 w 2532"/>
                  <a:gd name="T1" fmla="*/ 0 h 723"/>
                  <a:gd name="T2" fmla="*/ 0 w 2532"/>
                  <a:gd name="T3" fmla="*/ 0 h 723"/>
                  <a:gd name="T4" fmla="*/ 0 w 2532"/>
                  <a:gd name="T5" fmla="*/ 1 h 723"/>
                  <a:gd name="T6" fmla="*/ 0 w 2532"/>
                  <a:gd name="T7" fmla="*/ 1 h 723"/>
                  <a:gd name="T8" fmla="*/ 0 w 2532"/>
                  <a:gd name="T9" fmla="*/ 1 h 723"/>
                  <a:gd name="T10" fmla="*/ 0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102471" name="Group 913">
              <a:extLst>
                <a:ext uri="{FF2B5EF4-FFF2-40B4-BE49-F238E27FC236}">
                  <a16:creationId xmlns:a16="http://schemas.microsoft.com/office/drawing/2014/main" id="{C566EB2E-3411-46B4-8CEC-3705D17220A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03" y="1916"/>
              <a:ext cx="280" cy="257"/>
              <a:chOff x="877" y="1008"/>
              <a:chExt cx="2747" cy="2591"/>
            </a:xfrm>
          </p:grpSpPr>
          <p:pic>
            <p:nvPicPr>
              <p:cNvPr id="102499" name="Picture 914" descr="antenna_stylized">
                <a:extLst>
                  <a:ext uri="{FF2B5EF4-FFF2-40B4-BE49-F238E27FC236}">
                    <a16:creationId xmlns:a16="http://schemas.microsoft.com/office/drawing/2014/main" id="{853A1D95-3BF8-4A26-98D1-403200BB693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7" y="1008"/>
                <a:ext cx="2725" cy="142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02500" name="Picture 915" descr="laptop_keyboard">
                <a:extLst>
                  <a:ext uri="{FF2B5EF4-FFF2-40B4-BE49-F238E27FC236}">
                    <a16:creationId xmlns:a16="http://schemas.microsoft.com/office/drawing/2014/main" id="{DDE7E5AB-1B4A-49CE-8BA4-2E4A6010D43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09064" flipH="1">
                <a:off x="1009" y="2586"/>
                <a:ext cx="2245" cy="10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02501" name="Freeform 916">
                <a:extLst>
                  <a:ext uri="{FF2B5EF4-FFF2-40B4-BE49-F238E27FC236}">
                    <a16:creationId xmlns:a16="http://schemas.microsoft.com/office/drawing/2014/main" id="{51C6F323-3A14-474D-8DED-25A3B9C0967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3" y="1603"/>
                <a:ext cx="1807" cy="1322"/>
              </a:xfrm>
              <a:custGeom>
                <a:avLst/>
                <a:gdLst>
                  <a:gd name="T0" fmla="*/ 1 w 2982"/>
                  <a:gd name="T1" fmla="*/ 0 h 2442"/>
                  <a:gd name="T2" fmla="*/ 0 w 2982"/>
                  <a:gd name="T3" fmla="*/ 1 h 2442"/>
                  <a:gd name="T4" fmla="*/ 1 w 2982"/>
                  <a:gd name="T5" fmla="*/ 1 h 2442"/>
                  <a:gd name="T6" fmla="*/ 1 w 2982"/>
                  <a:gd name="T7" fmla="*/ 1 h 2442"/>
                  <a:gd name="T8" fmla="*/ 1 w 2982"/>
                  <a:gd name="T9" fmla="*/ 0 h 24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82"/>
                  <a:gd name="T16" fmla="*/ 0 h 2442"/>
                  <a:gd name="T17" fmla="*/ 2982 w 2982"/>
                  <a:gd name="T18" fmla="*/ 2442 h 24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82" h="2442">
                    <a:moveTo>
                      <a:pt x="540" y="0"/>
                    </a:moveTo>
                    <a:lnTo>
                      <a:pt x="0" y="1734"/>
                    </a:lnTo>
                    <a:lnTo>
                      <a:pt x="2394" y="2442"/>
                    </a:lnTo>
                    <a:lnTo>
                      <a:pt x="2982" y="318"/>
                    </a:lnTo>
                    <a:lnTo>
                      <a:pt x="540" y="0"/>
                    </a:lnTo>
                    <a:close/>
                  </a:path>
                </a:pathLst>
              </a:cu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pic>
            <p:nvPicPr>
              <p:cNvPr id="102502" name="Picture 917" descr="screen">
                <a:extLst>
                  <a:ext uri="{FF2B5EF4-FFF2-40B4-BE49-F238E27FC236}">
                    <a16:creationId xmlns:a16="http://schemas.microsoft.com/office/drawing/2014/main" id="{8E82566A-1C07-42E4-9607-3EC426AD22E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842" y="1637"/>
                <a:ext cx="1642" cy="12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02503" name="Freeform 918">
                <a:extLst>
                  <a:ext uri="{FF2B5EF4-FFF2-40B4-BE49-F238E27FC236}">
                    <a16:creationId xmlns:a16="http://schemas.microsoft.com/office/drawing/2014/main" id="{2074CB43-9C2F-4CD5-8A35-EB1599BC217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82" y="1564"/>
                <a:ext cx="1531" cy="246"/>
              </a:xfrm>
              <a:custGeom>
                <a:avLst/>
                <a:gdLst>
                  <a:gd name="T0" fmla="*/ 1 w 2528"/>
                  <a:gd name="T1" fmla="*/ 0 h 455"/>
                  <a:gd name="T2" fmla="*/ 1 w 2528"/>
                  <a:gd name="T3" fmla="*/ 1 h 455"/>
                  <a:gd name="T4" fmla="*/ 1 w 2528"/>
                  <a:gd name="T5" fmla="*/ 1 h 455"/>
                  <a:gd name="T6" fmla="*/ 0 w 2528"/>
                  <a:gd name="T7" fmla="*/ 1 h 455"/>
                  <a:gd name="T8" fmla="*/ 1 w 2528"/>
                  <a:gd name="T9" fmla="*/ 0 h 45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28"/>
                  <a:gd name="T16" fmla="*/ 0 h 455"/>
                  <a:gd name="T17" fmla="*/ 2528 w 2528"/>
                  <a:gd name="T18" fmla="*/ 455 h 45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28" h="455">
                    <a:moveTo>
                      <a:pt x="14" y="0"/>
                    </a:moveTo>
                    <a:lnTo>
                      <a:pt x="2528" y="341"/>
                    </a:lnTo>
                    <a:lnTo>
                      <a:pt x="2480" y="455"/>
                    </a:lnTo>
                    <a:lnTo>
                      <a:pt x="0" y="86"/>
                    </a:lnTo>
                    <a:lnTo>
                      <a:pt x="14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2504" name="Freeform 919">
                <a:extLst>
                  <a:ext uri="{FF2B5EF4-FFF2-40B4-BE49-F238E27FC236}">
                    <a16:creationId xmlns:a16="http://schemas.microsoft.com/office/drawing/2014/main" id="{EF802242-6FFA-49F7-93A2-38475B3EBBF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7" y="1562"/>
                <a:ext cx="425" cy="1024"/>
              </a:xfrm>
              <a:custGeom>
                <a:avLst/>
                <a:gdLst>
                  <a:gd name="T0" fmla="*/ 1 w 702"/>
                  <a:gd name="T1" fmla="*/ 0 h 1893"/>
                  <a:gd name="T2" fmla="*/ 0 w 702"/>
                  <a:gd name="T3" fmla="*/ 1 h 1893"/>
                  <a:gd name="T4" fmla="*/ 1 w 702"/>
                  <a:gd name="T5" fmla="*/ 1 h 1893"/>
                  <a:gd name="T6" fmla="*/ 1 w 702"/>
                  <a:gd name="T7" fmla="*/ 1 h 1893"/>
                  <a:gd name="T8" fmla="*/ 1 w 702"/>
                  <a:gd name="T9" fmla="*/ 0 h 189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02"/>
                  <a:gd name="T16" fmla="*/ 0 h 1893"/>
                  <a:gd name="T17" fmla="*/ 702 w 702"/>
                  <a:gd name="T18" fmla="*/ 1893 h 189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02" h="1893">
                    <a:moveTo>
                      <a:pt x="579" y="0"/>
                    </a:moveTo>
                    <a:lnTo>
                      <a:pt x="0" y="1869"/>
                    </a:lnTo>
                    <a:lnTo>
                      <a:pt x="114" y="1893"/>
                    </a:lnTo>
                    <a:lnTo>
                      <a:pt x="702" y="51"/>
                    </a:lnTo>
                    <a:lnTo>
                      <a:pt x="579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2505" name="Freeform 920">
                <a:extLst>
                  <a:ext uri="{FF2B5EF4-FFF2-40B4-BE49-F238E27FC236}">
                    <a16:creationId xmlns:a16="http://schemas.microsoft.com/office/drawing/2014/main" id="{8A0E97E2-3FA3-4A7B-8D42-76B3E43A9F8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44" y="1745"/>
                <a:ext cx="458" cy="1182"/>
              </a:xfrm>
              <a:custGeom>
                <a:avLst/>
                <a:gdLst>
                  <a:gd name="T0" fmla="*/ 1 w 756"/>
                  <a:gd name="T1" fmla="*/ 0 h 2184"/>
                  <a:gd name="T2" fmla="*/ 1 w 756"/>
                  <a:gd name="T3" fmla="*/ 1 h 2184"/>
                  <a:gd name="T4" fmla="*/ 0 w 756"/>
                  <a:gd name="T5" fmla="*/ 1 h 2184"/>
                  <a:gd name="T6" fmla="*/ 1 w 756"/>
                  <a:gd name="T7" fmla="*/ 1 h 2184"/>
                  <a:gd name="T8" fmla="*/ 1 w 756"/>
                  <a:gd name="T9" fmla="*/ 0 h 218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6"/>
                  <a:gd name="T16" fmla="*/ 0 h 2184"/>
                  <a:gd name="T17" fmla="*/ 756 w 756"/>
                  <a:gd name="T18" fmla="*/ 2184 h 218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6" h="2184">
                    <a:moveTo>
                      <a:pt x="756" y="0"/>
                    </a:moveTo>
                    <a:lnTo>
                      <a:pt x="138" y="2184"/>
                    </a:lnTo>
                    <a:lnTo>
                      <a:pt x="0" y="2148"/>
                    </a:lnTo>
                    <a:lnTo>
                      <a:pt x="606" y="78"/>
                    </a:lnTo>
                    <a:lnTo>
                      <a:pt x="756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chemeClr val="bg1"/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2506" name="Freeform 921">
                <a:extLst>
                  <a:ext uri="{FF2B5EF4-FFF2-40B4-BE49-F238E27FC236}">
                    <a16:creationId xmlns:a16="http://schemas.microsoft.com/office/drawing/2014/main" id="{89A87C12-1E56-484E-BDEA-037FFB7FFDF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2" y="2534"/>
                <a:ext cx="1680" cy="399"/>
              </a:xfrm>
              <a:custGeom>
                <a:avLst/>
                <a:gdLst>
                  <a:gd name="T0" fmla="*/ 1 w 2773"/>
                  <a:gd name="T1" fmla="*/ 0 h 738"/>
                  <a:gd name="T2" fmla="*/ 0 w 2773"/>
                  <a:gd name="T3" fmla="*/ 1 h 738"/>
                  <a:gd name="T4" fmla="*/ 1 w 2773"/>
                  <a:gd name="T5" fmla="*/ 1 h 738"/>
                  <a:gd name="T6" fmla="*/ 1 w 2773"/>
                  <a:gd name="T7" fmla="*/ 1 h 738"/>
                  <a:gd name="T8" fmla="*/ 1 w 2773"/>
                  <a:gd name="T9" fmla="*/ 0 h 73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773"/>
                  <a:gd name="T16" fmla="*/ 0 h 738"/>
                  <a:gd name="T17" fmla="*/ 2773 w 2773"/>
                  <a:gd name="T18" fmla="*/ 738 h 73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773" h="738">
                    <a:moveTo>
                      <a:pt x="33" y="0"/>
                    </a:moveTo>
                    <a:lnTo>
                      <a:pt x="0" y="99"/>
                    </a:lnTo>
                    <a:lnTo>
                      <a:pt x="2436" y="738"/>
                    </a:lnTo>
                    <a:cubicBezTo>
                      <a:pt x="2499" y="501"/>
                      <a:pt x="2773" y="727"/>
                      <a:pt x="2373" y="603"/>
                    </a:cubicBezTo>
                    <a:lnTo>
                      <a:pt x="3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CC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2507" name="Freeform 922">
                <a:extLst>
                  <a:ext uri="{FF2B5EF4-FFF2-40B4-BE49-F238E27FC236}">
                    <a16:creationId xmlns:a16="http://schemas.microsoft.com/office/drawing/2014/main" id="{AA431AB1-4CDB-43E9-AEC0-7A4EDE5518D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95" y="1755"/>
                <a:ext cx="429" cy="1187"/>
              </a:xfrm>
              <a:custGeom>
                <a:avLst/>
                <a:gdLst>
                  <a:gd name="T0" fmla="*/ 1 w 637"/>
                  <a:gd name="T1" fmla="*/ 0 h 1659"/>
                  <a:gd name="T2" fmla="*/ 1 w 637"/>
                  <a:gd name="T3" fmla="*/ 0 h 1659"/>
                  <a:gd name="T4" fmla="*/ 1 w 637"/>
                  <a:gd name="T5" fmla="*/ 1 h 1659"/>
                  <a:gd name="T6" fmla="*/ 0 w 637"/>
                  <a:gd name="T7" fmla="*/ 1 h 1659"/>
                  <a:gd name="T8" fmla="*/ 1 w 637"/>
                  <a:gd name="T9" fmla="*/ 0 h 165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37"/>
                  <a:gd name="T16" fmla="*/ 0 h 1659"/>
                  <a:gd name="T17" fmla="*/ 637 w 637"/>
                  <a:gd name="T18" fmla="*/ 1659 h 165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37" h="1659">
                    <a:moveTo>
                      <a:pt x="615" y="0"/>
                    </a:moveTo>
                    <a:lnTo>
                      <a:pt x="637" y="0"/>
                    </a:lnTo>
                    <a:lnTo>
                      <a:pt x="68" y="1659"/>
                    </a:lnTo>
                    <a:lnTo>
                      <a:pt x="0" y="1647"/>
                    </a:lnTo>
                    <a:lnTo>
                      <a:pt x="615" y="0"/>
                    </a:lnTo>
                    <a:close/>
                  </a:path>
                </a:pathLst>
              </a:custGeom>
              <a:solidFill>
                <a:srgbClr val="4D4D4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2508" name="Freeform 923">
                <a:extLst>
                  <a:ext uri="{FF2B5EF4-FFF2-40B4-BE49-F238E27FC236}">
                    <a16:creationId xmlns:a16="http://schemas.microsoft.com/office/drawing/2014/main" id="{86D34886-F0C2-4D80-8359-31DC5656B39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4" y="2587"/>
                <a:ext cx="1494" cy="394"/>
              </a:xfrm>
              <a:custGeom>
                <a:avLst/>
                <a:gdLst>
                  <a:gd name="T0" fmla="*/ 0 w 2216"/>
                  <a:gd name="T1" fmla="*/ 0 h 550"/>
                  <a:gd name="T2" fmla="*/ 1 w 2216"/>
                  <a:gd name="T3" fmla="*/ 1 h 550"/>
                  <a:gd name="T4" fmla="*/ 1 w 2216"/>
                  <a:gd name="T5" fmla="*/ 1 h 550"/>
                  <a:gd name="T6" fmla="*/ 1 w 2216"/>
                  <a:gd name="T7" fmla="*/ 1 h 550"/>
                  <a:gd name="T8" fmla="*/ 0 w 2216"/>
                  <a:gd name="T9" fmla="*/ 0 h 55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16"/>
                  <a:gd name="T16" fmla="*/ 0 h 550"/>
                  <a:gd name="T17" fmla="*/ 2216 w 2216"/>
                  <a:gd name="T18" fmla="*/ 550 h 55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16" h="550">
                    <a:moveTo>
                      <a:pt x="0" y="0"/>
                    </a:moveTo>
                    <a:lnTo>
                      <a:pt x="9" y="57"/>
                    </a:lnTo>
                    <a:lnTo>
                      <a:pt x="2164" y="550"/>
                    </a:lnTo>
                    <a:lnTo>
                      <a:pt x="2216" y="496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102509" name="Group 924">
                <a:extLst>
                  <a:ext uri="{FF2B5EF4-FFF2-40B4-BE49-F238E27FC236}">
                    <a16:creationId xmlns:a16="http://schemas.microsoft.com/office/drawing/2014/main" id="{2527CD1C-CF91-4A53-B7FF-7C605F0FB70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09" y="3008"/>
                <a:ext cx="507" cy="234"/>
                <a:chOff x="1740" y="2642"/>
                <a:chExt cx="752" cy="327"/>
              </a:xfrm>
            </p:grpSpPr>
            <p:sp>
              <p:nvSpPr>
                <p:cNvPr id="102516" name="Freeform 925">
                  <a:extLst>
                    <a:ext uri="{FF2B5EF4-FFF2-40B4-BE49-F238E27FC236}">
                      <a16:creationId xmlns:a16="http://schemas.microsoft.com/office/drawing/2014/main" id="{C9003415-6CC5-4D39-B421-32F3844A286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40" y="2642"/>
                  <a:ext cx="752" cy="327"/>
                </a:xfrm>
                <a:custGeom>
                  <a:avLst/>
                  <a:gdLst>
                    <a:gd name="T0" fmla="*/ 293 w 752"/>
                    <a:gd name="T1" fmla="*/ 0 h 327"/>
                    <a:gd name="T2" fmla="*/ 752 w 752"/>
                    <a:gd name="T3" fmla="*/ 124 h 327"/>
                    <a:gd name="T4" fmla="*/ 470 w 752"/>
                    <a:gd name="T5" fmla="*/ 327 h 327"/>
                    <a:gd name="T6" fmla="*/ 0 w 752"/>
                    <a:gd name="T7" fmla="*/ 183 h 327"/>
                    <a:gd name="T8" fmla="*/ 293 w 752"/>
                    <a:gd name="T9" fmla="*/ 0 h 32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2"/>
                    <a:gd name="T16" fmla="*/ 0 h 327"/>
                    <a:gd name="T17" fmla="*/ 752 w 752"/>
                    <a:gd name="T18" fmla="*/ 327 h 32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2" h="327">
                      <a:moveTo>
                        <a:pt x="293" y="0"/>
                      </a:moveTo>
                      <a:lnTo>
                        <a:pt x="752" y="124"/>
                      </a:lnTo>
                      <a:lnTo>
                        <a:pt x="470" y="327"/>
                      </a:lnTo>
                      <a:lnTo>
                        <a:pt x="0" y="183"/>
                      </a:lnTo>
                      <a:lnTo>
                        <a:pt x="293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2517" name="Freeform 926">
                  <a:extLst>
                    <a:ext uri="{FF2B5EF4-FFF2-40B4-BE49-F238E27FC236}">
                      <a16:creationId xmlns:a16="http://schemas.microsoft.com/office/drawing/2014/main" id="{4EE3255E-1185-4A90-846D-C2446F79973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54" y="2649"/>
                  <a:ext cx="726" cy="311"/>
                </a:xfrm>
                <a:custGeom>
                  <a:avLst/>
                  <a:gdLst>
                    <a:gd name="T0" fmla="*/ 282 w 726"/>
                    <a:gd name="T1" fmla="*/ 0 h 311"/>
                    <a:gd name="T2" fmla="*/ 726 w 726"/>
                    <a:gd name="T3" fmla="*/ 119 h 311"/>
                    <a:gd name="T4" fmla="*/ 457 w 726"/>
                    <a:gd name="T5" fmla="*/ 311 h 311"/>
                    <a:gd name="T6" fmla="*/ 0 w 726"/>
                    <a:gd name="T7" fmla="*/ 173 h 311"/>
                    <a:gd name="T8" fmla="*/ 282 w 726"/>
                    <a:gd name="T9" fmla="*/ 0 h 31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26"/>
                    <a:gd name="T16" fmla="*/ 0 h 311"/>
                    <a:gd name="T17" fmla="*/ 726 w 726"/>
                    <a:gd name="T18" fmla="*/ 311 h 31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26" h="311">
                      <a:moveTo>
                        <a:pt x="282" y="0"/>
                      </a:moveTo>
                      <a:lnTo>
                        <a:pt x="726" y="119"/>
                      </a:lnTo>
                      <a:lnTo>
                        <a:pt x="457" y="311"/>
                      </a:lnTo>
                      <a:lnTo>
                        <a:pt x="0" y="173"/>
                      </a:lnTo>
                      <a:lnTo>
                        <a:pt x="282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4D4D4D"/>
                    </a:gs>
                    <a:gs pos="100000">
                      <a:srgbClr val="DDDDDD"/>
                    </a:gs>
                  </a:gsLst>
                  <a:lin ang="189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2518" name="Freeform 927">
                  <a:extLst>
                    <a:ext uri="{FF2B5EF4-FFF2-40B4-BE49-F238E27FC236}">
                      <a16:creationId xmlns:a16="http://schemas.microsoft.com/office/drawing/2014/main" id="{BE70EE8C-0251-466A-AC3B-8100F00F452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08" y="2770"/>
                  <a:ext cx="258" cy="100"/>
                </a:xfrm>
                <a:custGeom>
                  <a:avLst/>
                  <a:gdLst>
                    <a:gd name="T0" fmla="*/ 0 w 258"/>
                    <a:gd name="T1" fmla="*/ 44 h 100"/>
                    <a:gd name="T2" fmla="*/ 75 w 258"/>
                    <a:gd name="T3" fmla="*/ 0 h 100"/>
                    <a:gd name="T4" fmla="*/ 258 w 258"/>
                    <a:gd name="T5" fmla="*/ 50 h 100"/>
                    <a:gd name="T6" fmla="*/ 183 w 258"/>
                    <a:gd name="T7" fmla="*/ 100 h 100"/>
                    <a:gd name="T8" fmla="*/ 0 w 258"/>
                    <a:gd name="T9" fmla="*/ 44 h 10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0"/>
                    <a:gd name="T17" fmla="*/ 258 w 258"/>
                    <a:gd name="T18" fmla="*/ 100 h 10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0">
                      <a:moveTo>
                        <a:pt x="0" y="44"/>
                      </a:moveTo>
                      <a:lnTo>
                        <a:pt x="75" y="0"/>
                      </a:lnTo>
                      <a:lnTo>
                        <a:pt x="258" y="50"/>
                      </a:lnTo>
                      <a:lnTo>
                        <a:pt x="183" y="100"/>
                      </a:lnTo>
                      <a:lnTo>
                        <a:pt x="0" y="44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2519" name="Freeform 928">
                  <a:extLst>
                    <a:ext uri="{FF2B5EF4-FFF2-40B4-BE49-F238E27FC236}">
                      <a16:creationId xmlns:a16="http://schemas.microsoft.com/office/drawing/2014/main" id="{90CBB95C-6C55-4AD9-ACF2-DB9DC25168D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99" y="2816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2520" name="Freeform 929">
                  <a:extLst>
                    <a:ext uri="{FF2B5EF4-FFF2-40B4-BE49-F238E27FC236}">
                      <a16:creationId xmlns:a16="http://schemas.microsoft.com/office/drawing/2014/main" id="{1FF98210-E57A-4410-B5D7-2146F74C302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20" y="2834"/>
                  <a:ext cx="258" cy="102"/>
                </a:xfrm>
                <a:custGeom>
                  <a:avLst/>
                  <a:gdLst>
                    <a:gd name="T0" fmla="*/ 0 w 258"/>
                    <a:gd name="T1" fmla="*/ 46 h 102"/>
                    <a:gd name="T2" fmla="*/ 71 w 258"/>
                    <a:gd name="T3" fmla="*/ 0 h 102"/>
                    <a:gd name="T4" fmla="*/ 258 w 258"/>
                    <a:gd name="T5" fmla="*/ 52 h 102"/>
                    <a:gd name="T6" fmla="*/ 183 w 258"/>
                    <a:gd name="T7" fmla="*/ 102 h 102"/>
                    <a:gd name="T8" fmla="*/ 0 w 258"/>
                    <a:gd name="T9" fmla="*/ 46 h 10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2"/>
                    <a:gd name="T17" fmla="*/ 258 w 258"/>
                    <a:gd name="T18" fmla="*/ 102 h 10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2">
                      <a:moveTo>
                        <a:pt x="0" y="46"/>
                      </a:moveTo>
                      <a:lnTo>
                        <a:pt x="71" y="0"/>
                      </a:lnTo>
                      <a:lnTo>
                        <a:pt x="258" y="52"/>
                      </a:lnTo>
                      <a:lnTo>
                        <a:pt x="183" y="102"/>
                      </a:lnTo>
                      <a:lnTo>
                        <a:pt x="0" y="46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2521" name="Freeform 930">
                  <a:extLst>
                    <a:ext uri="{FF2B5EF4-FFF2-40B4-BE49-F238E27FC236}">
                      <a16:creationId xmlns:a16="http://schemas.microsoft.com/office/drawing/2014/main" id="{3A8D70C3-1630-452A-B783-701BA6FDCE3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11" y="2882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102510" name="Freeform 931">
                <a:extLst>
                  <a:ext uri="{FF2B5EF4-FFF2-40B4-BE49-F238E27FC236}">
                    <a16:creationId xmlns:a16="http://schemas.microsoft.com/office/drawing/2014/main" id="{D002F677-C07D-429A-99A8-2F4E992D211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77" y="3043"/>
                <a:ext cx="614" cy="514"/>
              </a:xfrm>
              <a:custGeom>
                <a:avLst/>
                <a:gdLst>
                  <a:gd name="T0" fmla="*/ 1 w 990"/>
                  <a:gd name="T1" fmla="*/ 1 h 792"/>
                  <a:gd name="T2" fmla="*/ 1 w 990"/>
                  <a:gd name="T3" fmla="*/ 0 h 792"/>
                  <a:gd name="T4" fmla="*/ 1 w 990"/>
                  <a:gd name="T5" fmla="*/ 1 h 792"/>
                  <a:gd name="T6" fmla="*/ 0 w 990"/>
                  <a:gd name="T7" fmla="*/ 1 h 792"/>
                  <a:gd name="T8" fmla="*/ 1 w 990"/>
                  <a:gd name="T9" fmla="*/ 1 h 79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90"/>
                  <a:gd name="T16" fmla="*/ 0 h 792"/>
                  <a:gd name="T17" fmla="*/ 990 w 990"/>
                  <a:gd name="T18" fmla="*/ 792 h 79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90" h="792">
                    <a:moveTo>
                      <a:pt x="3" y="738"/>
                    </a:moveTo>
                    <a:lnTo>
                      <a:pt x="990" y="0"/>
                    </a:lnTo>
                    <a:lnTo>
                      <a:pt x="987" y="60"/>
                    </a:lnTo>
                    <a:lnTo>
                      <a:pt x="0" y="792"/>
                    </a:lnTo>
                    <a:lnTo>
                      <a:pt x="3" y="738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2511" name="Freeform 932">
                <a:extLst>
                  <a:ext uri="{FF2B5EF4-FFF2-40B4-BE49-F238E27FC236}">
                    <a16:creationId xmlns:a16="http://schemas.microsoft.com/office/drawing/2014/main" id="{8A1766A6-AAFD-430A-ABC4-1E1D98EECF9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0" y="3084"/>
                <a:ext cx="1571" cy="469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2512" name="Freeform 933">
                <a:extLst>
                  <a:ext uri="{FF2B5EF4-FFF2-40B4-BE49-F238E27FC236}">
                    <a16:creationId xmlns:a16="http://schemas.microsoft.com/office/drawing/2014/main" id="{7D5BD338-5A20-4131-B909-B0E148FF6D1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1" y="2998"/>
                <a:ext cx="17" cy="95"/>
              </a:xfrm>
              <a:custGeom>
                <a:avLst/>
                <a:gdLst>
                  <a:gd name="T0" fmla="*/ 1 w 26"/>
                  <a:gd name="T1" fmla="*/ 1 h 147"/>
                  <a:gd name="T2" fmla="*/ 1 w 26"/>
                  <a:gd name="T3" fmla="*/ 1 h 147"/>
                  <a:gd name="T4" fmla="*/ 0 w 26"/>
                  <a:gd name="T5" fmla="*/ 1 h 147"/>
                  <a:gd name="T6" fmla="*/ 1 w 26"/>
                  <a:gd name="T7" fmla="*/ 0 h 147"/>
                  <a:gd name="T8" fmla="*/ 1 w 26"/>
                  <a:gd name="T9" fmla="*/ 1 h 14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"/>
                  <a:gd name="T16" fmla="*/ 0 h 147"/>
                  <a:gd name="T17" fmla="*/ 26 w 26"/>
                  <a:gd name="T18" fmla="*/ 147 h 14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" h="147">
                    <a:moveTo>
                      <a:pt x="26" y="10"/>
                    </a:moveTo>
                    <a:lnTo>
                      <a:pt x="23" y="147"/>
                    </a:lnTo>
                    <a:lnTo>
                      <a:pt x="0" y="144"/>
                    </a:lnTo>
                    <a:lnTo>
                      <a:pt x="3" y="0"/>
                    </a:lnTo>
                    <a:lnTo>
                      <a:pt x="26" y="1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2513" name="Freeform 934">
                <a:extLst>
                  <a:ext uri="{FF2B5EF4-FFF2-40B4-BE49-F238E27FC236}">
                    <a16:creationId xmlns:a16="http://schemas.microsoft.com/office/drawing/2014/main" id="{652D36E8-94BF-4BE2-B167-E632FEFD909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2" y="2611"/>
                <a:ext cx="730" cy="393"/>
              </a:xfrm>
              <a:custGeom>
                <a:avLst/>
                <a:gdLst>
                  <a:gd name="T0" fmla="*/ 1 w 1176"/>
                  <a:gd name="T1" fmla="*/ 0 h 606"/>
                  <a:gd name="T2" fmla="*/ 0 w 1176"/>
                  <a:gd name="T3" fmla="*/ 1 h 606"/>
                  <a:gd name="T4" fmla="*/ 1 w 1176"/>
                  <a:gd name="T5" fmla="*/ 1 h 606"/>
                  <a:gd name="T6" fmla="*/ 1 w 1176"/>
                  <a:gd name="T7" fmla="*/ 1 h 606"/>
                  <a:gd name="T8" fmla="*/ 1 w 1176"/>
                  <a:gd name="T9" fmla="*/ 0 h 60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176"/>
                  <a:gd name="T16" fmla="*/ 0 h 606"/>
                  <a:gd name="T17" fmla="*/ 1176 w 1176"/>
                  <a:gd name="T18" fmla="*/ 606 h 60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176" h="606">
                    <a:moveTo>
                      <a:pt x="1170" y="0"/>
                    </a:moveTo>
                    <a:lnTo>
                      <a:pt x="0" y="597"/>
                    </a:lnTo>
                    <a:lnTo>
                      <a:pt x="30" y="606"/>
                    </a:lnTo>
                    <a:lnTo>
                      <a:pt x="1176" y="18"/>
                    </a:lnTo>
                    <a:lnTo>
                      <a:pt x="1170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2514" name="Freeform 935">
                <a:extLst>
                  <a:ext uri="{FF2B5EF4-FFF2-40B4-BE49-F238E27FC236}">
                    <a16:creationId xmlns:a16="http://schemas.microsoft.com/office/drawing/2014/main" id="{241DC467-ECFD-4844-B7D1-56F140BFB98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61" y="3018"/>
                <a:ext cx="1490" cy="451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2515" name="Freeform 936">
                <a:extLst>
                  <a:ext uri="{FF2B5EF4-FFF2-40B4-BE49-F238E27FC236}">
                    <a16:creationId xmlns:a16="http://schemas.microsoft.com/office/drawing/2014/main" id="{28AB4499-84A7-4BB2-8CE4-56538FBC59D5}"/>
                  </a:ext>
                </a:extLst>
              </p:cNvPr>
              <p:cNvSpPr>
                <a:spLocks/>
              </p:cNvSpPr>
              <p:nvPr/>
            </p:nvSpPr>
            <p:spPr bwMode="auto">
              <a:xfrm flipV="1">
                <a:off x="2549" y="2986"/>
                <a:ext cx="608" cy="467"/>
              </a:xfrm>
              <a:custGeom>
                <a:avLst/>
                <a:gdLst>
                  <a:gd name="T0" fmla="*/ 0 w 2532"/>
                  <a:gd name="T1" fmla="*/ 0 h 723"/>
                  <a:gd name="T2" fmla="*/ 0 w 2532"/>
                  <a:gd name="T3" fmla="*/ 0 h 723"/>
                  <a:gd name="T4" fmla="*/ 0 w 2532"/>
                  <a:gd name="T5" fmla="*/ 1 h 723"/>
                  <a:gd name="T6" fmla="*/ 0 w 2532"/>
                  <a:gd name="T7" fmla="*/ 1 h 723"/>
                  <a:gd name="T8" fmla="*/ 0 w 2532"/>
                  <a:gd name="T9" fmla="*/ 1 h 723"/>
                  <a:gd name="T10" fmla="*/ 0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102472" name="Group 937">
              <a:extLst>
                <a:ext uri="{FF2B5EF4-FFF2-40B4-BE49-F238E27FC236}">
                  <a16:creationId xmlns:a16="http://schemas.microsoft.com/office/drawing/2014/main" id="{39DEDA46-CCFC-4D82-A075-F9DDF931246A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3742" y="2030"/>
              <a:ext cx="261" cy="235"/>
              <a:chOff x="2839" y="3501"/>
              <a:chExt cx="755" cy="803"/>
            </a:xfrm>
          </p:grpSpPr>
          <p:pic>
            <p:nvPicPr>
              <p:cNvPr id="102497" name="Picture 938" descr="desktop_computer_stylized_medium">
                <a:extLst>
                  <a:ext uri="{FF2B5EF4-FFF2-40B4-BE49-F238E27FC236}">
                    <a16:creationId xmlns:a16="http://schemas.microsoft.com/office/drawing/2014/main" id="{CED56802-C309-4C65-8FFC-CC296AB479B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02498" name="Freeform 939">
                <a:extLst>
                  <a:ext uri="{FF2B5EF4-FFF2-40B4-BE49-F238E27FC236}">
                    <a16:creationId xmlns:a16="http://schemas.microsoft.com/office/drawing/2014/main" id="{2520462E-AFC2-4E9B-BBF0-525F2BCD0EB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grpSp>
          <p:nvGrpSpPr>
            <p:cNvPr id="102473" name="Group 940">
              <a:extLst>
                <a:ext uri="{FF2B5EF4-FFF2-40B4-BE49-F238E27FC236}">
                  <a16:creationId xmlns:a16="http://schemas.microsoft.com/office/drawing/2014/main" id="{75853561-2294-4BA7-AC11-8F23283F0B6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03" y="3416"/>
              <a:ext cx="299" cy="257"/>
              <a:chOff x="877" y="1008"/>
              <a:chExt cx="2747" cy="2591"/>
            </a:xfrm>
          </p:grpSpPr>
          <p:pic>
            <p:nvPicPr>
              <p:cNvPr id="102474" name="Picture 941" descr="antenna_stylized">
                <a:extLst>
                  <a:ext uri="{FF2B5EF4-FFF2-40B4-BE49-F238E27FC236}">
                    <a16:creationId xmlns:a16="http://schemas.microsoft.com/office/drawing/2014/main" id="{6C8385E7-6D0C-4AE5-8F2D-CB2A264DA2F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7" y="1008"/>
                <a:ext cx="2725" cy="142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02475" name="Picture 942" descr="laptop_keyboard">
                <a:extLst>
                  <a:ext uri="{FF2B5EF4-FFF2-40B4-BE49-F238E27FC236}">
                    <a16:creationId xmlns:a16="http://schemas.microsoft.com/office/drawing/2014/main" id="{2AD94FBD-AC5A-40F0-BF4B-43884A245B8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09064" flipH="1">
                <a:off x="1009" y="2586"/>
                <a:ext cx="2245" cy="10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02476" name="Freeform 943">
                <a:extLst>
                  <a:ext uri="{FF2B5EF4-FFF2-40B4-BE49-F238E27FC236}">
                    <a16:creationId xmlns:a16="http://schemas.microsoft.com/office/drawing/2014/main" id="{7A33F5D7-E811-425E-88A3-09741827581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3" y="1603"/>
                <a:ext cx="1807" cy="1322"/>
              </a:xfrm>
              <a:custGeom>
                <a:avLst/>
                <a:gdLst>
                  <a:gd name="T0" fmla="*/ 1 w 2982"/>
                  <a:gd name="T1" fmla="*/ 0 h 2442"/>
                  <a:gd name="T2" fmla="*/ 0 w 2982"/>
                  <a:gd name="T3" fmla="*/ 1 h 2442"/>
                  <a:gd name="T4" fmla="*/ 1 w 2982"/>
                  <a:gd name="T5" fmla="*/ 1 h 2442"/>
                  <a:gd name="T6" fmla="*/ 1 w 2982"/>
                  <a:gd name="T7" fmla="*/ 1 h 2442"/>
                  <a:gd name="T8" fmla="*/ 1 w 2982"/>
                  <a:gd name="T9" fmla="*/ 0 h 24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82"/>
                  <a:gd name="T16" fmla="*/ 0 h 2442"/>
                  <a:gd name="T17" fmla="*/ 2982 w 2982"/>
                  <a:gd name="T18" fmla="*/ 2442 h 24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82" h="2442">
                    <a:moveTo>
                      <a:pt x="540" y="0"/>
                    </a:moveTo>
                    <a:lnTo>
                      <a:pt x="0" y="1734"/>
                    </a:lnTo>
                    <a:lnTo>
                      <a:pt x="2394" y="2442"/>
                    </a:lnTo>
                    <a:lnTo>
                      <a:pt x="2982" y="318"/>
                    </a:lnTo>
                    <a:lnTo>
                      <a:pt x="540" y="0"/>
                    </a:lnTo>
                    <a:close/>
                  </a:path>
                </a:pathLst>
              </a:cu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pic>
            <p:nvPicPr>
              <p:cNvPr id="102477" name="Picture 944" descr="screen">
                <a:extLst>
                  <a:ext uri="{FF2B5EF4-FFF2-40B4-BE49-F238E27FC236}">
                    <a16:creationId xmlns:a16="http://schemas.microsoft.com/office/drawing/2014/main" id="{A6B5D82E-09A5-41DB-B896-A23A26FD4F8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842" y="1637"/>
                <a:ext cx="1642" cy="12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02478" name="Freeform 945">
                <a:extLst>
                  <a:ext uri="{FF2B5EF4-FFF2-40B4-BE49-F238E27FC236}">
                    <a16:creationId xmlns:a16="http://schemas.microsoft.com/office/drawing/2014/main" id="{93D625A2-F6E5-410B-BF64-A37D0899909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82" y="1564"/>
                <a:ext cx="1531" cy="246"/>
              </a:xfrm>
              <a:custGeom>
                <a:avLst/>
                <a:gdLst>
                  <a:gd name="T0" fmla="*/ 1 w 2528"/>
                  <a:gd name="T1" fmla="*/ 0 h 455"/>
                  <a:gd name="T2" fmla="*/ 1 w 2528"/>
                  <a:gd name="T3" fmla="*/ 1 h 455"/>
                  <a:gd name="T4" fmla="*/ 1 w 2528"/>
                  <a:gd name="T5" fmla="*/ 1 h 455"/>
                  <a:gd name="T6" fmla="*/ 0 w 2528"/>
                  <a:gd name="T7" fmla="*/ 1 h 455"/>
                  <a:gd name="T8" fmla="*/ 1 w 2528"/>
                  <a:gd name="T9" fmla="*/ 0 h 45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28"/>
                  <a:gd name="T16" fmla="*/ 0 h 455"/>
                  <a:gd name="T17" fmla="*/ 2528 w 2528"/>
                  <a:gd name="T18" fmla="*/ 455 h 45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28" h="455">
                    <a:moveTo>
                      <a:pt x="14" y="0"/>
                    </a:moveTo>
                    <a:lnTo>
                      <a:pt x="2528" y="341"/>
                    </a:lnTo>
                    <a:lnTo>
                      <a:pt x="2480" y="455"/>
                    </a:lnTo>
                    <a:lnTo>
                      <a:pt x="0" y="86"/>
                    </a:lnTo>
                    <a:lnTo>
                      <a:pt x="14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2479" name="Freeform 946">
                <a:extLst>
                  <a:ext uri="{FF2B5EF4-FFF2-40B4-BE49-F238E27FC236}">
                    <a16:creationId xmlns:a16="http://schemas.microsoft.com/office/drawing/2014/main" id="{6E851DCC-4BDB-448F-9565-B6A8AB25011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7" y="1562"/>
                <a:ext cx="425" cy="1024"/>
              </a:xfrm>
              <a:custGeom>
                <a:avLst/>
                <a:gdLst>
                  <a:gd name="T0" fmla="*/ 1 w 702"/>
                  <a:gd name="T1" fmla="*/ 0 h 1893"/>
                  <a:gd name="T2" fmla="*/ 0 w 702"/>
                  <a:gd name="T3" fmla="*/ 1 h 1893"/>
                  <a:gd name="T4" fmla="*/ 1 w 702"/>
                  <a:gd name="T5" fmla="*/ 1 h 1893"/>
                  <a:gd name="T6" fmla="*/ 1 w 702"/>
                  <a:gd name="T7" fmla="*/ 1 h 1893"/>
                  <a:gd name="T8" fmla="*/ 1 w 702"/>
                  <a:gd name="T9" fmla="*/ 0 h 189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02"/>
                  <a:gd name="T16" fmla="*/ 0 h 1893"/>
                  <a:gd name="T17" fmla="*/ 702 w 702"/>
                  <a:gd name="T18" fmla="*/ 1893 h 189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02" h="1893">
                    <a:moveTo>
                      <a:pt x="579" y="0"/>
                    </a:moveTo>
                    <a:lnTo>
                      <a:pt x="0" y="1869"/>
                    </a:lnTo>
                    <a:lnTo>
                      <a:pt x="114" y="1893"/>
                    </a:lnTo>
                    <a:lnTo>
                      <a:pt x="702" y="51"/>
                    </a:lnTo>
                    <a:lnTo>
                      <a:pt x="579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2480" name="Freeform 947">
                <a:extLst>
                  <a:ext uri="{FF2B5EF4-FFF2-40B4-BE49-F238E27FC236}">
                    <a16:creationId xmlns:a16="http://schemas.microsoft.com/office/drawing/2014/main" id="{978D41D6-420B-415B-A9C8-2BA49BBADFD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44" y="1745"/>
                <a:ext cx="458" cy="1182"/>
              </a:xfrm>
              <a:custGeom>
                <a:avLst/>
                <a:gdLst>
                  <a:gd name="T0" fmla="*/ 1 w 756"/>
                  <a:gd name="T1" fmla="*/ 0 h 2184"/>
                  <a:gd name="T2" fmla="*/ 1 w 756"/>
                  <a:gd name="T3" fmla="*/ 1 h 2184"/>
                  <a:gd name="T4" fmla="*/ 0 w 756"/>
                  <a:gd name="T5" fmla="*/ 1 h 2184"/>
                  <a:gd name="T6" fmla="*/ 1 w 756"/>
                  <a:gd name="T7" fmla="*/ 1 h 2184"/>
                  <a:gd name="T8" fmla="*/ 1 w 756"/>
                  <a:gd name="T9" fmla="*/ 0 h 218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6"/>
                  <a:gd name="T16" fmla="*/ 0 h 2184"/>
                  <a:gd name="T17" fmla="*/ 756 w 756"/>
                  <a:gd name="T18" fmla="*/ 2184 h 218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6" h="2184">
                    <a:moveTo>
                      <a:pt x="756" y="0"/>
                    </a:moveTo>
                    <a:lnTo>
                      <a:pt x="138" y="2184"/>
                    </a:lnTo>
                    <a:lnTo>
                      <a:pt x="0" y="2148"/>
                    </a:lnTo>
                    <a:lnTo>
                      <a:pt x="606" y="78"/>
                    </a:lnTo>
                    <a:lnTo>
                      <a:pt x="756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chemeClr val="bg1"/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2481" name="Freeform 948">
                <a:extLst>
                  <a:ext uri="{FF2B5EF4-FFF2-40B4-BE49-F238E27FC236}">
                    <a16:creationId xmlns:a16="http://schemas.microsoft.com/office/drawing/2014/main" id="{7EFD090E-663B-4777-972D-9FD040758DA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2" y="2534"/>
                <a:ext cx="1680" cy="399"/>
              </a:xfrm>
              <a:custGeom>
                <a:avLst/>
                <a:gdLst>
                  <a:gd name="T0" fmla="*/ 1 w 2773"/>
                  <a:gd name="T1" fmla="*/ 0 h 738"/>
                  <a:gd name="T2" fmla="*/ 0 w 2773"/>
                  <a:gd name="T3" fmla="*/ 1 h 738"/>
                  <a:gd name="T4" fmla="*/ 1 w 2773"/>
                  <a:gd name="T5" fmla="*/ 1 h 738"/>
                  <a:gd name="T6" fmla="*/ 1 w 2773"/>
                  <a:gd name="T7" fmla="*/ 1 h 738"/>
                  <a:gd name="T8" fmla="*/ 1 w 2773"/>
                  <a:gd name="T9" fmla="*/ 0 h 73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773"/>
                  <a:gd name="T16" fmla="*/ 0 h 738"/>
                  <a:gd name="T17" fmla="*/ 2773 w 2773"/>
                  <a:gd name="T18" fmla="*/ 738 h 73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773" h="738">
                    <a:moveTo>
                      <a:pt x="33" y="0"/>
                    </a:moveTo>
                    <a:lnTo>
                      <a:pt x="0" y="99"/>
                    </a:lnTo>
                    <a:lnTo>
                      <a:pt x="2436" y="738"/>
                    </a:lnTo>
                    <a:cubicBezTo>
                      <a:pt x="2499" y="501"/>
                      <a:pt x="2773" y="727"/>
                      <a:pt x="2373" y="603"/>
                    </a:cubicBezTo>
                    <a:lnTo>
                      <a:pt x="3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CC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2482" name="Freeform 949">
                <a:extLst>
                  <a:ext uri="{FF2B5EF4-FFF2-40B4-BE49-F238E27FC236}">
                    <a16:creationId xmlns:a16="http://schemas.microsoft.com/office/drawing/2014/main" id="{96A09439-A17A-481D-8EF2-F8959A316D1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95" y="1755"/>
                <a:ext cx="429" cy="1187"/>
              </a:xfrm>
              <a:custGeom>
                <a:avLst/>
                <a:gdLst>
                  <a:gd name="T0" fmla="*/ 1 w 637"/>
                  <a:gd name="T1" fmla="*/ 0 h 1659"/>
                  <a:gd name="T2" fmla="*/ 1 w 637"/>
                  <a:gd name="T3" fmla="*/ 0 h 1659"/>
                  <a:gd name="T4" fmla="*/ 1 w 637"/>
                  <a:gd name="T5" fmla="*/ 1 h 1659"/>
                  <a:gd name="T6" fmla="*/ 0 w 637"/>
                  <a:gd name="T7" fmla="*/ 1 h 1659"/>
                  <a:gd name="T8" fmla="*/ 1 w 637"/>
                  <a:gd name="T9" fmla="*/ 0 h 165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37"/>
                  <a:gd name="T16" fmla="*/ 0 h 1659"/>
                  <a:gd name="T17" fmla="*/ 637 w 637"/>
                  <a:gd name="T18" fmla="*/ 1659 h 165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37" h="1659">
                    <a:moveTo>
                      <a:pt x="615" y="0"/>
                    </a:moveTo>
                    <a:lnTo>
                      <a:pt x="637" y="0"/>
                    </a:lnTo>
                    <a:lnTo>
                      <a:pt x="68" y="1659"/>
                    </a:lnTo>
                    <a:lnTo>
                      <a:pt x="0" y="1647"/>
                    </a:lnTo>
                    <a:lnTo>
                      <a:pt x="615" y="0"/>
                    </a:lnTo>
                    <a:close/>
                  </a:path>
                </a:pathLst>
              </a:custGeom>
              <a:solidFill>
                <a:srgbClr val="4D4D4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2483" name="Freeform 950">
                <a:extLst>
                  <a:ext uri="{FF2B5EF4-FFF2-40B4-BE49-F238E27FC236}">
                    <a16:creationId xmlns:a16="http://schemas.microsoft.com/office/drawing/2014/main" id="{11084F45-6E26-4789-81BD-C5FC2E86748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4" y="2587"/>
                <a:ext cx="1494" cy="394"/>
              </a:xfrm>
              <a:custGeom>
                <a:avLst/>
                <a:gdLst>
                  <a:gd name="T0" fmla="*/ 0 w 2216"/>
                  <a:gd name="T1" fmla="*/ 0 h 550"/>
                  <a:gd name="T2" fmla="*/ 1 w 2216"/>
                  <a:gd name="T3" fmla="*/ 1 h 550"/>
                  <a:gd name="T4" fmla="*/ 1 w 2216"/>
                  <a:gd name="T5" fmla="*/ 1 h 550"/>
                  <a:gd name="T6" fmla="*/ 1 w 2216"/>
                  <a:gd name="T7" fmla="*/ 1 h 550"/>
                  <a:gd name="T8" fmla="*/ 0 w 2216"/>
                  <a:gd name="T9" fmla="*/ 0 h 55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16"/>
                  <a:gd name="T16" fmla="*/ 0 h 550"/>
                  <a:gd name="T17" fmla="*/ 2216 w 2216"/>
                  <a:gd name="T18" fmla="*/ 550 h 55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16" h="550">
                    <a:moveTo>
                      <a:pt x="0" y="0"/>
                    </a:moveTo>
                    <a:lnTo>
                      <a:pt x="9" y="57"/>
                    </a:lnTo>
                    <a:lnTo>
                      <a:pt x="2164" y="550"/>
                    </a:lnTo>
                    <a:lnTo>
                      <a:pt x="2216" y="496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102484" name="Group 951">
                <a:extLst>
                  <a:ext uri="{FF2B5EF4-FFF2-40B4-BE49-F238E27FC236}">
                    <a16:creationId xmlns:a16="http://schemas.microsoft.com/office/drawing/2014/main" id="{79068787-DB8C-4620-9423-9C4B84AE5B1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09" y="3008"/>
                <a:ext cx="507" cy="234"/>
                <a:chOff x="1740" y="2642"/>
                <a:chExt cx="752" cy="327"/>
              </a:xfrm>
            </p:grpSpPr>
            <p:sp>
              <p:nvSpPr>
                <p:cNvPr id="102491" name="Freeform 952">
                  <a:extLst>
                    <a:ext uri="{FF2B5EF4-FFF2-40B4-BE49-F238E27FC236}">
                      <a16:creationId xmlns:a16="http://schemas.microsoft.com/office/drawing/2014/main" id="{8C1C352D-2EF7-413F-8997-BCC46A085CF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40" y="2642"/>
                  <a:ext cx="752" cy="327"/>
                </a:xfrm>
                <a:custGeom>
                  <a:avLst/>
                  <a:gdLst>
                    <a:gd name="T0" fmla="*/ 293 w 752"/>
                    <a:gd name="T1" fmla="*/ 0 h 327"/>
                    <a:gd name="T2" fmla="*/ 752 w 752"/>
                    <a:gd name="T3" fmla="*/ 124 h 327"/>
                    <a:gd name="T4" fmla="*/ 470 w 752"/>
                    <a:gd name="T5" fmla="*/ 327 h 327"/>
                    <a:gd name="T6" fmla="*/ 0 w 752"/>
                    <a:gd name="T7" fmla="*/ 183 h 327"/>
                    <a:gd name="T8" fmla="*/ 293 w 752"/>
                    <a:gd name="T9" fmla="*/ 0 h 32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2"/>
                    <a:gd name="T16" fmla="*/ 0 h 327"/>
                    <a:gd name="T17" fmla="*/ 752 w 752"/>
                    <a:gd name="T18" fmla="*/ 327 h 32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2" h="327">
                      <a:moveTo>
                        <a:pt x="293" y="0"/>
                      </a:moveTo>
                      <a:lnTo>
                        <a:pt x="752" y="124"/>
                      </a:lnTo>
                      <a:lnTo>
                        <a:pt x="470" y="327"/>
                      </a:lnTo>
                      <a:lnTo>
                        <a:pt x="0" y="183"/>
                      </a:lnTo>
                      <a:lnTo>
                        <a:pt x="293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2492" name="Freeform 953">
                  <a:extLst>
                    <a:ext uri="{FF2B5EF4-FFF2-40B4-BE49-F238E27FC236}">
                      <a16:creationId xmlns:a16="http://schemas.microsoft.com/office/drawing/2014/main" id="{08CB3F6C-A335-41E0-8379-B518069B7E7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54" y="2649"/>
                  <a:ext cx="726" cy="311"/>
                </a:xfrm>
                <a:custGeom>
                  <a:avLst/>
                  <a:gdLst>
                    <a:gd name="T0" fmla="*/ 282 w 726"/>
                    <a:gd name="T1" fmla="*/ 0 h 311"/>
                    <a:gd name="T2" fmla="*/ 726 w 726"/>
                    <a:gd name="T3" fmla="*/ 119 h 311"/>
                    <a:gd name="T4" fmla="*/ 457 w 726"/>
                    <a:gd name="T5" fmla="*/ 311 h 311"/>
                    <a:gd name="T6" fmla="*/ 0 w 726"/>
                    <a:gd name="T7" fmla="*/ 173 h 311"/>
                    <a:gd name="T8" fmla="*/ 282 w 726"/>
                    <a:gd name="T9" fmla="*/ 0 h 31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26"/>
                    <a:gd name="T16" fmla="*/ 0 h 311"/>
                    <a:gd name="T17" fmla="*/ 726 w 726"/>
                    <a:gd name="T18" fmla="*/ 311 h 31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26" h="311">
                      <a:moveTo>
                        <a:pt x="282" y="0"/>
                      </a:moveTo>
                      <a:lnTo>
                        <a:pt x="726" y="119"/>
                      </a:lnTo>
                      <a:lnTo>
                        <a:pt x="457" y="311"/>
                      </a:lnTo>
                      <a:lnTo>
                        <a:pt x="0" y="173"/>
                      </a:lnTo>
                      <a:lnTo>
                        <a:pt x="282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4D4D4D"/>
                    </a:gs>
                    <a:gs pos="100000">
                      <a:srgbClr val="DDDDDD"/>
                    </a:gs>
                  </a:gsLst>
                  <a:lin ang="189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2493" name="Freeform 954">
                  <a:extLst>
                    <a:ext uri="{FF2B5EF4-FFF2-40B4-BE49-F238E27FC236}">
                      <a16:creationId xmlns:a16="http://schemas.microsoft.com/office/drawing/2014/main" id="{447D163E-86FE-4FAC-8DB3-C9198D398F2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08" y="2770"/>
                  <a:ext cx="258" cy="100"/>
                </a:xfrm>
                <a:custGeom>
                  <a:avLst/>
                  <a:gdLst>
                    <a:gd name="T0" fmla="*/ 0 w 258"/>
                    <a:gd name="T1" fmla="*/ 44 h 100"/>
                    <a:gd name="T2" fmla="*/ 75 w 258"/>
                    <a:gd name="T3" fmla="*/ 0 h 100"/>
                    <a:gd name="T4" fmla="*/ 258 w 258"/>
                    <a:gd name="T5" fmla="*/ 50 h 100"/>
                    <a:gd name="T6" fmla="*/ 183 w 258"/>
                    <a:gd name="T7" fmla="*/ 100 h 100"/>
                    <a:gd name="T8" fmla="*/ 0 w 258"/>
                    <a:gd name="T9" fmla="*/ 44 h 10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0"/>
                    <a:gd name="T17" fmla="*/ 258 w 258"/>
                    <a:gd name="T18" fmla="*/ 100 h 10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0">
                      <a:moveTo>
                        <a:pt x="0" y="44"/>
                      </a:moveTo>
                      <a:lnTo>
                        <a:pt x="75" y="0"/>
                      </a:lnTo>
                      <a:lnTo>
                        <a:pt x="258" y="50"/>
                      </a:lnTo>
                      <a:lnTo>
                        <a:pt x="183" y="100"/>
                      </a:lnTo>
                      <a:lnTo>
                        <a:pt x="0" y="44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2494" name="Freeform 955">
                  <a:extLst>
                    <a:ext uri="{FF2B5EF4-FFF2-40B4-BE49-F238E27FC236}">
                      <a16:creationId xmlns:a16="http://schemas.microsoft.com/office/drawing/2014/main" id="{620DDCF8-2FFF-4334-BD4B-39F6EF696EB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99" y="2816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2495" name="Freeform 956">
                  <a:extLst>
                    <a:ext uri="{FF2B5EF4-FFF2-40B4-BE49-F238E27FC236}">
                      <a16:creationId xmlns:a16="http://schemas.microsoft.com/office/drawing/2014/main" id="{9C288731-86B2-47B0-8D25-7108FD58B60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20" y="2834"/>
                  <a:ext cx="258" cy="102"/>
                </a:xfrm>
                <a:custGeom>
                  <a:avLst/>
                  <a:gdLst>
                    <a:gd name="T0" fmla="*/ 0 w 258"/>
                    <a:gd name="T1" fmla="*/ 46 h 102"/>
                    <a:gd name="T2" fmla="*/ 71 w 258"/>
                    <a:gd name="T3" fmla="*/ 0 h 102"/>
                    <a:gd name="T4" fmla="*/ 258 w 258"/>
                    <a:gd name="T5" fmla="*/ 52 h 102"/>
                    <a:gd name="T6" fmla="*/ 183 w 258"/>
                    <a:gd name="T7" fmla="*/ 102 h 102"/>
                    <a:gd name="T8" fmla="*/ 0 w 258"/>
                    <a:gd name="T9" fmla="*/ 46 h 10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2"/>
                    <a:gd name="T17" fmla="*/ 258 w 258"/>
                    <a:gd name="T18" fmla="*/ 102 h 10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2">
                      <a:moveTo>
                        <a:pt x="0" y="46"/>
                      </a:moveTo>
                      <a:lnTo>
                        <a:pt x="71" y="0"/>
                      </a:lnTo>
                      <a:lnTo>
                        <a:pt x="258" y="52"/>
                      </a:lnTo>
                      <a:lnTo>
                        <a:pt x="183" y="102"/>
                      </a:lnTo>
                      <a:lnTo>
                        <a:pt x="0" y="46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2496" name="Freeform 957">
                  <a:extLst>
                    <a:ext uri="{FF2B5EF4-FFF2-40B4-BE49-F238E27FC236}">
                      <a16:creationId xmlns:a16="http://schemas.microsoft.com/office/drawing/2014/main" id="{F92D697E-26D9-4485-A8EA-C4FCF738DA1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11" y="2882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102485" name="Freeform 958">
                <a:extLst>
                  <a:ext uri="{FF2B5EF4-FFF2-40B4-BE49-F238E27FC236}">
                    <a16:creationId xmlns:a16="http://schemas.microsoft.com/office/drawing/2014/main" id="{AFD1BFA3-7448-4E9E-AAD3-9C932FCA094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77" y="3043"/>
                <a:ext cx="614" cy="514"/>
              </a:xfrm>
              <a:custGeom>
                <a:avLst/>
                <a:gdLst>
                  <a:gd name="T0" fmla="*/ 1 w 990"/>
                  <a:gd name="T1" fmla="*/ 1 h 792"/>
                  <a:gd name="T2" fmla="*/ 1 w 990"/>
                  <a:gd name="T3" fmla="*/ 0 h 792"/>
                  <a:gd name="T4" fmla="*/ 1 w 990"/>
                  <a:gd name="T5" fmla="*/ 1 h 792"/>
                  <a:gd name="T6" fmla="*/ 0 w 990"/>
                  <a:gd name="T7" fmla="*/ 1 h 792"/>
                  <a:gd name="T8" fmla="*/ 1 w 990"/>
                  <a:gd name="T9" fmla="*/ 1 h 79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90"/>
                  <a:gd name="T16" fmla="*/ 0 h 792"/>
                  <a:gd name="T17" fmla="*/ 990 w 990"/>
                  <a:gd name="T18" fmla="*/ 792 h 79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90" h="792">
                    <a:moveTo>
                      <a:pt x="3" y="738"/>
                    </a:moveTo>
                    <a:lnTo>
                      <a:pt x="990" y="0"/>
                    </a:lnTo>
                    <a:lnTo>
                      <a:pt x="987" y="60"/>
                    </a:lnTo>
                    <a:lnTo>
                      <a:pt x="0" y="792"/>
                    </a:lnTo>
                    <a:lnTo>
                      <a:pt x="3" y="738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2486" name="Freeform 959">
                <a:extLst>
                  <a:ext uri="{FF2B5EF4-FFF2-40B4-BE49-F238E27FC236}">
                    <a16:creationId xmlns:a16="http://schemas.microsoft.com/office/drawing/2014/main" id="{ED7BF0CC-90F4-46CA-9AEE-C8297E45153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0" y="3084"/>
                <a:ext cx="1571" cy="469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2487" name="Freeform 960">
                <a:extLst>
                  <a:ext uri="{FF2B5EF4-FFF2-40B4-BE49-F238E27FC236}">
                    <a16:creationId xmlns:a16="http://schemas.microsoft.com/office/drawing/2014/main" id="{6D70834B-EC02-4B27-90E2-C62A8ACA9A7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1" y="2998"/>
                <a:ext cx="17" cy="95"/>
              </a:xfrm>
              <a:custGeom>
                <a:avLst/>
                <a:gdLst>
                  <a:gd name="T0" fmla="*/ 1 w 26"/>
                  <a:gd name="T1" fmla="*/ 1 h 147"/>
                  <a:gd name="T2" fmla="*/ 1 w 26"/>
                  <a:gd name="T3" fmla="*/ 1 h 147"/>
                  <a:gd name="T4" fmla="*/ 0 w 26"/>
                  <a:gd name="T5" fmla="*/ 1 h 147"/>
                  <a:gd name="T6" fmla="*/ 1 w 26"/>
                  <a:gd name="T7" fmla="*/ 0 h 147"/>
                  <a:gd name="T8" fmla="*/ 1 w 26"/>
                  <a:gd name="T9" fmla="*/ 1 h 14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"/>
                  <a:gd name="T16" fmla="*/ 0 h 147"/>
                  <a:gd name="T17" fmla="*/ 26 w 26"/>
                  <a:gd name="T18" fmla="*/ 147 h 14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" h="147">
                    <a:moveTo>
                      <a:pt x="26" y="10"/>
                    </a:moveTo>
                    <a:lnTo>
                      <a:pt x="23" y="147"/>
                    </a:lnTo>
                    <a:lnTo>
                      <a:pt x="0" y="144"/>
                    </a:lnTo>
                    <a:lnTo>
                      <a:pt x="3" y="0"/>
                    </a:lnTo>
                    <a:lnTo>
                      <a:pt x="26" y="1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2488" name="Freeform 961">
                <a:extLst>
                  <a:ext uri="{FF2B5EF4-FFF2-40B4-BE49-F238E27FC236}">
                    <a16:creationId xmlns:a16="http://schemas.microsoft.com/office/drawing/2014/main" id="{4AA0BB92-8236-45CD-BD9F-2B69732D2E0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2" y="2611"/>
                <a:ext cx="730" cy="393"/>
              </a:xfrm>
              <a:custGeom>
                <a:avLst/>
                <a:gdLst>
                  <a:gd name="T0" fmla="*/ 1 w 1176"/>
                  <a:gd name="T1" fmla="*/ 0 h 606"/>
                  <a:gd name="T2" fmla="*/ 0 w 1176"/>
                  <a:gd name="T3" fmla="*/ 1 h 606"/>
                  <a:gd name="T4" fmla="*/ 1 w 1176"/>
                  <a:gd name="T5" fmla="*/ 1 h 606"/>
                  <a:gd name="T6" fmla="*/ 1 w 1176"/>
                  <a:gd name="T7" fmla="*/ 1 h 606"/>
                  <a:gd name="T8" fmla="*/ 1 w 1176"/>
                  <a:gd name="T9" fmla="*/ 0 h 60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176"/>
                  <a:gd name="T16" fmla="*/ 0 h 606"/>
                  <a:gd name="T17" fmla="*/ 1176 w 1176"/>
                  <a:gd name="T18" fmla="*/ 606 h 60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176" h="606">
                    <a:moveTo>
                      <a:pt x="1170" y="0"/>
                    </a:moveTo>
                    <a:lnTo>
                      <a:pt x="0" y="597"/>
                    </a:lnTo>
                    <a:lnTo>
                      <a:pt x="30" y="606"/>
                    </a:lnTo>
                    <a:lnTo>
                      <a:pt x="1176" y="18"/>
                    </a:lnTo>
                    <a:lnTo>
                      <a:pt x="1170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2489" name="Freeform 962">
                <a:extLst>
                  <a:ext uri="{FF2B5EF4-FFF2-40B4-BE49-F238E27FC236}">
                    <a16:creationId xmlns:a16="http://schemas.microsoft.com/office/drawing/2014/main" id="{1F1B510B-BD82-4309-B477-B6BFEC22B7A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61" y="3018"/>
                <a:ext cx="1490" cy="451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2490" name="Freeform 963">
                <a:extLst>
                  <a:ext uri="{FF2B5EF4-FFF2-40B4-BE49-F238E27FC236}">
                    <a16:creationId xmlns:a16="http://schemas.microsoft.com/office/drawing/2014/main" id="{BB16B0E3-F224-4834-86FD-30C49EEE024B}"/>
                  </a:ext>
                </a:extLst>
              </p:cNvPr>
              <p:cNvSpPr>
                <a:spLocks/>
              </p:cNvSpPr>
              <p:nvPr/>
            </p:nvSpPr>
            <p:spPr bwMode="auto">
              <a:xfrm flipV="1">
                <a:off x="2549" y="2986"/>
                <a:ext cx="608" cy="467"/>
              </a:xfrm>
              <a:custGeom>
                <a:avLst/>
                <a:gdLst>
                  <a:gd name="T0" fmla="*/ 0 w 2532"/>
                  <a:gd name="T1" fmla="*/ 0 h 723"/>
                  <a:gd name="T2" fmla="*/ 0 w 2532"/>
                  <a:gd name="T3" fmla="*/ 0 h 723"/>
                  <a:gd name="T4" fmla="*/ 0 w 2532"/>
                  <a:gd name="T5" fmla="*/ 1 h 723"/>
                  <a:gd name="T6" fmla="*/ 0 w 2532"/>
                  <a:gd name="T7" fmla="*/ 1 h 723"/>
                  <a:gd name="T8" fmla="*/ 0 w 2532"/>
                  <a:gd name="T9" fmla="*/ 1 h 723"/>
                  <a:gd name="T10" fmla="*/ 0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</p:grpSp>
      <p:sp>
        <p:nvSpPr>
          <p:cNvPr id="102405" name="Rectangle 4">
            <a:extLst>
              <a:ext uri="{FF2B5EF4-FFF2-40B4-BE49-F238E27FC236}">
                <a16:creationId xmlns:a16="http://schemas.microsoft.com/office/drawing/2014/main" id="{E82C6423-E652-4BC0-8101-8ECFEF0F61F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66713" y="184150"/>
            <a:ext cx="7772400" cy="852488"/>
          </a:xfrm>
        </p:spPr>
        <p:txBody>
          <a:bodyPr/>
          <a:lstStyle/>
          <a:p>
            <a:r>
              <a:rPr lang="en-US" altLang="zh-TW">
                <a:ea typeface="ＭＳ Ｐゴシック" panose="020B0600070205080204" pitchFamily="34" charset="-128"/>
              </a:rPr>
              <a:t>Client-server architecture</a:t>
            </a:r>
          </a:p>
        </p:txBody>
      </p:sp>
      <p:sp>
        <p:nvSpPr>
          <p:cNvPr id="102406" name="Rectangle 460">
            <a:extLst>
              <a:ext uri="{FF2B5EF4-FFF2-40B4-BE49-F238E27FC236}">
                <a16:creationId xmlns:a16="http://schemas.microsoft.com/office/drawing/2014/main" id="{27216726-83D2-4C48-AB05-774C7506EE1E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4752975" y="1416050"/>
            <a:ext cx="4143375" cy="4648200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server: </a:t>
            </a:r>
          </a:p>
          <a:p>
            <a:r>
              <a:rPr lang="en-US" altLang="zh-TW" sz="2400" dirty="0">
                <a:ea typeface="ＭＳ Ｐゴシック" panose="020B0600070205080204" pitchFamily="34" charset="-128"/>
              </a:rPr>
              <a:t>always-on host</a:t>
            </a:r>
          </a:p>
          <a:p>
            <a:r>
              <a:rPr lang="en-US" altLang="zh-TW" sz="2400" dirty="0">
                <a:ea typeface="ＭＳ Ｐゴシック" panose="020B0600070205080204" pitchFamily="34" charset="-128"/>
              </a:rPr>
              <a:t>permanent IP address</a:t>
            </a:r>
          </a:p>
          <a:p>
            <a:r>
              <a:rPr lang="en-US" altLang="zh-TW" sz="24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data centers </a:t>
            </a:r>
            <a:r>
              <a:rPr lang="en-US" altLang="zh-TW" sz="2400" dirty="0">
                <a:ea typeface="ＭＳ Ｐゴシック" panose="020B0600070205080204" pitchFamily="34" charset="-128"/>
              </a:rPr>
              <a:t>for scaling</a:t>
            </a:r>
          </a:p>
          <a:p>
            <a:pPr>
              <a:spcBef>
                <a:spcPct val="75000"/>
              </a:spcBef>
              <a:buFont typeface="Wingdings" panose="05000000000000000000" pitchFamily="2" charset="2"/>
              <a:buNone/>
            </a:pPr>
            <a:r>
              <a:rPr lang="en-US" altLang="zh-TW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clients:</a:t>
            </a:r>
          </a:p>
          <a:p>
            <a:r>
              <a:rPr lang="en-US" altLang="zh-TW" sz="2400" dirty="0">
                <a:ea typeface="ＭＳ Ｐゴシック" panose="020B0600070205080204" pitchFamily="34" charset="-128"/>
              </a:rPr>
              <a:t>communicate with server</a:t>
            </a:r>
          </a:p>
          <a:p>
            <a:r>
              <a:rPr lang="en-US" altLang="zh-TW" sz="2400" dirty="0">
                <a:ea typeface="ＭＳ Ｐゴシック" panose="020B0600070205080204" pitchFamily="34" charset="-128"/>
              </a:rPr>
              <a:t>may be intermittently connected</a:t>
            </a:r>
          </a:p>
          <a:p>
            <a:r>
              <a:rPr lang="en-US" altLang="zh-TW" sz="2400" dirty="0">
                <a:ea typeface="ＭＳ Ｐゴシック" panose="020B0600070205080204" pitchFamily="34" charset="-128"/>
              </a:rPr>
              <a:t>may have dynamic IP addresses</a:t>
            </a:r>
          </a:p>
          <a:p>
            <a:r>
              <a:rPr lang="en-US" altLang="zh-TW" sz="2400" dirty="0">
                <a:ea typeface="ＭＳ Ｐゴシック" panose="020B0600070205080204" pitchFamily="34" charset="-128"/>
              </a:rPr>
              <a:t>do not communicate directly with each other</a:t>
            </a:r>
          </a:p>
        </p:txBody>
      </p:sp>
      <p:pic>
        <p:nvPicPr>
          <p:cNvPr id="102407" name="Picture 351" descr="underline_base">
            <a:extLst>
              <a:ext uri="{FF2B5EF4-FFF2-40B4-BE49-F238E27FC236}">
                <a16:creationId xmlns:a16="http://schemas.microsoft.com/office/drawing/2014/main" id="{81281137-0F38-41F8-9430-968E730342FA}"/>
              </a:ext>
            </a:extLst>
          </p:cNvPr>
          <p:cNvPicPr>
            <a:picLocks noChangeArrowheads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8300" y="842963"/>
            <a:ext cx="6399213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408" name="Line 913">
            <a:extLst>
              <a:ext uri="{FF2B5EF4-FFF2-40B4-BE49-F238E27FC236}">
                <a16:creationId xmlns:a16="http://schemas.microsoft.com/office/drawing/2014/main" id="{B5EDE898-6BD4-474D-BF26-BC79ECD063A6}"/>
              </a:ext>
            </a:extLst>
          </p:cNvPr>
          <p:cNvSpPr>
            <a:spLocks noChangeShapeType="1"/>
          </p:cNvSpPr>
          <p:nvPr/>
        </p:nvSpPr>
        <p:spPr bwMode="auto">
          <a:xfrm>
            <a:off x="1249363" y="3235325"/>
            <a:ext cx="2006600" cy="1978025"/>
          </a:xfrm>
          <a:prstGeom prst="line">
            <a:avLst/>
          </a:prstGeom>
          <a:noFill/>
          <a:ln w="76200">
            <a:solidFill>
              <a:srgbClr val="CC0000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02409" name="Line 800">
            <a:extLst>
              <a:ext uri="{FF2B5EF4-FFF2-40B4-BE49-F238E27FC236}">
                <a16:creationId xmlns:a16="http://schemas.microsoft.com/office/drawing/2014/main" id="{6956C648-BDED-4E6D-8796-632632B8278B}"/>
              </a:ext>
            </a:extLst>
          </p:cNvPr>
          <p:cNvSpPr>
            <a:spLocks noChangeShapeType="1"/>
          </p:cNvSpPr>
          <p:nvPr/>
        </p:nvSpPr>
        <p:spPr bwMode="auto">
          <a:xfrm>
            <a:off x="2211388" y="1844675"/>
            <a:ext cx="1481137" cy="3109913"/>
          </a:xfrm>
          <a:prstGeom prst="line">
            <a:avLst/>
          </a:prstGeom>
          <a:noFill/>
          <a:ln w="76200">
            <a:solidFill>
              <a:srgbClr val="CC0000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02410" name="Text Box 803">
            <a:extLst>
              <a:ext uri="{FF2B5EF4-FFF2-40B4-BE49-F238E27FC236}">
                <a16:creationId xmlns:a16="http://schemas.microsoft.com/office/drawing/2014/main" id="{7B6FBDE6-A9AB-444C-9BBC-20171E5EDD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4000" y="4067175"/>
            <a:ext cx="155257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CC0000"/>
                </a:solidFill>
                <a:latin typeface="Arial" panose="020B0604020202020204" pitchFamily="34" charset="0"/>
              </a:rPr>
              <a:t>client/server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0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0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0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0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0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50" name="Rectangle 7">
            <a:extLst>
              <a:ext uri="{FF2B5EF4-FFF2-40B4-BE49-F238E27FC236}">
                <a16:creationId xmlns:a16="http://schemas.microsoft.com/office/drawing/2014/main" id="{2A069E37-AD8A-4CEA-916C-3AFCA43F3EA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104451" name="Rectangle 8">
            <a:extLst>
              <a:ext uri="{FF2B5EF4-FFF2-40B4-BE49-F238E27FC236}">
                <a16:creationId xmlns:a16="http://schemas.microsoft.com/office/drawing/2014/main" id="{BB8945E5-95FE-4F4E-B9F9-FF7A5498EB7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2-</a:t>
            </a:r>
            <a:fld id="{78EF56CF-C19A-4009-9EDD-351B7B24C373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7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grpSp>
        <p:nvGrpSpPr>
          <p:cNvPr id="104452" name="Group 566">
            <a:extLst>
              <a:ext uri="{FF2B5EF4-FFF2-40B4-BE49-F238E27FC236}">
                <a16:creationId xmlns:a16="http://schemas.microsoft.com/office/drawing/2014/main" id="{22865EF8-DBBA-4C0F-A041-F446F79B3AF9}"/>
              </a:ext>
            </a:extLst>
          </p:cNvPr>
          <p:cNvGrpSpPr>
            <a:grpSpLocks/>
          </p:cNvGrpSpPr>
          <p:nvPr/>
        </p:nvGrpSpPr>
        <p:grpSpPr bwMode="auto">
          <a:xfrm>
            <a:off x="5202238" y="1546225"/>
            <a:ext cx="3540125" cy="4545013"/>
            <a:chOff x="3277" y="974"/>
            <a:chExt cx="2230" cy="2863"/>
          </a:xfrm>
        </p:grpSpPr>
        <p:sp>
          <p:nvSpPr>
            <p:cNvPr id="104460" name="Freeform 567">
              <a:extLst>
                <a:ext uri="{FF2B5EF4-FFF2-40B4-BE49-F238E27FC236}">
                  <a16:creationId xmlns:a16="http://schemas.microsoft.com/office/drawing/2014/main" id="{CEACE20A-5FDE-49D5-949E-C51AA666A570}"/>
                </a:ext>
              </a:extLst>
            </p:cNvPr>
            <p:cNvSpPr>
              <a:spLocks/>
            </p:cNvSpPr>
            <p:nvPr/>
          </p:nvSpPr>
          <p:spPr bwMode="auto">
            <a:xfrm>
              <a:off x="3277" y="1079"/>
              <a:ext cx="1094" cy="675"/>
            </a:xfrm>
            <a:custGeom>
              <a:avLst/>
              <a:gdLst>
                <a:gd name="T0" fmla="*/ 4863 w 1036"/>
                <a:gd name="T1" fmla="*/ 11 h 675"/>
                <a:gd name="T2" fmla="*/ 2926 w 1036"/>
                <a:gd name="T3" fmla="*/ 53 h 675"/>
                <a:gd name="T4" fmla="*/ 1548 w 1036"/>
                <a:gd name="T5" fmla="*/ 129 h 675"/>
                <a:gd name="T6" fmla="*/ 1145 w 1036"/>
                <a:gd name="T7" fmla="*/ 229 h 675"/>
                <a:gd name="T8" fmla="*/ 159 w 1036"/>
                <a:gd name="T9" fmla="*/ 297 h 675"/>
                <a:gd name="T10" fmla="*/ 128 w 1036"/>
                <a:gd name="T11" fmla="*/ 459 h 675"/>
                <a:gd name="T12" fmla="*/ 993 w 1036"/>
                <a:gd name="T13" fmla="*/ 489 h 675"/>
                <a:gd name="T14" fmla="*/ 3444 w 1036"/>
                <a:gd name="T15" fmla="*/ 489 h 675"/>
                <a:gd name="T16" fmla="*/ 4484 w 1036"/>
                <a:gd name="T17" fmla="*/ 555 h 675"/>
                <a:gd name="T18" fmla="*/ 5636 w 1036"/>
                <a:gd name="T19" fmla="*/ 657 h 675"/>
                <a:gd name="T20" fmla="*/ 6527 w 1036"/>
                <a:gd name="T21" fmla="*/ 661 h 675"/>
                <a:gd name="T22" fmla="*/ 7134 w 1036"/>
                <a:gd name="T23" fmla="*/ 603 h 675"/>
                <a:gd name="T24" fmla="*/ 7446 w 1036"/>
                <a:gd name="T25" fmla="*/ 445 h 675"/>
                <a:gd name="T26" fmla="*/ 7638 w 1036"/>
                <a:gd name="T27" fmla="*/ 291 h 675"/>
                <a:gd name="T28" fmla="*/ 7661 w 1036"/>
                <a:gd name="T29" fmla="*/ 107 h 675"/>
                <a:gd name="T30" fmla="*/ 7002 w 1036"/>
                <a:gd name="T31" fmla="*/ 17 h 675"/>
                <a:gd name="T32" fmla="*/ 5817 w 1036"/>
                <a:gd name="T33" fmla="*/ 3 h 675"/>
                <a:gd name="T34" fmla="*/ 4863 w 1036"/>
                <a:gd name="T35" fmla="*/ 11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104461" name="Group 568">
              <a:extLst>
                <a:ext uri="{FF2B5EF4-FFF2-40B4-BE49-F238E27FC236}">
                  <a16:creationId xmlns:a16="http://schemas.microsoft.com/office/drawing/2014/main" id="{A6D2BE2A-7E53-4112-B7F8-ECE37ACFF10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383" y="1920"/>
              <a:ext cx="919" cy="588"/>
              <a:chOff x="2889" y="1631"/>
              <a:chExt cx="980" cy="743"/>
            </a:xfrm>
          </p:grpSpPr>
          <p:sp>
            <p:nvSpPr>
              <p:cNvPr id="104835" name="Rectangle 569">
                <a:extLst>
                  <a:ext uri="{FF2B5EF4-FFF2-40B4-BE49-F238E27FC236}">
                    <a16:creationId xmlns:a16="http://schemas.microsoft.com/office/drawing/2014/main" id="{078B1476-4347-47F8-9970-873CFD8A6E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46" y="1841"/>
                <a:ext cx="663" cy="533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04836" name="AutoShape 570">
                <a:extLst>
                  <a:ext uri="{FF2B5EF4-FFF2-40B4-BE49-F238E27FC236}">
                    <a16:creationId xmlns:a16="http://schemas.microsoft.com/office/drawing/2014/main" id="{BD0EF0D9-2E23-4E18-A342-03AC05B16F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89" y="1631"/>
                <a:ext cx="980" cy="253"/>
              </a:xfrm>
              <a:prstGeom prst="triangle">
                <a:avLst>
                  <a:gd name="adj" fmla="val 50000"/>
                </a:avLst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solidFill>
                    <a:srgbClr val="00CCFF"/>
                  </a:solidFill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04462" name="Freeform 571">
              <a:extLst>
                <a:ext uri="{FF2B5EF4-FFF2-40B4-BE49-F238E27FC236}">
                  <a16:creationId xmlns:a16="http://schemas.microsoft.com/office/drawing/2014/main" id="{CEC167E6-1A6E-4963-81EE-0AC74020350C}"/>
                </a:ext>
              </a:extLst>
            </p:cNvPr>
            <p:cNvSpPr>
              <a:spLocks/>
            </p:cNvSpPr>
            <p:nvPr/>
          </p:nvSpPr>
          <p:spPr bwMode="auto">
            <a:xfrm>
              <a:off x="3379" y="2788"/>
              <a:ext cx="2032" cy="1049"/>
            </a:xfrm>
            <a:custGeom>
              <a:avLst/>
              <a:gdLst>
                <a:gd name="T0" fmla="*/ 1044 w 2032"/>
                <a:gd name="T1" fmla="*/ 26 h 1049"/>
                <a:gd name="T2" fmla="*/ 847 w 2032"/>
                <a:gd name="T3" fmla="*/ 125 h 1049"/>
                <a:gd name="T4" fmla="*/ 580 w 2032"/>
                <a:gd name="T5" fmla="*/ 68 h 1049"/>
                <a:gd name="T6" fmla="*/ 143 w 2032"/>
                <a:gd name="T7" fmla="*/ 170 h 1049"/>
                <a:gd name="T8" fmla="*/ 48 w 2032"/>
                <a:gd name="T9" fmla="*/ 374 h 1049"/>
                <a:gd name="T10" fmla="*/ 41 w 2032"/>
                <a:gd name="T11" fmla="*/ 680 h 1049"/>
                <a:gd name="T12" fmla="*/ 294 w 2032"/>
                <a:gd name="T13" fmla="*/ 744 h 1049"/>
                <a:gd name="T14" fmla="*/ 660 w 2032"/>
                <a:gd name="T15" fmla="*/ 893 h 1049"/>
                <a:gd name="T16" fmla="*/ 1088 w 2032"/>
                <a:gd name="T17" fmla="*/ 1014 h 1049"/>
                <a:gd name="T18" fmla="*/ 1525 w 2032"/>
                <a:gd name="T19" fmla="*/ 1031 h 1049"/>
                <a:gd name="T20" fmla="*/ 1831 w 2032"/>
                <a:gd name="T21" fmla="*/ 907 h 1049"/>
                <a:gd name="T22" fmla="*/ 2015 w 2032"/>
                <a:gd name="T23" fmla="*/ 714 h 1049"/>
                <a:gd name="T24" fmla="*/ 1931 w 2032"/>
                <a:gd name="T25" fmla="*/ 251 h 1049"/>
                <a:gd name="T26" fmla="*/ 1658 w 2032"/>
                <a:gd name="T27" fmla="*/ 114 h 1049"/>
                <a:gd name="T28" fmla="*/ 1355 w 2032"/>
                <a:gd name="T29" fmla="*/ 15 h 1049"/>
                <a:gd name="T30" fmla="*/ 1044 w 2032"/>
                <a:gd name="T31" fmla="*/ 26 h 1049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w 2032"/>
                <a:gd name="T49" fmla="*/ 0 h 1049"/>
                <a:gd name="T50" fmla="*/ 2032 w 2032"/>
                <a:gd name="T51" fmla="*/ 1049 h 1049"/>
              </a:gdLst>
              <a:ahLst/>
              <a:cxnLst>
                <a:cxn ang="T32">
                  <a:pos x="T0" y="T1"/>
                </a:cxn>
                <a:cxn ang="T33">
                  <a:pos x="T2" y="T3"/>
                </a:cxn>
                <a:cxn ang="T34">
                  <a:pos x="T4" y="T5"/>
                </a:cxn>
                <a:cxn ang="T35">
                  <a:pos x="T6" y="T7"/>
                </a:cxn>
                <a:cxn ang="T36">
                  <a:pos x="T8" y="T9"/>
                </a:cxn>
                <a:cxn ang="T37">
                  <a:pos x="T10" y="T11"/>
                </a:cxn>
                <a:cxn ang="T38">
                  <a:pos x="T12" y="T13"/>
                </a:cxn>
                <a:cxn ang="T39">
                  <a:pos x="T14" y="T15"/>
                </a:cxn>
                <a:cxn ang="T40">
                  <a:pos x="T16" y="T17"/>
                </a:cxn>
                <a:cxn ang="T41">
                  <a:pos x="T18" y="T19"/>
                </a:cxn>
                <a:cxn ang="T42">
                  <a:pos x="T20" y="T21"/>
                </a:cxn>
                <a:cxn ang="T43">
                  <a:pos x="T22" y="T23"/>
                </a:cxn>
                <a:cxn ang="T44">
                  <a:pos x="T24" y="T25"/>
                </a:cxn>
                <a:cxn ang="T45">
                  <a:pos x="T26" y="T27"/>
                </a:cxn>
                <a:cxn ang="T46">
                  <a:pos x="T28" y="T29"/>
                </a:cxn>
                <a:cxn ang="T47">
                  <a:pos x="T30" y="T31"/>
                </a:cxn>
              </a:cxnLst>
              <a:rect l="T48" t="T49" r="T50" b="T51"/>
              <a:pathLst>
                <a:path w="2032" h="1049">
                  <a:moveTo>
                    <a:pt x="1044" y="26"/>
                  </a:moveTo>
                  <a:cubicBezTo>
                    <a:pt x="959" y="45"/>
                    <a:pt x="924" y="118"/>
                    <a:pt x="847" y="125"/>
                  </a:cubicBezTo>
                  <a:cubicBezTo>
                    <a:pt x="770" y="132"/>
                    <a:pt x="697" y="61"/>
                    <a:pt x="580" y="68"/>
                  </a:cubicBezTo>
                  <a:cubicBezTo>
                    <a:pt x="463" y="75"/>
                    <a:pt x="232" y="119"/>
                    <a:pt x="143" y="170"/>
                  </a:cubicBezTo>
                  <a:cubicBezTo>
                    <a:pt x="54" y="221"/>
                    <a:pt x="65" y="289"/>
                    <a:pt x="48" y="374"/>
                  </a:cubicBezTo>
                  <a:cubicBezTo>
                    <a:pt x="31" y="459"/>
                    <a:pt x="0" y="618"/>
                    <a:pt x="41" y="680"/>
                  </a:cubicBezTo>
                  <a:cubicBezTo>
                    <a:pt x="82" y="742"/>
                    <a:pt x="191" y="709"/>
                    <a:pt x="294" y="744"/>
                  </a:cubicBezTo>
                  <a:cubicBezTo>
                    <a:pt x="397" y="779"/>
                    <a:pt x="527" y="849"/>
                    <a:pt x="660" y="893"/>
                  </a:cubicBezTo>
                  <a:cubicBezTo>
                    <a:pt x="793" y="938"/>
                    <a:pt x="944" y="991"/>
                    <a:pt x="1088" y="1014"/>
                  </a:cubicBezTo>
                  <a:cubicBezTo>
                    <a:pt x="1232" y="1036"/>
                    <a:pt x="1401" y="1049"/>
                    <a:pt x="1525" y="1031"/>
                  </a:cubicBezTo>
                  <a:cubicBezTo>
                    <a:pt x="1649" y="1012"/>
                    <a:pt x="1749" y="960"/>
                    <a:pt x="1831" y="907"/>
                  </a:cubicBezTo>
                  <a:cubicBezTo>
                    <a:pt x="1913" y="855"/>
                    <a:pt x="1998" y="824"/>
                    <a:pt x="2015" y="714"/>
                  </a:cubicBezTo>
                  <a:cubicBezTo>
                    <a:pt x="2032" y="604"/>
                    <a:pt x="1990" y="350"/>
                    <a:pt x="1931" y="251"/>
                  </a:cubicBezTo>
                  <a:cubicBezTo>
                    <a:pt x="1872" y="151"/>
                    <a:pt x="1754" y="153"/>
                    <a:pt x="1658" y="114"/>
                  </a:cubicBezTo>
                  <a:cubicBezTo>
                    <a:pt x="1562" y="76"/>
                    <a:pt x="1457" y="30"/>
                    <a:pt x="1355" y="15"/>
                  </a:cubicBezTo>
                  <a:cubicBezTo>
                    <a:pt x="1253" y="0"/>
                    <a:pt x="1129" y="8"/>
                    <a:pt x="1044" y="26"/>
                  </a:cubicBezTo>
                  <a:close/>
                </a:path>
              </a:pathLst>
            </a:cu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04463" name="Line 572">
              <a:extLst>
                <a:ext uri="{FF2B5EF4-FFF2-40B4-BE49-F238E27FC236}">
                  <a16:creationId xmlns:a16="http://schemas.microsoft.com/office/drawing/2014/main" id="{2F50140C-FB0A-496E-87BB-8D988253230E}"/>
                </a:ext>
              </a:extLst>
            </p:cNvPr>
            <p:cNvSpPr>
              <a:spLocks noChangeShapeType="1"/>
            </p:cNvSpPr>
            <p:nvPr/>
          </p:nvSpPr>
          <p:spPr bwMode="auto">
            <a:xfrm rot="-5400000">
              <a:off x="4924" y="3316"/>
              <a:ext cx="284" cy="7"/>
            </a:xfrm>
            <a:prstGeom prst="line">
              <a:avLst/>
            </a:prstGeom>
            <a:noFill/>
            <a:ln w="127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04464" name="Line 573">
              <a:extLst>
                <a:ext uri="{FF2B5EF4-FFF2-40B4-BE49-F238E27FC236}">
                  <a16:creationId xmlns:a16="http://schemas.microsoft.com/office/drawing/2014/main" id="{1F6314B1-43E2-4BB0-848D-7ADAA5339B5E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 flipV="1">
              <a:off x="5034" y="3429"/>
              <a:ext cx="2" cy="54"/>
            </a:xfrm>
            <a:prstGeom prst="line">
              <a:avLst/>
            </a:prstGeom>
            <a:noFill/>
            <a:ln w="127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04465" name="Line 574">
              <a:extLst>
                <a:ext uri="{FF2B5EF4-FFF2-40B4-BE49-F238E27FC236}">
                  <a16:creationId xmlns:a16="http://schemas.microsoft.com/office/drawing/2014/main" id="{766B6E6A-DAD4-4291-BB1E-4AC5406C827E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6200000" flipH="1">
              <a:off x="5113" y="3192"/>
              <a:ext cx="90" cy="51"/>
            </a:xfrm>
            <a:prstGeom prst="line">
              <a:avLst/>
            </a:prstGeom>
            <a:noFill/>
            <a:ln w="127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04466" name="Line 576">
              <a:extLst>
                <a:ext uri="{FF2B5EF4-FFF2-40B4-BE49-F238E27FC236}">
                  <a16:creationId xmlns:a16="http://schemas.microsoft.com/office/drawing/2014/main" id="{BC3EACDD-DB05-4D79-8EEB-47200E82A6F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43" y="3009"/>
              <a:ext cx="99" cy="81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04467" name="Line 577">
              <a:extLst>
                <a:ext uri="{FF2B5EF4-FFF2-40B4-BE49-F238E27FC236}">
                  <a16:creationId xmlns:a16="http://schemas.microsoft.com/office/drawing/2014/main" id="{E40C32FD-521C-4ABA-999E-C88558C82E3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680" y="3159"/>
              <a:ext cx="256" cy="62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04468" name="Line 580">
              <a:extLst>
                <a:ext uri="{FF2B5EF4-FFF2-40B4-BE49-F238E27FC236}">
                  <a16:creationId xmlns:a16="http://schemas.microsoft.com/office/drawing/2014/main" id="{66A0B156-56B3-493A-AA26-2A72B476B9B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948" y="3204"/>
              <a:ext cx="90" cy="117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04469" name="Line 581">
              <a:extLst>
                <a:ext uri="{FF2B5EF4-FFF2-40B4-BE49-F238E27FC236}">
                  <a16:creationId xmlns:a16="http://schemas.microsoft.com/office/drawing/2014/main" id="{070D1B38-269A-4733-8814-7F7F35EA264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4146" y="3213"/>
              <a:ext cx="51" cy="109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04470" name="Line 582">
              <a:extLst>
                <a:ext uri="{FF2B5EF4-FFF2-40B4-BE49-F238E27FC236}">
                  <a16:creationId xmlns:a16="http://schemas.microsoft.com/office/drawing/2014/main" id="{CE88EB94-FAA8-47F7-9E28-D32CD727529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48" y="3185"/>
              <a:ext cx="317" cy="170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04471" name="Line 584">
              <a:extLst>
                <a:ext uri="{FF2B5EF4-FFF2-40B4-BE49-F238E27FC236}">
                  <a16:creationId xmlns:a16="http://schemas.microsoft.com/office/drawing/2014/main" id="{7BE771F1-685D-452C-826A-9A7CC7F73E6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09" y="2257"/>
              <a:ext cx="148" cy="47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04472" name="Line 585">
              <a:extLst>
                <a:ext uri="{FF2B5EF4-FFF2-40B4-BE49-F238E27FC236}">
                  <a16:creationId xmlns:a16="http://schemas.microsoft.com/office/drawing/2014/main" id="{F3DC8C2E-2408-4799-9C08-527C458E781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711" y="2354"/>
              <a:ext cx="106" cy="2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104473" name="Group 586">
              <a:extLst>
                <a:ext uri="{FF2B5EF4-FFF2-40B4-BE49-F238E27FC236}">
                  <a16:creationId xmlns:a16="http://schemas.microsoft.com/office/drawing/2014/main" id="{244468E8-59A9-4D79-BE86-B428C57204C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35" y="2207"/>
              <a:ext cx="319" cy="222"/>
              <a:chOff x="2967" y="478"/>
              <a:chExt cx="788" cy="625"/>
            </a:xfrm>
          </p:grpSpPr>
          <p:pic>
            <p:nvPicPr>
              <p:cNvPr id="104833" name="Picture 587" descr="access_point_stylized_small">
                <a:extLst>
                  <a:ext uri="{FF2B5EF4-FFF2-40B4-BE49-F238E27FC236}">
                    <a16:creationId xmlns:a16="http://schemas.microsoft.com/office/drawing/2014/main" id="{2F3CB57F-8902-4544-BE5A-B3E038CEABB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012" y="559"/>
                <a:ext cx="576" cy="54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04834" name="Picture 588" descr="antenna_radiation_stylized">
                <a:extLst>
                  <a:ext uri="{FF2B5EF4-FFF2-40B4-BE49-F238E27FC236}">
                    <a16:creationId xmlns:a16="http://schemas.microsoft.com/office/drawing/2014/main" id="{A181E9AD-0E91-4D60-9949-C93BB69B644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967" y="478"/>
                <a:ext cx="788" cy="1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sp>
          <p:nvSpPr>
            <p:cNvPr id="104474" name="Freeform 589">
              <a:extLst>
                <a:ext uri="{FF2B5EF4-FFF2-40B4-BE49-F238E27FC236}">
                  <a16:creationId xmlns:a16="http://schemas.microsoft.com/office/drawing/2014/main" id="{0581B4BE-9C97-4716-9FCB-0726504572BD}"/>
                </a:ext>
              </a:extLst>
            </p:cNvPr>
            <p:cNvSpPr>
              <a:spLocks/>
            </p:cNvSpPr>
            <p:nvPr/>
          </p:nvSpPr>
          <p:spPr bwMode="auto">
            <a:xfrm>
              <a:off x="4419" y="2224"/>
              <a:ext cx="828" cy="425"/>
            </a:xfrm>
            <a:custGeom>
              <a:avLst/>
              <a:gdLst>
                <a:gd name="T0" fmla="*/ 382 w 828"/>
                <a:gd name="T1" fmla="*/ 30 h 425"/>
                <a:gd name="T2" fmla="*/ 370 w 828"/>
                <a:gd name="T3" fmla="*/ 30 h 425"/>
                <a:gd name="T4" fmla="*/ 126 w 828"/>
                <a:gd name="T5" fmla="*/ 32 h 425"/>
                <a:gd name="T6" fmla="*/ 6 w 828"/>
                <a:gd name="T7" fmla="*/ 126 h 425"/>
                <a:gd name="T8" fmla="*/ 92 w 828"/>
                <a:gd name="T9" fmla="*/ 274 h 425"/>
                <a:gd name="T10" fmla="*/ 292 w 828"/>
                <a:gd name="T11" fmla="*/ 384 h 425"/>
                <a:gd name="T12" fmla="*/ 540 w 828"/>
                <a:gd name="T13" fmla="*/ 416 h 425"/>
                <a:gd name="T14" fmla="*/ 698 w 828"/>
                <a:gd name="T15" fmla="*/ 330 h 425"/>
                <a:gd name="T16" fmla="*/ 776 w 828"/>
                <a:gd name="T17" fmla="*/ 170 h 425"/>
                <a:gd name="T18" fmla="*/ 792 w 828"/>
                <a:gd name="T19" fmla="*/ 22 h 425"/>
                <a:gd name="T20" fmla="*/ 560 w 828"/>
                <a:gd name="T21" fmla="*/ 38 h 425"/>
                <a:gd name="T22" fmla="*/ 382 w 828"/>
                <a:gd name="T23" fmla="*/ 30 h 425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w 828"/>
                <a:gd name="T37" fmla="*/ 0 h 425"/>
                <a:gd name="T38" fmla="*/ 828 w 828"/>
                <a:gd name="T39" fmla="*/ 425 h 425"/>
              </a:gdLst>
              <a:ahLst/>
              <a:cxnLst>
                <a:cxn ang="T24">
                  <a:pos x="T0" y="T1"/>
                </a:cxn>
                <a:cxn ang="T25">
                  <a:pos x="T2" y="T3"/>
                </a:cxn>
                <a:cxn ang="T26">
                  <a:pos x="T4" y="T5"/>
                </a:cxn>
                <a:cxn ang="T27">
                  <a:pos x="T6" y="T7"/>
                </a:cxn>
                <a:cxn ang="T28">
                  <a:pos x="T8" y="T9"/>
                </a:cxn>
                <a:cxn ang="T29">
                  <a:pos x="T10" y="T11"/>
                </a:cxn>
                <a:cxn ang="T30">
                  <a:pos x="T12" y="T13"/>
                </a:cxn>
                <a:cxn ang="T31">
                  <a:pos x="T14" y="T15"/>
                </a:cxn>
                <a:cxn ang="T32">
                  <a:pos x="T16" y="T17"/>
                </a:cxn>
                <a:cxn ang="T33">
                  <a:pos x="T18" y="T19"/>
                </a:cxn>
                <a:cxn ang="T34">
                  <a:pos x="T20" y="T21"/>
                </a:cxn>
                <a:cxn ang="T35">
                  <a:pos x="T22" y="T23"/>
                </a:cxn>
              </a:cxnLst>
              <a:rect l="T36" t="T37" r="T38" b="T39"/>
              <a:pathLst>
                <a:path w="828" h="425">
                  <a:moveTo>
                    <a:pt x="382" y="30"/>
                  </a:moveTo>
                  <a:cubicBezTo>
                    <a:pt x="350" y="29"/>
                    <a:pt x="413" y="30"/>
                    <a:pt x="370" y="30"/>
                  </a:cubicBezTo>
                  <a:cubicBezTo>
                    <a:pt x="327" y="30"/>
                    <a:pt x="187" y="16"/>
                    <a:pt x="126" y="32"/>
                  </a:cubicBezTo>
                  <a:cubicBezTo>
                    <a:pt x="65" y="48"/>
                    <a:pt x="12" y="86"/>
                    <a:pt x="6" y="126"/>
                  </a:cubicBezTo>
                  <a:cubicBezTo>
                    <a:pt x="0" y="166"/>
                    <a:pt x="44" y="231"/>
                    <a:pt x="92" y="274"/>
                  </a:cubicBezTo>
                  <a:cubicBezTo>
                    <a:pt x="140" y="317"/>
                    <a:pt x="217" y="360"/>
                    <a:pt x="292" y="384"/>
                  </a:cubicBezTo>
                  <a:cubicBezTo>
                    <a:pt x="367" y="408"/>
                    <a:pt x="472" y="425"/>
                    <a:pt x="540" y="416"/>
                  </a:cubicBezTo>
                  <a:cubicBezTo>
                    <a:pt x="608" y="407"/>
                    <a:pt x="659" y="371"/>
                    <a:pt x="698" y="330"/>
                  </a:cubicBezTo>
                  <a:cubicBezTo>
                    <a:pt x="737" y="289"/>
                    <a:pt x="760" y="221"/>
                    <a:pt x="776" y="170"/>
                  </a:cubicBezTo>
                  <a:cubicBezTo>
                    <a:pt x="792" y="119"/>
                    <a:pt x="828" y="44"/>
                    <a:pt x="792" y="22"/>
                  </a:cubicBezTo>
                  <a:cubicBezTo>
                    <a:pt x="756" y="0"/>
                    <a:pt x="630" y="37"/>
                    <a:pt x="560" y="38"/>
                  </a:cubicBezTo>
                  <a:cubicBezTo>
                    <a:pt x="490" y="39"/>
                    <a:pt x="414" y="31"/>
                    <a:pt x="382" y="30"/>
                  </a:cubicBezTo>
                  <a:close/>
                </a:path>
              </a:pathLst>
            </a:cu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04475" name="Freeform 590">
              <a:extLst>
                <a:ext uri="{FF2B5EF4-FFF2-40B4-BE49-F238E27FC236}">
                  <a16:creationId xmlns:a16="http://schemas.microsoft.com/office/drawing/2014/main" id="{01600EFE-F641-496D-A919-5074C17CBFB4}"/>
                </a:ext>
              </a:extLst>
            </p:cNvPr>
            <p:cNvSpPr>
              <a:spLocks/>
            </p:cNvSpPr>
            <p:nvPr/>
          </p:nvSpPr>
          <p:spPr bwMode="auto">
            <a:xfrm>
              <a:off x="4417" y="1263"/>
              <a:ext cx="1090" cy="709"/>
            </a:xfrm>
            <a:custGeom>
              <a:avLst/>
              <a:gdLst>
                <a:gd name="T0" fmla="*/ 207402493 w 765"/>
                <a:gd name="T1" fmla="*/ 95765015 h 459"/>
                <a:gd name="T2" fmla="*/ 140549145 w 765"/>
                <a:gd name="T3" fmla="*/ 680005382 h 459"/>
                <a:gd name="T4" fmla="*/ 47018431 w 765"/>
                <a:gd name="T5" fmla="*/ 967812540 h 459"/>
                <a:gd name="T6" fmla="*/ 6718573 w 765"/>
                <a:gd name="T7" fmla="*/ 2147483646 h 459"/>
                <a:gd name="T8" fmla="*/ 87941052 w 765"/>
                <a:gd name="T9" fmla="*/ 2147483646 h 459"/>
                <a:gd name="T10" fmla="*/ 169050136 w 765"/>
                <a:gd name="T11" fmla="*/ 2147483646 h 459"/>
                <a:gd name="T12" fmla="*/ 285337134 w 765"/>
                <a:gd name="T13" fmla="*/ 2147483646 h 459"/>
                <a:gd name="T14" fmla="*/ 341448798 w 765"/>
                <a:gd name="T15" fmla="*/ 2147483646 h 459"/>
                <a:gd name="T16" fmla="*/ 367538880 w 765"/>
                <a:gd name="T17" fmla="*/ 2147483646 h 459"/>
                <a:gd name="T18" fmla="*/ 366893090 w 765"/>
                <a:gd name="T19" fmla="*/ 1532876763 h 459"/>
                <a:gd name="T20" fmla="*/ 323800920 w 765"/>
                <a:gd name="T21" fmla="*/ 334380861 h 459"/>
                <a:gd name="T22" fmla="*/ 207402493 w 765"/>
                <a:gd name="T23" fmla="*/ 95765015 h 459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w 765"/>
                <a:gd name="T37" fmla="*/ 0 h 459"/>
                <a:gd name="T38" fmla="*/ 765 w 765"/>
                <a:gd name="T39" fmla="*/ 459 h 459"/>
              </a:gdLst>
              <a:ahLst/>
              <a:cxnLst>
                <a:cxn ang="T24">
                  <a:pos x="T0" y="T1"/>
                </a:cxn>
                <a:cxn ang="T25">
                  <a:pos x="T2" y="T3"/>
                </a:cxn>
                <a:cxn ang="T26">
                  <a:pos x="T4" y="T5"/>
                </a:cxn>
                <a:cxn ang="T27">
                  <a:pos x="T6" y="T7"/>
                </a:cxn>
                <a:cxn ang="T28">
                  <a:pos x="T8" y="T9"/>
                </a:cxn>
                <a:cxn ang="T29">
                  <a:pos x="T10" y="T11"/>
                </a:cxn>
                <a:cxn ang="T30">
                  <a:pos x="T12" y="T13"/>
                </a:cxn>
                <a:cxn ang="T31">
                  <a:pos x="T14" y="T15"/>
                </a:cxn>
                <a:cxn ang="T32">
                  <a:pos x="T16" y="T17"/>
                </a:cxn>
                <a:cxn ang="T33">
                  <a:pos x="T18" y="T19"/>
                </a:cxn>
                <a:cxn ang="T34">
                  <a:pos x="T20" y="T21"/>
                </a:cxn>
                <a:cxn ang="T35">
                  <a:pos x="T22" y="T23"/>
                </a:cxn>
              </a:cxnLst>
              <a:rect l="T36" t="T37" r="T38" b="T39"/>
              <a:pathLst>
                <a:path w="765" h="459">
                  <a:moveTo>
                    <a:pt x="424" y="10"/>
                  </a:moveTo>
                  <a:cubicBezTo>
                    <a:pt x="362" y="16"/>
                    <a:pt x="343" y="55"/>
                    <a:pt x="288" y="70"/>
                  </a:cubicBezTo>
                  <a:cubicBezTo>
                    <a:pt x="233" y="85"/>
                    <a:pt x="142" y="56"/>
                    <a:pt x="96" y="100"/>
                  </a:cubicBezTo>
                  <a:cubicBezTo>
                    <a:pt x="50" y="144"/>
                    <a:pt x="0" y="279"/>
                    <a:pt x="14" y="336"/>
                  </a:cubicBezTo>
                  <a:cubicBezTo>
                    <a:pt x="28" y="393"/>
                    <a:pt x="125" y="429"/>
                    <a:pt x="180" y="444"/>
                  </a:cubicBezTo>
                  <a:cubicBezTo>
                    <a:pt x="235" y="459"/>
                    <a:pt x="279" y="426"/>
                    <a:pt x="346" y="426"/>
                  </a:cubicBezTo>
                  <a:cubicBezTo>
                    <a:pt x="413" y="426"/>
                    <a:pt x="525" y="443"/>
                    <a:pt x="584" y="444"/>
                  </a:cubicBezTo>
                  <a:cubicBezTo>
                    <a:pt x="643" y="445"/>
                    <a:pt x="670" y="446"/>
                    <a:pt x="698" y="434"/>
                  </a:cubicBezTo>
                  <a:cubicBezTo>
                    <a:pt x="726" y="422"/>
                    <a:pt x="743" y="418"/>
                    <a:pt x="752" y="372"/>
                  </a:cubicBezTo>
                  <a:cubicBezTo>
                    <a:pt x="761" y="326"/>
                    <a:pt x="765" y="214"/>
                    <a:pt x="750" y="158"/>
                  </a:cubicBezTo>
                  <a:cubicBezTo>
                    <a:pt x="735" y="102"/>
                    <a:pt x="716" y="58"/>
                    <a:pt x="662" y="34"/>
                  </a:cubicBezTo>
                  <a:cubicBezTo>
                    <a:pt x="608" y="10"/>
                    <a:pt x="505" y="0"/>
                    <a:pt x="424" y="10"/>
                  </a:cubicBezTo>
                  <a:close/>
                </a:path>
              </a:pathLst>
            </a:custGeom>
            <a:gradFill rotWithShape="1">
              <a:gsLst>
                <a:gs pos="0">
                  <a:schemeClr val="folHlink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04476" name="Line 591">
              <a:extLst>
                <a:ext uri="{FF2B5EF4-FFF2-40B4-BE49-F238E27FC236}">
                  <a16:creationId xmlns:a16="http://schemas.microsoft.com/office/drawing/2014/main" id="{B68825B5-0977-4273-9FCB-B2F777D3DA4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9" y="2404"/>
              <a:ext cx="103" cy="76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04477" name="Line 592">
              <a:extLst>
                <a:ext uri="{FF2B5EF4-FFF2-40B4-BE49-F238E27FC236}">
                  <a16:creationId xmlns:a16="http://schemas.microsoft.com/office/drawing/2014/main" id="{95FAB8A9-6DC2-424B-AD66-876811EE737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20" y="2354"/>
              <a:ext cx="176" cy="0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04478" name="Line 593">
              <a:extLst>
                <a:ext uri="{FF2B5EF4-FFF2-40B4-BE49-F238E27FC236}">
                  <a16:creationId xmlns:a16="http://schemas.microsoft.com/office/drawing/2014/main" id="{CBCAA71F-FBA4-4969-A6C3-11E43601285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869" y="2408"/>
              <a:ext cx="85" cy="66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04479" name="Line 594">
              <a:extLst>
                <a:ext uri="{FF2B5EF4-FFF2-40B4-BE49-F238E27FC236}">
                  <a16:creationId xmlns:a16="http://schemas.microsoft.com/office/drawing/2014/main" id="{42BE2F18-CC24-4005-8ADF-FDB72A5B959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35" y="1632"/>
              <a:ext cx="321" cy="2"/>
            </a:xfrm>
            <a:prstGeom prst="line">
              <a:avLst/>
            </a:prstGeom>
            <a:noFill/>
            <a:ln w="9525">
              <a:solidFill>
                <a:srgbClr val="96969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04480" name="Line 595">
              <a:extLst>
                <a:ext uri="{FF2B5EF4-FFF2-40B4-BE49-F238E27FC236}">
                  <a16:creationId xmlns:a16="http://schemas.microsoft.com/office/drawing/2014/main" id="{CAE879A8-AB6B-446D-9C31-773023C5123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35" y="2961"/>
              <a:ext cx="246" cy="116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04481" name="Line 596">
              <a:extLst>
                <a:ext uri="{FF2B5EF4-FFF2-40B4-BE49-F238E27FC236}">
                  <a16:creationId xmlns:a16="http://schemas.microsoft.com/office/drawing/2014/main" id="{1891E64A-9B27-4BBF-A71C-A49C0884D4C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244" y="2953"/>
              <a:ext cx="203" cy="125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04482" name="Line 597">
              <a:extLst>
                <a:ext uri="{FF2B5EF4-FFF2-40B4-BE49-F238E27FC236}">
                  <a16:creationId xmlns:a16="http://schemas.microsoft.com/office/drawing/2014/main" id="{32BE4F48-4A98-437A-B2E4-738118D9629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271" y="3137"/>
              <a:ext cx="612" cy="0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04483" name="Line 598">
              <a:extLst>
                <a:ext uri="{FF2B5EF4-FFF2-40B4-BE49-F238E27FC236}">
                  <a16:creationId xmlns:a16="http://schemas.microsoft.com/office/drawing/2014/main" id="{7F6F6513-B42B-4A33-BE26-5BD9E9EA5FF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773" y="1572"/>
              <a:ext cx="78" cy="55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04484" name="Line 599">
              <a:extLst>
                <a:ext uri="{FF2B5EF4-FFF2-40B4-BE49-F238E27FC236}">
                  <a16:creationId xmlns:a16="http://schemas.microsoft.com/office/drawing/2014/main" id="{A3EA37B6-92AA-469E-B3E2-A8EE9B92AEC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65" y="1681"/>
              <a:ext cx="0" cy="52"/>
            </a:xfrm>
            <a:prstGeom prst="line">
              <a:avLst/>
            </a:prstGeom>
            <a:noFill/>
            <a:ln w="9525">
              <a:solidFill>
                <a:srgbClr val="96969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04485" name="Line 600">
              <a:extLst>
                <a:ext uri="{FF2B5EF4-FFF2-40B4-BE49-F238E27FC236}">
                  <a16:creationId xmlns:a16="http://schemas.microsoft.com/office/drawing/2014/main" id="{5206DD3F-245F-466E-B9C7-A95C0261B1F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773" y="1616"/>
              <a:ext cx="166" cy="182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04486" name="Line 601">
              <a:extLst>
                <a:ext uri="{FF2B5EF4-FFF2-40B4-BE49-F238E27FC236}">
                  <a16:creationId xmlns:a16="http://schemas.microsoft.com/office/drawing/2014/main" id="{E5D075EE-1D69-42BB-A23A-12F5E7B7D30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03" y="1615"/>
              <a:ext cx="0" cy="124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04487" name="Line 602">
              <a:extLst>
                <a:ext uri="{FF2B5EF4-FFF2-40B4-BE49-F238E27FC236}">
                  <a16:creationId xmlns:a16="http://schemas.microsoft.com/office/drawing/2014/main" id="{2F02E4C5-B4E5-4980-B748-99DEFD2E7A4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85" y="1808"/>
              <a:ext cx="119" cy="0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04488" name="Line 603">
              <a:extLst>
                <a:ext uri="{FF2B5EF4-FFF2-40B4-BE49-F238E27FC236}">
                  <a16:creationId xmlns:a16="http://schemas.microsoft.com/office/drawing/2014/main" id="{1983622A-36C2-4CA3-986B-2B9E7D27B2D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34" y="1802"/>
              <a:ext cx="112" cy="0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04489" name="Line 604">
              <a:extLst>
                <a:ext uri="{FF2B5EF4-FFF2-40B4-BE49-F238E27FC236}">
                  <a16:creationId xmlns:a16="http://schemas.microsoft.com/office/drawing/2014/main" id="{8AF9F3C6-E423-4D7B-9DB7-9CDCD7D4BDF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596" y="1850"/>
              <a:ext cx="62" cy="444"/>
            </a:xfrm>
            <a:prstGeom prst="line">
              <a:avLst/>
            </a:prstGeom>
            <a:noFill/>
            <a:ln w="9525">
              <a:solidFill>
                <a:srgbClr val="96969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04490" name="Line 605">
              <a:extLst>
                <a:ext uri="{FF2B5EF4-FFF2-40B4-BE49-F238E27FC236}">
                  <a16:creationId xmlns:a16="http://schemas.microsoft.com/office/drawing/2014/main" id="{59D58439-58C3-4CDF-81CB-B101223153D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969" y="1850"/>
              <a:ext cx="70" cy="458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04491" name="Line 606">
              <a:extLst>
                <a:ext uri="{FF2B5EF4-FFF2-40B4-BE49-F238E27FC236}">
                  <a16:creationId xmlns:a16="http://schemas.microsoft.com/office/drawing/2014/main" id="{F007D323-0B35-44BD-A303-077ECAA999F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581" y="2569"/>
              <a:ext cx="143" cy="275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04492" name="Line 607">
              <a:extLst>
                <a:ext uri="{FF2B5EF4-FFF2-40B4-BE49-F238E27FC236}">
                  <a16:creationId xmlns:a16="http://schemas.microsoft.com/office/drawing/2014/main" id="{7DD4BB1E-AB6D-4069-897F-E425DF10653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57" y="1801"/>
              <a:ext cx="112" cy="0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104493" name="Group 608">
              <a:extLst>
                <a:ext uri="{FF2B5EF4-FFF2-40B4-BE49-F238E27FC236}">
                  <a16:creationId xmlns:a16="http://schemas.microsoft.com/office/drawing/2014/main" id="{97383002-49F6-4242-B213-E88ADFFA66E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813" y="1163"/>
              <a:ext cx="295" cy="391"/>
              <a:chOff x="1653" y="3023"/>
              <a:chExt cx="622" cy="911"/>
            </a:xfrm>
          </p:grpSpPr>
          <p:sp>
            <p:nvSpPr>
              <p:cNvPr id="104816" name="Line 270">
                <a:extLst>
                  <a:ext uri="{FF2B5EF4-FFF2-40B4-BE49-F238E27FC236}">
                    <a16:creationId xmlns:a16="http://schemas.microsoft.com/office/drawing/2014/main" id="{C220649F-2BD7-4750-BB21-A6A3C472F10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766" y="3287"/>
                <a:ext cx="188" cy="586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04817" name="Line 271">
                <a:extLst>
                  <a:ext uri="{FF2B5EF4-FFF2-40B4-BE49-F238E27FC236}">
                    <a16:creationId xmlns:a16="http://schemas.microsoft.com/office/drawing/2014/main" id="{774D4950-2697-428E-9F15-54C90534D69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54" y="3287"/>
                <a:ext cx="188" cy="583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04818" name="Line 272">
                <a:extLst>
                  <a:ext uri="{FF2B5EF4-FFF2-40B4-BE49-F238E27FC236}">
                    <a16:creationId xmlns:a16="http://schemas.microsoft.com/office/drawing/2014/main" id="{8768DF59-25E4-4261-8CE5-F3F4AC032BF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766" y="3870"/>
                <a:ext cx="188" cy="64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04819" name="Line 273">
                <a:extLst>
                  <a:ext uri="{FF2B5EF4-FFF2-40B4-BE49-F238E27FC236}">
                    <a16:creationId xmlns:a16="http://schemas.microsoft.com/office/drawing/2014/main" id="{85803925-AFFF-4338-B2E6-945287629BE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954" y="3870"/>
                <a:ext cx="188" cy="64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04820" name="Line 274">
                <a:extLst>
                  <a:ext uri="{FF2B5EF4-FFF2-40B4-BE49-F238E27FC236}">
                    <a16:creationId xmlns:a16="http://schemas.microsoft.com/office/drawing/2014/main" id="{BC342A0D-A788-4E17-AB8C-24F74B4B233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54" y="3300"/>
                <a:ext cx="0" cy="634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04821" name="Line 275">
                <a:extLst>
                  <a:ext uri="{FF2B5EF4-FFF2-40B4-BE49-F238E27FC236}">
                    <a16:creationId xmlns:a16="http://schemas.microsoft.com/office/drawing/2014/main" id="{978BA1FB-238D-4541-BC51-8CE8DFCC4D3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766" y="3810"/>
                <a:ext cx="188" cy="63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04822" name="Line 276">
                <a:extLst>
                  <a:ext uri="{FF2B5EF4-FFF2-40B4-BE49-F238E27FC236}">
                    <a16:creationId xmlns:a16="http://schemas.microsoft.com/office/drawing/2014/main" id="{160ADA12-5B72-41EA-88C0-644AFC65F0C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954" y="3810"/>
                <a:ext cx="188" cy="60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04823" name="Line 277">
                <a:extLst>
                  <a:ext uri="{FF2B5EF4-FFF2-40B4-BE49-F238E27FC236}">
                    <a16:creationId xmlns:a16="http://schemas.microsoft.com/office/drawing/2014/main" id="{67DD7C2B-78A5-49D4-9755-AE3D496D2DA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846" y="3618"/>
                <a:ext cx="108" cy="48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04824" name="Line 278">
                <a:extLst>
                  <a:ext uri="{FF2B5EF4-FFF2-40B4-BE49-F238E27FC236}">
                    <a16:creationId xmlns:a16="http://schemas.microsoft.com/office/drawing/2014/main" id="{64F37D7A-E661-461D-9FD9-FAFB340C5D6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954" y="3618"/>
                <a:ext cx="114" cy="48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04825" name="Line 279">
                <a:extLst>
                  <a:ext uri="{FF2B5EF4-FFF2-40B4-BE49-F238E27FC236}">
                    <a16:creationId xmlns:a16="http://schemas.microsoft.com/office/drawing/2014/main" id="{E151E658-6D64-4ABB-936A-E7E4BE696FF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810" y="3704"/>
                <a:ext cx="139" cy="65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04826" name="Line 280">
                <a:extLst>
                  <a:ext uri="{FF2B5EF4-FFF2-40B4-BE49-F238E27FC236}">
                    <a16:creationId xmlns:a16="http://schemas.microsoft.com/office/drawing/2014/main" id="{81064241-45AE-4DCF-9EC9-ADF2C965366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954" y="3717"/>
                <a:ext cx="140" cy="57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04827" name="Line 281">
                <a:extLst>
                  <a:ext uri="{FF2B5EF4-FFF2-40B4-BE49-F238E27FC236}">
                    <a16:creationId xmlns:a16="http://schemas.microsoft.com/office/drawing/2014/main" id="{19AD8775-4362-49D1-A028-314FAC664C4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954" y="3530"/>
                <a:ext cx="72" cy="24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04828" name="Line 282">
                <a:extLst>
                  <a:ext uri="{FF2B5EF4-FFF2-40B4-BE49-F238E27FC236}">
                    <a16:creationId xmlns:a16="http://schemas.microsoft.com/office/drawing/2014/main" id="{6F4A402A-020C-4BC6-BE88-D0DA6E0BFDB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954" y="3409"/>
                <a:ext cx="45" cy="18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04829" name="Line 283">
                <a:extLst>
                  <a:ext uri="{FF2B5EF4-FFF2-40B4-BE49-F238E27FC236}">
                    <a16:creationId xmlns:a16="http://schemas.microsoft.com/office/drawing/2014/main" id="{959B570E-8A99-404E-A30C-C2CFEACC62F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873" y="3522"/>
                <a:ext cx="87" cy="32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04830" name="Line 284">
                <a:extLst>
                  <a:ext uri="{FF2B5EF4-FFF2-40B4-BE49-F238E27FC236}">
                    <a16:creationId xmlns:a16="http://schemas.microsoft.com/office/drawing/2014/main" id="{54346170-8403-4FEE-98FF-739C529A09A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12" y="3404"/>
                <a:ext cx="50" cy="31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04831" name="Oval 624">
                <a:extLst>
                  <a:ext uri="{FF2B5EF4-FFF2-40B4-BE49-F238E27FC236}">
                    <a16:creationId xmlns:a16="http://schemas.microsoft.com/office/drawing/2014/main" id="{C67BEB2E-95EB-40A7-ACE9-5A3477DCC3E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21" y="3233"/>
                <a:ext cx="63" cy="68"/>
              </a:xfrm>
              <a:prstGeom prst="ellipse">
                <a:avLst/>
              </a:prstGeom>
              <a:solidFill>
                <a:srgbClr val="808080"/>
              </a:solidFill>
              <a:ln w="9525">
                <a:solidFill>
                  <a:srgbClr val="80808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pic>
            <p:nvPicPr>
              <p:cNvPr id="104832" name="Picture 625" descr="cell_tower_radiation_gray">
                <a:extLst>
                  <a:ext uri="{FF2B5EF4-FFF2-40B4-BE49-F238E27FC236}">
                    <a16:creationId xmlns:a16="http://schemas.microsoft.com/office/drawing/2014/main" id="{421F14B6-FE22-4961-B695-C8E92EE1494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653" y="3023"/>
                <a:ext cx="622" cy="5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grpSp>
          <p:nvGrpSpPr>
            <p:cNvPr id="104494" name="Group 626">
              <a:extLst>
                <a:ext uri="{FF2B5EF4-FFF2-40B4-BE49-F238E27FC236}">
                  <a16:creationId xmlns:a16="http://schemas.microsoft.com/office/drawing/2014/main" id="{F7E606D8-31C2-419C-99E2-5D18B8610D8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62" y="1516"/>
              <a:ext cx="286" cy="160"/>
              <a:chOff x="3843" y="1516"/>
              <a:chExt cx="286" cy="160"/>
            </a:xfrm>
          </p:grpSpPr>
          <p:sp>
            <p:nvSpPr>
              <p:cNvPr id="104807" name="Line 627">
                <a:extLst>
                  <a:ext uri="{FF2B5EF4-FFF2-40B4-BE49-F238E27FC236}">
                    <a16:creationId xmlns:a16="http://schemas.microsoft.com/office/drawing/2014/main" id="{F21CB2A2-EFB9-44FC-BED8-05C164F9CEE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843" y="1516"/>
                <a:ext cx="96" cy="60"/>
              </a:xfrm>
              <a:prstGeom prst="line">
                <a:avLst/>
              </a:prstGeom>
              <a:noFill/>
              <a:ln w="9525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4808" name="Oval 407">
                <a:extLst>
                  <a:ext uri="{FF2B5EF4-FFF2-40B4-BE49-F238E27FC236}">
                    <a16:creationId xmlns:a16="http://schemas.microsoft.com/office/drawing/2014/main" id="{3B334E37-9FCD-4BB9-80F1-4E6E025D88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884" y="1616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4809" name="Rectangle 410">
                <a:extLst>
                  <a:ext uri="{FF2B5EF4-FFF2-40B4-BE49-F238E27FC236}">
                    <a16:creationId xmlns:a16="http://schemas.microsoft.com/office/drawing/2014/main" id="{26310950-000D-4B0F-84A7-86D838C8DF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884" y="1610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4810" name="Oval 411">
                <a:extLst>
                  <a:ext uri="{FF2B5EF4-FFF2-40B4-BE49-F238E27FC236}">
                    <a16:creationId xmlns:a16="http://schemas.microsoft.com/office/drawing/2014/main" id="{FF3B01BC-C130-44DB-A002-7817572D82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883" y="1569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104811" name="Group 631">
                <a:extLst>
                  <a:ext uri="{FF2B5EF4-FFF2-40B4-BE49-F238E27FC236}">
                    <a16:creationId xmlns:a16="http://schemas.microsoft.com/office/drawing/2014/main" id="{A7ADA172-E226-487E-AFDF-12EEC824E66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932" y="1587"/>
                <a:ext cx="138" cy="33"/>
                <a:chOff x="2468" y="1332"/>
                <a:chExt cx="310" cy="60"/>
              </a:xfrm>
            </p:grpSpPr>
            <p:sp>
              <p:nvSpPr>
                <p:cNvPr id="104814" name="Freeform 632">
                  <a:extLst>
                    <a:ext uri="{FF2B5EF4-FFF2-40B4-BE49-F238E27FC236}">
                      <a16:creationId xmlns:a16="http://schemas.microsoft.com/office/drawing/2014/main" id="{2121DB4B-3274-4350-ABBB-955486D9A8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4815" name="Freeform 633">
                  <a:extLst>
                    <a:ext uri="{FF2B5EF4-FFF2-40B4-BE49-F238E27FC236}">
                      <a16:creationId xmlns:a16="http://schemas.microsoft.com/office/drawing/2014/main" id="{DA614364-5928-462F-B720-ACBE404D0F0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104812" name="Line 634">
                <a:extLst>
                  <a:ext uri="{FF2B5EF4-FFF2-40B4-BE49-F238E27FC236}">
                    <a16:creationId xmlns:a16="http://schemas.microsoft.com/office/drawing/2014/main" id="{134B351A-2B4B-4E93-AACB-1BD70A28549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884" y="1602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4813" name="Line 635">
                <a:extLst>
                  <a:ext uri="{FF2B5EF4-FFF2-40B4-BE49-F238E27FC236}">
                    <a16:creationId xmlns:a16="http://schemas.microsoft.com/office/drawing/2014/main" id="{FC32622E-2098-4DC3-B6FC-AD0E6F952AC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127" y="1604"/>
                <a:ext cx="0" cy="46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104495" name="Group 636">
              <a:extLst>
                <a:ext uri="{FF2B5EF4-FFF2-40B4-BE49-F238E27FC236}">
                  <a16:creationId xmlns:a16="http://schemas.microsoft.com/office/drawing/2014/main" id="{376DFB17-6E45-46F6-BEF3-0EFE8C310E3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37" y="1571"/>
              <a:ext cx="246" cy="110"/>
              <a:chOff x="4334" y="1470"/>
              <a:chExt cx="246" cy="107"/>
            </a:xfrm>
          </p:grpSpPr>
          <p:sp>
            <p:nvSpPr>
              <p:cNvPr id="104799" name="Oval 407">
                <a:extLst>
                  <a:ext uri="{FF2B5EF4-FFF2-40B4-BE49-F238E27FC236}">
                    <a16:creationId xmlns:a16="http://schemas.microsoft.com/office/drawing/2014/main" id="{5DEB72EE-EABC-4BA3-B484-251375805B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4800" name="Rectangle 410">
                <a:extLst>
                  <a:ext uri="{FF2B5EF4-FFF2-40B4-BE49-F238E27FC236}">
                    <a16:creationId xmlns:a16="http://schemas.microsoft.com/office/drawing/2014/main" id="{072F1524-75C5-460A-A156-500F088F36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4801" name="Oval 411">
                <a:extLst>
                  <a:ext uri="{FF2B5EF4-FFF2-40B4-BE49-F238E27FC236}">
                    <a16:creationId xmlns:a16="http://schemas.microsoft.com/office/drawing/2014/main" id="{00F57CF2-9486-40B9-9060-90CE12A9FF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104802" name="Group 640">
                <a:extLst>
                  <a:ext uri="{FF2B5EF4-FFF2-40B4-BE49-F238E27FC236}">
                    <a16:creationId xmlns:a16="http://schemas.microsoft.com/office/drawing/2014/main" id="{80731182-F583-494F-A3EA-5B4C9F79B23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104805" name="Freeform 641">
                  <a:extLst>
                    <a:ext uri="{FF2B5EF4-FFF2-40B4-BE49-F238E27FC236}">
                      <a16:creationId xmlns:a16="http://schemas.microsoft.com/office/drawing/2014/main" id="{03C11B70-0D5A-4590-9A5D-69004140599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4806" name="Freeform 642">
                  <a:extLst>
                    <a:ext uri="{FF2B5EF4-FFF2-40B4-BE49-F238E27FC236}">
                      <a16:creationId xmlns:a16="http://schemas.microsoft.com/office/drawing/2014/main" id="{D5E239AC-79BE-4051-8E81-41694CD9C6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104803" name="Line 643">
                <a:extLst>
                  <a:ext uri="{FF2B5EF4-FFF2-40B4-BE49-F238E27FC236}">
                    <a16:creationId xmlns:a16="http://schemas.microsoft.com/office/drawing/2014/main" id="{0F7B354E-FD60-4A66-811B-A723E633C43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4804" name="Line 644">
                <a:extLst>
                  <a:ext uri="{FF2B5EF4-FFF2-40B4-BE49-F238E27FC236}">
                    <a16:creationId xmlns:a16="http://schemas.microsoft.com/office/drawing/2014/main" id="{4035BAD9-471B-483E-9B48-2A53D7163D9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6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104496" name="Group 645">
              <a:extLst>
                <a:ext uri="{FF2B5EF4-FFF2-40B4-BE49-F238E27FC236}">
                  <a16:creationId xmlns:a16="http://schemas.microsoft.com/office/drawing/2014/main" id="{E011B697-9A79-4CCD-8CDC-B88D0A10C8A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44" y="1737"/>
              <a:ext cx="246" cy="110"/>
              <a:chOff x="4334" y="1470"/>
              <a:chExt cx="246" cy="107"/>
            </a:xfrm>
          </p:grpSpPr>
          <p:sp>
            <p:nvSpPr>
              <p:cNvPr id="104791" name="Oval 407">
                <a:extLst>
                  <a:ext uri="{FF2B5EF4-FFF2-40B4-BE49-F238E27FC236}">
                    <a16:creationId xmlns:a16="http://schemas.microsoft.com/office/drawing/2014/main" id="{D842649F-6A9E-4A7B-B619-B6BA6E684E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4792" name="Rectangle 410">
                <a:extLst>
                  <a:ext uri="{FF2B5EF4-FFF2-40B4-BE49-F238E27FC236}">
                    <a16:creationId xmlns:a16="http://schemas.microsoft.com/office/drawing/2014/main" id="{5E915990-621E-4A6F-89F3-0C49F7340E2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4793" name="Oval 411">
                <a:extLst>
                  <a:ext uri="{FF2B5EF4-FFF2-40B4-BE49-F238E27FC236}">
                    <a16:creationId xmlns:a16="http://schemas.microsoft.com/office/drawing/2014/main" id="{8B2E671B-E27D-4380-BDDA-1E1AF4A095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104794" name="Group 649">
                <a:extLst>
                  <a:ext uri="{FF2B5EF4-FFF2-40B4-BE49-F238E27FC236}">
                    <a16:creationId xmlns:a16="http://schemas.microsoft.com/office/drawing/2014/main" id="{CAD4CDAA-1B4F-4AC4-9922-2FC8734ADB7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104797" name="Freeform 650">
                  <a:extLst>
                    <a:ext uri="{FF2B5EF4-FFF2-40B4-BE49-F238E27FC236}">
                      <a16:creationId xmlns:a16="http://schemas.microsoft.com/office/drawing/2014/main" id="{F51E5E44-4584-46CF-B0D4-79C59C98986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4798" name="Freeform 651">
                  <a:extLst>
                    <a:ext uri="{FF2B5EF4-FFF2-40B4-BE49-F238E27FC236}">
                      <a16:creationId xmlns:a16="http://schemas.microsoft.com/office/drawing/2014/main" id="{AE872654-8C9E-43C8-88B0-CA820DEFDE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104795" name="Line 652">
                <a:extLst>
                  <a:ext uri="{FF2B5EF4-FFF2-40B4-BE49-F238E27FC236}">
                    <a16:creationId xmlns:a16="http://schemas.microsoft.com/office/drawing/2014/main" id="{7355A50F-EB0B-4B2F-AD88-531EA8C3EEC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4796" name="Line 653">
                <a:extLst>
                  <a:ext uri="{FF2B5EF4-FFF2-40B4-BE49-F238E27FC236}">
                    <a16:creationId xmlns:a16="http://schemas.microsoft.com/office/drawing/2014/main" id="{EBD1BA1E-F5DC-4DD5-9A94-BBA23B7BE4F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6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104497" name="Group 654">
              <a:extLst>
                <a:ext uri="{FF2B5EF4-FFF2-40B4-BE49-F238E27FC236}">
                  <a16:creationId xmlns:a16="http://schemas.microsoft.com/office/drawing/2014/main" id="{862B6C48-E804-47D9-8A30-CA696A38BBA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890" y="1738"/>
              <a:ext cx="246" cy="110"/>
              <a:chOff x="4334" y="1470"/>
              <a:chExt cx="246" cy="107"/>
            </a:xfrm>
          </p:grpSpPr>
          <p:sp>
            <p:nvSpPr>
              <p:cNvPr id="104783" name="Oval 407">
                <a:extLst>
                  <a:ext uri="{FF2B5EF4-FFF2-40B4-BE49-F238E27FC236}">
                    <a16:creationId xmlns:a16="http://schemas.microsoft.com/office/drawing/2014/main" id="{716C5150-BB37-4199-888E-6F25301A2C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4784" name="Rectangle 410">
                <a:extLst>
                  <a:ext uri="{FF2B5EF4-FFF2-40B4-BE49-F238E27FC236}">
                    <a16:creationId xmlns:a16="http://schemas.microsoft.com/office/drawing/2014/main" id="{524D6A8B-FDB1-4CE7-A98E-A976969270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4785" name="Oval 411">
                <a:extLst>
                  <a:ext uri="{FF2B5EF4-FFF2-40B4-BE49-F238E27FC236}">
                    <a16:creationId xmlns:a16="http://schemas.microsoft.com/office/drawing/2014/main" id="{583B9EBE-77C6-4D8C-870C-9CD63BBDA0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104786" name="Group 658">
                <a:extLst>
                  <a:ext uri="{FF2B5EF4-FFF2-40B4-BE49-F238E27FC236}">
                    <a16:creationId xmlns:a16="http://schemas.microsoft.com/office/drawing/2014/main" id="{B3725D97-4490-4A6E-8D4E-A09843BB53E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104789" name="Freeform 659">
                  <a:extLst>
                    <a:ext uri="{FF2B5EF4-FFF2-40B4-BE49-F238E27FC236}">
                      <a16:creationId xmlns:a16="http://schemas.microsoft.com/office/drawing/2014/main" id="{5AA7ADB6-387C-473F-94B7-8E5AD5C1FF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4790" name="Freeform 660">
                  <a:extLst>
                    <a:ext uri="{FF2B5EF4-FFF2-40B4-BE49-F238E27FC236}">
                      <a16:creationId xmlns:a16="http://schemas.microsoft.com/office/drawing/2014/main" id="{B4D83A83-7110-4357-9AE9-6EBC639F02D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104787" name="Line 661">
                <a:extLst>
                  <a:ext uri="{FF2B5EF4-FFF2-40B4-BE49-F238E27FC236}">
                    <a16:creationId xmlns:a16="http://schemas.microsoft.com/office/drawing/2014/main" id="{23E94121-1D41-42C7-8AB6-3D58919C7C4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4788" name="Line 662">
                <a:extLst>
                  <a:ext uri="{FF2B5EF4-FFF2-40B4-BE49-F238E27FC236}">
                    <a16:creationId xmlns:a16="http://schemas.microsoft.com/office/drawing/2014/main" id="{5BEB301C-714E-4531-96CF-EC822A960BC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6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104498" name="Group 663">
              <a:extLst>
                <a:ext uri="{FF2B5EF4-FFF2-40B4-BE49-F238E27FC236}">
                  <a16:creationId xmlns:a16="http://schemas.microsoft.com/office/drawing/2014/main" id="{001018D6-6AA9-4731-A87A-929E5F9E679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844" y="1508"/>
              <a:ext cx="246" cy="110"/>
              <a:chOff x="4334" y="1470"/>
              <a:chExt cx="246" cy="107"/>
            </a:xfrm>
          </p:grpSpPr>
          <p:sp>
            <p:nvSpPr>
              <p:cNvPr id="104775" name="Oval 407">
                <a:extLst>
                  <a:ext uri="{FF2B5EF4-FFF2-40B4-BE49-F238E27FC236}">
                    <a16:creationId xmlns:a16="http://schemas.microsoft.com/office/drawing/2014/main" id="{1BED1C5D-6EE9-4712-9EA9-B06877B5CF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4776" name="Rectangle 410">
                <a:extLst>
                  <a:ext uri="{FF2B5EF4-FFF2-40B4-BE49-F238E27FC236}">
                    <a16:creationId xmlns:a16="http://schemas.microsoft.com/office/drawing/2014/main" id="{DB562517-4546-4759-A945-E0EE63C54B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4777" name="Oval 411">
                <a:extLst>
                  <a:ext uri="{FF2B5EF4-FFF2-40B4-BE49-F238E27FC236}">
                    <a16:creationId xmlns:a16="http://schemas.microsoft.com/office/drawing/2014/main" id="{832F5AA0-0753-4AD0-A007-FE3607A04D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104778" name="Group 667">
                <a:extLst>
                  <a:ext uri="{FF2B5EF4-FFF2-40B4-BE49-F238E27FC236}">
                    <a16:creationId xmlns:a16="http://schemas.microsoft.com/office/drawing/2014/main" id="{4019A5CC-B5BC-4E17-B524-203F1912A63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104781" name="Freeform 668">
                  <a:extLst>
                    <a:ext uri="{FF2B5EF4-FFF2-40B4-BE49-F238E27FC236}">
                      <a16:creationId xmlns:a16="http://schemas.microsoft.com/office/drawing/2014/main" id="{0F535FC4-7F90-40AD-8C9B-71DDB1273B0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4782" name="Freeform 669">
                  <a:extLst>
                    <a:ext uri="{FF2B5EF4-FFF2-40B4-BE49-F238E27FC236}">
                      <a16:creationId xmlns:a16="http://schemas.microsoft.com/office/drawing/2014/main" id="{7F30C1D7-AF51-4C84-BF18-E12D839C10B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104779" name="Line 670">
                <a:extLst>
                  <a:ext uri="{FF2B5EF4-FFF2-40B4-BE49-F238E27FC236}">
                    <a16:creationId xmlns:a16="http://schemas.microsoft.com/office/drawing/2014/main" id="{4A171B72-7DF0-410C-8C71-E6B2D4FBAA6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4780" name="Line 671">
                <a:extLst>
                  <a:ext uri="{FF2B5EF4-FFF2-40B4-BE49-F238E27FC236}">
                    <a16:creationId xmlns:a16="http://schemas.microsoft.com/office/drawing/2014/main" id="{D98C40DF-1ACB-40E8-BB28-28FC25E140A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6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104499" name="Group 672">
              <a:extLst>
                <a:ext uri="{FF2B5EF4-FFF2-40B4-BE49-F238E27FC236}">
                  <a16:creationId xmlns:a16="http://schemas.microsoft.com/office/drawing/2014/main" id="{D9F433B3-F537-4202-8DEA-E342456939E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874" y="2296"/>
              <a:ext cx="310" cy="130"/>
              <a:chOff x="4334" y="1470"/>
              <a:chExt cx="246" cy="107"/>
            </a:xfrm>
          </p:grpSpPr>
          <p:sp>
            <p:nvSpPr>
              <p:cNvPr id="104767" name="Oval 407">
                <a:extLst>
                  <a:ext uri="{FF2B5EF4-FFF2-40B4-BE49-F238E27FC236}">
                    <a16:creationId xmlns:a16="http://schemas.microsoft.com/office/drawing/2014/main" id="{5AC79A0B-6651-4A8E-954E-A9801C122F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4768" name="Rectangle 410">
                <a:extLst>
                  <a:ext uri="{FF2B5EF4-FFF2-40B4-BE49-F238E27FC236}">
                    <a16:creationId xmlns:a16="http://schemas.microsoft.com/office/drawing/2014/main" id="{5CBF2C20-5ACF-43E1-8E40-6246E04E39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4769" name="Oval 411">
                <a:extLst>
                  <a:ext uri="{FF2B5EF4-FFF2-40B4-BE49-F238E27FC236}">
                    <a16:creationId xmlns:a16="http://schemas.microsoft.com/office/drawing/2014/main" id="{4E5AE47A-C70A-45E6-836B-440AAF2E80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104770" name="Group 676">
                <a:extLst>
                  <a:ext uri="{FF2B5EF4-FFF2-40B4-BE49-F238E27FC236}">
                    <a16:creationId xmlns:a16="http://schemas.microsoft.com/office/drawing/2014/main" id="{EC80F520-90AC-458F-8105-E5882927209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104773" name="Freeform 677">
                  <a:extLst>
                    <a:ext uri="{FF2B5EF4-FFF2-40B4-BE49-F238E27FC236}">
                      <a16:creationId xmlns:a16="http://schemas.microsoft.com/office/drawing/2014/main" id="{BBA5F24D-ECB1-4831-8241-F0E03D2713A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4774" name="Freeform 678">
                  <a:extLst>
                    <a:ext uri="{FF2B5EF4-FFF2-40B4-BE49-F238E27FC236}">
                      <a16:creationId xmlns:a16="http://schemas.microsoft.com/office/drawing/2014/main" id="{1C9D47E5-33E7-45D1-BF56-191DC1D3F6D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104771" name="Line 679">
                <a:extLst>
                  <a:ext uri="{FF2B5EF4-FFF2-40B4-BE49-F238E27FC236}">
                    <a16:creationId xmlns:a16="http://schemas.microsoft.com/office/drawing/2014/main" id="{203AA6FB-CF69-4135-B975-CE83BD58290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4772" name="Line 680">
                <a:extLst>
                  <a:ext uri="{FF2B5EF4-FFF2-40B4-BE49-F238E27FC236}">
                    <a16:creationId xmlns:a16="http://schemas.microsoft.com/office/drawing/2014/main" id="{6130938A-8CF8-44F5-9281-D5540889016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4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104500" name="Line 681">
              <a:extLst>
                <a:ext uri="{FF2B5EF4-FFF2-40B4-BE49-F238E27FC236}">
                  <a16:creationId xmlns:a16="http://schemas.microsoft.com/office/drawing/2014/main" id="{182C135A-E9FB-4314-B0E9-4DEF5D830BC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49" y="2358"/>
              <a:ext cx="428" cy="0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104501" name="Group 682">
              <a:extLst>
                <a:ext uri="{FF2B5EF4-FFF2-40B4-BE49-F238E27FC236}">
                  <a16:creationId xmlns:a16="http://schemas.microsoft.com/office/drawing/2014/main" id="{CDE2FEA6-21E3-47AD-80C7-23CC7D23BEF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64" y="2288"/>
              <a:ext cx="310" cy="130"/>
              <a:chOff x="4334" y="1470"/>
              <a:chExt cx="246" cy="107"/>
            </a:xfrm>
          </p:grpSpPr>
          <p:sp>
            <p:nvSpPr>
              <p:cNvPr id="104759" name="Oval 407">
                <a:extLst>
                  <a:ext uri="{FF2B5EF4-FFF2-40B4-BE49-F238E27FC236}">
                    <a16:creationId xmlns:a16="http://schemas.microsoft.com/office/drawing/2014/main" id="{7ADF8EF3-D9F8-4509-9662-BE9BB49DDA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4760" name="Rectangle 410">
                <a:extLst>
                  <a:ext uri="{FF2B5EF4-FFF2-40B4-BE49-F238E27FC236}">
                    <a16:creationId xmlns:a16="http://schemas.microsoft.com/office/drawing/2014/main" id="{7DBF1F7D-06E9-496F-8C96-BC980F8288C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4761" name="Oval 411">
                <a:extLst>
                  <a:ext uri="{FF2B5EF4-FFF2-40B4-BE49-F238E27FC236}">
                    <a16:creationId xmlns:a16="http://schemas.microsoft.com/office/drawing/2014/main" id="{FACEF1EA-1BB0-45B8-8B7F-447F1B0040E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104762" name="Group 686">
                <a:extLst>
                  <a:ext uri="{FF2B5EF4-FFF2-40B4-BE49-F238E27FC236}">
                    <a16:creationId xmlns:a16="http://schemas.microsoft.com/office/drawing/2014/main" id="{CB588ECD-37A8-4CC9-97D8-2A65581AAF2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104765" name="Freeform 687">
                  <a:extLst>
                    <a:ext uri="{FF2B5EF4-FFF2-40B4-BE49-F238E27FC236}">
                      <a16:creationId xmlns:a16="http://schemas.microsoft.com/office/drawing/2014/main" id="{B86FB09B-BD5B-40F7-BE4F-3B012DC3E5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4766" name="Freeform 688">
                  <a:extLst>
                    <a:ext uri="{FF2B5EF4-FFF2-40B4-BE49-F238E27FC236}">
                      <a16:creationId xmlns:a16="http://schemas.microsoft.com/office/drawing/2014/main" id="{6FFC2436-513B-46AA-A7B9-E8B1D26D998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104763" name="Line 689">
                <a:extLst>
                  <a:ext uri="{FF2B5EF4-FFF2-40B4-BE49-F238E27FC236}">
                    <a16:creationId xmlns:a16="http://schemas.microsoft.com/office/drawing/2014/main" id="{6D0654C1-1388-4D1F-8EBA-EC2F7520C6E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4764" name="Line 690">
                <a:extLst>
                  <a:ext uri="{FF2B5EF4-FFF2-40B4-BE49-F238E27FC236}">
                    <a16:creationId xmlns:a16="http://schemas.microsoft.com/office/drawing/2014/main" id="{F4CCA14C-327C-4DE0-90EF-7EFBB9CBB5B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4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104502" name="Group 691">
              <a:extLst>
                <a:ext uri="{FF2B5EF4-FFF2-40B4-BE49-F238E27FC236}">
                  <a16:creationId xmlns:a16="http://schemas.microsoft.com/office/drawing/2014/main" id="{FE236575-C686-4961-9CC7-2B3A527A137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60" y="2464"/>
              <a:ext cx="310" cy="130"/>
              <a:chOff x="4334" y="1470"/>
              <a:chExt cx="246" cy="107"/>
            </a:xfrm>
          </p:grpSpPr>
          <p:sp>
            <p:nvSpPr>
              <p:cNvPr id="104751" name="Oval 407">
                <a:extLst>
                  <a:ext uri="{FF2B5EF4-FFF2-40B4-BE49-F238E27FC236}">
                    <a16:creationId xmlns:a16="http://schemas.microsoft.com/office/drawing/2014/main" id="{91711012-F733-4CC9-B4AF-8914B886BE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4752" name="Rectangle 410">
                <a:extLst>
                  <a:ext uri="{FF2B5EF4-FFF2-40B4-BE49-F238E27FC236}">
                    <a16:creationId xmlns:a16="http://schemas.microsoft.com/office/drawing/2014/main" id="{52350282-71C4-40DA-B27A-280399CE7C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4753" name="Oval 411">
                <a:extLst>
                  <a:ext uri="{FF2B5EF4-FFF2-40B4-BE49-F238E27FC236}">
                    <a16:creationId xmlns:a16="http://schemas.microsoft.com/office/drawing/2014/main" id="{0399285F-8C14-4AA0-89BC-7ACFA28AF2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104754" name="Group 695">
                <a:extLst>
                  <a:ext uri="{FF2B5EF4-FFF2-40B4-BE49-F238E27FC236}">
                    <a16:creationId xmlns:a16="http://schemas.microsoft.com/office/drawing/2014/main" id="{93D94360-FD89-4B43-BB41-406DAC67E7B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104757" name="Freeform 696">
                  <a:extLst>
                    <a:ext uri="{FF2B5EF4-FFF2-40B4-BE49-F238E27FC236}">
                      <a16:creationId xmlns:a16="http://schemas.microsoft.com/office/drawing/2014/main" id="{E4D33303-83D6-4856-93E8-76C939CD284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4758" name="Freeform 697">
                  <a:extLst>
                    <a:ext uri="{FF2B5EF4-FFF2-40B4-BE49-F238E27FC236}">
                      <a16:creationId xmlns:a16="http://schemas.microsoft.com/office/drawing/2014/main" id="{2605ABA2-0204-4E30-AA9E-4B593EEC446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104755" name="Line 698">
                <a:extLst>
                  <a:ext uri="{FF2B5EF4-FFF2-40B4-BE49-F238E27FC236}">
                    <a16:creationId xmlns:a16="http://schemas.microsoft.com/office/drawing/2014/main" id="{CA39D2A4-ACE3-4DA4-950E-783704ABFE4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4756" name="Line 699">
                <a:extLst>
                  <a:ext uri="{FF2B5EF4-FFF2-40B4-BE49-F238E27FC236}">
                    <a16:creationId xmlns:a16="http://schemas.microsoft.com/office/drawing/2014/main" id="{A9068F2C-1917-45B3-BF4C-139F87B18F5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4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104503" name="Group 700">
              <a:extLst>
                <a:ext uri="{FF2B5EF4-FFF2-40B4-BE49-F238E27FC236}">
                  <a16:creationId xmlns:a16="http://schemas.microsoft.com/office/drawing/2014/main" id="{0E97FBF7-8240-4229-8377-1B5EE66F0EB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82" y="3028"/>
              <a:ext cx="392" cy="154"/>
              <a:chOff x="4334" y="1470"/>
              <a:chExt cx="246" cy="107"/>
            </a:xfrm>
          </p:grpSpPr>
          <p:sp>
            <p:nvSpPr>
              <p:cNvPr id="104743" name="Oval 407">
                <a:extLst>
                  <a:ext uri="{FF2B5EF4-FFF2-40B4-BE49-F238E27FC236}">
                    <a16:creationId xmlns:a16="http://schemas.microsoft.com/office/drawing/2014/main" id="{160D4155-B9E9-429C-89E4-C27E648EC4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4744" name="Rectangle 410">
                <a:extLst>
                  <a:ext uri="{FF2B5EF4-FFF2-40B4-BE49-F238E27FC236}">
                    <a16:creationId xmlns:a16="http://schemas.microsoft.com/office/drawing/2014/main" id="{1ED7174A-82A1-4650-996E-995C21A0A1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4745" name="Oval 411">
                <a:extLst>
                  <a:ext uri="{FF2B5EF4-FFF2-40B4-BE49-F238E27FC236}">
                    <a16:creationId xmlns:a16="http://schemas.microsoft.com/office/drawing/2014/main" id="{D161AFFA-B3D3-42B5-9193-AD62B238D4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104746" name="Group 704">
                <a:extLst>
                  <a:ext uri="{FF2B5EF4-FFF2-40B4-BE49-F238E27FC236}">
                    <a16:creationId xmlns:a16="http://schemas.microsoft.com/office/drawing/2014/main" id="{FB453D57-3325-4416-B73B-529DDB0509F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104749" name="Freeform 705">
                  <a:extLst>
                    <a:ext uri="{FF2B5EF4-FFF2-40B4-BE49-F238E27FC236}">
                      <a16:creationId xmlns:a16="http://schemas.microsoft.com/office/drawing/2014/main" id="{D99E3828-E1C3-4960-A762-DE0D8FBCFC4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4750" name="Freeform 706">
                  <a:extLst>
                    <a:ext uri="{FF2B5EF4-FFF2-40B4-BE49-F238E27FC236}">
                      <a16:creationId xmlns:a16="http://schemas.microsoft.com/office/drawing/2014/main" id="{32ADC25D-07E4-4616-B147-E499C5190FF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104747" name="Line 707">
                <a:extLst>
                  <a:ext uri="{FF2B5EF4-FFF2-40B4-BE49-F238E27FC236}">
                    <a16:creationId xmlns:a16="http://schemas.microsoft.com/office/drawing/2014/main" id="{50E547F2-C729-4FB0-9A76-9930D044848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4748" name="Line 708">
                <a:extLst>
                  <a:ext uri="{FF2B5EF4-FFF2-40B4-BE49-F238E27FC236}">
                    <a16:creationId xmlns:a16="http://schemas.microsoft.com/office/drawing/2014/main" id="{2A2228B8-8DB0-40F4-8E00-49E65F53CFA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104504" name="Group 709">
              <a:extLst>
                <a:ext uri="{FF2B5EF4-FFF2-40B4-BE49-F238E27FC236}">
                  <a16:creationId xmlns:a16="http://schemas.microsoft.com/office/drawing/2014/main" id="{3CFB55BE-9CE3-43C4-85A9-3F9409BA60E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388" y="2840"/>
              <a:ext cx="392" cy="154"/>
              <a:chOff x="4334" y="1470"/>
              <a:chExt cx="246" cy="107"/>
            </a:xfrm>
          </p:grpSpPr>
          <p:sp>
            <p:nvSpPr>
              <p:cNvPr id="104735" name="Oval 407">
                <a:extLst>
                  <a:ext uri="{FF2B5EF4-FFF2-40B4-BE49-F238E27FC236}">
                    <a16:creationId xmlns:a16="http://schemas.microsoft.com/office/drawing/2014/main" id="{3C4A1E65-412B-44EE-ACB7-578CC668C85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4736" name="Rectangle 410">
                <a:extLst>
                  <a:ext uri="{FF2B5EF4-FFF2-40B4-BE49-F238E27FC236}">
                    <a16:creationId xmlns:a16="http://schemas.microsoft.com/office/drawing/2014/main" id="{7844BCE0-4E91-46F8-B527-2D9C687D11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4737" name="Oval 411">
                <a:extLst>
                  <a:ext uri="{FF2B5EF4-FFF2-40B4-BE49-F238E27FC236}">
                    <a16:creationId xmlns:a16="http://schemas.microsoft.com/office/drawing/2014/main" id="{255FEF0B-0E47-452A-A692-DAA71EFFF87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104738" name="Group 713">
                <a:extLst>
                  <a:ext uri="{FF2B5EF4-FFF2-40B4-BE49-F238E27FC236}">
                    <a16:creationId xmlns:a16="http://schemas.microsoft.com/office/drawing/2014/main" id="{DCC8FDCE-5A41-46DD-AB6A-55D60E64C80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104741" name="Freeform 714">
                  <a:extLst>
                    <a:ext uri="{FF2B5EF4-FFF2-40B4-BE49-F238E27FC236}">
                      <a16:creationId xmlns:a16="http://schemas.microsoft.com/office/drawing/2014/main" id="{F1B44D6A-7159-4DBC-9D6C-A0B37854501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4742" name="Freeform 715">
                  <a:extLst>
                    <a:ext uri="{FF2B5EF4-FFF2-40B4-BE49-F238E27FC236}">
                      <a16:creationId xmlns:a16="http://schemas.microsoft.com/office/drawing/2014/main" id="{B8F29236-9090-4C86-B1CD-25C96FEA616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104739" name="Line 716">
                <a:extLst>
                  <a:ext uri="{FF2B5EF4-FFF2-40B4-BE49-F238E27FC236}">
                    <a16:creationId xmlns:a16="http://schemas.microsoft.com/office/drawing/2014/main" id="{D8F52188-783F-4AFB-B0FA-9C87F7ADE3D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4740" name="Line 717">
                <a:extLst>
                  <a:ext uri="{FF2B5EF4-FFF2-40B4-BE49-F238E27FC236}">
                    <a16:creationId xmlns:a16="http://schemas.microsoft.com/office/drawing/2014/main" id="{AEB5B9B4-A028-474A-ADAD-87D9E70A6F4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104505" name="Group 718">
              <a:extLst>
                <a:ext uri="{FF2B5EF4-FFF2-40B4-BE49-F238E27FC236}">
                  <a16:creationId xmlns:a16="http://schemas.microsoft.com/office/drawing/2014/main" id="{895F3837-8902-4EE2-9200-B68CDF30F9F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32" y="3056"/>
              <a:ext cx="392" cy="154"/>
              <a:chOff x="4334" y="1470"/>
              <a:chExt cx="246" cy="107"/>
            </a:xfrm>
          </p:grpSpPr>
          <p:sp>
            <p:nvSpPr>
              <p:cNvPr id="104727" name="Oval 407">
                <a:extLst>
                  <a:ext uri="{FF2B5EF4-FFF2-40B4-BE49-F238E27FC236}">
                    <a16:creationId xmlns:a16="http://schemas.microsoft.com/office/drawing/2014/main" id="{C35F4AF3-5C8B-49D3-86D5-D27239333B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4728" name="Rectangle 410">
                <a:extLst>
                  <a:ext uri="{FF2B5EF4-FFF2-40B4-BE49-F238E27FC236}">
                    <a16:creationId xmlns:a16="http://schemas.microsoft.com/office/drawing/2014/main" id="{A98358FE-EAF6-41C9-B2E6-88D994BB07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4729" name="Oval 411">
                <a:extLst>
                  <a:ext uri="{FF2B5EF4-FFF2-40B4-BE49-F238E27FC236}">
                    <a16:creationId xmlns:a16="http://schemas.microsoft.com/office/drawing/2014/main" id="{CEA4CB6F-BDBB-4534-8A4D-D3EFFDC7D6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104730" name="Group 722">
                <a:extLst>
                  <a:ext uri="{FF2B5EF4-FFF2-40B4-BE49-F238E27FC236}">
                    <a16:creationId xmlns:a16="http://schemas.microsoft.com/office/drawing/2014/main" id="{81C83E6E-130A-440D-9370-64B7C2FBFC8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104733" name="Freeform 723">
                  <a:extLst>
                    <a:ext uri="{FF2B5EF4-FFF2-40B4-BE49-F238E27FC236}">
                      <a16:creationId xmlns:a16="http://schemas.microsoft.com/office/drawing/2014/main" id="{C2D0AE33-9E4E-4763-8055-60A3E2DA31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4734" name="Freeform 724">
                  <a:extLst>
                    <a:ext uri="{FF2B5EF4-FFF2-40B4-BE49-F238E27FC236}">
                      <a16:creationId xmlns:a16="http://schemas.microsoft.com/office/drawing/2014/main" id="{50691540-D3D9-49B5-AF9D-7A3CA236CD8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104731" name="Line 725">
                <a:extLst>
                  <a:ext uri="{FF2B5EF4-FFF2-40B4-BE49-F238E27FC236}">
                    <a16:creationId xmlns:a16="http://schemas.microsoft.com/office/drawing/2014/main" id="{EBAF9B78-0DAA-4180-8293-C12B24EC820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4732" name="Line 726">
                <a:extLst>
                  <a:ext uri="{FF2B5EF4-FFF2-40B4-BE49-F238E27FC236}">
                    <a16:creationId xmlns:a16="http://schemas.microsoft.com/office/drawing/2014/main" id="{2DD4C205-3202-4EC1-B045-B6367A0515E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104506" name="Group 727">
              <a:extLst>
                <a:ext uri="{FF2B5EF4-FFF2-40B4-BE49-F238E27FC236}">
                  <a16:creationId xmlns:a16="http://schemas.microsoft.com/office/drawing/2014/main" id="{6D26C539-6C65-41EE-9794-68B9EE0B3C4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812" y="2296"/>
              <a:ext cx="246" cy="108"/>
              <a:chOff x="4334" y="1470"/>
              <a:chExt cx="246" cy="107"/>
            </a:xfrm>
          </p:grpSpPr>
          <p:sp>
            <p:nvSpPr>
              <p:cNvPr id="104719" name="Oval 407">
                <a:extLst>
                  <a:ext uri="{FF2B5EF4-FFF2-40B4-BE49-F238E27FC236}">
                    <a16:creationId xmlns:a16="http://schemas.microsoft.com/office/drawing/2014/main" id="{8C73A078-7050-433D-9F4E-AF9B2E39ED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4720" name="Rectangle 410">
                <a:extLst>
                  <a:ext uri="{FF2B5EF4-FFF2-40B4-BE49-F238E27FC236}">
                    <a16:creationId xmlns:a16="http://schemas.microsoft.com/office/drawing/2014/main" id="{FCE85452-E437-497E-AF3D-AC297F57F5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4721" name="Oval 411">
                <a:extLst>
                  <a:ext uri="{FF2B5EF4-FFF2-40B4-BE49-F238E27FC236}">
                    <a16:creationId xmlns:a16="http://schemas.microsoft.com/office/drawing/2014/main" id="{D6E1E60B-24A5-42B5-967A-FC96AA2C272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104722" name="Group 731">
                <a:extLst>
                  <a:ext uri="{FF2B5EF4-FFF2-40B4-BE49-F238E27FC236}">
                    <a16:creationId xmlns:a16="http://schemas.microsoft.com/office/drawing/2014/main" id="{F6F883A9-9A78-40B3-B328-D47433A3B99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104725" name="Freeform 732">
                  <a:extLst>
                    <a:ext uri="{FF2B5EF4-FFF2-40B4-BE49-F238E27FC236}">
                      <a16:creationId xmlns:a16="http://schemas.microsoft.com/office/drawing/2014/main" id="{4AACBBC2-B87B-4E26-A33F-36C0DF71327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4726" name="Freeform 733">
                  <a:extLst>
                    <a:ext uri="{FF2B5EF4-FFF2-40B4-BE49-F238E27FC236}">
                      <a16:creationId xmlns:a16="http://schemas.microsoft.com/office/drawing/2014/main" id="{3DDC988A-427C-492F-81AF-281712DB6AC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104723" name="Line 734">
                <a:extLst>
                  <a:ext uri="{FF2B5EF4-FFF2-40B4-BE49-F238E27FC236}">
                    <a16:creationId xmlns:a16="http://schemas.microsoft.com/office/drawing/2014/main" id="{F954D1EE-A2AB-4823-B0E1-63886C7002C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50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4724" name="Line 735">
                <a:extLst>
                  <a:ext uri="{FF2B5EF4-FFF2-40B4-BE49-F238E27FC236}">
                    <a16:creationId xmlns:a16="http://schemas.microsoft.com/office/drawing/2014/main" id="{9BA39421-AD04-4743-9A30-10CBB668A37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9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104507" name="Group 736">
              <a:extLst>
                <a:ext uri="{FF2B5EF4-FFF2-40B4-BE49-F238E27FC236}">
                  <a16:creationId xmlns:a16="http://schemas.microsoft.com/office/drawing/2014/main" id="{64AB3318-05A1-4B83-9F92-0E8382AFB22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11" y="3153"/>
              <a:ext cx="281" cy="266"/>
              <a:chOff x="5072" y="3611"/>
              <a:chExt cx="459" cy="380"/>
            </a:xfrm>
          </p:grpSpPr>
          <p:grpSp>
            <p:nvGrpSpPr>
              <p:cNvPr id="104705" name="Group 737">
                <a:extLst>
                  <a:ext uri="{FF2B5EF4-FFF2-40B4-BE49-F238E27FC236}">
                    <a16:creationId xmlns:a16="http://schemas.microsoft.com/office/drawing/2014/main" id="{DC4AA93E-AE75-40AA-9BB7-6EC31B1E4D0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144" y="3611"/>
                <a:ext cx="387" cy="99"/>
                <a:chOff x="5030" y="2639"/>
                <a:chExt cx="387" cy="99"/>
              </a:xfrm>
            </p:grpSpPr>
            <p:sp>
              <p:nvSpPr>
                <p:cNvPr id="104707" name="Freeform 738">
                  <a:extLst>
                    <a:ext uri="{FF2B5EF4-FFF2-40B4-BE49-F238E27FC236}">
                      <a16:creationId xmlns:a16="http://schemas.microsoft.com/office/drawing/2014/main" id="{152519C7-D45D-4F58-8393-373EF8E0FAE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134" y="2657"/>
                  <a:ext cx="69" cy="55"/>
                </a:xfrm>
                <a:custGeom>
                  <a:avLst/>
                  <a:gdLst>
                    <a:gd name="T0" fmla="*/ 0 w 199"/>
                    <a:gd name="T1" fmla="*/ 0 h 232"/>
                    <a:gd name="T2" fmla="*/ 0 w 199"/>
                    <a:gd name="T3" fmla="*/ 0 h 232"/>
                    <a:gd name="T4" fmla="*/ 0 w 199"/>
                    <a:gd name="T5" fmla="*/ 0 h 232"/>
                    <a:gd name="T6" fmla="*/ 0 w 199"/>
                    <a:gd name="T7" fmla="*/ 0 h 232"/>
                    <a:gd name="T8" fmla="*/ 0 w 199"/>
                    <a:gd name="T9" fmla="*/ 0 h 232"/>
                    <a:gd name="T10" fmla="*/ 0 w 199"/>
                    <a:gd name="T11" fmla="*/ 0 h 232"/>
                    <a:gd name="T12" fmla="*/ 0 w 199"/>
                    <a:gd name="T13" fmla="*/ 0 h 232"/>
                    <a:gd name="T14" fmla="*/ 0 w 199"/>
                    <a:gd name="T15" fmla="*/ 0 h 232"/>
                    <a:gd name="T16" fmla="*/ 0 w 199"/>
                    <a:gd name="T17" fmla="*/ 0 h 232"/>
                    <a:gd name="T18" fmla="*/ 0 w 199"/>
                    <a:gd name="T19" fmla="*/ 0 h 232"/>
                    <a:gd name="T20" fmla="*/ 0 w 199"/>
                    <a:gd name="T21" fmla="*/ 0 h 232"/>
                    <a:gd name="T22" fmla="*/ 0 w 199"/>
                    <a:gd name="T23" fmla="*/ 0 h 232"/>
                    <a:gd name="T24" fmla="*/ 0 w 199"/>
                    <a:gd name="T25" fmla="*/ 0 h 232"/>
                    <a:gd name="T26" fmla="*/ 0 w 199"/>
                    <a:gd name="T27" fmla="*/ 0 h 232"/>
                    <a:gd name="T28" fmla="*/ 0 w 199"/>
                    <a:gd name="T29" fmla="*/ 0 h 232"/>
                    <a:gd name="T30" fmla="*/ 0 w 199"/>
                    <a:gd name="T31" fmla="*/ 0 h 232"/>
                    <a:gd name="T32" fmla="*/ 0 w 199"/>
                    <a:gd name="T33" fmla="*/ 0 h 232"/>
                    <a:gd name="T34" fmla="*/ 0 w 199"/>
                    <a:gd name="T35" fmla="*/ 0 h 232"/>
                    <a:gd name="T36" fmla="*/ 0 w 199"/>
                    <a:gd name="T37" fmla="*/ 0 h 232"/>
                    <a:gd name="T38" fmla="*/ 0 w 199"/>
                    <a:gd name="T39" fmla="*/ 0 h 232"/>
                    <a:gd name="T40" fmla="*/ 0 w 199"/>
                    <a:gd name="T41" fmla="*/ 0 h 232"/>
                    <a:gd name="T42" fmla="*/ 0 w 199"/>
                    <a:gd name="T43" fmla="*/ 0 h 232"/>
                    <a:gd name="T44" fmla="*/ 0 w 199"/>
                    <a:gd name="T45" fmla="*/ 0 h 232"/>
                    <a:gd name="T46" fmla="*/ 0 w 199"/>
                    <a:gd name="T47" fmla="*/ 0 h 232"/>
                    <a:gd name="T48" fmla="*/ 0 w 199"/>
                    <a:gd name="T49" fmla="*/ 0 h 232"/>
                    <a:gd name="T50" fmla="*/ 0 w 199"/>
                    <a:gd name="T51" fmla="*/ 0 h 232"/>
                    <a:gd name="T52" fmla="*/ 0 w 199"/>
                    <a:gd name="T53" fmla="*/ 0 h 232"/>
                    <a:gd name="T54" fmla="*/ 0 w 199"/>
                    <a:gd name="T55" fmla="*/ 0 h 232"/>
                    <a:gd name="T56" fmla="*/ 0 w 199"/>
                    <a:gd name="T57" fmla="*/ 0 h 232"/>
                    <a:gd name="T58" fmla="*/ 0 w 199"/>
                    <a:gd name="T59" fmla="*/ 0 h 232"/>
                    <a:gd name="T60" fmla="*/ 0 w 199"/>
                    <a:gd name="T61" fmla="*/ 0 h 232"/>
                    <a:gd name="T62" fmla="*/ 0 w 199"/>
                    <a:gd name="T63" fmla="*/ 0 h 232"/>
                    <a:gd name="T64" fmla="*/ 0 w 199"/>
                    <a:gd name="T65" fmla="*/ 0 h 232"/>
                    <a:gd name="T66" fmla="*/ 0 w 199"/>
                    <a:gd name="T67" fmla="*/ 0 h 232"/>
                    <a:gd name="T68" fmla="*/ 0 w 199"/>
                    <a:gd name="T69" fmla="*/ 0 h 232"/>
                    <a:gd name="T70" fmla="*/ 0 w 199"/>
                    <a:gd name="T71" fmla="*/ 0 h 232"/>
                    <a:gd name="T72" fmla="*/ 0 w 199"/>
                    <a:gd name="T73" fmla="*/ 0 h 232"/>
                    <a:gd name="T74" fmla="*/ 0 w 199"/>
                    <a:gd name="T75" fmla="*/ 0 h 232"/>
                    <a:gd name="T76" fmla="*/ 0 w 199"/>
                    <a:gd name="T77" fmla="*/ 0 h 232"/>
                    <a:gd name="T78" fmla="*/ 0 w 199"/>
                    <a:gd name="T79" fmla="*/ 0 h 232"/>
                    <a:gd name="T80" fmla="*/ 0 w 199"/>
                    <a:gd name="T81" fmla="*/ 0 h 232"/>
                    <a:gd name="T82" fmla="*/ 0 w 199"/>
                    <a:gd name="T83" fmla="*/ 0 h 232"/>
                    <a:gd name="T84" fmla="*/ 0 w 199"/>
                    <a:gd name="T85" fmla="*/ 0 h 232"/>
                    <a:gd name="T86" fmla="*/ 0 w 199"/>
                    <a:gd name="T87" fmla="*/ 0 h 232"/>
                    <a:gd name="T88" fmla="*/ 0 w 199"/>
                    <a:gd name="T89" fmla="*/ 0 h 232"/>
                    <a:gd name="T90" fmla="*/ 0 w 199"/>
                    <a:gd name="T91" fmla="*/ 0 h 232"/>
                    <a:gd name="T92" fmla="*/ 0 w 199"/>
                    <a:gd name="T93" fmla="*/ 0 h 232"/>
                    <a:gd name="T94" fmla="*/ 0 w 199"/>
                    <a:gd name="T95" fmla="*/ 0 h 232"/>
                    <a:gd name="T96" fmla="*/ 0 w 199"/>
                    <a:gd name="T97" fmla="*/ 0 h 232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w 199"/>
                    <a:gd name="T148" fmla="*/ 0 h 232"/>
                    <a:gd name="T149" fmla="*/ 199 w 199"/>
                    <a:gd name="T150" fmla="*/ 232 h 232"/>
                  </a:gdLst>
                  <a:ahLst/>
                  <a:cxnLst>
                    <a:cxn ang="T98">
                      <a:pos x="T0" y="T1"/>
                    </a:cxn>
                    <a:cxn ang="T99">
                      <a:pos x="T2" y="T3"/>
                    </a:cxn>
                    <a:cxn ang="T100">
                      <a:pos x="T4" y="T5"/>
                    </a:cxn>
                    <a:cxn ang="T101">
                      <a:pos x="T6" y="T7"/>
                    </a:cxn>
                    <a:cxn ang="T102">
                      <a:pos x="T8" y="T9"/>
                    </a:cxn>
                    <a:cxn ang="T103">
                      <a:pos x="T10" y="T11"/>
                    </a:cxn>
                    <a:cxn ang="T104">
                      <a:pos x="T12" y="T13"/>
                    </a:cxn>
                    <a:cxn ang="T105">
                      <a:pos x="T14" y="T15"/>
                    </a:cxn>
                    <a:cxn ang="T106">
                      <a:pos x="T16" y="T17"/>
                    </a:cxn>
                    <a:cxn ang="T107">
                      <a:pos x="T18" y="T19"/>
                    </a:cxn>
                    <a:cxn ang="T108">
                      <a:pos x="T20" y="T21"/>
                    </a:cxn>
                    <a:cxn ang="T109">
                      <a:pos x="T22" y="T23"/>
                    </a:cxn>
                    <a:cxn ang="T110">
                      <a:pos x="T24" y="T25"/>
                    </a:cxn>
                    <a:cxn ang="T111">
                      <a:pos x="T26" y="T27"/>
                    </a:cxn>
                    <a:cxn ang="T112">
                      <a:pos x="T28" y="T29"/>
                    </a:cxn>
                    <a:cxn ang="T113">
                      <a:pos x="T30" y="T31"/>
                    </a:cxn>
                    <a:cxn ang="T114">
                      <a:pos x="T32" y="T33"/>
                    </a:cxn>
                    <a:cxn ang="T115">
                      <a:pos x="T34" y="T35"/>
                    </a:cxn>
                    <a:cxn ang="T116">
                      <a:pos x="T36" y="T37"/>
                    </a:cxn>
                    <a:cxn ang="T117">
                      <a:pos x="T38" y="T39"/>
                    </a:cxn>
                    <a:cxn ang="T118">
                      <a:pos x="T40" y="T41"/>
                    </a:cxn>
                    <a:cxn ang="T119">
                      <a:pos x="T42" y="T43"/>
                    </a:cxn>
                    <a:cxn ang="T120">
                      <a:pos x="T44" y="T45"/>
                    </a:cxn>
                    <a:cxn ang="T121">
                      <a:pos x="T46" y="T47"/>
                    </a:cxn>
                    <a:cxn ang="T122">
                      <a:pos x="T48" y="T49"/>
                    </a:cxn>
                    <a:cxn ang="T123">
                      <a:pos x="T50" y="T51"/>
                    </a:cxn>
                    <a:cxn ang="T124">
                      <a:pos x="T52" y="T53"/>
                    </a:cxn>
                    <a:cxn ang="T125">
                      <a:pos x="T54" y="T55"/>
                    </a:cxn>
                    <a:cxn ang="T126">
                      <a:pos x="T56" y="T57"/>
                    </a:cxn>
                    <a:cxn ang="T127">
                      <a:pos x="T58" y="T59"/>
                    </a:cxn>
                    <a:cxn ang="T128">
                      <a:pos x="T60" y="T61"/>
                    </a:cxn>
                    <a:cxn ang="T129">
                      <a:pos x="T62" y="T63"/>
                    </a:cxn>
                    <a:cxn ang="T130">
                      <a:pos x="T64" y="T65"/>
                    </a:cxn>
                    <a:cxn ang="T131">
                      <a:pos x="T66" y="T67"/>
                    </a:cxn>
                    <a:cxn ang="T132">
                      <a:pos x="T68" y="T69"/>
                    </a:cxn>
                    <a:cxn ang="T133">
                      <a:pos x="T70" y="T71"/>
                    </a:cxn>
                    <a:cxn ang="T134">
                      <a:pos x="T72" y="T73"/>
                    </a:cxn>
                    <a:cxn ang="T135">
                      <a:pos x="T74" y="T75"/>
                    </a:cxn>
                    <a:cxn ang="T136">
                      <a:pos x="T76" y="T77"/>
                    </a:cxn>
                    <a:cxn ang="T137">
                      <a:pos x="T78" y="T79"/>
                    </a:cxn>
                    <a:cxn ang="T138">
                      <a:pos x="T80" y="T81"/>
                    </a:cxn>
                    <a:cxn ang="T139">
                      <a:pos x="T82" y="T83"/>
                    </a:cxn>
                    <a:cxn ang="T140">
                      <a:pos x="T84" y="T85"/>
                    </a:cxn>
                    <a:cxn ang="T141">
                      <a:pos x="T86" y="T87"/>
                    </a:cxn>
                    <a:cxn ang="T142">
                      <a:pos x="T88" y="T89"/>
                    </a:cxn>
                    <a:cxn ang="T143">
                      <a:pos x="T90" y="T91"/>
                    </a:cxn>
                    <a:cxn ang="T144">
                      <a:pos x="T92" y="T93"/>
                    </a:cxn>
                    <a:cxn ang="T145">
                      <a:pos x="T94" y="T95"/>
                    </a:cxn>
                    <a:cxn ang="T146">
                      <a:pos x="T96" y="T97"/>
                    </a:cxn>
                  </a:cxnLst>
                  <a:rect l="T147" t="T148" r="T149" b="T150"/>
                  <a:pathLst>
                    <a:path w="199" h="232">
                      <a:moveTo>
                        <a:pt x="70" y="29"/>
                      </a:moveTo>
                      <a:lnTo>
                        <a:pt x="55" y="39"/>
                      </a:lnTo>
                      <a:lnTo>
                        <a:pt x="42" y="50"/>
                      </a:lnTo>
                      <a:lnTo>
                        <a:pt x="30" y="63"/>
                      </a:lnTo>
                      <a:lnTo>
                        <a:pt x="20" y="77"/>
                      </a:lnTo>
                      <a:lnTo>
                        <a:pt x="12" y="91"/>
                      </a:lnTo>
                      <a:lnTo>
                        <a:pt x="6" y="108"/>
                      </a:lnTo>
                      <a:lnTo>
                        <a:pt x="2" y="125"/>
                      </a:lnTo>
                      <a:lnTo>
                        <a:pt x="0" y="142"/>
                      </a:lnTo>
                      <a:lnTo>
                        <a:pt x="2" y="166"/>
                      </a:lnTo>
                      <a:lnTo>
                        <a:pt x="12" y="186"/>
                      </a:lnTo>
                      <a:lnTo>
                        <a:pt x="26" y="203"/>
                      </a:lnTo>
                      <a:lnTo>
                        <a:pt x="45" y="216"/>
                      </a:lnTo>
                      <a:lnTo>
                        <a:pt x="66" y="226"/>
                      </a:lnTo>
                      <a:lnTo>
                        <a:pt x="88" y="230"/>
                      </a:lnTo>
                      <a:lnTo>
                        <a:pt x="111" y="232"/>
                      </a:lnTo>
                      <a:lnTo>
                        <a:pt x="134" y="228"/>
                      </a:lnTo>
                      <a:lnTo>
                        <a:pt x="138" y="228"/>
                      </a:lnTo>
                      <a:lnTo>
                        <a:pt x="143" y="226"/>
                      </a:lnTo>
                      <a:lnTo>
                        <a:pt x="147" y="222"/>
                      </a:lnTo>
                      <a:lnTo>
                        <a:pt x="148" y="218"/>
                      </a:lnTo>
                      <a:lnTo>
                        <a:pt x="145" y="212"/>
                      </a:lnTo>
                      <a:lnTo>
                        <a:pt x="141" y="207"/>
                      </a:lnTo>
                      <a:lnTo>
                        <a:pt x="135" y="203"/>
                      </a:lnTo>
                      <a:lnTo>
                        <a:pt x="129" y="201"/>
                      </a:lnTo>
                      <a:lnTo>
                        <a:pt x="117" y="197"/>
                      </a:lnTo>
                      <a:lnTo>
                        <a:pt x="105" y="195"/>
                      </a:lnTo>
                      <a:lnTo>
                        <a:pt x="94" y="193"/>
                      </a:lnTo>
                      <a:lnTo>
                        <a:pt x="83" y="190"/>
                      </a:lnTo>
                      <a:lnTo>
                        <a:pt x="73" y="187"/>
                      </a:lnTo>
                      <a:lnTo>
                        <a:pt x="62" y="182"/>
                      </a:lnTo>
                      <a:lnTo>
                        <a:pt x="53" y="176"/>
                      </a:lnTo>
                      <a:lnTo>
                        <a:pt x="43" y="167"/>
                      </a:lnTo>
                      <a:lnTo>
                        <a:pt x="40" y="128"/>
                      </a:lnTo>
                      <a:lnTo>
                        <a:pt x="49" y="96"/>
                      </a:lnTo>
                      <a:lnTo>
                        <a:pt x="68" y="71"/>
                      </a:lnTo>
                      <a:lnTo>
                        <a:pt x="94" y="50"/>
                      </a:lnTo>
                      <a:lnTo>
                        <a:pt x="122" y="34"/>
                      </a:lnTo>
                      <a:lnTo>
                        <a:pt x="151" y="21"/>
                      </a:lnTo>
                      <a:lnTo>
                        <a:pt x="178" y="12"/>
                      </a:lnTo>
                      <a:lnTo>
                        <a:pt x="199" y="4"/>
                      </a:lnTo>
                      <a:lnTo>
                        <a:pt x="186" y="1"/>
                      </a:lnTo>
                      <a:lnTo>
                        <a:pt x="172" y="0"/>
                      </a:lnTo>
                      <a:lnTo>
                        <a:pt x="156" y="2"/>
                      </a:lnTo>
                      <a:lnTo>
                        <a:pt x="138" y="4"/>
                      </a:lnTo>
                      <a:lnTo>
                        <a:pt x="121" y="10"/>
                      </a:lnTo>
                      <a:lnTo>
                        <a:pt x="103" y="16"/>
                      </a:lnTo>
                      <a:lnTo>
                        <a:pt x="86" y="23"/>
                      </a:lnTo>
                      <a:lnTo>
                        <a:pt x="70" y="29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4708" name="Freeform 739">
                  <a:extLst>
                    <a:ext uri="{FF2B5EF4-FFF2-40B4-BE49-F238E27FC236}">
                      <a16:creationId xmlns:a16="http://schemas.microsoft.com/office/drawing/2014/main" id="{47FF088F-CAA5-4F13-8C7D-EDF145885B9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52" y="2656"/>
                  <a:ext cx="47" cy="42"/>
                </a:xfrm>
                <a:custGeom>
                  <a:avLst/>
                  <a:gdLst>
                    <a:gd name="T0" fmla="*/ 0 w 128"/>
                    <a:gd name="T1" fmla="*/ 0 h 180"/>
                    <a:gd name="T2" fmla="*/ 0 w 128"/>
                    <a:gd name="T3" fmla="*/ 0 h 180"/>
                    <a:gd name="T4" fmla="*/ 0 w 128"/>
                    <a:gd name="T5" fmla="*/ 0 h 180"/>
                    <a:gd name="T6" fmla="*/ 0 w 128"/>
                    <a:gd name="T7" fmla="*/ 0 h 180"/>
                    <a:gd name="T8" fmla="*/ 0 w 128"/>
                    <a:gd name="T9" fmla="*/ 0 h 180"/>
                    <a:gd name="T10" fmla="*/ 0 w 128"/>
                    <a:gd name="T11" fmla="*/ 0 h 180"/>
                    <a:gd name="T12" fmla="*/ 0 w 128"/>
                    <a:gd name="T13" fmla="*/ 0 h 180"/>
                    <a:gd name="T14" fmla="*/ 0 w 128"/>
                    <a:gd name="T15" fmla="*/ 0 h 180"/>
                    <a:gd name="T16" fmla="*/ 0 w 128"/>
                    <a:gd name="T17" fmla="*/ 0 h 180"/>
                    <a:gd name="T18" fmla="*/ 0 w 128"/>
                    <a:gd name="T19" fmla="*/ 0 h 180"/>
                    <a:gd name="T20" fmla="*/ 0 w 128"/>
                    <a:gd name="T21" fmla="*/ 0 h 180"/>
                    <a:gd name="T22" fmla="*/ 0 w 128"/>
                    <a:gd name="T23" fmla="*/ 0 h 180"/>
                    <a:gd name="T24" fmla="*/ 0 w 128"/>
                    <a:gd name="T25" fmla="*/ 0 h 180"/>
                    <a:gd name="T26" fmla="*/ 0 w 128"/>
                    <a:gd name="T27" fmla="*/ 0 h 180"/>
                    <a:gd name="T28" fmla="*/ 0 w 128"/>
                    <a:gd name="T29" fmla="*/ 0 h 180"/>
                    <a:gd name="T30" fmla="*/ 0 w 128"/>
                    <a:gd name="T31" fmla="*/ 0 h 180"/>
                    <a:gd name="T32" fmla="*/ 0 w 128"/>
                    <a:gd name="T33" fmla="*/ 0 h 180"/>
                    <a:gd name="T34" fmla="*/ 0 w 128"/>
                    <a:gd name="T35" fmla="*/ 0 h 180"/>
                    <a:gd name="T36" fmla="*/ 0 w 128"/>
                    <a:gd name="T37" fmla="*/ 0 h 180"/>
                    <a:gd name="T38" fmla="*/ 0 w 128"/>
                    <a:gd name="T39" fmla="*/ 0 h 180"/>
                    <a:gd name="T40" fmla="*/ 0 w 128"/>
                    <a:gd name="T41" fmla="*/ 0 h 180"/>
                    <a:gd name="T42" fmla="*/ 0 w 128"/>
                    <a:gd name="T43" fmla="*/ 0 h 180"/>
                    <a:gd name="T44" fmla="*/ 0 w 128"/>
                    <a:gd name="T45" fmla="*/ 0 h 180"/>
                    <a:gd name="T46" fmla="*/ 0 w 128"/>
                    <a:gd name="T47" fmla="*/ 0 h 180"/>
                    <a:gd name="T48" fmla="*/ 0 w 128"/>
                    <a:gd name="T49" fmla="*/ 0 h 180"/>
                    <a:gd name="T50" fmla="*/ 0 w 128"/>
                    <a:gd name="T51" fmla="*/ 0 h 180"/>
                    <a:gd name="T52" fmla="*/ 0 w 128"/>
                    <a:gd name="T53" fmla="*/ 0 h 180"/>
                    <a:gd name="T54" fmla="*/ 0 w 128"/>
                    <a:gd name="T55" fmla="*/ 0 h 180"/>
                    <a:gd name="T56" fmla="*/ 0 w 128"/>
                    <a:gd name="T57" fmla="*/ 0 h 180"/>
                    <a:gd name="T58" fmla="*/ 0 w 128"/>
                    <a:gd name="T59" fmla="*/ 0 h 180"/>
                    <a:gd name="T60" fmla="*/ 0 w 128"/>
                    <a:gd name="T61" fmla="*/ 0 h 180"/>
                    <a:gd name="T62" fmla="*/ 0 w 128"/>
                    <a:gd name="T63" fmla="*/ 0 h 180"/>
                    <a:gd name="T64" fmla="*/ 0 w 128"/>
                    <a:gd name="T65" fmla="*/ 0 h 180"/>
                    <a:gd name="T66" fmla="*/ 0 w 128"/>
                    <a:gd name="T67" fmla="*/ 0 h 180"/>
                    <a:gd name="T68" fmla="*/ 0 w 128"/>
                    <a:gd name="T69" fmla="*/ 0 h 180"/>
                    <a:gd name="T70" fmla="*/ 0 w 128"/>
                    <a:gd name="T71" fmla="*/ 0 h 180"/>
                    <a:gd name="T72" fmla="*/ 0 w 128"/>
                    <a:gd name="T73" fmla="*/ 0 h 180"/>
                    <a:gd name="T74" fmla="*/ 0 w 128"/>
                    <a:gd name="T75" fmla="*/ 0 h 180"/>
                    <a:gd name="T76" fmla="*/ 0 w 128"/>
                    <a:gd name="T77" fmla="*/ 0 h 180"/>
                    <a:gd name="T78" fmla="*/ 0 w 128"/>
                    <a:gd name="T79" fmla="*/ 0 h 180"/>
                    <a:gd name="T80" fmla="*/ 0 w 128"/>
                    <a:gd name="T81" fmla="*/ 0 h 180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w 128"/>
                    <a:gd name="T124" fmla="*/ 0 h 180"/>
                    <a:gd name="T125" fmla="*/ 128 w 128"/>
                    <a:gd name="T126" fmla="*/ 180 h 180"/>
                  </a:gdLst>
                  <a:ahLst/>
                  <a:cxnLst>
                    <a:cxn ang="T82">
                      <a:pos x="T0" y="T1"/>
                    </a:cxn>
                    <a:cxn ang="T83">
                      <a:pos x="T2" y="T3"/>
                    </a:cxn>
                    <a:cxn ang="T84">
                      <a:pos x="T4" y="T5"/>
                    </a:cxn>
                    <a:cxn ang="T85">
                      <a:pos x="T6" y="T7"/>
                    </a:cxn>
                    <a:cxn ang="T86">
                      <a:pos x="T8" y="T9"/>
                    </a:cxn>
                    <a:cxn ang="T87">
                      <a:pos x="T10" y="T11"/>
                    </a:cxn>
                    <a:cxn ang="T88">
                      <a:pos x="T12" y="T13"/>
                    </a:cxn>
                    <a:cxn ang="T89">
                      <a:pos x="T14" y="T15"/>
                    </a:cxn>
                    <a:cxn ang="T90">
                      <a:pos x="T16" y="T17"/>
                    </a:cxn>
                    <a:cxn ang="T91">
                      <a:pos x="T18" y="T19"/>
                    </a:cxn>
                    <a:cxn ang="T92">
                      <a:pos x="T20" y="T21"/>
                    </a:cxn>
                    <a:cxn ang="T93">
                      <a:pos x="T22" y="T23"/>
                    </a:cxn>
                    <a:cxn ang="T94">
                      <a:pos x="T24" y="T25"/>
                    </a:cxn>
                    <a:cxn ang="T95">
                      <a:pos x="T26" y="T27"/>
                    </a:cxn>
                    <a:cxn ang="T96">
                      <a:pos x="T28" y="T29"/>
                    </a:cxn>
                    <a:cxn ang="T97">
                      <a:pos x="T30" y="T31"/>
                    </a:cxn>
                    <a:cxn ang="T98">
                      <a:pos x="T32" y="T33"/>
                    </a:cxn>
                    <a:cxn ang="T99">
                      <a:pos x="T34" y="T35"/>
                    </a:cxn>
                    <a:cxn ang="T100">
                      <a:pos x="T36" y="T37"/>
                    </a:cxn>
                    <a:cxn ang="T101">
                      <a:pos x="T38" y="T39"/>
                    </a:cxn>
                    <a:cxn ang="T102">
                      <a:pos x="T40" y="T41"/>
                    </a:cxn>
                    <a:cxn ang="T103">
                      <a:pos x="T42" y="T43"/>
                    </a:cxn>
                    <a:cxn ang="T104">
                      <a:pos x="T44" y="T45"/>
                    </a:cxn>
                    <a:cxn ang="T105">
                      <a:pos x="T46" y="T47"/>
                    </a:cxn>
                    <a:cxn ang="T106">
                      <a:pos x="T48" y="T49"/>
                    </a:cxn>
                    <a:cxn ang="T107">
                      <a:pos x="T50" y="T51"/>
                    </a:cxn>
                    <a:cxn ang="T108">
                      <a:pos x="T52" y="T53"/>
                    </a:cxn>
                    <a:cxn ang="T109">
                      <a:pos x="T54" y="T55"/>
                    </a:cxn>
                    <a:cxn ang="T110">
                      <a:pos x="T56" y="T57"/>
                    </a:cxn>
                    <a:cxn ang="T111">
                      <a:pos x="T58" y="T59"/>
                    </a:cxn>
                    <a:cxn ang="T112">
                      <a:pos x="T60" y="T61"/>
                    </a:cxn>
                    <a:cxn ang="T113">
                      <a:pos x="T62" y="T63"/>
                    </a:cxn>
                    <a:cxn ang="T114">
                      <a:pos x="T64" y="T65"/>
                    </a:cxn>
                    <a:cxn ang="T115">
                      <a:pos x="T66" y="T67"/>
                    </a:cxn>
                    <a:cxn ang="T116">
                      <a:pos x="T68" y="T69"/>
                    </a:cxn>
                    <a:cxn ang="T117">
                      <a:pos x="T70" y="T71"/>
                    </a:cxn>
                    <a:cxn ang="T118">
                      <a:pos x="T72" y="T73"/>
                    </a:cxn>
                    <a:cxn ang="T119">
                      <a:pos x="T74" y="T75"/>
                    </a:cxn>
                    <a:cxn ang="T120">
                      <a:pos x="T76" y="T77"/>
                    </a:cxn>
                    <a:cxn ang="T121">
                      <a:pos x="T78" y="T79"/>
                    </a:cxn>
                    <a:cxn ang="T122">
                      <a:pos x="T80" y="T81"/>
                    </a:cxn>
                  </a:cxnLst>
                  <a:rect l="T123" t="T124" r="T125" b="T126"/>
                  <a:pathLst>
                    <a:path w="128" h="180">
                      <a:moveTo>
                        <a:pt x="108" y="59"/>
                      </a:moveTo>
                      <a:lnTo>
                        <a:pt x="113" y="77"/>
                      </a:lnTo>
                      <a:lnTo>
                        <a:pt x="111" y="94"/>
                      </a:lnTo>
                      <a:lnTo>
                        <a:pt x="103" y="108"/>
                      </a:lnTo>
                      <a:lnTo>
                        <a:pt x="91" y="121"/>
                      </a:lnTo>
                      <a:lnTo>
                        <a:pt x="77" y="132"/>
                      </a:lnTo>
                      <a:lnTo>
                        <a:pt x="61" y="144"/>
                      </a:lnTo>
                      <a:lnTo>
                        <a:pt x="45" y="154"/>
                      </a:lnTo>
                      <a:lnTo>
                        <a:pt x="30" y="164"/>
                      </a:lnTo>
                      <a:lnTo>
                        <a:pt x="28" y="168"/>
                      </a:lnTo>
                      <a:lnTo>
                        <a:pt x="27" y="170"/>
                      </a:lnTo>
                      <a:lnTo>
                        <a:pt x="27" y="174"/>
                      </a:lnTo>
                      <a:lnTo>
                        <a:pt x="28" y="177"/>
                      </a:lnTo>
                      <a:lnTo>
                        <a:pt x="32" y="179"/>
                      </a:lnTo>
                      <a:lnTo>
                        <a:pt x="35" y="180"/>
                      </a:lnTo>
                      <a:lnTo>
                        <a:pt x="37" y="180"/>
                      </a:lnTo>
                      <a:lnTo>
                        <a:pt x="41" y="179"/>
                      </a:lnTo>
                      <a:lnTo>
                        <a:pt x="60" y="169"/>
                      </a:lnTo>
                      <a:lnTo>
                        <a:pt x="77" y="158"/>
                      </a:lnTo>
                      <a:lnTo>
                        <a:pt x="94" y="145"/>
                      </a:lnTo>
                      <a:lnTo>
                        <a:pt x="109" y="130"/>
                      </a:lnTo>
                      <a:lnTo>
                        <a:pt x="120" y="114"/>
                      </a:lnTo>
                      <a:lnTo>
                        <a:pt x="127" y="95"/>
                      </a:lnTo>
                      <a:lnTo>
                        <a:pt x="128" y="76"/>
                      </a:lnTo>
                      <a:lnTo>
                        <a:pt x="123" y="55"/>
                      </a:lnTo>
                      <a:lnTo>
                        <a:pt x="113" y="39"/>
                      </a:lnTo>
                      <a:lnTo>
                        <a:pt x="97" y="25"/>
                      </a:lnTo>
                      <a:lnTo>
                        <a:pt x="79" y="15"/>
                      </a:lnTo>
                      <a:lnTo>
                        <a:pt x="57" y="7"/>
                      </a:lnTo>
                      <a:lnTo>
                        <a:pt x="36" y="2"/>
                      </a:lnTo>
                      <a:lnTo>
                        <a:pt x="19" y="0"/>
                      </a:lnTo>
                      <a:lnTo>
                        <a:pt x="6" y="0"/>
                      </a:lnTo>
                      <a:lnTo>
                        <a:pt x="0" y="4"/>
                      </a:lnTo>
                      <a:lnTo>
                        <a:pt x="14" y="9"/>
                      </a:lnTo>
                      <a:lnTo>
                        <a:pt x="29" y="14"/>
                      </a:lnTo>
                      <a:lnTo>
                        <a:pt x="46" y="19"/>
                      </a:lnTo>
                      <a:lnTo>
                        <a:pt x="61" y="23"/>
                      </a:lnTo>
                      <a:lnTo>
                        <a:pt x="76" y="29"/>
                      </a:lnTo>
                      <a:lnTo>
                        <a:pt x="89" y="37"/>
                      </a:lnTo>
                      <a:lnTo>
                        <a:pt x="100" y="46"/>
                      </a:lnTo>
                      <a:lnTo>
                        <a:pt x="108" y="59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4709" name="Freeform 740">
                  <a:extLst>
                    <a:ext uri="{FF2B5EF4-FFF2-40B4-BE49-F238E27FC236}">
                      <a16:creationId xmlns:a16="http://schemas.microsoft.com/office/drawing/2014/main" id="{352C876E-5208-497C-B2F7-B50E8A30F61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89" y="2646"/>
                  <a:ext cx="114" cy="88"/>
                </a:xfrm>
                <a:custGeom>
                  <a:avLst/>
                  <a:gdLst>
                    <a:gd name="T0" fmla="*/ 0 w 322"/>
                    <a:gd name="T1" fmla="*/ 0 h 378"/>
                    <a:gd name="T2" fmla="*/ 0 w 322"/>
                    <a:gd name="T3" fmla="*/ 0 h 378"/>
                    <a:gd name="T4" fmla="*/ 0 w 322"/>
                    <a:gd name="T5" fmla="*/ 0 h 378"/>
                    <a:gd name="T6" fmla="*/ 0 w 322"/>
                    <a:gd name="T7" fmla="*/ 0 h 378"/>
                    <a:gd name="T8" fmla="*/ 0 w 322"/>
                    <a:gd name="T9" fmla="*/ 0 h 378"/>
                    <a:gd name="T10" fmla="*/ 0 w 322"/>
                    <a:gd name="T11" fmla="*/ 0 h 378"/>
                    <a:gd name="T12" fmla="*/ 0 w 322"/>
                    <a:gd name="T13" fmla="*/ 0 h 378"/>
                    <a:gd name="T14" fmla="*/ 0 w 322"/>
                    <a:gd name="T15" fmla="*/ 0 h 378"/>
                    <a:gd name="T16" fmla="*/ 0 w 322"/>
                    <a:gd name="T17" fmla="*/ 0 h 378"/>
                    <a:gd name="T18" fmla="*/ 0 w 322"/>
                    <a:gd name="T19" fmla="*/ 0 h 378"/>
                    <a:gd name="T20" fmla="*/ 0 w 322"/>
                    <a:gd name="T21" fmla="*/ 0 h 378"/>
                    <a:gd name="T22" fmla="*/ 0 w 322"/>
                    <a:gd name="T23" fmla="*/ 0 h 378"/>
                    <a:gd name="T24" fmla="*/ 0 w 322"/>
                    <a:gd name="T25" fmla="*/ 0 h 378"/>
                    <a:gd name="T26" fmla="*/ 0 w 322"/>
                    <a:gd name="T27" fmla="*/ 0 h 378"/>
                    <a:gd name="T28" fmla="*/ 0 w 322"/>
                    <a:gd name="T29" fmla="*/ 0 h 378"/>
                    <a:gd name="T30" fmla="*/ 0 w 322"/>
                    <a:gd name="T31" fmla="*/ 0 h 378"/>
                    <a:gd name="T32" fmla="*/ 0 w 322"/>
                    <a:gd name="T33" fmla="*/ 0 h 378"/>
                    <a:gd name="T34" fmla="*/ 0 w 322"/>
                    <a:gd name="T35" fmla="*/ 0 h 378"/>
                    <a:gd name="T36" fmla="*/ 0 w 322"/>
                    <a:gd name="T37" fmla="*/ 0 h 378"/>
                    <a:gd name="T38" fmla="*/ 0 w 322"/>
                    <a:gd name="T39" fmla="*/ 0 h 378"/>
                    <a:gd name="T40" fmla="*/ 0 w 322"/>
                    <a:gd name="T41" fmla="*/ 0 h 378"/>
                    <a:gd name="T42" fmla="*/ 0 w 322"/>
                    <a:gd name="T43" fmla="*/ 0 h 378"/>
                    <a:gd name="T44" fmla="*/ 0 w 322"/>
                    <a:gd name="T45" fmla="*/ 0 h 378"/>
                    <a:gd name="T46" fmla="*/ 0 w 322"/>
                    <a:gd name="T47" fmla="*/ 0 h 378"/>
                    <a:gd name="T48" fmla="*/ 0 w 322"/>
                    <a:gd name="T49" fmla="*/ 0 h 378"/>
                    <a:gd name="T50" fmla="*/ 0 w 322"/>
                    <a:gd name="T51" fmla="*/ 0 h 378"/>
                    <a:gd name="T52" fmla="*/ 0 w 322"/>
                    <a:gd name="T53" fmla="*/ 0 h 378"/>
                    <a:gd name="T54" fmla="*/ 0 w 322"/>
                    <a:gd name="T55" fmla="*/ 0 h 378"/>
                    <a:gd name="T56" fmla="*/ 0 w 322"/>
                    <a:gd name="T57" fmla="*/ 0 h 378"/>
                    <a:gd name="T58" fmla="*/ 0 w 322"/>
                    <a:gd name="T59" fmla="*/ 0 h 378"/>
                    <a:gd name="T60" fmla="*/ 0 w 322"/>
                    <a:gd name="T61" fmla="*/ 0 h 378"/>
                    <a:gd name="T62" fmla="*/ 0 w 322"/>
                    <a:gd name="T63" fmla="*/ 0 h 378"/>
                    <a:gd name="T64" fmla="*/ 0 w 322"/>
                    <a:gd name="T65" fmla="*/ 0 h 378"/>
                    <a:gd name="T66" fmla="*/ 0 w 322"/>
                    <a:gd name="T67" fmla="*/ 0 h 378"/>
                    <a:gd name="T68" fmla="*/ 0 w 322"/>
                    <a:gd name="T69" fmla="*/ 0 h 378"/>
                    <a:gd name="T70" fmla="*/ 0 w 322"/>
                    <a:gd name="T71" fmla="*/ 0 h 378"/>
                    <a:gd name="T72" fmla="*/ 0 w 322"/>
                    <a:gd name="T73" fmla="*/ 0 h 378"/>
                    <a:gd name="T74" fmla="*/ 0 w 322"/>
                    <a:gd name="T75" fmla="*/ 0 h 378"/>
                    <a:gd name="T76" fmla="*/ 0 w 322"/>
                    <a:gd name="T77" fmla="*/ 0 h 378"/>
                    <a:gd name="T78" fmla="*/ 0 w 322"/>
                    <a:gd name="T79" fmla="*/ 0 h 378"/>
                    <a:gd name="T80" fmla="*/ 0 w 322"/>
                    <a:gd name="T81" fmla="*/ 0 h 378"/>
                    <a:gd name="T82" fmla="*/ 0 w 322"/>
                    <a:gd name="T83" fmla="*/ 0 h 378"/>
                    <a:gd name="T84" fmla="*/ 0 w 322"/>
                    <a:gd name="T85" fmla="*/ 0 h 378"/>
                    <a:gd name="T86" fmla="*/ 0 w 322"/>
                    <a:gd name="T87" fmla="*/ 0 h 378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w 322"/>
                    <a:gd name="T133" fmla="*/ 0 h 378"/>
                    <a:gd name="T134" fmla="*/ 322 w 322"/>
                    <a:gd name="T135" fmla="*/ 378 h 378"/>
                  </a:gdLst>
                  <a:ahLst/>
                  <a:cxnLst>
                    <a:cxn ang="T88">
                      <a:pos x="T0" y="T1"/>
                    </a:cxn>
                    <a:cxn ang="T89">
                      <a:pos x="T2" y="T3"/>
                    </a:cxn>
                    <a:cxn ang="T90">
                      <a:pos x="T4" y="T5"/>
                    </a:cxn>
                    <a:cxn ang="T91">
                      <a:pos x="T6" y="T7"/>
                    </a:cxn>
                    <a:cxn ang="T92">
                      <a:pos x="T8" y="T9"/>
                    </a:cxn>
                    <a:cxn ang="T93">
                      <a:pos x="T10" y="T11"/>
                    </a:cxn>
                    <a:cxn ang="T94">
                      <a:pos x="T12" y="T13"/>
                    </a:cxn>
                    <a:cxn ang="T95">
                      <a:pos x="T14" y="T15"/>
                    </a:cxn>
                    <a:cxn ang="T96">
                      <a:pos x="T16" y="T17"/>
                    </a:cxn>
                    <a:cxn ang="T97">
                      <a:pos x="T18" y="T19"/>
                    </a:cxn>
                    <a:cxn ang="T98">
                      <a:pos x="T20" y="T21"/>
                    </a:cxn>
                    <a:cxn ang="T99">
                      <a:pos x="T22" y="T23"/>
                    </a:cxn>
                    <a:cxn ang="T100">
                      <a:pos x="T24" y="T25"/>
                    </a:cxn>
                    <a:cxn ang="T101">
                      <a:pos x="T26" y="T27"/>
                    </a:cxn>
                    <a:cxn ang="T102">
                      <a:pos x="T28" y="T29"/>
                    </a:cxn>
                    <a:cxn ang="T103">
                      <a:pos x="T30" y="T31"/>
                    </a:cxn>
                    <a:cxn ang="T104">
                      <a:pos x="T32" y="T33"/>
                    </a:cxn>
                    <a:cxn ang="T105">
                      <a:pos x="T34" y="T35"/>
                    </a:cxn>
                    <a:cxn ang="T106">
                      <a:pos x="T36" y="T37"/>
                    </a:cxn>
                    <a:cxn ang="T107">
                      <a:pos x="T38" y="T39"/>
                    </a:cxn>
                    <a:cxn ang="T108">
                      <a:pos x="T40" y="T41"/>
                    </a:cxn>
                    <a:cxn ang="T109">
                      <a:pos x="T42" y="T43"/>
                    </a:cxn>
                    <a:cxn ang="T110">
                      <a:pos x="T44" y="T45"/>
                    </a:cxn>
                    <a:cxn ang="T111">
                      <a:pos x="T46" y="T47"/>
                    </a:cxn>
                    <a:cxn ang="T112">
                      <a:pos x="T48" y="T49"/>
                    </a:cxn>
                    <a:cxn ang="T113">
                      <a:pos x="T50" y="T51"/>
                    </a:cxn>
                    <a:cxn ang="T114">
                      <a:pos x="T52" y="T53"/>
                    </a:cxn>
                    <a:cxn ang="T115">
                      <a:pos x="T54" y="T55"/>
                    </a:cxn>
                    <a:cxn ang="T116">
                      <a:pos x="T56" y="T57"/>
                    </a:cxn>
                    <a:cxn ang="T117">
                      <a:pos x="T58" y="T59"/>
                    </a:cxn>
                    <a:cxn ang="T118">
                      <a:pos x="T60" y="T61"/>
                    </a:cxn>
                    <a:cxn ang="T119">
                      <a:pos x="T62" y="T63"/>
                    </a:cxn>
                    <a:cxn ang="T120">
                      <a:pos x="T64" y="T65"/>
                    </a:cxn>
                    <a:cxn ang="T121">
                      <a:pos x="T66" y="T67"/>
                    </a:cxn>
                    <a:cxn ang="T122">
                      <a:pos x="T68" y="T69"/>
                    </a:cxn>
                    <a:cxn ang="T123">
                      <a:pos x="T70" y="T71"/>
                    </a:cxn>
                    <a:cxn ang="T124">
                      <a:pos x="T72" y="T73"/>
                    </a:cxn>
                    <a:cxn ang="T125">
                      <a:pos x="T74" y="T75"/>
                    </a:cxn>
                    <a:cxn ang="T126">
                      <a:pos x="T76" y="T77"/>
                    </a:cxn>
                    <a:cxn ang="T127">
                      <a:pos x="T78" y="T79"/>
                    </a:cxn>
                    <a:cxn ang="T128">
                      <a:pos x="T80" y="T81"/>
                    </a:cxn>
                    <a:cxn ang="T129">
                      <a:pos x="T82" y="T83"/>
                    </a:cxn>
                    <a:cxn ang="T130">
                      <a:pos x="T84" y="T85"/>
                    </a:cxn>
                    <a:cxn ang="T131">
                      <a:pos x="T86" y="T87"/>
                    </a:cxn>
                  </a:cxnLst>
                  <a:rect l="T132" t="T133" r="T134" b="T135"/>
                  <a:pathLst>
                    <a:path w="322" h="378">
                      <a:moveTo>
                        <a:pt x="125" y="49"/>
                      </a:moveTo>
                      <a:lnTo>
                        <a:pt x="100" y="70"/>
                      </a:lnTo>
                      <a:lnTo>
                        <a:pt x="76" y="90"/>
                      </a:lnTo>
                      <a:lnTo>
                        <a:pt x="53" y="115"/>
                      </a:lnTo>
                      <a:lnTo>
                        <a:pt x="34" y="140"/>
                      </a:lnTo>
                      <a:lnTo>
                        <a:pt x="17" y="166"/>
                      </a:lnTo>
                      <a:lnTo>
                        <a:pt x="5" y="195"/>
                      </a:lnTo>
                      <a:lnTo>
                        <a:pt x="0" y="226"/>
                      </a:lnTo>
                      <a:lnTo>
                        <a:pt x="1" y="258"/>
                      </a:lnTo>
                      <a:lnTo>
                        <a:pt x="3" y="266"/>
                      </a:lnTo>
                      <a:lnTo>
                        <a:pt x="5" y="275"/>
                      </a:lnTo>
                      <a:lnTo>
                        <a:pt x="9" y="282"/>
                      </a:lnTo>
                      <a:lnTo>
                        <a:pt x="14" y="290"/>
                      </a:lnTo>
                      <a:lnTo>
                        <a:pt x="19" y="297"/>
                      </a:lnTo>
                      <a:lnTo>
                        <a:pt x="26" y="304"/>
                      </a:lnTo>
                      <a:lnTo>
                        <a:pt x="32" y="310"/>
                      </a:lnTo>
                      <a:lnTo>
                        <a:pt x="41" y="314"/>
                      </a:lnTo>
                      <a:lnTo>
                        <a:pt x="56" y="324"/>
                      </a:lnTo>
                      <a:lnTo>
                        <a:pt x="71" y="332"/>
                      </a:lnTo>
                      <a:lnTo>
                        <a:pt x="86" y="338"/>
                      </a:lnTo>
                      <a:lnTo>
                        <a:pt x="103" y="344"/>
                      </a:lnTo>
                      <a:lnTo>
                        <a:pt x="119" y="350"/>
                      </a:lnTo>
                      <a:lnTo>
                        <a:pt x="136" y="355"/>
                      </a:lnTo>
                      <a:lnTo>
                        <a:pt x="152" y="359"/>
                      </a:lnTo>
                      <a:lnTo>
                        <a:pt x="168" y="363"/>
                      </a:lnTo>
                      <a:lnTo>
                        <a:pt x="186" y="366"/>
                      </a:lnTo>
                      <a:lnTo>
                        <a:pt x="202" y="368"/>
                      </a:lnTo>
                      <a:lnTo>
                        <a:pt x="220" y="371"/>
                      </a:lnTo>
                      <a:lnTo>
                        <a:pt x="238" y="373"/>
                      </a:lnTo>
                      <a:lnTo>
                        <a:pt x="254" y="374"/>
                      </a:lnTo>
                      <a:lnTo>
                        <a:pt x="272" y="375"/>
                      </a:lnTo>
                      <a:lnTo>
                        <a:pt x="289" y="376"/>
                      </a:lnTo>
                      <a:lnTo>
                        <a:pt x="306" y="378"/>
                      </a:lnTo>
                      <a:lnTo>
                        <a:pt x="311" y="378"/>
                      </a:lnTo>
                      <a:lnTo>
                        <a:pt x="316" y="375"/>
                      </a:lnTo>
                      <a:lnTo>
                        <a:pt x="320" y="371"/>
                      </a:lnTo>
                      <a:lnTo>
                        <a:pt x="322" y="366"/>
                      </a:lnTo>
                      <a:lnTo>
                        <a:pt x="322" y="360"/>
                      </a:lnTo>
                      <a:lnTo>
                        <a:pt x="320" y="356"/>
                      </a:lnTo>
                      <a:lnTo>
                        <a:pt x="315" y="352"/>
                      </a:lnTo>
                      <a:lnTo>
                        <a:pt x="309" y="350"/>
                      </a:lnTo>
                      <a:lnTo>
                        <a:pt x="294" y="347"/>
                      </a:lnTo>
                      <a:lnTo>
                        <a:pt x="279" y="344"/>
                      </a:lnTo>
                      <a:lnTo>
                        <a:pt x="263" y="341"/>
                      </a:lnTo>
                      <a:lnTo>
                        <a:pt x="247" y="338"/>
                      </a:lnTo>
                      <a:lnTo>
                        <a:pt x="232" y="336"/>
                      </a:lnTo>
                      <a:lnTo>
                        <a:pt x="216" y="334"/>
                      </a:lnTo>
                      <a:lnTo>
                        <a:pt x="200" y="332"/>
                      </a:lnTo>
                      <a:lnTo>
                        <a:pt x="185" y="328"/>
                      </a:lnTo>
                      <a:lnTo>
                        <a:pt x="170" y="326"/>
                      </a:lnTo>
                      <a:lnTo>
                        <a:pt x="154" y="322"/>
                      </a:lnTo>
                      <a:lnTo>
                        <a:pt x="139" y="318"/>
                      </a:lnTo>
                      <a:lnTo>
                        <a:pt x="124" y="314"/>
                      </a:lnTo>
                      <a:lnTo>
                        <a:pt x="110" y="309"/>
                      </a:lnTo>
                      <a:lnTo>
                        <a:pt x="94" y="303"/>
                      </a:lnTo>
                      <a:lnTo>
                        <a:pt x="80" y="297"/>
                      </a:lnTo>
                      <a:lnTo>
                        <a:pt x="66" y="289"/>
                      </a:lnTo>
                      <a:lnTo>
                        <a:pt x="55" y="281"/>
                      </a:lnTo>
                      <a:lnTo>
                        <a:pt x="45" y="271"/>
                      </a:lnTo>
                      <a:lnTo>
                        <a:pt x="38" y="259"/>
                      </a:lnTo>
                      <a:lnTo>
                        <a:pt x="35" y="245"/>
                      </a:lnTo>
                      <a:lnTo>
                        <a:pt x="34" y="232"/>
                      </a:lnTo>
                      <a:lnTo>
                        <a:pt x="35" y="216"/>
                      </a:lnTo>
                      <a:lnTo>
                        <a:pt x="38" y="200"/>
                      </a:lnTo>
                      <a:lnTo>
                        <a:pt x="43" y="187"/>
                      </a:lnTo>
                      <a:lnTo>
                        <a:pt x="51" y="170"/>
                      </a:lnTo>
                      <a:lnTo>
                        <a:pt x="60" y="152"/>
                      </a:lnTo>
                      <a:lnTo>
                        <a:pt x="71" y="137"/>
                      </a:lnTo>
                      <a:lnTo>
                        <a:pt x="83" y="124"/>
                      </a:lnTo>
                      <a:lnTo>
                        <a:pt x="94" y="110"/>
                      </a:lnTo>
                      <a:lnTo>
                        <a:pt x="107" y="96"/>
                      </a:lnTo>
                      <a:lnTo>
                        <a:pt x="123" y="82"/>
                      </a:lnTo>
                      <a:lnTo>
                        <a:pt x="138" y="69"/>
                      </a:lnTo>
                      <a:lnTo>
                        <a:pt x="153" y="57"/>
                      </a:lnTo>
                      <a:lnTo>
                        <a:pt x="173" y="47"/>
                      </a:lnTo>
                      <a:lnTo>
                        <a:pt x="195" y="38"/>
                      </a:lnTo>
                      <a:lnTo>
                        <a:pt x="218" y="28"/>
                      </a:lnTo>
                      <a:lnTo>
                        <a:pt x="238" y="20"/>
                      </a:lnTo>
                      <a:lnTo>
                        <a:pt x="254" y="13"/>
                      </a:lnTo>
                      <a:lnTo>
                        <a:pt x="264" y="7"/>
                      </a:lnTo>
                      <a:lnTo>
                        <a:pt x="268" y="2"/>
                      </a:lnTo>
                      <a:lnTo>
                        <a:pt x="256" y="0"/>
                      </a:lnTo>
                      <a:lnTo>
                        <a:pt x="240" y="1"/>
                      </a:lnTo>
                      <a:lnTo>
                        <a:pt x="221" y="4"/>
                      </a:lnTo>
                      <a:lnTo>
                        <a:pt x="201" y="10"/>
                      </a:lnTo>
                      <a:lnTo>
                        <a:pt x="180" y="18"/>
                      </a:lnTo>
                      <a:lnTo>
                        <a:pt x="160" y="27"/>
                      </a:lnTo>
                      <a:lnTo>
                        <a:pt x="141" y="38"/>
                      </a:lnTo>
                      <a:lnTo>
                        <a:pt x="125" y="49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4710" name="Freeform 741">
                  <a:extLst>
                    <a:ext uri="{FF2B5EF4-FFF2-40B4-BE49-F238E27FC236}">
                      <a16:creationId xmlns:a16="http://schemas.microsoft.com/office/drawing/2014/main" id="{5743E85E-D551-4120-8643-52C942DA1AB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50" y="2643"/>
                  <a:ext cx="99" cy="59"/>
                </a:xfrm>
                <a:custGeom>
                  <a:avLst/>
                  <a:gdLst>
                    <a:gd name="T0" fmla="*/ 0 w 283"/>
                    <a:gd name="T1" fmla="*/ 0 h 252"/>
                    <a:gd name="T2" fmla="*/ 0 w 283"/>
                    <a:gd name="T3" fmla="*/ 0 h 252"/>
                    <a:gd name="T4" fmla="*/ 0 w 283"/>
                    <a:gd name="T5" fmla="*/ 0 h 252"/>
                    <a:gd name="T6" fmla="*/ 0 w 283"/>
                    <a:gd name="T7" fmla="*/ 0 h 252"/>
                    <a:gd name="T8" fmla="*/ 0 w 283"/>
                    <a:gd name="T9" fmla="*/ 0 h 252"/>
                    <a:gd name="T10" fmla="*/ 0 w 283"/>
                    <a:gd name="T11" fmla="*/ 0 h 252"/>
                    <a:gd name="T12" fmla="*/ 0 w 283"/>
                    <a:gd name="T13" fmla="*/ 0 h 252"/>
                    <a:gd name="T14" fmla="*/ 0 w 283"/>
                    <a:gd name="T15" fmla="*/ 0 h 252"/>
                    <a:gd name="T16" fmla="*/ 0 w 283"/>
                    <a:gd name="T17" fmla="*/ 0 h 252"/>
                    <a:gd name="T18" fmla="*/ 0 w 283"/>
                    <a:gd name="T19" fmla="*/ 0 h 252"/>
                    <a:gd name="T20" fmla="*/ 0 w 283"/>
                    <a:gd name="T21" fmla="*/ 0 h 252"/>
                    <a:gd name="T22" fmla="*/ 0 w 283"/>
                    <a:gd name="T23" fmla="*/ 0 h 252"/>
                    <a:gd name="T24" fmla="*/ 0 w 283"/>
                    <a:gd name="T25" fmla="*/ 0 h 252"/>
                    <a:gd name="T26" fmla="*/ 0 w 283"/>
                    <a:gd name="T27" fmla="*/ 0 h 252"/>
                    <a:gd name="T28" fmla="*/ 0 w 283"/>
                    <a:gd name="T29" fmla="*/ 0 h 252"/>
                    <a:gd name="T30" fmla="*/ 0 w 283"/>
                    <a:gd name="T31" fmla="*/ 0 h 252"/>
                    <a:gd name="T32" fmla="*/ 0 w 283"/>
                    <a:gd name="T33" fmla="*/ 0 h 252"/>
                    <a:gd name="T34" fmla="*/ 0 w 283"/>
                    <a:gd name="T35" fmla="*/ 0 h 252"/>
                    <a:gd name="T36" fmla="*/ 0 w 283"/>
                    <a:gd name="T37" fmla="*/ 0 h 252"/>
                    <a:gd name="T38" fmla="*/ 0 w 283"/>
                    <a:gd name="T39" fmla="*/ 0 h 252"/>
                    <a:gd name="T40" fmla="*/ 0 w 283"/>
                    <a:gd name="T41" fmla="*/ 0 h 252"/>
                    <a:gd name="T42" fmla="*/ 0 w 283"/>
                    <a:gd name="T43" fmla="*/ 0 h 252"/>
                    <a:gd name="T44" fmla="*/ 0 w 283"/>
                    <a:gd name="T45" fmla="*/ 0 h 252"/>
                    <a:gd name="T46" fmla="*/ 0 w 283"/>
                    <a:gd name="T47" fmla="*/ 0 h 252"/>
                    <a:gd name="T48" fmla="*/ 0 w 283"/>
                    <a:gd name="T49" fmla="*/ 0 h 252"/>
                    <a:gd name="T50" fmla="*/ 0 w 283"/>
                    <a:gd name="T51" fmla="*/ 0 h 252"/>
                    <a:gd name="T52" fmla="*/ 0 w 283"/>
                    <a:gd name="T53" fmla="*/ 0 h 252"/>
                    <a:gd name="T54" fmla="*/ 0 w 283"/>
                    <a:gd name="T55" fmla="*/ 0 h 252"/>
                    <a:gd name="T56" fmla="*/ 0 w 283"/>
                    <a:gd name="T57" fmla="*/ 0 h 252"/>
                    <a:gd name="T58" fmla="*/ 0 w 283"/>
                    <a:gd name="T59" fmla="*/ 0 h 252"/>
                    <a:gd name="T60" fmla="*/ 0 w 283"/>
                    <a:gd name="T61" fmla="*/ 0 h 252"/>
                    <a:gd name="T62" fmla="*/ 0 w 283"/>
                    <a:gd name="T63" fmla="*/ 0 h 252"/>
                    <a:gd name="T64" fmla="*/ 0 w 283"/>
                    <a:gd name="T65" fmla="*/ 0 h 252"/>
                    <a:gd name="T66" fmla="*/ 0 w 283"/>
                    <a:gd name="T67" fmla="*/ 0 h 252"/>
                    <a:gd name="T68" fmla="*/ 0 w 283"/>
                    <a:gd name="T69" fmla="*/ 0 h 252"/>
                    <a:gd name="T70" fmla="*/ 0 w 283"/>
                    <a:gd name="T71" fmla="*/ 0 h 252"/>
                    <a:gd name="T72" fmla="*/ 0 w 283"/>
                    <a:gd name="T73" fmla="*/ 0 h 252"/>
                    <a:gd name="T74" fmla="*/ 0 w 283"/>
                    <a:gd name="T75" fmla="*/ 0 h 252"/>
                    <a:gd name="T76" fmla="*/ 0 w 283"/>
                    <a:gd name="T77" fmla="*/ 0 h 252"/>
                    <a:gd name="T78" fmla="*/ 0 w 283"/>
                    <a:gd name="T79" fmla="*/ 0 h 252"/>
                    <a:gd name="T80" fmla="*/ 0 w 283"/>
                    <a:gd name="T81" fmla="*/ 0 h 252"/>
                    <a:gd name="T82" fmla="*/ 0 w 283"/>
                    <a:gd name="T83" fmla="*/ 0 h 252"/>
                    <a:gd name="T84" fmla="*/ 0 w 283"/>
                    <a:gd name="T85" fmla="*/ 0 h 252"/>
                    <a:gd name="T86" fmla="*/ 0 w 283"/>
                    <a:gd name="T87" fmla="*/ 0 h 252"/>
                    <a:gd name="T88" fmla="*/ 0 w 283"/>
                    <a:gd name="T89" fmla="*/ 0 h 252"/>
                    <a:gd name="T90" fmla="*/ 0 w 283"/>
                    <a:gd name="T91" fmla="*/ 0 h 252"/>
                    <a:gd name="T92" fmla="*/ 0 w 283"/>
                    <a:gd name="T93" fmla="*/ 0 h 252"/>
                    <a:gd name="T94" fmla="*/ 0 w 283"/>
                    <a:gd name="T95" fmla="*/ 0 h 252"/>
                    <a:gd name="T96" fmla="*/ 0 w 283"/>
                    <a:gd name="T97" fmla="*/ 0 h 252"/>
                    <a:gd name="T98" fmla="*/ 0 w 283"/>
                    <a:gd name="T99" fmla="*/ 0 h 252"/>
                    <a:gd name="T100" fmla="*/ 0 w 283"/>
                    <a:gd name="T101" fmla="*/ 0 h 252"/>
                    <a:gd name="T102" fmla="*/ 0 w 283"/>
                    <a:gd name="T103" fmla="*/ 0 h 252"/>
                    <a:gd name="T104" fmla="*/ 0 w 283"/>
                    <a:gd name="T105" fmla="*/ 0 h 252"/>
                    <a:gd name="T106" fmla="*/ 0 w 283"/>
                    <a:gd name="T107" fmla="*/ 0 h 252"/>
                    <a:gd name="T108" fmla="*/ 0 w 283"/>
                    <a:gd name="T109" fmla="*/ 0 h 252"/>
                    <a:gd name="T110" fmla="*/ 0 w 283"/>
                    <a:gd name="T111" fmla="*/ 0 h 252"/>
                    <a:gd name="T112" fmla="*/ 0 w 283"/>
                    <a:gd name="T113" fmla="*/ 0 h 252"/>
                    <a:gd name="T114" fmla="*/ 0 w 283"/>
                    <a:gd name="T115" fmla="*/ 0 h 252"/>
                    <a:gd name="T116" fmla="*/ 0 w 283"/>
                    <a:gd name="T117" fmla="*/ 0 h 252"/>
                    <a:gd name="T118" fmla="*/ 0 w 283"/>
                    <a:gd name="T119" fmla="*/ 0 h 252"/>
                    <a:gd name="T120" fmla="*/ 0 w 283"/>
                    <a:gd name="T121" fmla="*/ 0 h 252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60000 65536"/>
                    <a:gd name="T148" fmla="*/ 0 60000 65536"/>
                    <a:gd name="T149" fmla="*/ 0 60000 65536"/>
                    <a:gd name="T150" fmla="*/ 0 60000 65536"/>
                    <a:gd name="T151" fmla="*/ 0 60000 65536"/>
                    <a:gd name="T152" fmla="*/ 0 60000 65536"/>
                    <a:gd name="T153" fmla="*/ 0 60000 65536"/>
                    <a:gd name="T154" fmla="*/ 0 60000 65536"/>
                    <a:gd name="T155" fmla="*/ 0 60000 65536"/>
                    <a:gd name="T156" fmla="*/ 0 60000 65536"/>
                    <a:gd name="T157" fmla="*/ 0 60000 65536"/>
                    <a:gd name="T158" fmla="*/ 0 60000 65536"/>
                    <a:gd name="T159" fmla="*/ 0 60000 65536"/>
                    <a:gd name="T160" fmla="*/ 0 60000 65536"/>
                    <a:gd name="T161" fmla="*/ 0 60000 65536"/>
                    <a:gd name="T162" fmla="*/ 0 60000 65536"/>
                    <a:gd name="T163" fmla="*/ 0 60000 65536"/>
                    <a:gd name="T164" fmla="*/ 0 60000 65536"/>
                    <a:gd name="T165" fmla="*/ 0 60000 65536"/>
                    <a:gd name="T166" fmla="*/ 0 60000 65536"/>
                    <a:gd name="T167" fmla="*/ 0 60000 65536"/>
                    <a:gd name="T168" fmla="*/ 0 60000 65536"/>
                    <a:gd name="T169" fmla="*/ 0 60000 65536"/>
                    <a:gd name="T170" fmla="*/ 0 60000 65536"/>
                    <a:gd name="T171" fmla="*/ 0 60000 65536"/>
                    <a:gd name="T172" fmla="*/ 0 60000 65536"/>
                    <a:gd name="T173" fmla="*/ 0 60000 65536"/>
                    <a:gd name="T174" fmla="*/ 0 60000 65536"/>
                    <a:gd name="T175" fmla="*/ 0 60000 65536"/>
                    <a:gd name="T176" fmla="*/ 0 60000 65536"/>
                    <a:gd name="T177" fmla="*/ 0 60000 65536"/>
                    <a:gd name="T178" fmla="*/ 0 60000 65536"/>
                    <a:gd name="T179" fmla="*/ 0 60000 65536"/>
                    <a:gd name="T180" fmla="*/ 0 60000 65536"/>
                    <a:gd name="T181" fmla="*/ 0 60000 65536"/>
                    <a:gd name="T182" fmla="*/ 0 60000 65536"/>
                    <a:gd name="T183" fmla="*/ 0 w 283"/>
                    <a:gd name="T184" fmla="*/ 0 h 252"/>
                    <a:gd name="T185" fmla="*/ 283 w 283"/>
                    <a:gd name="T186" fmla="*/ 252 h 252"/>
                  </a:gdLst>
                  <a:ahLst/>
                  <a:cxnLst>
                    <a:cxn ang="T122">
                      <a:pos x="T0" y="T1"/>
                    </a:cxn>
                    <a:cxn ang="T123">
                      <a:pos x="T2" y="T3"/>
                    </a:cxn>
                    <a:cxn ang="T124">
                      <a:pos x="T4" y="T5"/>
                    </a:cxn>
                    <a:cxn ang="T125">
                      <a:pos x="T6" y="T7"/>
                    </a:cxn>
                    <a:cxn ang="T126">
                      <a:pos x="T8" y="T9"/>
                    </a:cxn>
                    <a:cxn ang="T127">
                      <a:pos x="T10" y="T11"/>
                    </a:cxn>
                    <a:cxn ang="T128">
                      <a:pos x="T12" y="T13"/>
                    </a:cxn>
                    <a:cxn ang="T129">
                      <a:pos x="T14" y="T15"/>
                    </a:cxn>
                    <a:cxn ang="T130">
                      <a:pos x="T16" y="T17"/>
                    </a:cxn>
                    <a:cxn ang="T131">
                      <a:pos x="T18" y="T19"/>
                    </a:cxn>
                    <a:cxn ang="T132">
                      <a:pos x="T20" y="T21"/>
                    </a:cxn>
                    <a:cxn ang="T133">
                      <a:pos x="T22" y="T23"/>
                    </a:cxn>
                    <a:cxn ang="T134">
                      <a:pos x="T24" y="T25"/>
                    </a:cxn>
                    <a:cxn ang="T135">
                      <a:pos x="T26" y="T27"/>
                    </a:cxn>
                    <a:cxn ang="T136">
                      <a:pos x="T28" y="T29"/>
                    </a:cxn>
                    <a:cxn ang="T137">
                      <a:pos x="T30" y="T31"/>
                    </a:cxn>
                    <a:cxn ang="T138">
                      <a:pos x="T32" y="T33"/>
                    </a:cxn>
                    <a:cxn ang="T139">
                      <a:pos x="T34" y="T35"/>
                    </a:cxn>
                    <a:cxn ang="T140">
                      <a:pos x="T36" y="T37"/>
                    </a:cxn>
                    <a:cxn ang="T141">
                      <a:pos x="T38" y="T39"/>
                    </a:cxn>
                    <a:cxn ang="T142">
                      <a:pos x="T40" y="T41"/>
                    </a:cxn>
                    <a:cxn ang="T143">
                      <a:pos x="T42" y="T43"/>
                    </a:cxn>
                    <a:cxn ang="T144">
                      <a:pos x="T44" y="T45"/>
                    </a:cxn>
                    <a:cxn ang="T145">
                      <a:pos x="T46" y="T47"/>
                    </a:cxn>
                    <a:cxn ang="T146">
                      <a:pos x="T48" y="T49"/>
                    </a:cxn>
                    <a:cxn ang="T147">
                      <a:pos x="T50" y="T51"/>
                    </a:cxn>
                    <a:cxn ang="T148">
                      <a:pos x="T52" y="T53"/>
                    </a:cxn>
                    <a:cxn ang="T149">
                      <a:pos x="T54" y="T55"/>
                    </a:cxn>
                    <a:cxn ang="T150">
                      <a:pos x="T56" y="T57"/>
                    </a:cxn>
                    <a:cxn ang="T151">
                      <a:pos x="T58" y="T59"/>
                    </a:cxn>
                    <a:cxn ang="T152">
                      <a:pos x="T60" y="T61"/>
                    </a:cxn>
                    <a:cxn ang="T153">
                      <a:pos x="T62" y="T63"/>
                    </a:cxn>
                    <a:cxn ang="T154">
                      <a:pos x="T64" y="T65"/>
                    </a:cxn>
                    <a:cxn ang="T155">
                      <a:pos x="T66" y="T67"/>
                    </a:cxn>
                    <a:cxn ang="T156">
                      <a:pos x="T68" y="T69"/>
                    </a:cxn>
                    <a:cxn ang="T157">
                      <a:pos x="T70" y="T71"/>
                    </a:cxn>
                    <a:cxn ang="T158">
                      <a:pos x="T72" y="T73"/>
                    </a:cxn>
                    <a:cxn ang="T159">
                      <a:pos x="T74" y="T75"/>
                    </a:cxn>
                    <a:cxn ang="T160">
                      <a:pos x="T76" y="T77"/>
                    </a:cxn>
                    <a:cxn ang="T161">
                      <a:pos x="T78" y="T79"/>
                    </a:cxn>
                    <a:cxn ang="T162">
                      <a:pos x="T80" y="T81"/>
                    </a:cxn>
                    <a:cxn ang="T163">
                      <a:pos x="T82" y="T83"/>
                    </a:cxn>
                    <a:cxn ang="T164">
                      <a:pos x="T84" y="T85"/>
                    </a:cxn>
                    <a:cxn ang="T165">
                      <a:pos x="T86" y="T87"/>
                    </a:cxn>
                    <a:cxn ang="T166">
                      <a:pos x="T88" y="T89"/>
                    </a:cxn>
                    <a:cxn ang="T167">
                      <a:pos x="T90" y="T91"/>
                    </a:cxn>
                    <a:cxn ang="T168">
                      <a:pos x="T92" y="T93"/>
                    </a:cxn>
                    <a:cxn ang="T169">
                      <a:pos x="T94" y="T95"/>
                    </a:cxn>
                    <a:cxn ang="T170">
                      <a:pos x="T96" y="T97"/>
                    </a:cxn>
                    <a:cxn ang="T171">
                      <a:pos x="T98" y="T99"/>
                    </a:cxn>
                    <a:cxn ang="T172">
                      <a:pos x="T100" y="T101"/>
                    </a:cxn>
                    <a:cxn ang="T173">
                      <a:pos x="T102" y="T103"/>
                    </a:cxn>
                    <a:cxn ang="T174">
                      <a:pos x="T104" y="T105"/>
                    </a:cxn>
                    <a:cxn ang="T175">
                      <a:pos x="T106" y="T107"/>
                    </a:cxn>
                    <a:cxn ang="T176">
                      <a:pos x="T108" y="T109"/>
                    </a:cxn>
                    <a:cxn ang="T177">
                      <a:pos x="T110" y="T111"/>
                    </a:cxn>
                    <a:cxn ang="T178">
                      <a:pos x="T112" y="T113"/>
                    </a:cxn>
                    <a:cxn ang="T179">
                      <a:pos x="T114" y="T115"/>
                    </a:cxn>
                    <a:cxn ang="T180">
                      <a:pos x="T116" y="T117"/>
                    </a:cxn>
                    <a:cxn ang="T181">
                      <a:pos x="T118" y="T119"/>
                    </a:cxn>
                    <a:cxn ang="T182">
                      <a:pos x="T120" y="T121"/>
                    </a:cxn>
                  </a:cxnLst>
                  <a:rect l="T183" t="T184" r="T185" b="T186"/>
                  <a:pathLst>
                    <a:path w="283" h="252">
                      <a:moveTo>
                        <a:pt x="235" y="77"/>
                      </a:moveTo>
                      <a:lnTo>
                        <a:pt x="248" y="91"/>
                      </a:lnTo>
                      <a:lnTo>
                        <a:pt x="256" y="107"/>
                      </a:lnTo>
                      <a:lnTo>
                        <a:pt x="259" y="124"/>
                      </a:lnTo>
                      <a:lnTo>
                        <a:pt x="259" y="142"/>
                      </a:lnTo>
                      <a:lnTo>
                        <a:pt x="257" y="157"/>
                      </a:lnTo>
                      <a:lnTo>
                        <a:pt x="252" y="170"/>
                      </a:lnTo>
                      <a:lnTo>
                        <a:pt x="244" y="183"/>
                      </a:lnTo>
                      <a:lnTo>
                        <a:pt x="236" y="193"/>
                      </a:lnTo>
                      <a:lnTo>
                        <a:pt x="225" y="204"/>
                      </a:lnTo>
                      <a:lnTo>
                        <a:pt x="215" y="214"/>
                      </a:lnTo>
                      <a:lnTo>
                        <a:pt x="204" y="224"/>
                      </a:lnTo>
                      <a:lnTo>
                        <a:pt x="194" y="234"/>
                      </a:lnTo>
                      <a:lnTo>
                        <a:pt x="191" y="238"/>
                      </a:lnTo>
                      <a:lnTo>
                        <a:pt x="191" y="241"/>
                      </a:lnTo>
                      <a:lnTo>
                        <a:pt x="191" y="245"/>
                      </a:lnTo>
                      <a:lnTo>
                        <a:pt x="194" y="248"/>
                      </a:lnTo>
                      <a:lnTo>
                        <a:pt x="197" y="250"/>
                      </a:lnTo>
                      <a:lnTo>
                        <a:pt x="202" y="252"/>
                      </a:lnTo>
                      <a:lnTo>
                        <a:pt x="205" y="250"/>
                      </a:lnTo>
                      <a:lnTo>
                        <a:pt x="209" y="248"/>
                      </a:lnTo>
                      <a:lnTo>
                        <a:pt x="232" y="233"/>
                      </a:lnTo>
                      <a:lnTo>
                        <a:pt x="252" y="214"/>
                      </a:lnTo>
                      <a:lnTo>
                        <a:pt x="268" y="192"/>
                      </a:lnTo>
                      <a:lnTo>
                        <a:pt x="278" y="167"/>
                      </a:lnTo>
                      <a:lnTo>
                        <a:pt x="283" y="141"/>
                      </a:lnTo>
                      <a:lnTo>
                        <a:pt x="280" y="115"/>
                      </a:lnTo>
                      <a:lnTo>
                        <a:pt x="271" y="91"/>
                      </a:lnTo>
                      <a:lnTo>
                        <a:pt x="252" y="69"/>
                      </a:lnTo>
                      <a:lnTo>
                        <a:pt x="238" y="57"/>
                      </a:lnTo>
                      <a:lnTo>
                        <a:pt x="222" y="48"/>
                      </a:lnTo>
                      <a:lnTo>
                        <a:pt x="204" y="39"/>
                      </a:lnTo>
                      <a:lnTo>
                        <a:pt x="184" y="31"/>
                      </a:lnTo>
                      <a:lnTo>
                        <a:pt x="164" y="23"/>
                      </a:lnTo>
                      <a:lnTo>
                        <a:pt x="144" y="17"/>
                      </a:lnTo>
                      <a:lnTo>
                        <a:pt x="123" y="13"/>
                      </a:lnTo>
                      <a:lnTo>
                        <a:pt x="103" y="8"/>
                      </a:lnTo>
                      <a:lnTo>
                        <a:pt x="83" y="5"/>
                      </a:lnTo>
                      <a:lnTo>
                        <a:pt x="66" y="2"/>
                      </a:lnTo>
                      <a:lnTo>
                        <a:pt x="48" y="0"/>
                      </a:lnTo>
                      <a:lnTo>
                        <a:pt x="34" y="0"/>
                      </a:lnTo>
                      <a:lnTo>
                        <a:pt x="21" y="0"/>
                      </a:lnTo>
                      <a:lnTo>
                        <a:pt x="11" y="0"/>
                      </a:lnTo>
                      <a:lnTo>
                        <a:pt x="4" y="2"/>
                      </a:lnTo>
                      <a:lnTo>
                        <a:pt x="0" y="5"/>
                      </a:lnTo>
                      <a:lnTo>
                        <a:pt x="12" y="7"/>
                      </a:lnTo>
                      <a:lnTo>
                        <a:pt x="24" y="8"/>
                      </a:lnTo>
                      <a:lnTo>
                        <a:pt x="38" y="10"/>
                      </a:lnTo>
                      <a:lnTo>
                        <a:pt x="52" y="13"/>
                      </a:lnTo>
                      <a:lnTo>
                        <a:pt x="66" y="16"/>
                      </a:lnTo>
                      <a:lnTo>
                        <a:pt x="82" y="18"/>
                      </a:lnTo>
                      <a:lnTo>
                        <a:pt x="98" y="22"/>
                      </a:lnTo>
                      <a:lnTo>
                        <a:pt x="114" y="25"/>
                      </a:lnTo>
                      <a:lnTo>
                        <a:pt x="129" y="30"/>
                      </a:lnTo>
                      <a:lnTo>
                        <a:pt x="146" y="34"/>
                      </a:lnTo>
                      <a:lnTo>
                        <a:pt x="162" y="39"/>
                      </a:lnTo>
                      <a:lnTo>
                        <a:pt x="177" y="45"/>
                      </a:lnTo>
                      <a:lnTo>
                        <a:pt x="193" y="52"/>
                      </a:lnTo>
                      <a:lnTo>
                        <a:pt x="208" y="60"/>
                      </a:lnTo>
                      <a:lnTo>
                        <a:pt x="222" y="68"/>
                      </a:lnTo>
                      <a:lnTo>
                        <a:pt x="235" y="77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4711" name="Freeform 742">
                  <a:extLst>
                    <a:ext uri="{FF2B5EF4-FFF2-40B4-BE49-F238E27FC236}">
                      <a16:creationId xmlns:a16="http://schemas.microsoft.com/office/drawing/2014/main" id="{A6B13D02-A978-49BB-98CA-D5D7630BDF5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47" y="2671"/>
                  <a:ext cx="40" cy="55"/>
                </a:xfrm>
                <a:custGeom>
                  <a:avLst/>
                  <a:gdLst>
                    <a:gd name="T0" fmla="*/ 0 w 114"/>
                    <a:gd name="T1" fmla="*/ 0 h 238"/>
                    <a:gd name="T2" fmla="*/ 0 w 114"/>
                    <a:gd name="T3" fmla="*/ 0 h 238"/>
                    <a:gd name="T4" fmla="*/ 0 w 114"/>
                    <a:gd name="T5" fmla="*/ 0 h 238"/>
                    <a:gd name="T6" fmla="*/ 0 w 114"/>
                    <a:gd name="T7" fmla="*/ 0 h 238"/>
                    <a:gd name="T8" fmla="*/ 0 w 114"/>
                    <a:gd name="T9" fmla="*/ 0 h 238"/>
                    <a:gd name="T10" fmla="*/ 0 w 114"/>
                    <a:gd name="T11" fmla="*/ 0 h 238"/>
                    <a:gd name="T12" fmla="*/ 0 w 114"/>
                    <a:gd name="T13" fmla="*/ 0 h 238"/>
                    <a:gd name="T14" fmla="*/ 0 w 114"/>
                    <a:gd name="T15" fmla="*/ 0 h 238"/>
                    <a:gd name="T16" fmla="*/ 0 w 114"/>
                    <a:gd name="T17" fmla="*/ 0 h 238"/>
                    <a:gd name="T18" fmla="*/ 0 w 114"/>
                    <a:gd name="T19" fmla="*/ 0 h 238"/>
                    <a:gd name="T20" fmla="*/ 0 w 114"/>
                    <a:gd name="T21" fmla="*/ 0 h 238"/>
                    <a:gd name="T22" fmla="*/ 0 w 114"/>
                    <a:gd name="T23" fmla="*/ 0 h 238"/>
                    <a:gd name="T24" fmla="*/ 0 w 114"/>
                    <a:gd name="T25" fmla="*/ 0 h 238"/>
                    <a:gd name="T26" fmla="*/ 0 w 114"/>
                    <a:gd name="T27" fmla="*/ 0 h 238"/>
                    <a:gd name="T28" fmla="*/ 0 w 114"/>
                    <a:gd name="T29" fmla="*/ 0 h 238"/>
                    <a:gd name="T30" fmla="*/ 0 w 114"/>
                    <a:gd name="T31" fmla="*/ 0 h 238"/>
                    <a:gd name="T32" fmla="*/ 0 w 114"/>
                    <a:gd name="T33" fmla="*/ 0 h 238"/>
                    <a:gd name="T34" fmla="*/ 0 w 114"/>
                    <a:gd name="T35" fmla="*/ 0 h 238"/>
                    <a:gd name="T36" fmla="*/ 0 w 114"/>
                    <a:gd name="T37" fmla="*/ 0 h 238"/>
                    <a:gd name="T38" fmla="*/ 0 w 114"/>
                    <a:gd name="T39" fmla="*/ 0 h 238"/>
                    <a:gd name="T40" fmla="*/ 0 w 114"/>
                    <a:gd name="T41" fmla="*/ 0 h 238"/>
                    <a:gd name="T42" fmla="*/ 0 w 114"/>
                    <a:gd name="T43" fmla="*/ 0 h 238"/>
                    <a:gd name="T44" fmla="*/ 0 w 114"/>
                    <a:gd name="T45" fmla="*/ 0 h 238"/>
                    <a:gd name="T46" fmla="*/ 0 w 114"/>
                    <a:gd name="T47" fmla="*/ 0 h 238"/>
                    <a:gd name="T48" fmla="*/ 0 w 114"/>
                    <a:gd name="T49" fmla="*/ 0 h 238"/>
                    <a:gd name="T50" fmla="*/ 0 w 114"/>
                    <a:gd name="T51" fmla="*/ 0 h 238"/>
                    <a:gd name="T52" fmla="*/ 0 w 114"/>
                    <a:gd name="T53" fmla="*/ 0 h 238"/>
                    <a:gd name="T54" fmla="*/ 0 w 114"/>
                    <a:gd name="T55" fmla="*/ 0 h 238"/>
                    <a:gd name="T56" fmla="*/ 0 w 114"/>
                    <a:gd name="T57" fmla="*/ 0 h 238"/>
                    <a:gd name="T58" fmla="*/ 0 w 114"/>
                    <a:gd name="T59" fmla="*/ 0 h 238"/>
                    <a:gd name="T60" fmla="*/ 0 w 114"/>
                    <a:gd name="T61" fmla="*/ 0 h 238"/>
                    <a:gd name="T62" fmla="*/ 0 w 114"/>
                    <a:gd name="T63" fmla="*/ 0 h 238"/>
                    <a:gd name="T64" fmla="*/ 0 w 114"/>
                    <a:gd name="T65" fmla="*/ 0 h 238"/>
                    <a:gd name="T66" fmla="*/ 0 w 114"/>
                    <a:gd name="T67" fmla="*/ 0 h 238"/>
                    <a:gd name="T68" fmla="*/ 0 w 114"/>
                    <a:gd name="T69" fmla="*/ 0 h 238"/>
                    <a:gd name="T70" fmla="*/ 0 w 114"/>
                    <a:gd name="T71" fmla="*/ 0 h 238"/>
                    <a:gd name="T72" fmla="*/ 0 w 114"/>
                    <a:gd name="T73" fmla="*/ 0 h 238"/>
                    <a:gd name="T74" fmla="*/ 0 w 114"/>
                    <a:gd name="T75" fmla="*/ 0 h 238"/>
                    <a:gd name="T76" fmla="*/ 0 w 114"/>
                    <a:gd name="T77" fmla="*/ 0 h 238"/>
                    <a:gd name="T78" fmla="*/ 0 w 114"/>
                    <a:gd name="T79" fmla="*/ 0 h 238"/>
                    <a:gd name="T80" fmla="*/ 0 w 114"/>
                    <a:gd name="T81" fmla="*/ 0 h 238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w 114"/>
                    <a:gd name="T124" fmla="*/ 0 h 238"/>
                    <a:gd name="T125" fmla="*/ 114 w 114"/>
                    <a:gd name="T126" fmla="*/ 238 h 238"/>
                  </a:gdLst>
                  <a:ahLst/>
                  <a:cxnLst>
                    <a:cxn ang="T82">
                      <a:pos x="T0" y="T1"/>
                    </a:cxn>
                    <a:cxn ang="T83">
                      <a:pos x="T2" y="T3"/>
                    </a:cxn>
                    <a:cxn ang="T84">
                      <a:pos x="T4" y="T5"/>
                    </a:cxn>
                    <a:cxn ang="T85">
                      <a:pos x="T6" y="T7"/>
                    </a:cxn>
                    <a:cxn ang="T86">
                      <a:pos x="T8" y="T9"/>
                    </a:cxn>
                    <a:cxn ang="T87">
                      <a:pos x="T10" y="T11"/>
                    </a:cxn>
                    <a:cxn ang="T88">
                      <a:pos x="T12" y="T13"/>
                    </a:cxn>
                    <a:cxn ang="T89">
                      <a:pos x="T14" y="T15"/>
                    </a:cxn>
                    <a:cxn ang="T90">
                      <a:pos x="T16" y="T17"/>
                    </a:cxn>
                    <a:cxn ang="T91">
                      <a:pos x="T18" y="T19"/>
                    </a:cxn>
                    <a:cxn ang="T92">
                      <a:pos x="T20" y="T21"/>
                    </a:cxn>
                    <a:cxn ang="T93">
                      <a:pos x="T22" y="T23"/>
                    </a:cxn>
                    <a:cxn ang="T94">
                      <a:pos x="T24" y="T25"/>
                    </a:cxn>
                    <a:cxn ang="T95">
                      <a:pos x="T26" y="T27"/>
                    </a:cxn>
                    <a:cxn ang="T96">
                      <a:pos x="T28" y="T29"/>
                    </a:cxn>
                    <a:cxn ang="T97">
                      <a:pos x="T30" y="T31"/>
                    </a:cxn>
                    <a:cxn ang="T98">
                      <a:pos x="T32" y="T33"/>
                    </a:cxn>
                    <a:cxn ang="T99">
                      <a:pos x="T34" y="T35"/>
                    </a:cxn>
                    <a:cxn ang="T100">
                      <a:pos x="T36" y="T37"/>
                    </a:cxn>
                    <a:cxn ang="T101">
                      <a:pos x="T38" y="T39"/>
                    </a:cxn>
                    <a:cxn ang="T102">
                      <a:pos x="T40" y="T41"/>
                    </a:cxn>
                    <a:cxn ang="T103">
                      <a:pos x="T42" y="T43"/>
                    </a:cxn>
                    <a:cxn ang="T104">
                      <a:pos x="T44" y="T45"/>
                    </a:cxn>
                    <a:cxn ang="T105">
                      <a:pos x="T46" y="T47"/>
                    </a:cxn>
                    <a:cxn ang="T106">
                      <a:pos x="T48" y="T49"/>
                    </a:cxn>
                    <a:cxn ang="T107">
                      <a:pos x="T50" y="T51"/>
                    </a:cxn>
                    <a:cxn ang="T108">
                      <a:pos x="T52" y="T53"/>
                    </a:cxn>
                    <a:cxn ang="T109">
                      <a:pos x="T54" y="T55"/>
                    </a:cxn>
                    <a:cxn ang="T110">
                      <a:pos x="T56" y="T57"/>
                    </a:cxn>
                    <a:cxn ang="T111">
                      <a:pos x="T58" y="T59"/>
                    </a:cxn>
                    <a:cxn ang="T112">
                      <a:pos x="T60" y="T61"/>
                    </a:cxn>
                    <a:cxn ang="T113">
                      <a:pos x="T62" y="T63"/>
                    </a:cxn>
                    <a:cxn ang="T114">
                      <a:pos x="T64" y="T65"/>
                    </a:cxn>
                    <a:cxn ang="T115">
                      <a:pos x="T66" y="T67"/>
                    </a:cxn>
                    <a:cxn ang="T116">
                      <a:pos x="T68" y="T69"/>
                    </a:cxn>
                    <a:cxn ang="T117">
                      <a:pos x="T70" y="T71"/>
                    </a:cxn>
                    <a:cxn ang="T118">
                      <a:pos x="T72" y="T73"/>
                    </a:cxn>
                    <a:cxn ang="T119">
                      <a:pos x="T74" y="T75"/>
                    </a:cxn>
                    <a:cxn ang="T120">
                      <a:pos x="T76" y="T77"/>
                    </a:cxn>
                    <a:cxn ang="T121">
                      <a:pos x="T78" y="T79"/>
                    </a:cxn>
                    <a:cxn ang="T122">
                      <a:pos x="T80" y="T81"/>
                    </a:cxn>
                  </a:cxnLst>
                  <a:rect l="T123" t="T124" r="T125" b="T126"/>
                  <a:pathLst>
                    <a:path w="114" h="238">
                      <a:moveTo>
                        <a:pt x="0" y="130"/>
                      </a:moveTo>
                      <a:lnTo>
                        <a:pt x="0" y="149"/>
                      </a:lnTo>
                      <a:lnTo>
                        <a:pt x="4" y="168"/>
                      </a:lnTo>
                      <a:lnTo>
                        <a:pt x="12" y="185"/>
                      </a:lnTo>
                      <a:lnTo>
                        <a:pt x="24" y="200"/>
                      </a:lnTo>
                      <a:lnTo>
                        <a:pt x="38" y="213"/>
                      </a:lnTo>
                      <a:lnTo>
                        <a:pt x="55" y="224"/>
                      </a:lnTo>
                      <a:lnTo>
                        <a:pt x="73" y="232"/>
                      </a:lnTo>
                      <a:lnTo>
                        <a:pt x="92" y="237"/>
                      </a:lnTo>
                      <a:lnTo>
                        <a:pt x="98" y="238"/>
                      </a:lnTo>
                      <a:lnTo>
                        <a:pt x="104" y="235"/>
                      </a:lnTo>
                      <a:lnTo>
                        <a:pt x="109" y="232"/>
                      </a:lnTo>
                      <a:lnTo>
                        <a:pt x="111" y="227"/>
                      </a:lnTo>
                      <a:lnTo>
                        <a:pt x="111" y="222"/>
                      </a:lnTo>
                      <a:lnTo>
                        <a:pt x="110" y="216"/>
                      </a:lnTo>
                      <a:lnTo>
                        <a:pt x="106" y="211"/>
                      </a:lnTo>
                      <a:lnTo>
                        <a:pt x="100" y="209"/>
                      </a:lnTo>
                      <a:lnTo>
                        <a:pt x="82" y="202"/>
                      </a:lnTo>
                      <a:lnTo>
                        <a:pt x="64" y="193"/>
                      </a:lnTo>
                      <a:lnTo>
                        <a:pt x="50" y="180"/>
                      </a:lnTo>
                      <a:lnTo>
                        <a:pt x="39" y="167"/>
                      </a:lnTo>
                      <a:lnTo>
                        <a:pt x="32" y="149"/>
                      </a:lnTo>
                      <a:lnTo>
                        <a:pt x="29" y="131"/>
                      </a:lnTo>
                      <a:lnTo>
                        <a:pt x="29" y="111"/>
                      </a:lnTo>
                      <a:lnTo>
                        <a:pt x="35" y="91"/>
                      </a:lnTo>
                      <a:lnTo>
                        <a:pt x="42" y="76"/>
                      </a:lnTo>
                      <a:lnTo>
                        <a:pt x="51" y="62"/>
                      </a:lnTo>
                      <a:lnTo>
                        <a:pt x="62" y="49"/>
                      </a:lnTo>
                      <a:lnTo>
                        <a:pt x="73" y="38"/>
                      </a:lnTo>
                      <a:lnTo>
                        <a:pt x="84" y="28"/>
                      </a:lnTo>
                      <a:lnTo>
                        <a:pt x="96" y="18"/>
                      </a:lnTo>
                      <a:lnTo>
                        <a:pt x="106" y="9"/>
                      </a:lnTo>
                      <a:lnTo>
                        <a:pt x="114" y="1"/>
                      </a:lnTo>
                      <a:lnTo>
                        <a:pt x="106" y="0"/>
                      </a:lnTo>
                      <a:lnTo>
                        <a:pt x="93" y="6"/>
                      </a:lnTo>
                      <a:lnTo>
                        <a:pt x="76" y="18"/>
                      </a:lnTo>
                      <a:lnTo>
                        <a:pt x="56" y="36"/>
                      </a:lnTo>
                      <a:lnTo>
                        <a:pt x="37" y="57"/>
                      </a:lnTo>
                      <a:lnTo>
                        <a:pt x="20" y="80"/>
                      </a:lnTo>
                      <a:lnTo>
                        <a:pt x="7" y="106"/>
                      </a:lnTo>
                      <a:lnTo>
                        <a:pt x="0" y="130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4712" name="Freeform 743">
                  <a:extLst>
                    <a:ext uri="{FF2B5EF4-FFF2-40B4-BE49-F238E27FC236}">
                      <a16:creationId xmlns:a16="http://schemas.microsoft.com/office/drawing/2014/main" id="{BE5F5276-52E7-464B-BD8B-5665CE81F49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30" y="2639"/>
                  <a:ext cx="87" cy="73"/>
                </a:xfrm>
                <a:custGeom>
                  <a:avLst/>
                  <a:gdLst>
                    <a:gd name="T0" fmla="*/ 0 w 246"/>
                    <a:gd name="T1" fmla="*/ 0 h 310"/>
                    <a:gd name="T2" fmla="*/ 0 w 246"/>
                    <a:gd name="T3" fmla="*/ 0 h 310"/>
                    <a:gd name="T4" fmla="*/ 0 w 246"/>
                    <a:gd name="T5" fmla="*/ 0 h 310"/>
                    <a:gd name="T6" fmla="*/ 0 w 246"/>
                    <a:gd name="T7" fmla="*/ 0 h 310"/>
                    <a:gd name="T8" fmla="*/ 0 w 246"/>
                    <a:gd name="T9" fmla="*/ 0 h 310"/>
                    <a:gd name="T10" fmla="*/ 0 w 246"/>
                    <a:gd name="T11" fmla="*/ 0 h 310"/>
                    <a:gd name="T12" fmla="*/ 0 w 246"/>
                    <a:gd name="T13" fmla="*/ 0 h 310"/>
                    <a:gd name="T14" fmla="*/ 0 w 246"/>
                    <a:gd name="T15" fmla="*/ 0 h 310"/>
                    <a:gd name="T16" fmla="*/ 0 w 246"/>
                    <a:gd name="T17" fmla="*/ 0 h 310"/>
                    <a:gd name="T18" fmla="*/ 0 w 246"/>
                    <a:gd name="T19" fmla="*/ 0 h 310"/>
                    <a:gd name="T20" fmla="*/ 0 w 246"/>
                    <a:gd name="T21" fmla="*/ 0 h 310"/>
                    <a:gd name="T22" fmla="*/ 0 w 246"/>
                    <a:gd name="T23" fmla="*/ 0 h 310"/>
                    <a:gd name="T24" fmla="*/ 0 w 246"/>
                    <a:gd name="T25" fmla="*/ 0 h 310"/>
                    <a:gd name="T26" fmla="*/ 0 w 246"/>
                    <a:gd name="T27" fmla="*/ 0 h 310"/>
                    <a:gd name="T28" fmla="*/ 0 w 246"/>
                    <a:gd name="T29" fmla="*/ 0 h 310"/>
                    <a:gd name="T30" fmla="*/ 0 w 246"/>
                    <a:gd name="T31" fmla="*/ 0 h 310"/>
                    <a:gd name="T32" fmla="*/ 0 w 246"/>
                    <a:gd name="T33" fmla="*/ 0 h 310"/>
                    <a:gd name="T34" fmla="*/ 0 w 246"/>
                    <a:gd name="T35" fmla="*/ 0 h 310"/>
                    <a:gd name="T36" fmla="*/ 0 w 246"/>
                    <a:gd name="T37" fmla="*/ 0 h 310"/>
                    <a:gd name="T38" fmla="*/ 0 w 246"/>
                    <a:gd name="T39" fmla="*/ 0 h 310"/>
                    <a:gd name="T40" fmla="*/ 0 w 246"/>
                    <a:gd name="T41" fmla="*/ 0 h 310"/>
                    <a:gd name="T42" fmla="*/ 0 w 246"/>
                    <a:gd name="T43" fmla="*/ 0 h 310"/>
                    <a:gd name="T44" fmla="*/ 0 w 246"/>
                    <a:gd name="T45" fmla="*/ 0 h 310"/>
                    <a:gd name="T46" fmla="*/ 0 w 246"/>
                    <a:gd name="T47" fmla="*/ 0 h 310"/>
                    <a:gd name="T48" fmla="*/ 0 w 246"/>
                    <a:gd name="T49" fmla="*/ 0 h 310"/>
                    <a:gd name="T50" fmla="*/ 0 w 246"/>
                    <a:gd name="T51" fmla="*/ 0 h 310"/>
                    <a:gd name="T52" fmla="*/ 0 w 246"/>
                    <a:gd name="T53" fmla="*/ 0 h 310"/>
                    <a:gd name="T54" fmla="*/ 0 w 246"/>
                    <a:gd name="T55" fmla="*/ 0 h 310"/>
                    <a:gd name="T56" fmla="*/ 0 w 246"/>
                    <a:gd name="T57" fmla="*/ 0 h 310"/>
                    <a:gd name="T58" fmla="*/ 0 w 246"/>
                    <a:gd name="T59" fmla="*/ 0 h 310"/>
                    <a:gd name="T60" fmla="*/ 0 w 246"/>
                    <a:gd name="T61" fmla="*/ 0 h 310"/>
                    <a:gd name="T62" fmla="*/ 0 w 246"/>
                    <a:gd name="T63" fmla="*/ 0 h 310"/>
                    <a:gd name="T64" fmla="*/ 0 w 246"/>
                    <a:gd name="T65" fmla="*/ 0 h 310"/>
                    <a:gd name="T66" fmla="*/ 0 w 246"/>
                    <a:gd name="T67" fmla="*/ 0 h 310"/>
                    <a:gd name="T68" fmla="*/ 0 w 246"/>
                    <a:gd name="T69" fmla="*/ 0 h 310"/>
                    <a:gd name="T70" fmla="*/ 0 w 246"/>
                    <a:gd name="T71" fmla="*/ 0 h 310"/>
                    <a:gd name="T72" fmla="*/ 0 w 246"/>
                    <a:gd name="T73" fmla="*/ 0 h 310"/>
                    <a:gd name="T74" fmla="*/ 0 w 246"/>
                    <a:gd name="T75" fmla="*/ 0 h 310"/>
                    <a:gd name="T76" fmla="*/ 0 60000 65536"/>
                    <a:gd name="T77" fmla="*/ 0 60000 65536"/>
                    <a:gd name="T78" fmla="*/ 0 60000 65536"/>
                    <a:gd name="T79" fmla="*/ 0 60000 65536"/>
                    <a:gd name="T80" fmla="*/ 0 60000 65536"/>
                    <a:gd name="T81" fmla="*/ 0 60000 65536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w 246"/>
                    <a:gd name="T115" fmla="*/ 0 h 310"/>
                    <a:gd name="T116" fmla="*/ 246 w 246"/>
                    <a:gd name="T117" fmla="*/ 310 h 310"/>
                  </a:gdLst>
                  <a:ahLst/>
                  <a:cxnLst>
                    <a:cxn ang="T76">
                      <a:pos x="T0" y="T1"/>
                    </a:cxn>
                    <a:cxn ang="T77">
                      <a:pos x="T2" y="T3"/>
                    </a:cxn>
                    <a:cxn ang="T78">
                      <a:pos x="T4" y="T5"/>
                    </a:cxn>
                    <a:cxn ang="T79">
                      <a:pos x="T6" y="T7"/>
                    </a:cxn>
                    <a:cxn ang="T80">
                      <a:pos x="T8" y="T9"/>
                    </a:cxn>
                    <a:cxn ang="T81">
                      <a:pos x="T10" y="T11"/>
                    </a:cxn>
                    <a:cxn ang="T82">
                      <a:pos x="T12" y="T13"/>
                    </a:cxn>
                    <a:cxn ang="T83">
                      <a:pos x="T14" y="T15"/>
                    </a:cxn>
                    <a:cxn ang="T84">
                      <a:pos x="T16" y="T17"/>
                    </a:cxn>
                    <a:cxn ang="T85">
                      <a:pos x="T18" y="T19"/>
                    </a:cxn>
                    <a:cxn ang="T86">
                      <a:pos x="T20" y="T21"/>
                    </a:cxn>
                    <a:cxn ang="T87">
                      <a:pos x="T22" y="T23"/>
                    </a:cxn>
                    <a:cxn ang="T88">
                      <a:pos x="T24" y="T25"/>
                    </a:cxn>
                    <a:cxn ang="T89">
                      <a:pos x="T26" y="T27"/>
                    </a:cxn>
                    <a:cxn ang="T90">
                      <a:pos x="T28" y="T29"/>
                    </a:cxn>
                    <a:cxn ang="T91">
                      <a:pos x="T30" y="T31"/>
                    </a:cxn>
                    <a:cxn ang="T92">
                      <a:pos x="T32" y="T33"/>
                    </a:cxn>
                    <a:cxn ang="T93">
                      <a:pos x="T34" y="T35"/>
                    </a:cxn>
                    <a:cxn ang="T94">
                      <a:pos x="T36" y="T37"/>
                    </a:cxn>
                    <a:cxn ang="T95">
                      <a:pos x="T38" y="T39"/>
                    </a:cxn>
                    <a:cxn ang="T96">
                      <a:pos x="T40" y="T41"/>
                    </a:cxn>
                    <a:cxn ang="T97">
                      <a:pos x="T42" y="T43"/>
                    </a:cxn>
                    <a:cxn ang="T98">
                      <a:pos x="T44" y="T45"/>
                    </a:cxn>
                    <a:cxn ang="T99">
                      <a:pos x="T46" y="T47"/>
                    </a:cxn>
                    <a:cxn ang="T100">
                      <a:pos x="T48" y="T49"/>
                    </a:cxn>
                    <a:cxn ang="T101">
                      <a:pos x="T50" y="T51"/>
                    </a:cxn>
                    <a:cxn ang="T102">
                      <a:pos x="T52" y="T53"/>
                    </a:cxn>
                    <a:cxn ang="T103">
                      <a:pos x="T54" y="T55"/>
                    </a:cxn>
                    <a:cxn ang="T104">
                      <a:pos x="T56" y="T57"/>
                    </a:cxn>
                    <a:cxn ang="T105">
                      <a:pos x="T58" y="T59"/>
                    </a:cxn>
                    <a:cxn ang="T106">
                      <a:pos x="T60" y="T61"/>
                    </a:cxn>
                    <a:cxn ang="T107">
                      <a:pos x="T62" y="T63"/>
                    </a:cxn>
                    <a:cxn ang="T108">
                      <a:pos x="T64" y="T65"/>
                    </a:cxn>
                    <a:cxn ang="T109">
                      <a:pos x="T66" y="T67"/>
                    </a:cxn>
                    <a:cxn ang="T110">
                      <a:pos x="T68" y="T69"/>
                    </a:cxn>
                    <a:cxn ang="T111">
                      <a:pos x="T70" y="T71"/>
                    </a:cxn>
                    <a:cxn ang="T112">
                      <a:pos x="T72" y="T73"/>
                    </a:cxn>
                    <a:cxn ang="T113">
                      <a:pos x="T74" y="T75"/>
                    </a:cxn>
                  </a:cxnLst>
                  <a:rect l="T114" t="T115" r="T116" b="T117"/>
                  <a:pathLst>
                    <a:path w="246" h="310">
                      <a:moveTo>
                        <a:pt x="199" y="116"/>
                      </a:moveTo>
                      <a:lnTo>
                        <a:pt x="207" y="124"/>
                      </a:lnTo>
                      <a:lnTo>
                        <a:pt x="214" y="133"/>
                      </a:lnTo>
                      <a:lnTo>
                        <a:pt x="219" y="143"/>
                      </a:lnTo>
                      <a:lnTo>
                        <a:pt x="223" y="154"/>
                      </a:lnTo>
                      <a:lnTo>
                        <a:pt x="225" y="164"/>
                      </a:lnTo>
                      <a:lnTo>
                        <a:pt x="225" y="176"/>
                      </a:lnTo>
                      <a:lnTo>
                        <a:pt x="221" y="187"/>
                      </a:lnTo>
                      <a:lnTo>
                        <a:pt x="216" y="197"/>
                      </a:lnTo>
                      <a:lnTo>
                        <a:pt x="208" y="209"/>
                      </a:lnTo>
                      <a:lnTo>
                        <a:pt x="199" y="219"/>
                      </a:lnTo>
                      <a:lnTo>
                        <a:pt x="188" y="228"/>
                      </a:lnTo>
                      <a:lnTo>
                        <a:pt x="177" y="238"/>
                      </a:lnTo>
                      <a:lnTo>
                        <a:pt x="166" y="246"/>
                      </a:lnTo>
                      <a:lnTo>
                        <a:pt x="154" y="255"/>
                      </a:lnTo>
                      <a:lnTo>
                        <a:pt x="143" y="264"/>
                      </a:lnTo>
                      <a:lnTo>
                        <a:pt x="132" y="274"/>
                      </a:lnTo>
                      <a:lnTo>
                        <a:pt x="129" y="278"/>
                      </a:lnTo>
                      <a:lnTo>
                        <a:pt x="126" y="282"/>
                      </a:lnTo>
                      <a:lnTo>
                        <a:pt x="124" y="287"/>
                      </a:lnTo>
                      <a:lnTo>
                        <a:pt x="121" y="292"/>
                      </a:lnTo>
                      <a:lnTo>
                        <a:pt x="120" y="296"/>
                      </a:lnTo>
                      <a:lnTo>
                        <a:pt x="120" y="301"/>
                      </a:lnTo>
                      <a:lnTo>
                        <a:pt x="121" y="305"/>
                      </a:lnTo>
                      <a:lnTo>
                        <a:pt x="125" y="309"/>
                      </a:lnTo>
                      <a:lnTo>
                        <a:pt x="130" y="310"/>
                      </a:lnTo>
                      <a:lnTo>
                        <a:pt x="134" y="310"/>
                      </a:lnTo>
                      <a:lnTo>
                        <a:pt x="139" y="309"/>
                      </a:lnTo>
                      <a:lnTo>
                        <a:pt x="143" y="305"/>
                      </a:lnTo>
                      <a:lnTo>
                        <a:pt x="154" y="293"/>
                      </a:lnTo>
                      <a:lnTo>
                        <a:pt x="167" y="280"/>
                      </a:lnTo>
                      <a:lnTo>
                        <a:pt x="180" y="269"/>
                      </a:lnTo>
                      <a:lnTo>
                        <a:pt x="194" y="257"/>
                      </a:lnTo>
                      <a:lnTo>
                        <a:pt x="207" y="246"/>
                      </a:lnTo>
                      <a:lnTo>
                        <a:pt x="219" y="233"/>
                      </a:lnTo>
                      <a:lnTo>
                        <a:pt x="231" y="219"/>
                      </a:lnTo>
                      <a:lnTo>
                        <a:pt x="239" y="204"/>
                      </a:lnTo>
                      <a:lnTo>
                        <a:pt x="245" y="187"/>
                      </a:lnTo>
                      <a:lnTo>
                        <a:pt x="246" y="170"/>
                      </a:lnTo>
                      <a:lnTo>
                        <a:pt x="242" y="153"/>
                      </a:lnTo>
                      <a:lnTo>
                        <a:pt x="236" y="136"/>
                      </a:lnTo>
                      <a:lnTo>
                        <a:pt x="227" y="120"/>
                      </a:lnTo>
                      <a:lnTo>
                        <a:pt x="215" y="107"/>
                      </a:lnTo>
                      <a:lnTo>
                        <a:pt x="201" y="94"/>
                      </a:lnTo>
                      <a:lnTo>
                        <a:pt x="187" y="82"/>
                      </a:lnTo>
                      <a:lnTo>
                        <a:pt x="177" y="74"/>
                      </a:lnTo>
                      <a:lnTo>
                        <a:pt x="165" y="68"/>
                      </a:lnTo>
                      <a:lnTo>
                        <a:pt x="152" y="60"/>
                      </a:lnTo>
                      <a:lnTo>
                        <a:pt x="139" y="51"/>
                      </a:lnTo>
                      <a:lnTo>
                        <a:pt x="126" y="43"/>
                      </a:lnTo>
                      <a:lnTo>
                        <a:pt x="112" y="35"/>
                      </a:lnTo>
                      <a:lnTo>
                        <a:pt x="98" y="28"/>
                      </a:lnTo>
                      <a:lnTo>
                        <a:pt x="85" y="22"/>
                      </a:lnTo>
                      <a:lnTo>
                        <a:pt x="72" y="16"/>
                      </a:lnTo>
                      <a:lnTo>
                        <a:pt x="59" y="10"/>
                      </a:lnTo>
                      <a:lnTo>
                        <a:pt x="46" y="7"/>
                      </a:lnTo>
                      <a:lnTo>
                        <a:pt x="35" y="3"/>
                      </a:lnTo>
                      <a:lnTo>
                        <a:pt x="24" y="1"/>
                      </a:lnTo>
                      <a:lnTo>
                        <a:pt x="15" y="0"/>
                      </a:lnTo>
                      <a:lnTo>
                        <a:pt x="7" y="1"/>
                      </a:lnTo>
                      <a:lnTo>
                        <a:pt x="0" y="3"/>
                      </a:lnTo>
                      <a:lnTo>
                        <a:pt x="8" y="6"/>
                      </a:lnTo>
                      <a:lnTo>
                        <a:pt x="17" y="9"/>
                      </a:lnTo>
                      <a:lnTo>
                        <a:pt x="28" y="14"/>
                      </a:lnTo>
                      <a:lnTo>
                        <a:pt x="38" y="18"/>
                      </a:lnTo>
                      <a:lnTo>
                        <a:pt x="51" y="24"/>
                      </a:lnTo>
                      <a:lnTo>
                        <a:pt x="64" y="30"/>
                      </a:lnTo>
                      <a:lnTo>
                        <a:pt x="78" y="37"/>
                      </a:lnTo>
                      <a:lnTo>
                        <a:pt x="92" y="43"/>
                      </a:lnTo>
                      <a:lnTo>
                        <a:pt x="106" y="51"/>
                      </a:lnTo>
                      <a:lnTo>
                        <a:pt x="120" y="60"/>
                      </a:lnTo>
                      <a:lnTo>
                        <a:pt x="134" y="69"/>
                      </a:lnTo>
                      <a:lnTo>
                        <a:pt x="148" y="78"/>
                      </a:lnTo>
                      <a:lnTo>
                        <a:pt x="163" y="87"/>
                      </a:lnTo>
                      <a:lnTo>
                        <a:pt x="175" y="96"/>
                      </a:lnTo>
                      <a:lnTo>
                        <a:pt x="187" y="105"/>
                      </a:lnTo>
                      <a:lnTo>
                        <a:pt x="199" y="116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4713" name="Freeform 744">
                  <a:extLst>
                    <a:ext uri="{FF2B5EF4-FFF2-40B4-BE49-F238E27FC236}">
                      <a16:creationId xmlns:a16="http://schemas.microsoft.com/office/drawing/2014/main" id="{21BAB276-7A52-4A22-B67E-D692F8075E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115" y="2660"/>
                  <a:ext cx="69" cy="55"/>
                </a:xfrm>
                <a:custGeom>
                  <a:avLst/>
                  <a:gdLst>
                    <a:gd name="T0" fmla="*/ 0 w 198"/>
                    <a:gd name="T1" fmla="*/ 0 h 236"/>
                    <a:gd name="T2" fmla="*/ 0 w 198"/>
                    <a:gd name="T3" fmla="*/ 0 h 236"/>
                    <a:gd name="T4" fmla="*/ 0 w 198"/>
                    <a:gd name="T5" fmla="*/ 0 h 236"/>
                    <a:gd name="T6" fmla="*/ 0 w 198"/>
                    <a:gd name="T7" fmla="*/ 0 h 236"/>
                    <a:gd name="T8" fmla="*/ 0 w 198"/>
                    <a:gd name="T9" fmla="*/ 0 h 236"/>
                    <a:gd name="T10" fmla="*/ 0 w 198"/>
                    <a:gd name="T11" fmla="*/ 0 h 236"/>
                    <a:gd name="T12" fmla="*/ 0 w 198"/>
                    <a:gd name="T13" fmla="*/ 0 h 236"/>
                    <a:gd name="T14" fmla="*/ 0 w 198"/>
                    <a:gd name="T15" fmla="*/ 0 h 236"/>
                    <a:gd name="T16" fmla="*/ 0 w 198"/>
                    <a:gd name="T17" fmla="*/ 0 h 236"/>
                    <a:gd name="T18" fmla="*/ 0 w 198"/>
                    <a:gd name="T19" fmla="*/ 0 h 236"/>
                    <a:gd name="T20" fmla="*/ 0 w 198"/>
                    <a:gd name="T21" fmla="*/ 0 h 236"/>
                    <a:gd name="T22" fmla="*/ 0 w 198"/>
                    <a:gd name="T23" fmla="*/ 0 h 236"/>
                    <a:gd name="T24" fmla="*/ 0 w 198"/>
                    <a:gd name="T25" fmla="*/ 0 h 236"/>
                    <a:gd name="T26" fmla="*/ 0 w 198"/>
                    <a:gd name="T27" fmla="*/ 0 h 236"/>
                    <a:gd name="T28" fmla="*/ 0 w 198"/>
                    <a:gd name="T29" fmla="*/ 0 h 236"/>
                    <a:gd name="T30" fmla="*/ 0 w 198"/>
                    <a:gd name="T31" fmla="*/ 0 h 236"/>
                    <a:gd name="T32" fmla="*/ 0 w 198"/>
                    <a:gd name="T33" fmla="*/ 0 h 236"/>
                    <a:gd name="T34" fmla="*/ 0 w 198"/>
                    <a:gd name="T35" fmla="*/ 0 h 236"/>
                    <a:gd name="T36" fmla="*/ 0 w 198"/>
                    <a:gd name="T37" fmla="*/ 0 h 236"/>
                    <a:gd name="T38" fmla="*/ 0 w 198"/>
                    <a:gd name="T39" fmla="*/ 0 h 236"/>
                    <a:gd name="T40" fmla="*/ 0 w 198"/>
                    <a:gd name="T41" fmla="*/ 0 h 236"/>
                    <a:gd name="T42" fmla="*/ 0 w 198"/>
                    <a:gd name="T43" fmla="*/ 0 h 236"/>
                    <a:gd name="T44" fmla="*/ 0 w 198"/>
                    <a:gd name="T45" fmla="*/ 0 h 236"/>
                    <a:gd name="T46" fmla="*/ 0 w 198"/>
                    <a:gd name="T47" fmla="*/ 0 h 236"/>
                    <a:gd name="T48" fmla="*/ 0 w 198"/>
                    <a:gd name="T49" fmla="*/ 0 h 236"/>
                    <a:gd name="T50" fmla="*/ 0 w 198"/>
                    <a:gd name="T51" fmla="*/ 0 h 236"/>
                    <a:gd name="T52" fmla="*/ 0 w 198"/>
                    <a:gd name="T53" fmla="*/ 0 h 236"/>
                    <a:gd name="T54" fmla="*/ 0 w 198"/>
                    <a:gd name="T55" fmla="*/ 0 h 236"/>
                    <a:gd name="T56" fmla="*/ 0 w 198"/>
                    <a:gd name="T57" fmla="*/ 0 h 236"/>
                    <a:gd name="T58" fmla="*/ 0 w 198"/>
                    <a:gd name="T59" fmla="*/ 0 h 236"/>
                    <a:gd name="T60" fmla="*/ 0 w 198"/>
                    <a:gd name="T61" fmla="*/ 0 h 236"/>
                    <a:gd name="T62" fmla="*/ 0 w 198"/>
                    <a:gd name="T63" fmla="*/ 0 h 236"/>
                    <a:gd name="T64" fmla="*/ 0 w 198"/>
                    <a:gd name="T65" fmla="*/ 0 h 236"/>
                    <a:gd name="T66" fmla="*/ 0 w 198"/>
                    <a:gd name="T67" fmla="*/ 0 h 236"/>
                    <a:gd name="T68" fmla="*/ 0 w 198"/>
                    <a:gd name="T69" fmla="*/ 0 h 236"/>
                    <a:gd name="T70" fmla="*/ 0 w 198"/>
                    <a:gd name="T71" fmla="*/ 0 h 236"/>
                    <a:gd name="T72" fmla="*/ 0 w 198"/>
                    <a:gd name="T73" fmla="*/ 0 h 236"/>
                    <a:gd name="T74" fmla="*/ 0 w 198"/>
                    <a:gd name="T75" fmla="*/ 0 h 236"/>
                    <a:gd name="T76" fmla="*/ 0 w 198"/>
                    <a:gd name="T77" fmla="*/ 0 h 236"/>
                    <a:gd name="T78" fmla="*/ 0 w 198"/>
                    <a:gd name="T79" fmla="*/ 0 h 236"/>
                    <a:gd name="T80" fmla="*/ 0 w 198"/>
                    <a:gd name="T81" fmla="*/ 0 h 236"/>
                    <a:gd name="T82" fmla="*/ 0 w 198"/>
                    <a:gd name="T83" fmla="*/ 0 h 236"/>
                    <a:gd name="T84" fmla="*/ 0 w 198"/>
                    <a:gd name="T85" fmla="*/ 0 h 236"/>
                    <a:gd name="T86" fmla="*/ 0 w 198"/>
                    <a:gd name="T87" fmla="*/ 0 h 236"/>
                    <a:gd name="T88" fmla="*/ 0 w 198"/>
                    <a:gd name="T89" fmla="*/ 0 h 236"/>
                    <a:gd name="T90" fmla="*/ 0 w 198"/>
                    <a:gd name="T91" fmla="*/ 0 h 236"/>
                    <a:gd name="T92" fmla="*/ 0 w 198"/>
                    <a:gd name="T93" fmla="*/ 0 h 236"/>
                    <a:gd name="T94" fmla="*/ 0 w 198"/>
                    <a:gd name="T95" fmla="*/ 0 h 236"/>
                    <a:gd name="T96" fmla="*/ 0 w 198"/>
                    <a:gd name="T97" fmla="*/ 0 h 236"/>
                    <a:gd name="T98" fmla="*/ 0 w 198"/>
                    <a:gd name="T99" fmla="*/ 0 h 236"/>
                    <a:gd name="T100" fmla="*/ 0 w 198"/>
                    <a:gd name="T101" fmla="*/ 0 h 236"/>
                    <a:gd name="T102" fmla="*/ 0 w 198"/>
                    <a:gd name="T103" fmla="*/ 0 h 236"/>
                    <a:gd name="T104" fmla="*/ 0 w 198"/>
                    <a:gd name="T105" fmla="*/ 0 h 236"/>
                    <a:gd name="T106" fmla="*/ 0 w 198"/>
                    <a:gd name="T107" fmla="*/ 0 h 236"/>
                    <a:gd name="T108" fmla="*/ 0 w 198"/>
                    <a:gd name="T109" fmla="*/ 0 h 236"/>
                    <a:gd name="T110" fmla="*/ 0 w 198"/>
                    <a:gd name="T111" fmla="*/ 0 h 236"/>
                    <a:gd name="T112" fmla="*/ 0 w 198"/>
                    <a:gd name="T113" fmla="*/ 0 h 236"/>
                    <a:gd name="T114" fmla="*/ 0 w 198"/>
                    <a:gd name="T115" fmla="*/ 0 h 236"/>
                    <a:gd name="T116" fmla="*/ 0 w 198"/>
                    <a:gd name="T117" fmla="*/ 0 h 236"/>
                    <a:gd name="T118" fmla="*/ 0 w 198"/>
                    <a:gd name="T119" fmla="*/ 0 h 236"/>
                    <a:gd name="T120" fmla="*/ 0 w 198"/>
                    <a:gd name="T121" fmla="*/ 0 h 2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60000 65536"/>
                    <a:gd name="T148" fmla="*/ 0 60000 65536"/>
                    <a:gd name="T149" fmla="*/ 0 60000 65536"/>
                    <a:gd name="T150" fmla="*/ 0 60000 65536"/>
                    <a:gd name="T151" fmla="*/ 0 60000 65536"/>
                    <a:gd name="T152" fmla="*/ 0 60000 65536"/>
                    <a:gd name="T153" fmla="*/ 0 60000 65536"/>
                    <a:gd name="T154" fmla="*/ 0 60000 65536"/>
                    <a:gd name="T155" fmla="*/ 0 60000 65536"/>
                    <a:gd name="T156" fmla="*/ 0 60000 65536"/>
                    <a:gd name="T157" fmla="*/ 0 60000 65536"/>
                    <a:gd name="T158" fmla="*/ 0 60000 65536"/>
                    <a:gd name="T159" fmla="*/ 0 60000 65536"/>
                    <a:gd name="T160" fmla="*/ 0 60000 65536"/>
                    <a:gd name="T161" fmla="*/ 0 60000 65536"/>
                    <a:gd name="T162" fmla="*/ 0 60000 65536"/>
                    <a:gd name="T163" fmla="*/ 0 60000 65536"/>
                    <a:gd name="T164" fmla="*/ 0 60000 65536"/>
                    <a:gd name="T165" fmla="*/ 0 60000 65536"/>
                    <a:gd name="T166" fmla="*/ 0 60000 65536"/>
                    <a:gd name="T167" fmla="*/ 0 60000 65536"/>
                    <a:gd name="T168" fmla="*/ 0 60000 65536"/>
                    <a:gd name="T169" fmla="*/ 0 60000 65536"/>
                    <a:gd name="T170" fmla="*/ 0 60000 65536"/>
                    <a:gd name="T171" fmla="*/ 0 60000 65536"/>
                    <a:gd name="T172" fmla="*/ 0 60000 65536"/>
                    <a:gd name="T173" fmla="*/ 0 60000 65536"/>
                    <a:gd name="T174" fmla="*/ 0 60000 65536"/>
                    <a:gd name="T175" fmla="*/ 0 60000 65536"/>
                    <a:gd name="T176" fmla="*/ 0 60000 65536"/>
                    <a:gd name="T177" fmla="*/ 0 60000 65536"/>
                    <a:gd name="T178" fmla="*/ 0 60000 65536"/>
                    <a:gd name="T179" fmla="*/ 0 60000 65536"/>
                    <a:gd name="T180" fmla="*/ 0 60000 65536"/>
                    <a:gd name="T181" fmla="*/ 0 60000 65536"/>
                    <a:gd name="T182" fmla="*/ 0 60000 65536"/>
                    <a:gd name="T183" fmla="*/ 0 w 198"/>
                    <a:gd name="T184" fmla="*/ 0 h 236"/>
                    <a:gd name="T185" fmla="*/ 198 w 198"/>
                    <a:gd name="T186" fmla="*/ 236 h 236"/>
                  </a:gdLst>
                  <a:ahLst/>
                  <a:cxnLst>
                    <a:cxn ang="T122">
                      <a:pos x="T0" y="T1"/>
                    </a:cxn>
                    <a:cxn ang="T123">
                      <a:pos x="T2" y="T3"/>
                    </a:cxn>
                    <a:cxn ang="T124">
                      <a:pos x="T4" y="T5"/>
                    </a:cxn>
                    <a:cxn ang="T125">
                      <a:pos x="T6" y="T7"/>
                    </a:cxn>
                    <a:cxn ang="T126">
                      <a:pos x="T8" y="T9"/>
                    </a:cxn>
                    <a:cxn ang="T127">
                      <a:pos x="T10" y="T11"/>
                    </a:cxn>
                    <a:cxn ang="T128">
                      <a:pos x="T12" y="T13"/>
                    </a:cxn>
                    <a:cxn ang="T129">
                      <a:pos x="T14" y="T15"/>
                    </a:cxn>
                    <a:cxn ang="T130">
                      <a:pos x="T16" y="T17"/>
                    </a:cxn>
                    <a:cxn ang="T131">
                      <a:pos x="T18" y="T19"/>
                    </a:cxn>
                    <a:cxn ang="T132">
                      <a:pos x="T20" y="T21"/>
                    </a:cxn>
                    <a:cxn ang="T133">
                      <a:pos x="T22" y="T23"/>
                    </a:cxn>
                    <a:cxn ang="T134">
                      <a:pos x="T24" y="T25"/>
                    </a:cxn>
                    <a:cxn ang="T135">
                      <a:pos x="T26" y="T27"/>
                    </a:cxn>
                    <a:cxn ang="T136">
                      <a:pos x="T28" y="T29"/>
                    </a:cxn>
                    <a:cxn ang="T137">
                      <a:pos x="T30" y="T31"/>
                    </a:cxn>
                    <a:cxn ang="T138">
                      <a:pos x="T32" y="T33"/>
                    </a:cxn>
                    <a:cxn ang="T139">
                      <a:pos x="T34" y="T35"/>
                    </a:cxn>
                    <a:cxn ang="T140">
                      <a:pos x="T36" y="T37"/>
                    </a:cxn>
                    <a:cxn ang="T141">
                      <a:pos x="T38" y="T39"/>
                    </a:cxn>
                    <a:cxn ang="T142">
                      <a:pos x="T40" y="T41"/>
                    </a:cxn>
                    <a:cxn ang="T143">
                      <a:pos x="T42" y="T43"/>
                    </a:cxn>
                    <a:cxn ang="T144">
                      <a:pos x="T44" y="T45"/>
                    </a:cxn>
                    <a:cxn ang="T145">
                      <a:pos x="T46" y="T47"/>
                    </a:cxn>
                    <a:cxn ang="T146">
                      <a:pos x="T48" y="T49"/>
                    </a:cxn>
                    <a:cxn ang="T147">
                      <a:pos x="T50" y="T51"/>
                    </a:cxn>
                    <a:cxn ang="T148">
                      <a:pos x="T52" y="T53"/>
                    </a:cxn>
                    <a:cxn ang="T149">
                      <a:pos x="T54" y="T55"/>
                    </a:cxn>
                    <a:cxn ang="T150">
                      <a:pos x="T56" y="T57"/>
                    </a:cxn>
                    <a:cxn ang="T151">
                      <a:pos x="T58" y="T59"/>
                    </a:cxn>
                    <a:cxn ang="T152">
                      <a:pos x="T60" y="T61"/>
                    </a:cxn>
                    <a:cxn ang="T153">
                      <a:pos x="T62" y="T63"/>
                    </a:cxn>
                    <a:cxn ang="T154">
                      <a:pos x="T64" y="T65"/>
                    </a:cxn>
                    <a:cxn ang="T155">
                      <a:pos x="T66" y="T67"/>
                    </a:cxn>
                    <a:cxn ang="T156">
                      <a:pos x="T68" y="T69"/>
                    </a:cxn>
                    <a:cxn ang="T157">
                      <a:pos x="T70" y="T71"/>
                    </a:cxn>
                    <a:cxn ang="T158">
                      <a:pos x="T72" y="T73"/>
                    </a:cxn>
                    <a:cxn ang="T159">
                      <a:pos x="T74" y="T75"/>
                    </a:cxn>
                    <a:cxn ang="T160">
                      <a:pos x="T76" y="T77"/>
                    </a:cxn>
                    <a:cxn ang="T161">
                      <a:pos x="T78" y="T79"/>
                    </a:cxn>
                    <a:cxn ang="T162">
                      <a:pos x="T80" y="T81"/>
                    </a:cxn>
                    <a:cxn ang="T163">
                      <a:pos x="T82" y="T83"/>
                    </a:cxn>
                    <a:cxn ang="T164">
                      <a:pos x="T84" y="T85"/>
                    </a:cxn>
                    <a:cxn ang="T165">
                      <a:pos x="T86" y="T87"/>
                    </a:cxn>
                    <a:cxn ang="T166">
                      <a:pos x="T88" y="T89"/>
                    </a:cxn>
                    <a:cxn ang="T167">
                      <a:pos x="T90" y="T91"/>
                    </a:cxn>
                    <a:cxn ang="T168">
                      <a:pos x="T92" y="T93"/>
                    </a:cxn>
                    <a:cxn ang="T169">
                      <a:pos x="T94" y="T95"/>
                    </a:cxn>
                    <a:cxn ang="T170">
                      <a:pos x="T96" y="T97"/>
                    </a:cxn>
                    <a:cxn ang="T171">
                      <a:pos x="T98" y="T99"/>
                    </a:cxn>
                    <a:cxn ang="T172">
                      <a:pos x="T100" y="T101"/>
                    </a:cxn>
                    <a:cxn ang="T173">
                      <a:pos x="T102" y="T103"/>
                    </a:cxn>
                    <a:cxn ang="T174">
                      <a:pos x="T104" y="T105"/>
                    </a:cxn>
                    <a:cxn ang="T175">
                      <a:pos x="T106" y="T107"/>
                    </a:cxn>
                    <a:cxn ang="T176">
                      <a:pos x="T108" y="T109"/>
                    </a:cxn>
                    <a:cxn ang="T177">
                      <a:pos x="T110" y="T111"/>
                    </a:cxn>
                    <a:cxn ang="T178">
                      <a:pos x="T112" y="T113"/>
                    </a:cxn>
                    <a:cxn ang="T179">
                      <a:pos x="T114" y="T115"/>
                    </a:cxn>
                    <a:cxn ang="T180">
                      <a:pos x="T116" y="T117"/>
                    </a:cxn>
                    <a:cxn ang="T181">
                      <a:pos x="T118" y="T119"/>
                    </a:cxn>
                    <a:cxn ang="T182">
                      <a:pos x="T120" y="T121"/>
                    </a:cxn>
                  </a:cxnLst>
                  <a:rect l="T183" t="T184" r="T185" b="T186"/>
                  <a:pathLst>
                    <a:path w="198" h="236">
                      <a:moveTo>
                        <a:pt x="73" y="36"/>
                      </a:moveTo>
                      <a:lnTo>
                        <a:pt x="58" y="46"/>
                      </a:lnTo>
                      <a:lnTo>
                        <a:pt x="46" y="58"/>
                      </a:lnTo>
                      <a:lnTo>
                        <a:pt x="33" y="72"/>
                      </a:lnTo>
                      <a:lnTo>
                        <a:pt x="22" y="85"/>
                      </a:lnTo>
                      <a:lnTo>
                        <a:pt x="14" y="100"/>
                      </a:lnTo>
                      <a:lnTo>
                        <a:pt x="7" y="115"/>
                      </a:lnTo>
                      <a:lnTo>
                        <a:pt x="2" y="130"/>
                      </a:lnTo>
                      <a:lnTo>
                        <a:pt x="0" y="146"/>
                      </a:lnTo>
                      <a:lnTo>
                        <a:pt x="2" y="170"/>
                      </a:lnTo>
                      <a:lnTo>
                        <a:pt x="12" y="190"/>
                      </a:lnTo>
                      <a:lnTo>
                        <a:pt x="26" y="207"/>
                      </a:lnTo>
                      <a:lnTo>
                        <a:pt x="43" y="220"/>
                      </a:lnTo>
                      <a:lnTo>
                        <a:pt x="64" y="229"/>
                      </a:lnTo>
                      <a:lnTo>
                        <a:pt x="88" y="235"/>
                      </a:lnTo>
                      <a:lnTo>
                        <a:pt x="110" y="236"/>
                      </a:lnTo>
                      <a:lnTo>
                        <a:pt x="132" y="232"/>
                      </a:lnTo>
                      <a:lnTo>
                        <a:pt x="137" y="232"/>
                      </a:lnTo>
                      <a:lnTo>
                        <a:pt x="142" y="230"/>
                      </a:lnTo>
                      <a:lnTo>
                        <a:pt x="145" y="226"/>
                      </a:lnTo>
                      <a:lnTo>
                        <a:pt x="146" y="221"/>
                      </a:lnTo>
                      <a:lnTo>
                        <a:pt x="145" y="219"/>
                      </a:lnTo>
                      <a:lnTo>
                        <a:pt x="142" y="219"/>
                      </a:lnTo>
                      <a:lnTo>
                        <a:pt x="137" y="217"/>
                      </a:lnTo>
                      <a:lnTo>
                        <a:pt x="131" y="217"/>
                      </a:lnTo>
                      <a:lnTo>
                        <a:pt x="124" y="217"/>
                      </a:lnTo>
                      <a:lnTo>
                        <a:pt x="118" y="217"/>
                      </a:lnTo>
                      <a:lnTo>
                        <a:pt x="112" y="217"/>
                      </a:lnTo>
                      <a:lnTo>
                        <a:pt x="109" y="217"/>
                      </a:lnTo>
                      <a:lnTo>
                        <a:pt x="97" y="216"/>
                      </a:lnTo>
                      <a:lnTo>
                        <a:pt x="87" y="215"/>
                      </a:lnTo>
                      <a:lnTo>
                        <a:pt x="75" y="214"/>
                      </a:lnTo>
                      <a:lnTo>
                        <a:pt x="63" y="211"/>
                      </a:lnTo>
                      <a:lnTo>
                        <a:pt x="51" y="207"/>
                      </a:lnTo>
                      <a:lnTo>
                        <a:pt x="40" y="199"/>
                      </a:lnTo>
                      <a:lnTo>
                        <a:pt x="29" y="189"/>
                      </a:lnTo>
                      <a:lnTo>
                        <a:pt x="17" y="174"/>
                      </a:lnTo>
                      <a:lnTo>
                        <a:pt x="15" y="157"/>
                      </a:lnTo>
                      <a:lnTo>
                        <a:pt x="16" y="141"/>
                      </a:lnTo>
                      <a:lnTo>
                        <a:pt x="21" y="124"/>
                      </a:lnTo>
                      <a:lnTo>
                        <a:pt x="28" y="109"/>
                      </a:lnTo>
                      <a:lnTo>
                        <a:pt x="39" y="96"/>
                      </a:lnTo>
                      <a:lnTo>
                        <a:pt x="50" y="82"/>
                      </a:lnTo>
                      <a:lnTo>
                        <a:pt x="63" y="70"/>
                      </a:lnTo>
                      <a:lnTo>
                        <a:pt x="78" y="59"/>
                      </a:lnTo>
                      <a:lnTo>
                        <a:pt x="94" y="49"/>
                      </a:lnTo>
                      <a:lnTo>
                        <a:pt x="110" y="39"/>
                      </a:lnTo>
                      <a:lnTo>
                        <a:pt x="126" y="31"/>
                      </a:lnTo>
                      <a:lnTo>
                        <a:pt x="142" y="24"/>
                      </a:lnTo>
                      <a:lnTo>
                        <a:pt x="158" y="19"/>
                      </a:lnTo>
                      <a:lnTo>
                        <a:pt x="172" y="13"/>
                      </a:lnTo>
                      <a:lnTo>
                        <a:pt x="186" y="10"/>
                      </a:lnTo>
                      <a:lnTo>
                        <a:pt x="198" y="7"/>
                      </a:lnTo>
                      <a:lnTo>
                        <a:pt x="190" y="3"/>
                      </a:lnTo>
                      <a:lnTo>
                        <a:pt x="177" y="0"/>
                      </a:lnTo>
                      <a:lnTo>
                        <a:pt x="162" y="3"/>
                      </a:lnTo>
                      <a:lnTo>
                        <a:pt x="144" y="6"/>
                      </a:lnTo>
                      <a:lnTo>
                        <a:pt x="124" y="12"/>
                      </a:lnTo>
                      <a:lnTo>
                        <a:pt x="105" y="19"/>
                      </a:lnTo>
                      <a:lnTo>
                        <a:pt x="88" y="28"/>
                      </a:lnTo>
                      <a:lnTo>
                        <a:pt x="73" y="3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4714" name="Freeform 745">
                  <a:extLst>
                    <a:ext uri="{FF2B5EF4-FFF2-40B4-BE49-F238E27FC236}">
                      <a16:creationId xmlns:a16="http://schemas.microsoft.com/office/drawing/2014/main" id="{8AEC2513-07F5-4BC6-990F-452A5D946E7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33" y="2660"/>
                  <a:ext cx="47" cy="42"/>
                </a:xfrm>
                <a:custGeom>
                  <a:avLst/>
                  <a:gdLst>
                    <a:gd name="T0" fmla="*/ 0 w 128"/>
                    <a:gd name="T1" fmla="*/ 0 h 183"/>
                    <a:gd name="T2" fmla="*/ 0 w 128"/>
                    <a:gd name="T3" fmla="*/ 0 h 183"/>
                    <a:gd name="T4" fmla="*/ 0 w 128"/>
                    <a:gd name="T5" fmla="*/ 0 h 183"/>
                    <a:gd name="T6" fmla="*/ 0 w 128"/>
                    <a:gd name="T7" fmla="*/ 0 h 183"/>
                    <a:gd name="T8" fmla="*/ 0 w 128"/>
                    <a:gd name="T9" fmla="*/ 0 h 183"/>
                    <a:gd name="T10" fmla="*/ 0 w 128"/>
                    <a:gd name="T11" fmla="*/ 0 h 183"/>
                    <a:gd name="T12" fmla="*/ 0 w 128"/>
                    <a:gd name="T13" fmla="*/ 0 h 183"/>
                    <a:gd name="T14" fmla="*/ 0 w 128"/>
                    <a:gd name="T15" fmla="*/ 0 h 183"/>
                    <a:gd name="T16" fmla="*/ 0 w 128"/>
                    <a:gd name="T17" fmla="*/ 0 h 183"/>
                    <a:gd name="T18" fmla="*/ 0 w 128"/>
                    <a:gd name="T19" fmla="*/ 0 h 183"/>
                    <a:gd name="T20" fmla="*/ 0 w 128"/>
                    <a:gd name="T21" fmla="*/ 0 h 183"/>
                    <a:gd name="T22" fmla="*/ 0 w 128"/>
                    <a:gd name="T23" fmla="*/ 0 h 183"/>
                    <a:gd name="T24" fmla="*/ 0 w 128"/>
                    <a:gd name="T25" fmla="*/ 0 h 183"/>
                    <a:gd name="T26" fmla="*/ 0 w 128"/>
                    <a:gd name="T27" fmla="*/ 0 h 183"/>
                    <a:gd name="T28" fmla="*/ 0 w 128"/>
                    <a:gd name="T29" fmla="*/ 0 h 183"/>
                    <a:gd name="T30" fmla="*/ 0 w 128"/>
                    <a:gd name="T31" fmla="*/ 0 h 183"/>
                    <a:gd name="T32" fmla="*/ 0 w 128"/>
                    <a:gd name="T33" fmla="*/ 0 h 183"/>
                    <a:gd name="T34" fmla="*/ 0 w 128"/>
                    <a:gd name="T35" fmla="*/ 0 h 183"/>
                    <a:gd name="T36" fmla="*/ 0 w 128"/>
                    <a:gd name="T37" fmla="*/ 0 h 183"/>
                    <a:gd name="T38" fmla="*/ 0 w 128"/>
                    <a:gd name="T39" fmla="*/ 0 h 183"/>
                    <a:gd name="T40" fmla="*/ 0 w 128"/>
                    <a:gd name="T41" fmla="*/ 0 h 183"/>
                    <a:gd name="T42" fmla="*/ 0 w 128"/>
                    <a:gd name="T43" fmla="*/ 0 h 183"/>
                    <a:gd name="T44" fmla="*/ 0 w 128"/>
                    <a:gd name="T45" fmla="*/ 0 h 183"/>
                    <a:gd name="T46" fmla="*/ 0 w 128"/>
                    <a:gd name="T47" fmla="*/ 0 h 183"/>
                    <a:gd name="T48" fmla="*/ 0 w 128"/>
                    <a:gd name="T49" fmla="*/ 0 h 183"/>
                    <a:gd name="T50" fmla="*/ 0 w 128"/>
                    <a:gd name="T51" fmla="*/ 0 h 183"/>
                    <a:gd name="T52" fmla="*/ 0 w 128"/>
                    <a:gd name="T53" fmla="*/ 0 h 183"/>
                    <a:gd name="T54" fmla="*/ 0 w 128"/>
                    <a:gd name="T55" fmla="*/ 0 h 183"/>
                    <a:gd name="T56" fmla="*/ 0 w 128"/>
                    <a:gd name="T57" fmla="*/ 0 h 183"/>
                    <a:gd name="T58" fmla="*/ 0 w 128"/>
                    <a:gd name="T59" fmla="*/ 0 h 183"/>
                    <a:gd name="T60" fmla="*/ 0 w 128"/>
                    <a:gd name="T61" fmla="*/ 0 h 183"/>
                    <a:gd name="T62" fmla="*/ 0 w 128"/>
                    <a:gd name="T63" fmla="*/ 0 h 183"/>
                    <a:gd name="T64" fmla="*/ 0 w 128"/>
                    <a:gd name="T65" fmla="*/ 0 h 183"/>
                    <a:gd name="T66" fmla="*/ 0 w 128"/>
                    <a:gd name="T67" fmla="*/ 0 h 183"/>
                    <a:gd name="T68" fmla="*/ 0 w 128"/>
                    <a:gd name="T69" fmla="*/ 0 h 183"/>
                    <a:gd name="T70" fmla="*/ 0 w 128"/>
                    <a:gd name="T71" fmla="*/ 0 h 183"/>
                    <a:gd name="T72" fmla="*/ 0 w 128"/>
                    <a:gd name="T73" fmla="*/ 0 h 183"/>
                    <a:gd name="T74" fmla="*/ 0 w 128"/>
                    <a:gd name="T75" fmla="*/ 0 h 183"/>
                    <a:gd name="T76" fmla="*/ 0 w 128"/>
                    <a:gd name="T77" fmla="*/ 0 h 183"/>
                    <a:gd name="T78" fmla="*/ 0 w 128"/>
                    <a:gd name="T79" fmla="*/ 0 h 183"/>
                    <a:gd name="T80" fmla="*/ 0 w 128"/>
                    <a:gd name="T81" fmla="*/ 0 h 183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w 128"/>
                    <a:gd name="T124" fmla="*/ 0 h 183"/>
                    <a:gd name="T125" fmla="*/ 128 w 128"/>
                    <a:gd name="T126" fmla="*/ 183 h 183"/>
                  </a:gdLst>
                  <a:ahLst/>
                  <a:cxnLst>
                    <a:cxn ang="T82">
                      <a:pos x="T0" y="T1"/>
                    </a:cxn>
                    <a:cxn ang="T83">
                      <a:pos x="T2" y="T3"/>
                    </a:cxn>
                    <a:cxn ang="T84">
                      <a:pos x="T4" y="T5"/>
                    </a:cxn>
                    <a:cxn ang="T85">
                      <a:pos x="T6" y="T7"/>
                    </a:cxn>
                    <a:cxn ang="T86">
                      <a:pos x="T8" y="T9"/>
                    </a:cxn>
                    <a:cxn ang="T87">
                      <a:pos x="T10" y="T11"/>
                    </a:cxn>
                    <a:cxn ang="T88">
                      <a:pos x="T12" y="T13"/>
                    </a:cxn>
                    <a:cxn ang="T89">
                      <a:pos x="T14" y="T15"/>
                    </a:cxn>
                    <a:cxn ang="T90">
                      <a:pos x="T16" y="T17"/>
                    </a:cxn>
                    <a:cxn ang="T91">
                      <a:pos x="T18" y="T19"/>
                    </a:cxn>
                    <a:cxn ang="T92">
                      <a:pos x="T20" y="T21"/>
                    </a:cxn>
                    <a:cxn ang="T93">
                      <a:pos x="T22" y="T23"/>
                    </a:cxn>
                    <a:cxn ang="T94">
                      <a:pos x="T24" y="T25"/>
                    </a:cxn>
                    <a:cxn ang="T95">
                      <a:pos x="T26" y="T27"/>
                    </a:cxn>
                    <a:cxn ang="T96">
                      <a:pos x="T28" y="T29"/>
                    </a:cxn>
                    <a:cxn ang="T97">
                      <a:pos x="T30" y="T31"/>
                    </a:cxn>
                    <a:cxn ang="T98">
                      <a:pos x="T32" y="T33"/>
                    </a:cxn>
                    <a:cxn ang="T99">
                      <a:pos x="T34" y="T35"/>
                    </a:cxn>
                    <a:cxn ang="T100">
                      <a:pos x="T36" y="T37"/>
                    </a:cxn>
                    <a:cxn ang="T101">
                      <a:pos x="T38" y="T39"/>
                    </a:cxn>
                    <a:cxn ang="T102">
                      <a:pos x="T40" y="T41"/>
                    </a:cxn>
                    <a:cxn ang="T103">
                      <a:pos x="T42" y="T43"/>
                    </a:cxn>
                    <a:cxn ang="T104">
                      <a:pos x="T44" y="T45"/>
                    </a:cxn>
                    <a:cxn ang="T105">
                      <a:pos x="T46" y="T47"/>
                    </a:cxn>
                    <a:cxn ang="T106">
                      <a:pos x="T48" y="T49"/>
                    </a:cxn>
                    <a:cxn ang="T107">
                      <a:pos x="T50" y="T51"/>
                    </a:cxn>
                    <a:cxn ang="T108">
                      <a:pos x="T52" y="T53"/>
                    </a:cxn>
                    <a:cxn ang="T109">
                      <a:pos x="T54" y="T55"/>
                    </a:cxn>
                    <a:cxn ang="T110">
                      <a:pos x="T56" y="T57"/>
                    </a:cxn>
                    <a:cxn ang="T111">
                      <a:pos x="T58" y="T59"/>
                    </a:cxn>
                    <a:cxn ang="T112">
                      <a:pos x="T60" y="T61"/>
                    </a:cxn>
                    <a:cxn ang="T113">
                      <a:pos x="T62" y="T63"/>
                    </a:cxn>
                    <a:cxn ang="T114">
                      <a:pos x="T64" y="T65"/>
                    </a:cxn>
                    <a:cxn ang="T115">
                      <a:pos x="T66" y="T67"/>
                    </a:cxn>
                    <a:cxn ang="T116">
                      <a:pos x="T68" y="T69"/>
                    </a:cxn>
                    <a:cxn ang="T117">
                      <a:pos x="T70" y="T71"/>
                    </a:cxn>
                    <a:cxn ang="T118">
                      <a:pos x="T72" y="T73"/>
                    </a:cxn>
                    <a:cxn ang="T119">
                      <a:pos x="T74" y="T75"/>
                    </a:cxn>
                    <a:cxn ang="T120">
                      <a:pos x="T76" y="T77"/>
                    </a:cxn>
                    <a:cxn ang="T121">
                      <a:pos x="T78" y="T79"/>
                    </a:cxn>
                    <a:cxn ang="T122">
                      <a:pos x="T80" y="T81"/>
                    </a:cxn>
                  </a:cxnLst>
                  <a:rect l="T123" t="T124" r="T125" b="T126"/>
                  <a:pathLst>
                    <a:path w="128" h="183">
                      <a:moveTo>
                        <a:pt x="108" y="61"/>
                      </a:moveTo>
                      <a:lnTo>
                        <a:pt x="111" y="80"/>
                      </a:lnTo>
                      <a:lnTo>
                        <a:pt x="109" y="97"/>
                      </a:lnTo>
                      <a:lnTo>
                        <a:pt x="101" y="110"/>
                      </a:lnTo>
                      <a:lnTo>
                        <a:pt x="89" y="123"/>
                      </a:lnTo>
                      <a:lnTo>
                        <a:pt x="75" y="134"/>
                      </a:lnTo>
                      <a:lnTo>
                        <a:pt x="60" y="145"/>
                      </a:lnTo>
                      <a:lnTo>
                        <a:pt x="43" y="156"/>
                      </a:lnTo>
                      <a:lnTo>
                        <a:pt x="29" y="167"/>
                      </a:lnTo>
                      <a:lnTo>
                        <a:pt x="27" y="170"/>
                      </a:lnTo>
                      <a:lnTo>
                        <a:pt x="26" y="172"/>
                      </a:lnTo>
                      <a:lnTo>
                        <a:pt x="26" y="176"/>
                      </a:lnTo>
                      <a:lnTo>
                        <a:pt x="28" y="179"/>
                      </a:lnTo>
                      <a:lnTo>
                        <a:pt x="30" y="182"/>
                      </a:lnTo>
                      <a:lnTo>
                        <a:pt x="34" y="183"/>
                      </a:lnTo>
                      <a:lnTo>
                        <a:pt x="37" y="183"/>
                      </a:lnTo>
                      <a:lnTo>
                        <a:pt x="41" y="182"/>
                      </a:lnTo>
                      <a:lnTo>
                        <a:pt x="58" y="171"/>
                      </a:lnTo>
                      <a:lnTo>
                        <a:pt x="76" y="160"/>
                      </a:lnTo>
                      <a:lnTo>
                        <a:pt x="92" y="147"/>
                      </a:lnTo>
                      <a:lnTo>
                        <a:pt x="108" y="132"/>
                      </a:lnTo>
                      <a:lnTo>
                        <a:pt x="118" y="116"/>
                      </a:lnTo>
                      <a:lnTo>
                        <a:pt x="125" y="98"/>
                      </a:lnTo>
                      <a:lnTo>
                        <a:pt x="128" y="78"/>
                      </a:lnTo>
                      <a:lnTo>
                        <a:pt x="123" y="58"/>
                      </a:lnTo>
                      <a:lnTo>
                        <a:pt x="112" y="41"/>
                      </a:lnTo>
                      <a:lnTo>
                        <a:pt x="98" y="28"/>
                      </a:lnTo>
                      <a:lnTo>
                        <a:pt x="80" y="16"/>
                      </a:lnTo>
                      <a:lnTo>
                        <a:pt x="61" y="8"/>
                      </a:lnTo>
                      <a:lnTo>
                        <a:pt x="41" y="2"/>
                      </a:lnTo>
                      <a:lnTo>
                        <a:pt x="23" y="0"/>
                      </a:lnTo>
                      <a:lnTo>
                        <a:pt x="9" y="1"/>
                      </a:lnTo>
                      <a:lnTo>
                        <a:pt x="0" y="6"/>
                      </a:lnTo>
                      <a:lnTo>
                        <a:pt x="16" y="10"/>
                      </a:lnTo>
                      <a:lnTo>
                        <a:pt x="33" y="14"/>
                      </a:lnTo>
                      <a:lnTo>
                        <a:pt x="48" y="17"/>
                      </a:lnTo>
                      <a:lnTo>
                        <a:pt x="63" y="22"/>
                      </a:lnTo>
                      <a:lnTo>
                        <a:pt x="77" y="28"/>
                      </a:lnTo>
                      <a:lnTo>
                        <a:pt x="90" y="36"/>
                      </a:lnTo>
                      <a:lnTo>
                        <a:pt x="101" y="46"/>
                      </a:lnTo>
                      <a:lnTo>
                        <a:pt x="108" y="6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4715" name="Freeform 746">
                  <a:extLst>
                    <a:ext uri="{FF2B5EF4-FFF2-40B4-BE49-F238E27FC236}">
                      <a16:creationId xmlns:a16="http://schemas.microsoft.com/office/drawing/2014/main" id="{177B2DDB-20DC-41C4-AB26-B56726B7891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70" y="2650"/>
                  <a:ext cx="112" cy="88"/>
                </a:xfrm>
                <a:custGeom>
                  <a:avLst/>
                  <a:gdLst>
                    <a:gd name="T0" fmla="*/ 0 w 323"/>
                    <a:gd name="T1" fmla="*/ 0 h 379"/>
                    <a:gd name="T2" fmla="*/ 0 w 323"/>
                    <a:gd name="T3" fmla="*/ 0 h 379"/>
                    <a:gd name="T4" fmla="*/ 0 w 323"/>
                    <a:gd name="T5" fmla="*/ 0 h 379"/>
                    <a:gd name="T6" fmla="*/ 0 w 323"/>
                    <a:gd name="T7" fmla="*/ 0 h 379"/>
                    <a:gd name="T8" fmla="*/ 0 w 323"/>
                    <a:gd name="T9" fmla="*/ 0 h 379"/>
                    <a:gd name="T10" fmla="*/ 0 w 323"/>
                    <a:gd name="T11" fmla="*/ 0 h 379"/>
                    <a:gd name="T12" fmla="*/ 0 w 323"/>
                    <a:gd name="T13" fmla="*/ 0 h 379"/>
                    <a:gd name="T14" fmla="*/ 0 w 323"/>
                    <a:gd name="T15" fmla="*/ 0 h 379"/>
                    <a:gd name="T16" fmla="*/ 0 w 323"/>
                    <a:gd name="T17" fmla="*/ 0 h 379"/>
                    <a:gd name="T18" fmla="*/ 0 w 323"/>
                    <a:gd name="T19" fmla="*/ 0 h 379"/>
                    <a:gd name="T20" fmla="*/ 0 w 323"/>
                    <a:gd name="T21" fmla="*/ 0 h 379"/>
                    <a:gd name="T22" fmla="*/ 0 w 323"/>
                    <a:gd name="T23" fmla="*/ 0 h 379"/>
                    <a:gd name="T24" fmla="*/ 0 w 323"/>
                    <a:gd name="T25" fmla="*/ 0 h 379"/>
                    <a:gd name="T26" fmla="*/ 0 w 323"/>
                    <a:gd name="T27" fmla="*/ 0 h 379"/>
                    <a:gd name="T28" fmla="*/ 0 w 323"/>
                    <a:gd name="T29" fmla="*/ 0 h 379"/>
                    <a:gd name="T30" fmla="*/ 0 w 323"/>
                    <a:gd name="T31" fmla="*/ 0 h 379"/>
                    <a:gd name="T32" fmla="*/ 0 w 323"/>
                    <a:gd name="T33" fmla="*/ 0 h 379"/>
                    <a:gd name="T34" fmla="*/ 0 w 323"/>
                    <a:gd name="T35" fmla="*/ 0 h 379"/>
                    <a:gd name="T36" fmla="*/ 0 w 323"/>
                    <a:gd name="T37" fmla="*/ 0 h 379"/>
                    <a:gd name="T38" fmla="*/ 0 w 323"/>
                    <a:gd name="T39" fmla="*/ 0 h 379"/>
                    <a:gd name="T40" fmla="*/ 0 w 323"/>
                    <a:gd name="T41" fmla="*/ 0 h 379"/>
                    <a:gd name="T42" fmla="*/ 0 w 323"/>
                    <a:gd name="T43" fmla="*/ 0 h 379"/>
                    <a:gd name="T44" fmla="*/ 0 w 323"/>
                    <a:gd name="T45" fmla="*/ 0 h 379"/>
                    <a:gd name="T46" fmla="*/ 0 w 323"/>
                    <a:gd name="T47" fmla="*/ 0 h 379"/>
                    <a:gd name="T48" fmla="*/ 0 w 323"/>
                    <a:gd name="T49" fmla="*/ 0 h 379"/>
                    <a:gd name="T50" fmla="*/ 0 w 323"/>
                    <a:gd name="T51" fmla="*/ 0 h 379"/>
                    <a:gd name="T52" fmla="*/ 0 w 323"/>
                    <a:gd name="T53" fmla="*/ 0 h 379"/>
                    <a:gd name="T54" fmla="*/ 0 w 323"/>
                    <a:gd name="T55" fmla="*/ 0 h 379"/>
                    <a:gd name="T56" fmla="*/ 0 w 323"/>
                    <a:gd name="T57" fmla="*/ 0 h 379"/>
                    <a:gd name="T58" fmla="*/ 0 w 323"/>
                    <a:gd name="T59" fmla="*/ 0 h 379"/>
                    <a:gd name="T60" fmla="*/ 0 w 323"/>
                    <a:gd name="T61" fmla="*/ 0 h 379"/>
                    <a:gd name="T62" fmla="*/ 0 w 323"/>
                    <a:gd name="T63" fmla="*/ 0 h 379"/>
                    <a:gd name="T64" fmla="*/ 0 w 323"/>
                    <a:gd name="T65" fmla="*/ 0 h 379"/>
                    <a:gd name="T66" fmla="*/ 0 w 323"/>
                    <a:gd name="T67" fmla="*/ 0 h 379"/>
                    <a:gd name="T68" fmla="*/ 0 w 323"/>
                    <a:gd name="T69" fmla="*/ 0 h 379"/>
                    <a:gd name="T70" fmla="*/ 0 w 323"/>
                    <a:gd name="T71" fmla="*/ 0 h 379"/>
                    <a:gd name="T72" fmla="*/ 0 w 323"/>
                    <a:gd name="T73" fmla="*/ 0 h 379"/>
                    <a:gd name="T74" fmla="*/ 0 w 323"/>
                    <a:gd name="T75" fmla="*/ 0 h 379"/>
                    <a:gd name="T76" fmla="*/ 0 w 323"/>
                    <a:gd name="T77" fmla="*/ 0 h 379"/>
                    <a:gd name="T78" fmla="*/ 0 w 323"/>
                    <a:gd name="T79" fmla="*/ 0 h 379"/>
                    <a:gd name="T80" fmla="*/ 0 w 323"/>
                    <a:gd name="T81" fmla="*/ 0 h 379"/>
                    <a:gd name="T82" fmla="*/ 0 w 323"/>
                    <a:gd name="T83" fmla="*/ 0 h 379"/>
                    <a:gd name="T84" fmla="*/ 0 w 323"/>
                    <a:gd name="T85" fmla="*/ 0 h 379"/>
                    <a:gd name="T86" fmla="*/ 0 w 323"/>
                    <a:gd name="T87" fmla="*/ 0 h 379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w 323"/>
                    <a:gd name="T133" fmla="*/ 0 h 379"/>
                    <a:gd name="T134" fmla="*/ 323 w 323"/>
                    <a:gd name="T135" fmla="*/ 379 h 379"/>
                  </a:gdLst>
                  <a:ahLst/>
                  <a:cxnLst>
                    <a:cxn ang="T88">
                      <a:pos x="T0" y="T1"/>
                    </a:cxn>
                    <a:cxn ang="T89">
                      <a:pos x="T2" y="T3"/>
                    </a:cxn>
                    <a:cxn ang="T90">
                      <a:pos x="T4" y="T5"/>
                    </a:cxn>
                    <a:cxn ang="T91">
                      <a:pos x="T6" y="T7"/>
                    </a:cxn>
                    <a:cxn ang="T92">
                      <a:pos x="T8" y="T9"/>
                    </a:cxn>
                    <a:cxn ang="T93">
                      <a:pos x="T10" y="T11"/>
                    </a:cxn>
                    <a:cxn ang="T94">
                      <a:pos x="T12" y="T13"/>
                    </a:cxn>
                    <a:cxn ang="T95">
                      <a:pos x="T14" y="T15"/>
                    </a:cxn>
                    <a:cxn ang="T96">
                      <a:pos x="T16" y="T17"/>
                    </a:cxn>
                    <a:cxn ang="T97">
                      <a:pos x="T18" y="T19"/>
                    </a:cxn>
                    <a:cxn ang="T98">
                      <a:pos x="T20" y="T21"/>
                    </a:cxn>
                    <a:cxn ang="T99">
                      <a:pos x="T22" y="T23"/>
                    </a:cxn>
                    <a:cxn ang="T100">
                      <a:pos x="T24" y="T25"/>
                    </a:cxn>
                    <a:cxn ang="T101">
                      <a:pos x="T26" y="T27"/>
                    </a:cxn>
                    <a:cxn ang="T102">
                      <a:pos x="T28" y="T29"/>
                    </a:cxn>
                    <a:cxn ang="T103">
                      <a:pos x="T30" y="T31"/>
                    </a:cxn>
                    <a:cxn ang="T104">
                      <a:pos x="T32" y="T33"/>
                    </a:cxn>
                    <a:cxn ang="T105">
                      <a:pos x="T34" y="T35"/>
                    </a:cxn>
                    <a:cxn ang="T106">
                      <a:pos x="T36" y="T37"/>
                    </a:cxn>
                    <a:cxn ang="T107">
                      <a:pos x="T38" y="T39"/>
                    </a:cxn>
                    <a:cxn ang="T108">
                      <a:pos x="T40" y="T41"/>
                    </a:cxn>
                    <a:cxn ang="T109">
                      <a:pos x="T42" y="T43"/>
                    </a:cxn>
                    <a:cxn ang="T110">
                      <a:pos x="T44" y="T45"/>
                    </a:cxn>
                    <a:cxn ang="T111">
                      <a:pos x="T46" y="T47"/>
                    </a:cxn>
                    <a:cxn ang="T112">
                      <a:pos x="T48" y="T49"/>
                    </a:cxn>
                    <a:cxn ang="T113">
                      <a:pos x="T50" y="T51"/>
                    </a:cxn>
                    <a:cxn ang="T114">
                      <a:pos x="T52" y="T53"/>
                    </a:cxn>
                    <a:cxn ang="T115">
                      <a:pos x="T54" y="T55"/>
                    </a:cxn>
                    <a:cxn ang="T116">
                      <a:pos x="T56" y="T57"/>
                    </a:cxn>
                    <a:cxn ang="T117">
                      <a:pos x="T58" y="T59"/>
                    </a:cxn>
                    <a:cxn ang="T118">
                      <a:pos x="T60" y="T61"/>
                    </a:cxn>
                    <a:cxn ang="T119">
                      <a:pos x="T62" y="T63"/>
                    </a:cxn>
                    <a:cxn ang="T120">
                      <a:pos x="T64" y="T65"/>
                    </a:cxn>
                    <a:cxn ang="T121">
                      <a:pos x="T66" y="T67"/>
                    </a:cxn>
                    <a:cxn ang="T122">
                      <a:pos x="T68" y="T69"/>
                    </a:cxn>
                    <a:cxn ang="T123">
                      <a:pos x="T70" y="T71"/>
                    </a:cxn>
                    <a:cxn ang="T124">
                      <a:pos x="T72" y="T73"/>
                    </a:cxn>
                    <a:cxn ang="T125">
                      <a:pos x="T74" y="T75"/>
                    </a:cxn>
                    <a:cxn ang="T126">
                      <a:pos x="T76" y="T77"/>
                    </a:cxn>
                    <a:cxn ang="T127">
                      <a:pos x="T78" y="T79"/>
                    </a:cxn>
                    <a:cxn ang="T128">
                      <a:pos x="T80" y="T81"/>
                    </a:cxn>
                    <a:cxn ang="T129">
                      <a:pos x="T82" y="T83"/>
                    </a:cxn>
                    <a:cxn ang="T130">
                      <a:pos x="T84" y="T85"/>
                    </a:cxn>
                    <a:cxn ang="T131">
                      <a:pos x="T86" y="T87"/>
                    </a:cxn>
                  </a:cxnLst>
                  <a:rect l="T132" t="T133" r="T134" b="T135"/>
                  <a:pathLst>
                    <a:path w="323" h="379">
                      <a:moveTo>
                        <a:pt x="126" y="50"/>
                      </a:moveTo>
                      <a:lnTo>
                        <a:pt x="101" y="70"/>
                      </a:lnTo>
                      <a:lnTo>
                        <a:pt x="76" y="92"/>
                      </a:lnTo>
                      <a:lnTo>
                        <a:pt x="54" y="115"/>
                      </a:lnTo>
                      <a:lnTo>
                        <a:pt x="34" y="140"/>
                      </a:lnTo>
                      <a:lnTo>
                        <a:pt x="18" y="167"/>
                      </a:lnTo>
                      <a:lnTo>
                        <a:pt x="6" y="196"/>
                      </a:lnTo>
                      <a:lnTo>
                        <a:pt x="0" y="227"/>
                      </a:lnTo>
                      <a:lnTo>
                        <a:pt x="1" y="259"/>
                      </a:lnTo>
                      <a:lnTo>
                        <a:pt x="4" y="267"/>
                      </a:lnTo>
                      <a:lnTo>
                        <a:pt x="7" y="277"/>
                      </a:lnTo>
                      <a:lnTo>
                        <a:pt x="11" y="283"/>
                      </a:lnTo>
                      <a:lnTo>
                        <a:pt x="15" y="291"/>
                      </a:lnTo>
                      <a:lnTo>
                        <a:pt x="21" y="298"/>
                      </a:lnTo>
                      <a:lnTo>
                        <a:pt x="27" y="305"/>
                      </a:lnTo>
                      <a:lnTo>
                        <a:pt x="34" y="311"/>
                      </a:lnTo>
                      <a:lnTo>
                        <a:pt x="41" y="316"/>
                      </a:lnTo>
                      <a:lnTo>
                        <a:pt x="57" y="325"/>
                      </a:lnTo>
                      <a:lnTo>
                        <a:pt x="72" y="333"/>
                      </a:lnTo>
                      <a:lnTo>
                        <a:pt x="87" y="340"/>
                      </a:lnTo>
                      <a:lnTo>
                        <a:pt x="103" y="345"/>
                      </a:lnTo>
                      <a:lnTo>
                        <a:pt x="120" y="351"/>
                      </a:lnTo>
                      <a:lnTo>
                        <a:pt x="136" y="356"/>
                      </a:lnTo>
                      <a:lnTo>
                        <a:pt x="153" y="360"/>
                      </a:lnTo>
                      <a:lnTo>
                        <a:pt x="169" y="364"/>
                      </a:lnTo>
                      <a:lnTo>
                        <a:pt x="187" y="367"/>
                      </a:lnTo>
                      <a:lnTo>
                        <a:pt x="204" y="370"/>
                      </a:lnTo>
                      <a:lnTo>
                        <a:pt x="221" y="372"/>
                      </a:lnTo>
                      <a:lnTo>
                        <a:pt x="238" y="374"/>
                      </a:lnTo>
                      <a:lnTo>
                        <a:pt x="256" y="375"/>
                      </a:lnTo>
                      <a:lnTo>
                        <a:pt x="273" y="376"/>
                      </a:lnTo>
                      <a:lnTo>
                        <a:pt x="290" y="378"/>
                      </a:lnTo>
                      <a:lnTo>
                        <a:pt x="307" y="379"/>
                      </a:lnTo>
                      <a:lnTo>
                        <a:pt x="312" y="379"/>
                      </a:lnTo>
                      <a:lnTo>
                        <a:pt x="317" y="375"/>
                      </a:lnTo>
                      <a:lnTo>
                        <a:pt x="320" y="372"/>
                      </a:lnTo>
                      <a:lnTo>
                        <a:pt x="323" y="366"/>
                      </a:lnTo>
                      <a:lnTo>
                        <a:pt x="323" y="360"/>
                      </a:lnTo>
                      <a:lnTo>
                        <a:pt x="320" y="356"/>
                      </a:lnTo>
                      <a:lnTo>
                        <a:pt x="316" y="352"/>
                      </a:lnTo>
                      <a:lnTo>
                        <a:pt x="311" y="351"/>
                      </a:lnTo>
                      <a:lnTo>
                        <a:pt x="295" y="351"/>
                      </a:lnTo>
                      <a:lnTo>
                        <a:pt x="279" y="351"/>
                      </a:lnTo>
                      <a:lnTo>
                        <a:pt x="263" y="350"/>
                      </a:lnTo>
                      <a:lnTo>
                        <a:pt x="248" y="349"/>
                      </a:lnTo>
                      <a:lnTo>
                        <a:pt x="231" y="348"/>
                      </a:lnTo>
                      <a:lnTo>
                        <a:pt x="215" y="345"/>
                      </a:lnTo>
                      <a:lnTo>
                        <a:pt x="200" y="343"/>
                      </a:lnTo>
                      <a:lnTo>
                        <a:pt x="183" y="341"/>
                      </a:lnTo>
                      <a:lnTo>
                        <a:pt x="168" y="337"/>
                      </a:lnTo>
                      <a:lnTo>
                        <a:pt x="151" y="334"/>
                      </a:lnTo>
                      <a:lnTo>
                        <a:pt x="136" y="329"/>
                      </a:lnTo>
                      <a:lnTo>
                        <a:pt x="121" y="325"/>
                      </a:lnTo>
                      <a:lnTo>
                        <a:pt x="106" y="320"/>
                      </a:lnTo>
                      <a:lnTo>
                        <a:pt x="92" y="313"/>
                      </a:lnTo>
                      <a:lnTo>
                        <a:pt x="76" y="306"/>
                      </a:lnTo>
                      <a:lnTo>
                        <a:pt x="62" y="300"/>
                      </a:lnTo>
                      <a:lnTo>
                        <a:pt x="51" y="291"/>
                      </a:lnTo>
                      <a:lnTo>
                        <a:pt x="41" y="280"/>
                      </a:lnTo>
                      <a:lnTo>
                        <a:pt x="35" y="269"/>
                      </a:lnTo>
                      <a:lnTo>
                        <a:pt x="31" y="255"/>
                      </a:lnTo>
                      <a:lnTo>
                        <a:pt x="31" y="239"/>
                      </a:lnTo>
                      <a:lnTo>
                        <a:pt x="33" y="218"/>
                      </a:lnTo>
                      <a:lnTo>
                        <a:pt x="38" y="197"/>
                      </a:lnTo>
                      <a:lnTo>
                        <a:pt x="42" y="182"/>
                      </a:lnTo>
                      <a:lnTo>
                        <a:pt x="51" y="165"/>
                      </a:lnTo>
                      <a:lnTo>
                        <a:pt x="60" y="150"/>
                      </a:lnTo>
                      <a:lnTo>
                        <a:pt x="68" y="136"/>
                      </a:lnTo>
                      <a:lnTo>
                        <a:pt x="79" y="124"/>
                      </a:lnTo>
                      <a:lnTo>
                        <a:pt x="89" y="111"/>
                      </a:lnTo>
                      <a:lnTo>
                        <a:pt x="101" y="100"/>
                      </a:lnTo>
                      <a:lnTo>
                        <a:pt x="114" y="88"/>
                      </a:lnTo>
                      <a:lnTo>
                        <a:pt x="129" y="76"/>
                      </a:lnTo>
                      <a:lnTo>
                        <a:pt x="144" y="64"/>
                      </a:lnTo>
                      <a:lnTo>
                        <a:pt x="162" y="53"/>
                      </a:lnTo>
                      <a:lnTo>
                        <a:pt x="181" y="41"/>
                      </a:lnTo>
                      <a:lnTo>
                        <a:pt x="201" y="31"/>
                      </a:lnTo>
                      <a:lnTo>
                        <a:pt x="219" y="22"/>
                      </a:lnTo>
                      <a:lnTo>
                        <a:pt x="237" y="14"/>
                      </a:lnTo>
                      <a:lnTo>
                        <a:pt x="253" y="7"/>
                      </a:lnTo>
                      <a:lnTo>
                        <a:pt x="268" y="1"/>
                      </a:lnTo>
                      <a:lnTo>
                        <a:pt x="255" y="0"/>
                      </a:lnTo>
                      <a:lnTo>
                        <a:pt x="238" y="1"/>
                      </a:lnTo>
                      <a:lnTo>
                        <a:pt x="221" y="5"/>
                      </a:lnTo>
                      <a:lnTo>
                        <a:pt x="201" y="11"/>
                      </a:lnTo>
                      <a:lnTo>
                        <a:pt x="181" y="19"/>
                      </a:lnTo>
                      <a:lnTo>
                        <a:pt x="161" y="28"/>
                      </a:lnTo>
                      <a:lnTo>
                        <a:pt x="142" y="39"/>
                      </a:lnTo>
                      <a:lnTo>
                        <a:pt x="126" y="5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4716" name="Freeform 747">
                  <a:extLst>
                    <a:ext uri="{FF2B5EF4-FFF2-40B4-BE49-F238E27FC236}">
                      <a16:creationId xmlns:a16="http://schemas.microsoft.com/office/drawing/2014/main" id="{F2099A0F-6689-4361-968A-EB20A72F9E2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29" y="2647"/>
                  <a:ext cx="99" cy="59"/>
                </a:xfrm>
                <a:custGeom>
                  <a:avLst/>
                  <a:gdLst>
                    <a:gd name="T0" fmla="*/ 0 w 282"/>
                    <a:gd name="T1" fmla="*/ 0 h 253"/>
                    <a:gd name="T2" fmla="*/ 0 w 282"/>
                    <a:gd name="T3" fmla="*/ 0 h 253"/>
                    <a:gd name="T4" fmla="*/ 0 w 282"/>
                    <a:gd name="T5" fmla="*/ 0 h 253"/>
                    <a:gd name="T6" fmla="*/ 0 w 282"/>
                    <a:gd name="T7" fmla="*/ 0 h 253"/>
                    <a:gd name="T8" fmla="*/ 0 w 282"/>
                    <a:gd name="T9" fmla="*/ 0 h 253"/>
                    <a:gd name="T10" fmla="*/ 0 w 282"/>
                    <a:gd name="T11" fmla="*/ 0 h 253"/>
                    <a:gd name="T12" fmla="*/ 0 w 282"/>
                    <a:gd name="T13" fmla="*/ 0 h 253"/>
                    <a:gd name="T14" fmla="*/ 0 w 282"/>
                    <a:gd name="T15" fmla="*/ 0 h 253"/>
                    <a:gd name="T16" fmla="*/ 0 w 282"/>
                    <a:gd name="T17" fmla="*/ 0 h 253"/>
                    <a:gd name="T18" fmla="*/ 0 w 282"/>
                    <a:gd name="T19" fmla="*/ 0 h 253"/>
                    <a:gd name="T20" fmla="*/ 0 w 282"/>
                    <a:gd name="T21" fmla="*/ 0 h 253"/>
                    <a:gd name="T22" fmla="*/ 0 w 282"/>
                    <a:gd name="T23" fmla="*/ 0 h 253"/>
                    <a:gd name="T24" fmla="*/ 0 w 282"/>
                    <a:gd name="T25" fmla="*/ 0 h 253"/>
                    <a:gd name="T26" fmla="*/ 0 w 282"/>
                    <a:gd name="T27" fmla="*/ 0 h 253"/>
                    <a:gd name="T28" fmla="*/ 0 w 282"/>
                    <a:gd name="T29" fmla="*/ 0 h 253"/>
                    <a:gd name="T30" fmla="*/ 0 w 282"/>
                    <a:gd name="T31" fmla="*/ 0 h 253"/>
                    <a:gd name="T32" fmla="*/ 0 w 282"/>
                    <a:gd name="T33" fmla="*/ 0 h 253"/>
                    <a:gd name="T34" fmla="*/ 0 w 282"/>
                    <a:gd name="T35" fmla="*/ 0 h 253"/>
                    <a:gd name="T36" fmla="*/ 0 w 282"/>
                    <a:gd name="T37" fmla="*/ 0 h 253"/>
                    <a:gd name="T38" fmla="*/ 0 w 282"/>
                    <a:gd name="T39" fmla="*/ 0 h 253"/>
                    <a:gd name="T40" fmla="*/ 0 w 282"/>
                    <a:gd name="T41" fmla="*/ 0 h 253"/>
                    <a:gd name="T42" fmla="*/ 0 w 282"/>
                    <a:gd name="T43" fmla="*/ 0 h 253"/>
                    <a:gd name="T44" fmla="*/ 0 w 282"/>
                    <a:gd name="T45" fmla="*/ 0 h 253"/>
                    <a:gd name="T46" fmla="*/ 0 w 282"/>
                    <a:gd name="T47" fmla="*/ 0 h 253"/>
                    <a:gd name="T48" fmla="*/ 0 w 282"/>
                    <a:gd name="T49" fmla="*/ 0 h 253"/>
                    <a:gd name="T50" fmla="*/ 0 w 282"/>
                    <a:gd name="T51" fmla="*/ 0 h 253"/>
                    <a:gd name="T52" fmla="*/ 0 w 282"/>
                    <a:gd name="T53" fmla="*/ 0 h 253"/>
                    <a:gd name="T54" fmla="*/ 0 w 282"/>
                    <a:gd name="T55" fmla="*/ 0 h 253"/>
                    <a:gd name="T56" fmla="*/ 0 w 282"/>
                    <a:gd name="T57" fmla="*/ 0 h 253"/>
                    <a:gd name="T58" fmla="*/ 0 w 282"/>
                    <a:gd name="T59" fmla="*/ 0 h 253"/>
                    <a:gd name="T60" fmla="*/ 0 w 282"/>
                    <a:gd name="T61" fmla="*/ 0 h 253"/>
                    <a:gd name="T62" fmla="*/ 0 w 282"/>
                    <a:gd name="T63" fmla="*/ 0 h 253"/>
                    <a:gd name="T64" fmla="*/ 0 w 282"/>
                    <a:gd name="T65" fmla="*/ 0 h 253"/>
                    <a:gd name="T66" fmla="*/ 0 w 282"/>
                    <a:gd name="T67" fmla="*/ 0 h 253"/>
                    <a:gd name="T68" fmla="*/ 0 w 282"/>
                    <a:gd name="T69" fmla="*/ 0 h 253"/>
                    <a:gd name="T70" fmla="*/ 0 w 282"/>
                    <a:gd name="T71" fmla="*/ 0 h 253"/>
                    <a:gd name="T72" fmla="*/ 0 w 282"/>
                    <a:gd name="T73" fmla="*/ 0 h 253"/>
                    <a:gd name="T74" fmla="*/ 0 w 282"/>
                    <a:gd name="T75" fmla="*/ 0 h 253"/>
                    <a:gd name="T76" fmla="*/ 0 w 282"/>
                    <a:gd name="T77" fmla="*/ 0 h 253"/>
                    <a:gd name="T78" fmla="*/ 0 w 282"/>
                    <a:gd name="T79" fmla="*/ 0 h 253"/>
                    <a:gd name="T80" fmla="*/ 0 w 282"/>
                    <a:gd name="T81" fmla="*/ 0 h 253"/>
                    <a:gd name="T82" fmla="*/ 0 w 282"/>
                    <a:gd name="T83" fmla="*/ 0 h 253"/>
                    <a:gd name="T84" fmla="*/ 0 w 282"/>
                    <a:gd name="T85" fmla="*/ 0 h 253"/>
                    <a:gd name="T86" fmla="*/ 0 w 282"/>
                    <a:gd name="T87" fmla="*/ 0 h 253"/>
                    <a:gd name="T88" fmla="*/ 0 w 282"/>
                    <a:gd name="T89" fmla="*/ 0 h 253"/>
                    <a:gd name="T90" fmla="*/ 0 w 282"/>
                    <a:gd name="T91" fmla="*/ 0 h 253"/>
                    <a:gd name="T92" fmla="*/ 0 w 282"/>
                    <a:gd name="T93" fmla="*/ 0 h 253"/>
                    <a:gd name="T94" fmla="*/ 0 w 282"/>
                    <a:gd name="T95" fmla="*/ 0 h 253"/>
                    <a:gd name="T96" fmla="*/ 0 w 282"/>
                    <a:gd name="T97" fmla="*/ 0 h 253"/>
                    <a:gd name="T98" fmla="*/ 0 w 282"/>
                    <a:gd name="T99" fmla="*/ 0 h 253"/>
                    <a:gd name="T100" fmla="*/ 0 w 282"/>
                    <a:gd name="T101" fmla="*/ 0 h 253"/>
                    <a:gd name="T102" fmla="*/ 0 w 282"/>
                    <a:gd name="T103" fmla="*/ 0 h 253"/>
                    <a:gd name="T104" fmla="*/ 0 w 282"/>
                    <a:gd name="T105" fmla="*/ 0 h 253"/>
                    <a:gd name="T106" fmla="*/ 0 w 282"/>
                    <a:gd name="T107" fmla="*/ 0 h 253"/>
                    <a:gd name="T108" fmla="*/ 0 w 282"/>
                    <a:gd name="T109" fmla="*/ 0 h 253"/>
                    <a:gd name="T110" fmla="*/ 0 w 282"/>
                    <a:gd name="T111" fmla="*/ 0 h 253"/>
                    <a:gd name="T112" fmla="*/ 0 w 282"/>
                    <a:gd name="T113" fmla="*/ 0 h 253"/>
                    <a:gd name="T114" fmla="*/ 0 w 282"/>
                    <a:gd name="T115" fmla="*/ 0 h 253"/>
                    <a:gd name="T116" fmla="*/ 0 w 282"/>
                    <a:gd name="T117" fmla="*/ 0 h 253"/>
                    <a:gd name="T118" fmla="*/ 0 w 282"/>
                    <a:gd name="T119" fmla="*/ 0 h 253"/>
                    <a:gd name="T120" fmla="*/ 0 w 282"/>
                    <a:gd name="T121" fmla="*/ 0 h 253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60000 65536"/>
                    <a:gd name="T148" fmla="*/ 0 60000 65536"/>
                    <a:gd name="T149" fmla="*/ 0 60000 65536"/>
                    <a:gd name="T150" fmla="*/ 0 60000 65536"/>
                    <a:gd name="T151" fmla="*/ 0 60000 65536"/>
                    <a:gd name="T152" fmla="*/ 0 60000 65536"/>
                    <a:gd name="T153" fmla="*/ 0 60000 65536"/>
                    <a:gd name="T154" fmla="*/ 0 60000 65536"/>
                    <a:gd name="T155" fmla="*/ 0 60000 65536"/>
                    <a:gd name="T156" fmla="*/ 0 60000 65536"/>
                    <a:gd name="T157" fmla="*/ 0 60000 65536"/>
                    <a:gd name="T158" fmla="*/ 0 60000 65536"/>
                    <a:gd name="T159" fmla="*/ 0 60000 65536"/>
                    <a:gd name="T160" fmla="*/ 0 60000 65536"/>
                    <a:gd name="T161" fmla="*/ 0 60000 65536"/>
                    <a:gd name="T162" fmla="*/ 0 60000 65536"/>
                    <a:gd name="T163" fmla="*/ 0 60000 65536"/>
                    <a:gd name="T164" fmla="*/ 0 60000 65536"/>
                    <a:gd name="T165" fmla="*/ 0 60000 65536"/>
                    <a:gd name="T166" fmla="*/ 0 60000 65536"/>
                    <a:gd name="T167" fmla="*/ 0 60000 65536"/>
                    <a:gd name="T168" fmla="*/ 0 60000 65536"/>
                    <a:gd name="T169" fmla="*/ 0 60000 65536"/>
                    <a:gd name="T170" fmla="*/ 0 60000 65536"/>
                    <a:gd name="T171" fmla="*/ 0 60000 65536"/>
                    <a:gd name="T172" fmla="*/ 0 60000 65536"/>
                    <a:gd name="T173" fmla="*/ 0 60000 65536"/>
                    <a:gd name="T174" fmla="*/ 0 60000 65536"/>
                    <a:gd name="T175" fmla="*/ 0 60000 65536"/>
                    <a:gd name="T176" fmla="*/ 0 60000 65536"/>
                    <a:gd name="T177" fmla="*/ 0 60000 65536"/>
                    <a:gd name="T178" fmla="*/ 0 60000 65536"/>
                    <a:gd name="T179" fmla="*/ 0 60000 65536"/>
                    <a:gd name="T180" fmla="*/ 0 60000 65536"/>
                    <a:gd name="T181" fmla="*/ 0 60000 65536"/>
                    <a:gd name="T182" fmla="*/ 0 60000 65536"/>
                    <a:gd name="T183" fmla="*/ 0 w 282"/>
                    <a:gd name="T184" fmla="*/ 0 h 253"/>
                    <a:gd name="T185" fmla="*/ 282 w 282"/>
                    <a:gd name="T186" fmla="*/ 253 h 253"/>
                  </a:gdLst>
                  <a:ahLst/>
                  <a:cxnLst>
                    <a:cxn ang="T122">
                      <a:pos x="T0" y="T1"/>
                    </a:cxn>
                    <a:cxn ang="T123">
                      <a:pos x="T2" y="T3"/>
                    </a:cxn>
                    <a:cxn ang="T124">
                      <a:pos x="T4" y="T5"/>
                    </a:cxn>
                    <a:cxn ang="T125">
                      <a:pos x="T6" y="T7"/>
                    </a:cxn>
                    <a:cxn ang="T126">
                      <a:pos x="T8" y="T9"/>
                    </a:cxn>
                    <a:cxn ang="T127">
                      <a:pos x="T10" y="T11"/>
                    </a:cxn>
                    <a:cxn ang="T128">
                      <a:pos x="T12" y="T13"/>
                    </a:cxn>
                    <a:cxn ang="T129">
                      <a:pos x="T14" y="T15"/>
                    </a:cxn>
                    <a:cxn ang="T130">
                      <a:pos x="T16" y="T17"/>
                    </a:cxn>
                    <a:cxn ang="T131">
                      <a:pos x="T18" y="T19"/>
                    </a:cxn>
                    <a:cxn ang="T132">
                      <a:pos x="T20" y="T21"/>
                    </a:cxn>
                    <a:cxn ang="T133">
                      <a:pos x="T22" y="T23"/>
                    </a:cxn>
                    <a:cxn ang="T134">
                      <a:pos x="T24" y="T25"/>
                    </a:cxn>
                    <a:cxn ang="T135">
                      <a:pos x="T26" y="T27"/>
                    </a:cxn>
                    <a:cxn ang="T136">
                      <a:pos x="T28" y="T29"/>
                    </a:cxn>
                    <a:cxn ang="T137">
                      <a:pos x="T30" y="T31"/>
                    </a:cxn>
                    <a:cxn ang="T138">
                      <a:pos x="T32" y="T33"/>
                    </a:cxn>
                    <a:cxn ang="T139">
                      <a:pos x="T34" y="T35"/>
                    </a:cxn>
                    <a:cxn ang="T140">
                      <a:pos x="T36" y="T37"/>
                    </a:cxn>
                    <a:cxn ang="T141">
                      <a:pos x="T38" y="T39"/>
                    </a:cxn>
                    <a:cxn ang="T142">
                      <a:pos x="T40" y="T41"/>
                    </a:cxn>
                    <a:cxn ang="T143">
                      <a:pos x="T42" y="T43"/>
                    </a:cxn>
                    <a:cxn ang="T144">
                      <a:pos x="T44" y="T45"/>
                    </a:cxn>
                    <a:cxn ang="T145">
                      <a:pos x="T46" y="T47"/>
                    </a:cxn>
                    <a:cxn ang="T146">
                      <a:pos x="T48" y="T49"/>
                    </a:cxn>
                    <a:cxn ang="T147">
                      <a:pos x="T50" y="T51"/>
                    </a:cxn>
                    <a:cxn ang="T148">
                      <a:pos x="T52" y="T53"/>
                    </a:cxn>
                    <a:cxn ang="T149">
                      <a:pos x="T54" y="T55"/>
                    </a:cxn>
                    <a:cxn ang="T150">
                      <a:pos x="T56" y="T57"/>
                    </a:cxn>
                    <a:cxn ang="T151">
                      <a:pos x="T58" y="T59"/>
                    </a:cxn>
                    <a:cxn ang="T152">
                      <a:pos x="T60" y="T61"/>
                    </a:cxn>
                    <a:cxn ang="T153">
                      <a:pos x="T62" y="T63"/>
                    </a:cxn>
                    <a:cxn ang="T154">
                      <a:pos x="T64" y="T65"/>
                    </a:cxn>
                    <a:cxn ang="T155">
                      <a:pos x="T66" y="T67"/>
                    </a:cxn>
                    <a:cxn ang="T156">
                      <a:pos x="T68" y="T69"/>
                    </a:cxn>
                    <a:cxn ang="T157">
                      <a:pos x="T70" y="T71"/>
                    </a:cxn>
                    <a:cxn ang="T158">
                      <a:pos x="T72" y="T73"/>
                    </a:cxn>
                    <a:cxn ang="T159">
                      <a:pos x="T74" y="T75"/>
                    </a:cxn>
                    <a:cxn ang="T160">
                      <a:pos x="T76" y="T77"/>
                    </a:cxn>
                    <a:cxn ang="T161">
                      <a:pos x="T78" y="T79"/>
                    </a:cxn>
                    <a:cxn ang="T162">
                      <a:pos x="T80" y="T81"/>
                    </a:cxn>
                    <a:cxn ang="T163">
                      <a:pos x="T82" y="T83"/>
                    </a:cxn>
                    <a:cxn ang="T164">
                      <a:pos x="T84" y="T85"/>
                    </a:cxn>
                    <a:cxn ang="T165">
                      <a:pos x="T86" y="T87"/>
                    </a:cxn>
                    <a:cxn ang="T166">
                      <a:pos x="T88" y="T89"/>
                    </a:cxn>
                    <a:cxn ang="T167">
                      <a:pos x="T90" y="T91"/>
                    </a:cxn>
                    <a:cxn ang="T168">
                      <a:pos x="T92" y="T93"/>
                    </a:cxn>
                    <a:cxn ang="T169">
                      <a:pos x="T94" y="T95"/>
                    </a:cxn>
                    <a:cxn ang="T170">
                      <a:pos x="T96" y="T97"/>
                    </a:cxn>
                    <a:cxn ang="T171">
                      <a:pos x="T98" y="T99"/>
                    </a:cxn>
                    <a:cxn ang="T172">
                      <a:pos x="T100" y="T101"/>
                    </a:cxn>
                    <a:cxn ang="T173">
                      <a:pos x="T102" y="T103"/>
                    </a:cxn>
                    <a:cxn ang="T174">
                      <a:pos x="T104" y="T105"/>
                    </a:cxn>
                    <a:cxn ang="T175">
                      <a:pos x="T106" y="T107"/>
                    </a:cxn>
                    <a:cxn ang="T176">
                      <a:pos x="T108" y="T109"/>
                    </a:cxn>
                    <a:cxn ang="T177">
                      <a:pos x="T110" y="T111"/>
                    </a:cxn>
                    <a:cxn ang="T178">
                      <a:pos x="T112" y="T113"/>
                    </a:cxn>
                    <a:cxn ang="T179">
                      <a:pos x="T114" y="T115"/>
                    </a:cxn>
                    <a:cxn ang="T180">
                      <a:pos x="T116" y="T117"/>
                    </a:cxn>
                    <a:cxn ang="T181">
                      <a:pos x="T118" y="T119"/>
                    </a:cxn>
                    <a:cxn ang="T182">
                      <a:pos x="T120" y="T121"/>
                    </a:cxn>
                  </a:cxnLst>
                  <a:rect l="T183" t="T184" r="T185" b="T186"/>
                  <a:pathLst>
                    <a:path w="282" h="253">
                      <a:moveTo>
                        <a:pt x="235" y="78"/>
                      </a:moveTo>
                      <a:lnTo>
                        <a:pt x="248" y="92"/>
                      </a:lnTo>
                      <a:lnTo>
                        <a:pt x="255" y="108"/>
                      </a:lnTo>
                      <a:lnTo>
                        <a:pt x="259" y="125"/>
                      </a:lnTo>
                      <a:lnTo>
                        <a:pt x="259" y="144"/>
                      </a:lnTo>
                      <a:lnTo>
                        <a:pt x="257" y="159"/>
                      </a:lnTo>
                      <a:lnTo>
                        <a:pt x="252" y="171"/>
                      </a:lnTo>
                      <a:lnTo>
                        <a:pt x="244" y="184"/>
                      </a:lnTo>
                      <a:lnTo>
                        <a:pt x="236" y="194"/>
                      </a:lnTo>
                      <a:lnTo>
                        <a:pt x="225" y="206"/>
                      </a:lnTo>
                      <a:lnTo>
                        <a:pt x="215" y="215"/>
                      </a:lnTo>
                      <a:lnTo>
                        <a:pt x="204" y="225"/>
                      </a:lnTo>
                      <a:lnTo>
                        <a:pt x="194" y="236"/>
                      </a:lnTo>
                      <a:lnTo>
                        <a:pt x="191" y="239"/>
                      </a:lnTo>
                      <a:lnTo>
                        <a:pt x="190" y="242"/>
                      </a:lnTo>
                      <a:lnTo>
                        <a:pt x="191" y="246"/>
                      </a:lnTo>
                      <a:lnTo>
                        <a:pt x="194" y="249"/>
                      </a:lnTo>
                      <a:lnTo>
                        <a:pt x="197" y="252"/>
                      </a:lnTo>
                      <a:lnTo>
                        <a:pt x="201" y="253"/>
                      </a:lnTo>
                      <a:lnTo>
                        <a:pt x="205" y="252"/>
                      </a:lnTo>
                      <a:lnTo>
                        <a:pt x="209" y="249"/>
                      </a:lnTo>
                      <a:lnTo>
                        <a:pt x="232" y="234"/>
                      </a:lnTo>
                      <a:lnTo>
                        <a:pt x="251" y="215"/>
                      </a:lnTo>
                      <a:lnTo>
                        <a:pt x="267" y="192"/>
                      </a:lnTo>
                      <a:lnTo>
                        <a:pt x="278" y="168"/>
                      </a:lnTo>
                      <a:lnTo>
                        <a:pt x="282" y="141"/>
                      </a:lnTo>
                      <a:lnTo>
                        <a:pt x="279" y="116"/>
                      </a:lnTo>
                      <a:lnTo>
                        <a:pt x="270" y="92"/>
                      </a:lnTo>
                      <a:lnTo>
                        <a:pt x="251" y="70"/>
                      </a:lnTo>
                      <a:lnTo>
                        <a:pt x="237" y="59"/>
                      </a:lnTo>
                      <a:lnTo>
                        <a:pt x="221" y="48"/>
                      </a:lnTo>
                      <a:lnTo>
                        <a:pt x="202" y="39"/>
                      </a:lnTo>
                      <a:lnTo>
                        <a:pt x="183" y="31"/>
                      </a:lnTo>
                      <a:lnTo>
                        <a:pt x="163" y="24"/>
                      </a:lnTo>
                      <a:lnTo>
                        <a:pt x="142" y="18"/>
                      </a:lnTo>
                      <a:lnTo>
                        <a:pt x="122" y="13"/>
                      </a:lnTo>
                      <a:lnTo>
                        <a:pt x="101" y="8"/>
                      </a:lnTo>
                      <a:lnTo>
                        <a:pt x="82" y="5"/>
                      </a:lnTo>
                      <a:lnTo>
                        <a:pt x="63" y="2"/>
                      </a:lnTo>
                      <a:lnTo>
                        <a:pt x="47" y="0"/>
                      </a:lnTo>
                      <a:lnTo>
                        <a:pt x="32" y="0"/>
                      </a:lnTo>
                      <a:lnTo>
                        <a:pt x="19" y="0"/>
                      </a:lnTo>
                      <a:lnTo>
                        <a:pt x="10" y="1"/>
                      </a:lnTo>
                      <a:lnTo>
                        <a:pt x="4" y="4"/>
                      </a:lnTo>
                      <a:lnTo>
                        <a:pt x="0" y="6"/>
                      </a:lnTo>
                      <a:lnTo>
                        <a:pt x="12" y="8"/>
                      </a:lnTo>
                      <a:lnTo>
                        <a:pt x="25" y="9"/>
                      </a:lnTo>
                      <a:lnTo>
                        <a:pt x="38" y="12"/>
                      </a:lnTo>
                      <a:lnTo>
                        <a:pt x="52" y="14"/>
                      </a:lnTo>
                      <a:lnTo>
                        <a:pt x="67" y="16"/>
                      </a:lnTo>
                      <a:lnTo>
                        <a:pt x="82" y="18"/>
                      </a:lnTo>
                      <a:lnTo>
                        <a:pt x="97" y="22"/>
                      </a:lnTo>
                      <a:lnTo>
                        <a:pt x="114" y="25"/>
                      </a:lnTo>
                      <a:lnTo>
                        <a:pt x="129" y="30"/>
                      </a:lnTo>
                      <a:lnTo>
                        <a:pt x="146" y="35"/>
                      </a:lnTo>
                      <a:lnTo>
                        <a:pt x="162" y="40"/>
                      </a:lnTo>
                      <a:lnTo>
                        <a:pt x="177" y="46"/>
                      </a:lnTo>
                      <a:lnTo>
                        <a:pt x="192" y="53"/>
                      </a:lnTo>
                      <a:lnTo>
                        <a:pt x="208" y="60"/>
                      </a:lnTo>
                      <a:lnTo>
                        <a:pt x="222" y="69"/>
                      </a:lnTo>
                      <a:lnTo>
                        <a:pt x="235" y="7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4717" name="Freeform 748">
                  <a:extLst>
                    <a:ext uri="{FF2B5EF4-FFF2-40B4-BE49-F238E27FC236}">
                      <a16:creationId xmlns:a16="http://schemas.microsoft.com/office/drawing/2014/main" id="{B4A01D4A-D575-403F-ACA6-FA6C004333B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30" y="2680"/>
                  <a:ext cx="40" cy="54"/>
                </a:xfrm>
                <a:custGeom>
                  <a:avLst/>
                  <a:gdLst>
                    <a:gd name="T0" fmla="*/ 0 w 115"/>
                    <a:gd name="T1" fmla="*/ 0 h 236"/>
                    <a:gd name="T2" fmla="*/ 0 w 115"/>
                    <a:gd name="T3" fmla="*/ 0 h 236"/>
                    <a:gd name="T4" fmla="*/ 0 w 115"/>
                    <a:gd name="T5" fmla="*/ 0 h 236"/>
                    <a:gd name="T6" fmla="*/ 0 w 115"/>
                    <a:gd name="T7" fmla="*/ 0 h 236"/>
                    <a:gd name="T8" fmla="*/ 0 w 115"/>
                    <a:gd name="T9" fmla="*/ 0 h 236"/>
                    <a:gd name="T10" fmla="*/ 0 w 115"/>
                    <a:gd name="T11" fmla="*/ 0 h 236"/>
                    <a:gd name="T12" fmla="*/ 0 w 115"/>
                    <a:gd name="T13" fmla="*/ 0 h 236"/>
                    <a:gd name="T14" fmla="*/ 0 w 115"/>
                    <a:gd name="T15" fmla="*/ 0 h 236"/>
                    <a:gd name="T16" fmla="*/ 0 w 115"/>
                    <a:gd name="T17" fmla="*/ 0 h 236"/>
                    <a:gd name="T18" fmla="*/ 0 w 115"/>
                    <a:gd name="T19" fmla="*/ 0 h 236"/>
                    <a:gd name="T20" fmla="*/ 0 w 115"/>
                    <a:gd name="T21" fmla="*/ 0 h 236"/>
                    <a:gd name="T22" fmla="*/ 0 w 115"/>
                    <a:gd name="T23" fmla="*/ 0 h 236"/>
                    <a:gd name="T24" fmla="*/ 0 w 115"/>
                    <a:gd name="T25" fmla="*/ 0 h 236"/>
                    <a:gd name="T26" fmla="*/ 0 w 115"/>
                    <a:gd name="T27" fmla="*/ 0 h 236"/>
                    <a:gd name="T28" fmla="*/ 0 w 115"/>
                    <a:gd name="T29" fmla="*/ 0 h 236"/>
                    <a:gd name="T30" fmla="*/ 0 w 115"/>
                    <a:gd name="T31" fmla="*/ 0 h 236"/>
                    <a:gd name="T32" fmla="*/ 0 w 115"/>
                    <a:gd name="T33" fmla="*/ 0 h 236"/>
                    <a:gd name="T34" fmla="*/ 0 w 115"/>
                    <a:gd name="T35" fmla="*/ 0 h 236"/>
                    <a:gd name="T36" fmla="*/ 0 w 115"/>
                    <a:gd name="T37" fmla="*/ 0 h 236"/>
                    <a:gd name="T38" fmla="*/ 0 w 115"/>
                    <a:gd name="T39" fmla="*/ 0 h 236"/>
                    <a:gd name="T40" fmla="*/ 0 w 115"/>
                    <a:gd name="T41" fmla="*/ 0 h 236"/>
                    <a:gd name="T42" fmla="*/ 0 w 115"/>
                    <a:gd name="T43" fmla="*/ 0 h 236"/>
                    <a:gd name="T44" fmla="*/ 0 w 115"/>
                    <a:gd name="T45" fmla="*/ 0 h 236"/>
                    <a:gd name="T46" fmla="*/ 0 w 115"/>
                    <a:gd name="T47" fmla="*/ 0 h 236"/>
                    <a:gd name="T48" fmla="*/ 0 w 115"/>
                    <a:gd name="T49" fmla="*/ 0 h 236"/>
                    <a:gd name="T50" fmla="*/ 0 w 115"/>
                    <a:gd name="T51" fmla="*/ 0 h 236"/>
                    <a:gd name="T52" fmla="*/ 0 w 115"/>
                    <a:gd name="T53" fmla="*/ 0 h 236"/>
                    <a:gd name="T54" fmla="*/ 0 w 115"/>
                    <a:gd name="T55" fmla="*/ 0 h 236"/>
                    <a:gd name="T56" fmla="*/ 0 w 115"/>
                    <a:gd name="T57" fmla="*/ 0 h 236"/>
                    <a:gd name="T58" fmla="*/ 0 w 115"/>
                    <a:gd name="T59" fmla="*/ 0 h 236"/>
                    <a:gd name="T60" fmla="*/ 0 w 115"/>
                    <a:gd name="T61" fmla="*/ 0 h 236"/>
                    <a:gd name="T62" fmla="*/ 0 w 115"/>
                    <a:gd name="T63" fmla="*/ 0 h 236"/>
                    <a:gd name="T64" fmla="*/ 0 w 115"/>
                    <a:gd name="T65" fmla="*/ 0 h 236"/>
                    <a:gd name="T66" fmla="*/ 0 w 115"/>
                    <a:gd name="T67" fmla="*/ 0 h 236"/>
                    <a:gd name="T68" fmla="*/ 0 w 115"/>
                    <a:gd name="T69" fmla="*/ 0 h 236"/>
                    <a:gd name="T70" fmla="*/ 0 w 115"/>
                    <a:gd name="T71" fmla="*/ 0 h 236"/>
                    <a:gd name="T72" fmla="*/ 0 w 115"/>
                    <a:gd name="T73" fmla="*/ 0 h 236"/>
                    <a:gd name="T74" fmla="*/ 0 w 115"/>
                    <a:gd name="T75" fmla="*/ 0 h 236"/>
                    <a:gd name="T76" fmla="*/ 0 w 115"/>
                    <a:gd name="T77" fmla="*/ 0 h 236"/>
                    <a:gd name="T78" fmla="*/ 0 w 115"/>
                    <a:gd name="T79" fmla="*/ 0 h 236"/>
                    <a:gd name="T80" fmla="*/ 0 w 115"/>
                    <a:gd name="T81" fmla="*/ 0 h 236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w 115"/>
                    <a:gd name="T124" fmla="*/ 0 h 236"/>
                    <a:gd name="T125" fmla="*/ 115 w 115"/>
                    <a:gd name="T126" fmla="*/ 236 h 236"/>
                  </a:gdLst>
                  <a:ahLst/>
                  <a:cxnLst>
                    <a:cxn ang="T82">
                      <a:pos x="T0" y="T1"/>
                    </a:cxn>
                    <a:cxn ang="T83">
                      <a:pos x="T2" y="T3"/>
                    </a:cxn>
                    <a:cxn ang="T84">
                      <a:pos x="T4" y="T5"/>
                    </a:cxn>
                    <a:cxn ang="T85">
                      <a:pos x="T6" y="T7"/>
                    </a:cxn>
                    <a:cxn ang="T86">
                      <a:pos x="T8" y="T9"/>
                    </a:cxn>
                    <a:cxn ang="T87">
                      <a:pos x="T10" y="T11"/>
                    </a:cxn>
                    <a:cxn ang="T88">
                      <a:pos x="T12" y="T13"/>
                    </a:cxn>
                    <a:cxn ang="T89">
                      <a:pos x="T14" y="T15"/>
                    </a:cxn>
                    <a:cxn ang="T90">
                      <a:pos x="T16" y="T17"/>
                    </a:cxn>
                    <a:cxn ang="T91">
                      <a:pos x="T18" y="T19"/>
                    </a:cxn>
                    <a:cxn ang="T92">
                      <a:pos x="T20" y="T21"/>
                    </a:cxn>
                    <a:cxn ang="T93">
                      <a:pos x="T22" y="T23"/>
                    </a:cxn>
                    <a:cxn ang="T94">
                      <a:pos x="T24" y="T25"/>
                    </a:cxn>
                    <a:cxn ang="T95">
                      <a:pos x="T26" y="T27"/>
                    </a:cxn>
                    <a:cxn ang="T96">
                      <a:pos x="T28" y="T29"/>
                    </a:cxn>
                    <a:cxn ang="T97">
                      <a:pos x="T30" y="T31"/>
                    </a:cxn>
                    <a:cxn ang="T98">
                      <a:pos x="T32" y="T33"/>
                    </a:cxn>
                    <a:cxn ang="T99">
                      <a:pos x="T34" y="T35"/>
                    </a:cxn>
                    <a:cxn ang="T100">
                      <a:pos x="T36" y="T37"/>
                    </a:cxn>
                    <a:cxn ang="T101">
                      <a:pos x="T38" y="T39"/>
                    </a:cxn>
                    <a:cxn ang="T102">
                      <a:pos x="T40" y="T41"/>
                    </a:cxn>
                    <a:cxn ang="T103">
                      <a:pos x="T42" y="T43"/>
                    </a:cxn>
                    <a:cxn ang="T104">
                      <a:pos x="T44" y="T45"/>
                    </a:cxn>
                    <a:cxn ang="T105">
                      <a:pos x="T46" y="T47"/>
                    </a:cxn>
                    <a:cxn ang="T106">
                      <a:pos x="T48" y="T49"/>
                    </a:cxn>
                    <a:cxn ang="T107">
                      <a:pos x="T50" y="T51"/>
                    </a:cxn>
                    <a:cxn ang="T108">
                      <a:pos x="T52" y="T53"/>
                    </a:cxn>
                    <a:cxn ang="T109">
                      <a:pos x="T54" y="T55"/>
                    </a:cxn>
                    <a:cxn ang="T110">
                      <a:pos x="T56" y="T57"/>
                    </a:cxn>
                    <a:cxn ang="T111">
                      <a:pos x="T58" y="T59"/>
                    </a:cxn>
                    <a:cxn ang="T112">
                      <a:pos x="T60" y="T61"/>
                    </a:cxn>
                    <a:cxn ang="T113">
                      <a:pos x="T62" y="T63"/>
                    </a:cxn>
                    <a:cxn ang="T114">
                      <a:pos x="T64" y="T65"/>
                    </a:cxn>
                    <a:cxn ang="T115">
                      <a:pos x="T66" y="T67"/>
                    </a:cxn>
                    <a:cxn ang="T116">
                      <a:pos x="T68" y="T69"/>
                    </a:cxn>
                    <a:cxn ang="T117">
                      <a:pos x="T70" y="T71"/>
                    </a:cxn>
                    <a:cxn ang="T118">
                      <a:pos x="T72" y="T73"/>
                    </a:cxn>
                    <a:cxn ang="T119">
                      <a:pos x="T74" y="T75"/>
                    </a:cxn>
                    <a:cxn ang="T120">
                      <a:pos x="T76" y="T77"/>
                    </a:cxn>
                    <a:cxn ang="T121">
                      <a:pos x="T78" y="T79"/>
                    </a:cxn>
                    <a:cxn ang="T122">
                      <a:pos x="T80" y="T81"/>
                    </a:cxn>
                  </a:cxnLst>
                  <a:rect l="T123" t="T124" r="T125" b="T126"/>
                  <a:pathLst>
                    <a:path w="115" h="236">
                      <a:moveTo>
                        <a:pt x="0" y="128"/>
                      </a:moveTo>
                      <a:lnTo>
                        <a:pt x="0" y="148"/>
                      </a:lnTo>
                      <a:lnTo>
                        <a:pt x="5" y="166"/>
                      </a:lnTo>
                      <a:lnTo>
                        <a:pt x="13" y="184"/>
                      </a:lnTo>
                      <a:lnTo>
                        <a:pt x="24" y="198"/>
                      </a:lnTo>
                      <a:lnTo>
                        <a:pt x="39" y="211"/>
                      </a:lnTo>
                      <a:lnTo>
                        <a:pt x="55" y="223"/>
                      </a:lnTo>
                      <a:lnTo>
                        <a:pt x="74" y="231"/>
                      </a:lnTo>
                      <a:lnTo>
                        <a:pt x="92" y="235"/>
                      </a:lnTo>
                      <a:lnTo>
                        <a:pt x="98" y="236"/>
                      </a:lnTo>
                      <a:lnTo>
                        <a:pt x="104" y="234"/>
                      </a:lnTo>
                      <a:lnTo>
                        <a:pt x="109" y="231"/>
                      </a:lnTo>
                      <a:lnTo>
                        <a:pt x="111" y="226"/>
                      </a:lnTo>
                      <a:lnTo>
                        <a:pt x="111" y="220"/>
                      </a:lnTo>
                      <a:lnTo>
                        <a:pt x="110" y="215"/>
                      </a:lnTo>
                      <a:lnTo>
                        <a:pt x="107" y="210"/>
                      </a:lnTo>
                      <a:lnTo>
                        <a:pt x="101" y="208"/>
                      </a:lnTo>
                      <a:lnTo>
                        <a:pt x="82" y="201"/>
                      </a:lnTo>
                      <a:lnTo>
                        <a:pt x="64" y="192"/>
                      </a:lnTo>
                      <a:lnTo>
                        <a:pt x="50" y="179"/>
                      </a:lnTo>
                      <a:lnTo>
                        <a:pt x="40" y="165"/>
                      </a:lnTo>
                      <a:lnTo>
                        <a:pt x="33" y="148"/>
                      </a:lnTo>
                      <a:lnTo>
                        <a:pt x="29" y="130"/>
                      </a:lnTo>
                      <a:lnTo>
                        <a:pt x="29" y="110"/>
                      </a:lnTo>
                      <a:lnTo>
                        <a:pt x="35" y="89"/>
                      </a:lnTo>
                      <a:lnTo>
                        <a:pt x="43" y="74"/>
                      </a:lnTo>
                      <a:lnTo>
                        <a:pt x="56" y="60"/>
                      </a:lnTo>
                      <a:lnTo>
                        <a:pt x="70" y="46"/>
                      </a:lnTo>
                      <a:lnTo>
                        <a:pt x="85" y="33"/>
                      </a:lnTo>
                      <a:lnTo>
                        <a:pt x="98" y="23"/>
                      </a:lnTo>
                      <a:lnTo>
                        <a:pt x="109" y="12"/>
                      </a:lnTo>
                      <a:lnTo>
                        <a:pt x="115" y="6"/>
                      </a:lnTo>
                      <a:lnTo>
                        <a:pt x="115" y="0"/>
                      </a:lnTo>
                      <a:lnTo>
                        <a:pt x="102" y="4"/>
                      </a:lnTo>
                      <a:lnTo>
                        <a:pt x="85" y="12"/>
                      </a:lnTo>
                      <a:lnTo>
                        <a:pt x="68" y="26"/>
                      </a:lnTo>
                      <a:lnTo>
                        <a:pt x="49" y="42"/>
                      </a:lnTo>
                      <a:lnTo>
                        <a:pt x="32" y="61"/>
                      </a:lnTo>
                      <a:lnTo>
                        <a:pt x="17" y="82"/>
                      </a:lnTo>
                      <a:lnTo>
                        <a:pt x="6" y="105"/>
                      </a:lnTo>
                      <a:lnTo>
                        <a:pt x="0" y="1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4718" name="Freeform 749">
                  <a:extLst>
                    <a:ext uri="{FF2B5EF4-FFF2-40B4-BE49-F238E27FC236}">
                      <a16:creationId xmlns:a16="http://schemas.microsoft.com/office/drawing/2014/main" id="{193CF627-A766-41C3-9CDC-7CE35E78862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11" y="2643"/>
                  <a:ext cx="87" cy="73"/>
                </a:xfrm>
                <a:custGeom>
                  <a:avLst/>
                  <a:gdLst>
                    <a:gd name="T0" fmla="*/ 0 w 245"/>
                    <a:gd name="T1" fmla="*/ 0 h 310"/>
                    <a:gd name="T2" fmla="*/ 0 w 245"/>
                    <a:gd name="T3" fmla="*/ 0 h 310"/>
                    <a:gd name="T4" fmla="*/ 0 w 245"/>
                    <a:gd name="T5" fmla="*/ 0 h 310"/>
                    <a:gd name="T6" fmla="*/ 0 w 245"/>
                    <a:gd name="T7" fmla="*/ 0 h 310"/>
                    <a:gd name="T8" fmla="*/ 0 w 245"/>
                    <a:gd name="T9" fmla="*/ 0 h 310"/>
                    <a:gd name="T10" fmla="*/ 0 w 245"/>
                    <a:gd name="T11" fmla="*/ 0 h 310"/>
                    <a:gd name="T12" fmla="*/ 0 w 245"/>
                    <a:gd name="T13" fmla="*/ 0 h 310"/>
                    <a:gd name="T14" fmla="*/ 0 w 245"/>
                    <a:gd name="T15" fmla="*/ 0 h 310"/>
                    <a:gd name="T16" fmla="*/ 0 w 245"/>
                    <a:gd name="T17" fmla="*/ 0 h 310"/>
                    <a:gd name="T18" fmla="*/ 0 w 245"/>
                    <a:gd name="T19" fmla="*/ 0 h 310"/>
                    <a:gd name="T20" fmla="*/ 0 w 245"/>
                    <a:gd name="T21" fmla="*/ 0 h 310"/>
                    <a:gd name="T22" fmla="*/ 0 w 245"/>
                    <a:gd name="T23" fmla="*/ 0 h 310"/>
                    <a:gd name="T24" fmla="*/ 0 w 245"/>
                    <a:gd name="T25" fmla="*/ 0 h 310"/>
                    <a:gd name="T26" fmla="*/ 0 w 245"/>
                    <a:gd name="T27" fmla="*/ 0 h 310"/>
                    <a:gd name="T28" fmla="*/ 0 w 245"/>
                    <a:gd name="T29" fmla="*/ 0 h 310"/>
                    <a:gd name="T30" fmla="*/ 0 w 245"/>
                    <a:gd name="T31" fmla="*/ 0 h 310"/>
                    <a:gd name="T32" fmla="*/ 0 w 245"/>
                    <a:gd name="T33" fmla="*/ 0 h 310"/>
                    <a:gd name="T34" fmla="*/ 0 w 245"/>
                    <a:gd name="T35" fmla="*/ 0 h 310"/>
                    <a:gd name="T36" fmla="*/ 0 w 245"/>
                    <a:gd name="T37" fmla="*/ 0 h 310"/>
                    <a:gd name="T38" fmla="*/ 0 w 245"/>
                    <a:gd name="T39" fmla="*/ 0 h 310"/>
                    <a:gd name="T40" fmla="*/ 0 w 245"/>
                    <a:gd name="T41" fmla="*/ 0 h 310"/>
                    <a:gd name="T42" fmla="*/ 0 w 245"/>
                    <a:gd name="T43" fmla="*/ 0 h 310"/>
                    <a:gd name="T44" fmla="*/ 0 w 245"/>
                    <a:gd name="T45" fmla="*/ 0 h 310"/>
                    <a:gd name="T46" fmla="*/ 0 w 245"/>
                    <a:gd name="T47" fmla="*/ 0 h 310"/>
                    <a:gd name="T48" fmla="*/ 0 w 245"/>
                    <a:gd name="T49" fmla="*/ 0 h 310"/>
                    <a:gd name="T50" fmla="*/ 0 w 245"/>
                    <a:gd name="T51" fmla="*/ 0 h 310"/>
                    <a:gd name="T52" fmla="*/ 0 w 245"/>
                    <a:gd name="T53" fmla="*/ 0 h 310"/>
                    <a:gd name="T54" fmla="*/ 0 w 245"/>
                    <a:gd name="T55" fmla="*/ 0 h 310"/>
                    <a:gd name="T56" fmla="*/ 0 w 245"/>
                    <a:gd name="T57" fmla="*/ 0 h 310"/>
                    <a:gd name="T58" fmla="*/ 0 w 245"/>
                    <a:gd name="T59" fmla="*/ 0 h 310"/>
                    <a:gd name="T60" fmla="*/ 0 w 245"/>
                    <a:gd name="T61" fmla="*/ 0 h 310"/>
                    <a:gd name="T62" fmla="*/ 0 w 245"/>
                    <a:gd name="T63" fmla="*/ 0 h 310"/>
                    <a:gd name="T64" fmla="*/ 0 w 245"/>
                    <a:gd name="T65" fmla="*/ 0 h 310"/>
                    <a:gd name="T66" fmla="*/ 0 w 245"/>
                    <a:gd name="T67" fmla="*/ 0 h 310"/>
                    <a:gd name="T68" fmla="*/ 0 w 245"/>
                    <a:gd name="T69" fmla="*/ 0 h 310"/>
                    <a:gd name="T70" fmla="*/ 0 w 245"/>
                    <a:gd name="T71" fmla="*/ 0 h 310"/>
                    <a:gd name="T72" fmla="*/ 0 w 245"/>
                    <a:gd name="T73" fmla="*/ 0 h 310"/>
                    <a:gd name="T74" fmla="*/ 0 w 245"/>
                    <a:gd name="T75" fmla="*/ 0 h 310"/>
                    <a:gd name="T76" fmla="*/ 0 60000 65536"/>
                    <a:gd name="T77" fmla="*/ 0 60000 65536"/>
                    <a:gd name="T78" fmla="*/ 0 60000 65536"/>
                    <a:gd name="T79" fmla="*/ 0 60000 65536"/>
                    <a:gd name="T80" fmla="*/ 0 60000 65536"/>
                    <a:gd name="T81" fmla="*/ 0 60000 65536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w 245"/>
                    <a:gd name="T115" fmla="*/ 0 h 310"/>
                    <a:gd name="T116" fmla="*/ 245 w 245"/>
                    <a:gd name="T117" fmla="*/ 310 h 310"/>
                  </a:gdLst>
                  <a:ahLst/>
                  <a:cxnLst>
                    <a:cxn ang="T76">
                      <a:pos x="T0" y="T1"/>
                    </a:cxn>
                    <a:cxn ang="T77">
                      <a:pos x="T2" y="T3"/>
                    </a:cxn>
                    <a:cxn ang="T78">
                      <a:pos x="T4" y="T5"/>
                    </a:cxn>
                    <a:cxn ang="T79">
                      <a:pos x="T6" y="T7"/>
                    </a:cxn>
                    <a:cxn ang="T80">
                      <a:pos x="T8" y="T9"/>
                    </a:cxn>
                    <a:cxn ang="T81">
                      <a:pos x="T10" y="T11"/>
                    </a:cxn>
                    <a:cxn ang="T82">
                      <a:pos x="T12" y="T13"/>
                    </a:cxn>
                    <a:cxn ang="T83">
                      <a:pos x="T14" y="T15"/>
                    </a:cxn>
                    <a:cxn ang="T84">
                      <a:pos x="T16" y="T17"/>
                    </a:cxn>
                    <a:cxn ang="T85">
                      <a:pos x="T18" y="T19"/>
                    </a:cxn>
                    <a:cxn ang="T86">
                      <a:pos x="T20" y="T21"/>
                    </a:cxn>
                    <a:cxn ang="T87">
                      <a:pos x="T22" y="T23"/>
                    </a:cxn>
                    <a:cxn ang="T88">
                      <a:pos x="T24" y="T25"/>
                    </a:cxn>
                    <a:cxn ang="T89">
                      <a:pos x="T26" y="T27"/>
                    </a:cxn>
                    <a:cxn ang="T90">
                      <a:pos x="T28" y="T29"/>
                    </a:cxn>
                    <a:cxn ang="T91">
                      <a:pos x="T30" y="T31"/>
                    </a:cxn>
                    <a:cxn ang="T92">
                      <a:pos x="T32" y="T33"/>
                    </a:cxn>
                    <a:cxn ang="T93">
                      <a:pos x="T34" y="T35"/>
                    </a:cxn>
                    <a:cxn ang="T94">
                      <a:pos x="T36" y="T37"/>
                    </a:cxn>
                    <a:cxn ang="T95">
                      <a:pos x="T38" y="T39"/>
                    </a:cxn>
                    <a:cxn ang="T96">
                      <a:pos x="T40" y="T41"/>
                    </a:cxn>
                    <a:cxn ang="T97">
                      <a:pos x="T42" y="T43"/>
                    </a:cxn>
                    <a:cxn ang="T98">
                      <a:pos x="T44" y="T45"/>
                    </a:cxn>
                    <a:cxn ang="T99">
                      <a:pos x="T46" y="T47"/>
                    </a:cxn>
                    <a:cxn ang="T100">
                      <a:pos x="T48" y="T49"/>
                    </a:cxn>
                    <a:cxn ang="T101">
                      <a:pos x="T50" y="T51"/>
                    </a:cxn>
                    <a:cxn ang="T102">
                      <a:pos x="T52" y="T53"/>
                    </a:cxn>
                    <a:cxn ang="T103">
                      <a:pos x="T54" y="T55"/>
                    </a:cxn>
                    <a:cxn ang="T104">
                      <a:pos x="T56" y="T57"/>
                    </a:cxn>
                    <a:cxn ang="T105">
                      <a:pos x="T58" y="T59"/>
                    </a:cxn>
                    <a:cxn ang="T106">
                      <a:pos x="T60" y="T61"/>
                    </a:cxn>
                    <a:cxn ang="T107">
                      <a:pos x="T62" y="T63"/>
                    </a:cxn>
                    <a:cxn ang="T108">
                      <a:pos x="T64" y="T65"/>
                    </a:cxn>
                    <a:cxn ang="T109">
                      <a:pos x="T66" y="T67"/>
                    </a:cxn>
                    <a:cxn ang="T110">
                      <a:pos x="T68" y="T69"/>
                    </a:cxn>
                    <a:cxn ang="T111">
                      <a:pos x="T70" y="T71"/>
                    </a:cxn>
                    <a:cxn ang="T112">
                      <a:pos x="T72" y="T73"/>
                    </a:cxn>
                    <a:cxn ang="T113">
                      <a:pos x="T74" y="T75"/>
                    </a:cxn>
                  </a:cxnLst>
                  <a:rect l="T114" t="T115" r="T116" b="T117"/>
                  <a:pathLst>
                    <a:path w="245" h="310">
                      <a:moveTo>
                        <a:pt x="200" y="116"/>
                      </a:moveTo>
                      <a:lnTo>
                        <a:pt x="208" y="124"/>
                      </a:lnTo>
                      <a:lnTo>
                        <a:pt x="214" y="133"/>
                      </a:lnTo>
                      <a:lnTo>
                        <a:pt x="220" y="144"/>
                      </a:lnTo>
                      <a:lnTo>
                        <a:pt x="223" y="154"/>
                      </a:lnTo>
                      <a:lnTo>
                        <a:pt x="226" y="164"/>
                      </a:lnTo>
                      <a:lnTo>
                        <a:pt x="224" y="176"/>
                      </a:lnTo>
                      <a:lnTo>
                        <a:pt x="222" y="187"/>
                      </a:lnTo>
                      <a:lnTo>
                        <a:pt x="216" y="198"/>
                      </a:lnTo>
                      <a:lnTo>
                        <a:pt x="208" y="209"/>
                      </a:lnTo>
                      <a:lnTo>
                        <a:pt x="199" y="219"/>
                      </a:lnTo>
                      <a:lnTo>
                        <a:pt x="188" y="229"/>
                      </a:lnTo>
                      <a:lnTo>
                        <a:pt x="177" y="238"/>
                      </a:lnTo>
                      <a:lnTo>
                        <a:pt x="166" y="246"/>
                      </a:lnTo>
                      <a:lnTo>
                        <a:pt x="154" y="255"/>
                      </a:lnTo>
                      <a:lnTo>
                        <a:pt x="142" y="264"/>
                      </a:lnTo>
                      <a:lnTo>
                        <a:pt x="132" y="275"/>
                      </a:lnTo>
                      <a:lnTo>
                        <a:pt x="128" y="278"/>
                      </a:lnTo>
                      <a:lnTo>
                        <a:pt x="126" y="283"/>
                      </a:lnTo>
                      <a:lnTo>
                        <a:pt x="124" y="287"/>
                      </a:lnTo>
                      <a:lnTo>
                        <a:pt x="121" y="292"/>
                      </a:lnTo>
                      <a:lnTo>
                        <a:pt x="120" y="296"/>
                      </a:lnTo>
                      <a:lnTo>
                        <a:pt x="120" y="301"/>
                      </a:lnTo>
                      <a:lnTo>
                        <a:pt x="122" y="306"/>
                      </a:lnTo>
                      <a:lnTo>
                        <a:pt x="126" y="309"/>
                      </a:lnTo>
                      <a:lnTo>
                        <a:pt x="131" y="310"/>
                      </a:lnTo>
                      <a:lnTo>
                        <a:pt x="135" y="310"/>
                      </a:lnTo>
                      <a:lnTo>
                        <a:pt x="139" y="309"/>
                      </a:lnTo>
                      <a:lnTo>
                        <a:pt x="142" y="306"/>
                      </a:lnTo>
                      <a:lnTo>
                        <a:pt x="154" y="292"/>
                      </a:lnTo>
                      <a:lnTo>
                        <a:pt x="167" y="280"/>
                      </a:lnTo>
                      <a:lnTo>
                        <a:pt x="180" y="269"/>
                      </a:lnTo>
                      <a:lnTo>
                        <a:pt x="194" y="257"/>
                      </a:lnTo>
                      <a:lnTo>
                        <a:pt x="207" y="246"/>
                      </a:lnTo>
                      <a:lnTo>
                        <a:pt x="220" y="233"/>
                      </a:lnTo>
                      <a:lnTo>
                        <a:pt x="230" y="219"/>
                      </a:lnTo>
                      <a:lnTo>
                        <a:pt x="238" y="204"/>
                      </a:lnTo>
                      <a:lnTo>
                        <a:pt x="244" y="186"/>
                      </a:lnTo>
                      <a:lnTo>
                        <a:pt x="245" y="169"/>
                      </a:lnTo>
                      <a:lnTo>
                        <a:pt x="243" y="152"/>
                      </a:lnTo>
                      <a:lnTo>
                        <a:pt x="237" y="134"/>
                      </a:lnTo>
                      <a:lnTo>
                        <a:pt x="228" y="119"/>
                      </a:lnTo>
                      <a:lnTo>
                        <a:pt x="217" y="105"/>
                      </a:lnTo>
                      <a:lnTo>
                        <a:pt x="203" y="93"/>
                      </a:lnTo>
                      <a:lnTo>
                        <a:pt x="188" y="83"/>
                      </a:lnTo>
                      <a:lnTo>
                        <a:pt x="176" y="76"/>
                      </a:lnTo>
                      <a:lnTo>
                        <a:pt x="163" y="69"/>
                      </a:lnTo>
                      <a:lnTo>
                        <a:pt x="151" y="61"/>
                      </a:lnTo>
                      <a:lnTo>
                        <a:pt x="136" y="54"/>
                      </a:lnTo>
                      <a:lnTo>
                        <a:pt x="122" y="46"/>
                      </a:lnTo>
                      <a:lnTo>
                        <a:pt x="107" y="39"/>
                      </a:lnTo>
                      <a:lnTo>
                        <a:pt x="93" y="31"/>
                      </a:lnTo>
                      <a:lnTo>
                        <a:pt x="79" y="24"/>
                      </a:lnTo>
                      <a:lnTo>
                        <a:pt x="66" y="18"/>
                      </a:lnTo>
                      <a:lnTo>
                        <a:pt x="53" y="13"/>
                      </a:lnTo>
                      <a:lnTo>
                        <a:pt x="40" y="8"/>
                      </a:lnTo>
                      <a:lnTo>
                        <a:pt x="30" y="5"/>
                      </a:lnTo>
                      <a:lnTo>
                        <a:pt x="20" y="1"/>
                      </a:lnTo>
                      <a:lnTo>
                        <a:pt x="12" y="0"/>
                      </a:lnTo>
                      <a:lnTo>
                        <a:pt x="5" y="0"/>
                      </a:lnTo>
                      <a:lnTo>
                        <a:pt x="0" y="2"/>
                      </a:lnTo>
                      <a:lnTo>
                        <a:pt x="11" y="8"/>
                      </a:lnTo>
                      <a:lnTo>
                        <a:pt x="23" y="14"/>
                      </a:lnTo>
                      <a:lnTo>
                        <a:pt x="36" y="20"/>
                      </a:lnTo>
                      <a:lnTo>
                        <a:pt x="47" y="25"/>
                      </a:lnTo>
                      <a:lnTo>
                        <a:pt x="60" y="31"/>
                      </a:lnTo>
                      <a:lnTo>
                        <a:pt x="73" y="37"/>
                      </a:lnTo>
                      <a:lnTo>
                        <a:pt x="86" y="44"/>
                      </a:lnTo>
                      <a:lnTo>
                        <a:pt x="99" y="51"/>
                      </a:lnTo>
                      <a:lnTo>
                        <a:pt x="113" y="57"/>
                      </a:lnTo>
                      <a:lnTo>
                        <a:pt x="126" y="64"/>
                      </a:lnTo>
                      <a:lnTo>
                        <a:pt x="139" y="71"/>
                      </a:lnTo>
                      <a:lnTo>
                        <a:pt x="152" y="79"/>
                      </a:lnTo>
                      <a:lnTo>
                        <a:pt x="165" y="88"/>
                      </a:lnTo>
                      <a:lnTo>
                        <a:pt x="176" y="96"/>
                      </a:lnTo>
                      <a:lnTo>
                        <a:pt x="188" y="106"/>
                      </a:lnTo>
                      <a:lnTo>
                        <a:pt x="200" y="11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pic>
            <p:nvPicPr>
              <p:cNvPr id="104706" name="Picture 750" descr="access_point_stylized_gray_small">
                <a:extLst>
                  <a:ext uri="{FF2B5EF4-FFF2-40B4-BE49-F238E27FC236}">
                    <a16:creationId xmlns:a16="http://schemas.microsoft.com/office/drawing/2014/main" id="{2FE205D3-3842-4171-BFA9-77C5B7582F3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072" y="3642"/>
                <a:ext cx="430" cy="34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grpSp>
          <p:nvGrpSpPr>
            <p:cNvPr id="104508" name="Group 751">
              <a:extLst>
                <a:ext uri="{FF2B5EF4-FFF2-40B4-BE49-F238E27FC236}">
                  <a16:creationId xmlns:a16="http://schemas.microsoft.com/office/drawing/2014/main" id="{EC61811A-C476-48AC-A1BB-C6BBF34EBB8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52" y="2211"/>
              <a:ext cx="251" cy="226"/>
              <a:chOff x="5072" y="3611"/>
              <a:chExt cx="459" cy="380"/>
            </a:xfrm>
          </p:grpSpPr>
          <p:grpSp>
            <p:nvGrpSpPr>
              <p:cNvPr id="104691" name="Group 752">
                <a:extLst>
                  <a:ext uri="{FF2B5EF4-FFF2-40B4-BE49-F238E27FC236}">
                    <a16:creationId xmlns:a16="http://schemas.microsoft.com/office/drawing/2014/main" id="{49ADF34A-9812-4F4A-9BA3-2F21A3ECCE5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144" y="3611"/>
                <a:ext cx="387" cy="99"/>
                <a:chOff x="5030" y="2639"/>
                <a:chExt cx="387" cy="99"/>
              </a:xfrm>
            </p:grpSpPr>
            <p:sp>
              <p:nvSpPr>
                <p:cNvPr id="104693" name="Freeform 753">
                  <a:extLst>
                    <a:ext uri="{FF2B5EF4-FFF2-40B4-BE49-F238E27FC236}">
                      <a16:creationId xmlns:a16="http://schemas.microsoft.com/office/drawing/2014/main" id="{14932219-97C3-4E82-B89F-F35C8681E94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134" y="2657"/>
                  <a:ext cx="69" cy="55"/>
                </a:xfrm>
                <a:custGeom>
                  <a:avLst/>
                  <a:gdLst>
                    <a:gd name="T0" fmla="*/ 0 w 199"/>
                    <a:gd name="T1" fmla="*/ 0 h 232"/>
                    <a:gd name="T2" fmla="*/ 0 w 199"/>
                    <a:gd name="T3" fmla="*/ 0 h 232"/>
                    <a:gd name="T4" fmla="*/ 0 w 199"/>
                    <a:gd name="T5" fmla="*/ 0 h 232"/>
                    <a:gd name="T6" fmla="*/ 0 w 199"/>
                    <a:gd name="T7" fmla="*/ 0 h 232"/>
                    <a:gd name="T8" fmla="*/ 0 w 199"/>
                    <a:gd name="T9" fmla="*/ 0 h 232"/>
                    <a:gd name="T10" fmla="*/ 0 w 199"/>
                    <a:gd name="T11" fmla="*/ 0 h 232"/>
                    <a:gd name="T12" fmla="*/ 0 w 199"/>
                    <a:gd name="T13" fmla="*/ 0 h 232"/>
                    <a:gd name="T14" fmla="*/ 0 w 199"/>
                    <a:gd name="T15" fmla="*/ 0 h 232"/>
                    <a:gd name="T16" fmla="*/ 0 w 199"/>
                    <a:gd name="T17" fmla="*/ 0 h 232"/>
                    <a:gd name="T18" fmla="*/ 0 w 199"/>
                    <a:gd name="T19" fmla="*/ 0 h 232"/>
                    <a:gd name="T20" fmla="*/ 0 w 199"/>
                    <a:gd name="T21" fmla="*/ 0 h 232"/>
                    <a:gd name="T22" fmla="*/ 0 w 199"/>
                    <a:gd name="T23" fmla="*/ 0 h 232"/>
                    <a:gd name="T24" fmla="*/ 0 w 199"/>
                    <a:gd name="T25" fmla="*/ 0 h 232"/>
                    <a:gd name="T26" fmla="*/ 0 w 199"/>
                    <a:gd name="T27" fmla="*/ 0 h 232"/>
                    <a:gd name="T28" fmla="*/ 0 w 199"/>
                    <a:gd name="T29" fmla="*/ 0 h 232"/>
                    <a:gd name="T30" fmla="*/ 0 w 199"/>
                    <a:gd name="T31" fmla="*/ 0 h 232"/>
                    <a:gd name="T32" fmla="*/ 0 w 199"/>
                    <a:gd name="T33" fmla="*/ 0 h 232"/>
                    <a:gd name="T34" fmla="*/ 0 w 199"/>
                    <a:gd name="T35" fmla="*/ 0 h 232"/>
                    <a:gd name="T36" fmla="*/ 0 w 199"/>
                    <a:gd name="T37" fmla="*/ 0 h 232"/>
                    <a:gd name="T38" fmla="*/ 0 w 199"/>
                    <a:gd name="T39" fmla="*/ 0 h 232"/>
                    <a:gd name="T40" fmla="*/ 0 w 199"/>
                    <a:gd name="T41" fmla="*/ 0 h 232"/>
                    <a:gd name="T42" fmla="*/ 0 w 199"/>
                    <a:gd name="T43" fmla="*/ 0 h 232"/>
                    <a:gd name="T44" fmla="*/ 0 w 199"/>
                    <a:gd name="T45" fmla="*/ 0 h 232"/>
                    <a:gd name="T46" fmla="*/ 0 w 199"/>
                    <a:gd name="T47" fmla="*/ 0 h 232"/>
                    <a:gd name="T48" fmla="*/ 0 w 199"/>
                    <a:gd name="T49" fmla="*/ 0 h 232"/>
                    <a:gd name="T50" fmla="*/ 0 w 199"/>
                    <a:gd name="T51" fmla="*/ 0 h 232"/>
                    <a:gd name="T52" fmla="*/ 0 w 199"/>
                    <a:gd name="T53" fmla="*/ 0 h 232"/>
                    <a:gd name="T54" fmla="*/ 0 w 199"/>
                    <a:gd name="T55" fmla="*/ 0 h 232"/>
                    <a:gd name="T56" fmla="*/ 0 w 199"/>
                    <a:gd name="T57" fmla="*/ 0 h 232"/>
                    <a:gd name="T58" fmla="*/ 0 w 199"/>
                    <a:gd name="T59" fmla="*/ 0 h 232"/>
                    <a:gd name="T60" fmla="*/ 0 w 199"/>
                    <a:gd name="T61" fmla="*/ 0 h 232"/>
                    <a:gd name="T62" fmla="*/ 0 w 199"/>
                    <a:gd name="T63" fmla="*/ 0 h 232"/>
                    <a:gd name="T64" fmla="*/ 0 w 199"/>
                    <a:gd name="T65" fmla="*/ 0 h 232"/>
                    <a:gd name="T66" fmla="*/ 0 w 199"/>
                    <a:gd name="T67" fmla="*/ 0 h 232"/>
                    <a:gd name="T68" fmla="*/ 0 w 199"/>
                    <a:gd name="T69" fmla="*/ 0 h 232"/>
                    <a:gd name="T70" fmla="*/ 0 w 199"/>
                    <a:gd name="T71" fmla="*/ 0 h 232"/>
                    <a:gd name="T72" fmla="*/ 0 w 199"/>
                    <a:gd name="T73" fmla="*/ 0 h 232"/>
                    <a:gd name="T74" fmla="*/ 0 w 199"/>
                    <a:gd name="T75" fmla="*/ 0 h 232"/>
                    <a:gd name="T76" fmla="*/ 0 w 199"/>
                    <a:gd name="T77" fmla="*/ 0 h 232"/>
                    <a:gd name="T78" fmla="*/ 0 w 199"/>
                    <a:gd name="T79" fmla="*/ 0 h 232"/>
                    <a:gd name="T80" fmla="*/ 0 w 199"/>
                    <a:gd name="T81" fmla="*/ 0 h 232"/>
                    <a:gd name="T82" fmla="*/ 0 w 199"/>
                    <a:gd name="T83" fmla="*/ 0 h 232"/>
                    <a:gd name="T84" fmla="*/ 0 w 199"/>
                    <a:gd name="T85" fmla="*/ 0 h 232"/>
                    <a:gd name="T86" fmla="*/ 0 w 199"/>
                    <a:gd name="T87" fmla="*/ 0 h 232"/>
                    <a:gd name="T88" fmla="*/ 0 w 199"/>
                    <a:gd name="T89" fmla="*/ 0 h 232"/>
                    <a:gd name="T90" fmla="*/ 0 w 199"/>
                    <a:gd name="T91" fmla="*/ 0 h 232"/>
                    <a:gd name="T92" fmla="*/ 0 w 199"/>
                    <a:gd name="T93" fmla="*/ 0 h 232"/>
                    <a:gd name="T94" fmla="*/ 0 w 199"/>
                    <a:gd name="T95" fmla="*/ 0 h 232"/>
                    <a:gd name="T96" fmla="*/ 0 w 199"/>
                    <a:gd name="T97" fmla="*/ 0 h 232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w 199"/>
                    <a:gd name="T148" fmla="*/ 0 h 232"/>
                    <a:gd name="T149" fmla="*/ 199 w 199"/>
                    <a:gd name="T150" fmla="*/ 232 h 232"/>
                  </a:gdLst>
                  <a:ahLst/>
                  <a:cxnLst>
                    <a:cxn ang="T98">
                      <a:pos x="T0" y="T1"/>
                    </a:cxn>
                    <a:cxn ang="T99">
                      <a:pos x="T2" y="T3"/>
                    </a:cxn>
                    <a:cxn ang="T100">
                      <a:pos x="T4" y="T5"/>
                    </a:cxn>
                    <a:cxn ang="T101">
                      <a:pos x="T6" y="T7"/>
                    </a:cxn>
                    <a:cxn ang="T102">
                      <a:pos x="T8" y="T9"/>
                    </a:cxn>
                    <a:cxn ang="T103">
                      <a:pos x="T10" y="T11"/>
                    </a:cxn>
                    <a:cxn ang="T104">
                      <a:pos x="T12" y="T13"/>
                    </a:cxn>
                    <a:cxn ang="T105">
                      <a:pos x="T14" y="T15"/>
                    </a:cxn>
                    <a:cxn ang="T106">
                      <a:pos x="T16" y="T17"/>
                    </a:cxn>
                    <a:cxn ang="T107">
                      <a:pos x="T18" y="T19"/>
                    </a:cxn>
                    <a:cxn ang="T108">
                      <a:pos x="T20" y="T21"/>
                    </a:cxn>
                    <a:cxn ang="T109">
                      <a:pos x="T22" y="T23"/>
                    </a:cxn>
                    <a:cxn ang="T110">
                      <a:pos x="T24" y="T25"/>
                    </a:cxn>
                    <a:cxn ang="T111">
                      <a:pos x="T26" y="T27"/>
                    </a:cxn>
                    <a:cxn ang="T112">
                      <a:pos x="T28" y="T29"/>
                    </a:cxn>
                    <a:cxn ang="T113">
                      <a:pos x="T30" y="T31"/>
                    </a:cxn>
                    <a:cxn ang="T114">
                      <a:pos x="T32" y="T33"/>
                    </a:cxn>
                    <a:cxn ang="T115">
                      <a:pos x="T34" y="T35"/>
                    </a:cxn>
                    <a:cxn ang="T116">
                      <a:pos x="T36" y="T37"/>
                    </a:cxn>
                    <a:cxn ang="T117">
                      <a:pos x="T38" y="T39"/>
                    </a:cxn>
                    <a:cxn ang="T118">
                      <a:pos x="T40" y="T41"/>
                    </a:cxn>
                    <a:cxn ang="T119">
                      <a:pos x="T42" y="T43"/>
                    </a:cxn>
                    <a:cxn ang="T120">
                      <a:pos x="T44" y="T45"/>
                    </a:cxn>
                    <a:cxn ang="T121">
                      <a:pos x="T46" y="T47"/>
                    </a:cxn>
                    <a:cxn ang="T122">
                      <a:pos x="T48" y="T49"/>
                    </a:cxn>
                    <a:cxn ang="T123">
                      <a:pos x="T50" y="T51"/>
                    </a:cxn>
                    <a:cxn ang="T124">
                      <a:pos x="T52" y="T53"/>
                    </a:cxn>
                    <a:cxn ang="T125">
                      <a:pos x="T54" y="T55"/>
                    </a:cxn>
                    <a:cxn ang="T126">
                      <a:pos x="T56" y="T57"/>
                    </a:cxn>
                    <a:cxn ang="T127">
                      <a:pos x="T58" y="T59"/>
                    </a:cxn>
                    <a:cxn ang="T128">
                      <a:pos x="T60" y="T61"/>
                    </a:cxn>
                    <a:cxn ang="T129">
                      <a:pos x="T62" y="T63"/>
                    </a:cxn>
                    <a:cxn ang="T130">
                      <a:pos x="T64" y="T65"/>
                    </a:cxn>
                    <a:cxn ang="T131">
                      <a:pos x="T66" y="T67"/>
                    </a:cxn>
                    <a:cxn ang="T132">
                      <a:pos x="T68" y="T69"/>
                    </a:cxn>
                    <a:cxn ang="T133">
                      <a:pos x="T70" y="T71"/>
                    </a:cxn>
                    <a:cxn ang="T134">
                      <a:pos x="T72" y="T73"/>
                    </a:cxn>
                    <a:cxn ang="T135">
                      <a:pos x="T74" y="T75"/>
                    </a:cxn>
                    <a:cxn ang="T136">
                      <a:pos x="T76" y="T77"/>
                    </a:cxn>
                    <a:cxn ang="T137">
                      <a:pos x="T78" y="T79"/>
                    </a:cxn>
                    <a:cxn ang="T138">
                      <a:pos x="T80" y="T81"/>
                    </a:cxn>
                    <a:cxn ang="T139">
                      <a:pos x="T82" y="T83"/>
                    </a:cxn>
                    <a:cxn ang="T140">
                      <a:pos x="T84" y="T85"/>
                    </a:cxn>
                    <a:cxn ang="T141">
                      <a:pos x="T86" y="T87"/>
                    </a:cxn>
                    <a:cxn ang="T142">
                      <a:pos x="T88" y="T89"/>
                    </a:cxn>
                    <a:cxn ang="T143">
                      <a:pos x="T90" y="T91"/>
                    </a:cxn>
                    <a:cxn ang="T144">
                      <a:pos x="T92" y="T93"/>
                    </a:cxn>
                    <a:cxn ang="T145">
                      <a:pos x="T94" y="T95"/>
                    </a:cxn>
                    <a:cxn ang="T146">
                      <a:pos x="T96" y="T97"/>
                    </a:cxn>
                  </a:cxnLst>
                  <a:rect l="T147" t="T148" r="T149" b="T150"/>
                  <a:pathLst>
                    <a:path w="199" h="232">
                      <a:moveTo>
                        <a:pt x="70" y="29"/>
                      </a:moveTo>
                      <a:lnTo>
                        <a:pt x="55" y="39"/>
                      </a:lnTo>
                      <a:lnTo>
                        <a:pt x="42" y="50"/>
                      </a:lnTo>
                      <a:lnTo>
                        <a:pt x="30" y="63"/>
                      </a:lnTo>
                      <a:lnTo>
                        <a:pt x="20" y="77"/>
                      </a:lnTo>
                      <a:lnTo>
                        <a:pt x="12" y="91"/>
                      </a:lnTo>
                      <a:lnTo>
                        <a:pt x="6" y="108"/>
                      </a:lnTo>
                      <a:lnTo>
                        <a:pt x="2" y="125"/>
                      </a:lnTo>
                      <a:lnTo>
                        <a:pt x="0" y="142"/>
                      </a:lnTo>
                      <a:lnTo>
                        <a:pt x="2" y="166"/>
                      </a:lnTo>
                      <a:lnTo>
                        <a:pt x="12" y="186"/>
                      </a:lnTo>
                      <a:lnTo>
                        <a:pt x="26" y="203"/>
                      </a:lnTo>
                      <a:lnTo>
                        <a:pt x="45" y="216"/>
                      </a:lnTo>
                      <a:lnTo>
                        <a:pt x="66" y="226"/>
                      </a:lnTo>
                      <a:lnTo>
                        <a:pt x="88" y="230"/>
                      </a:lnTo>
                      <a:lnTo>
                        <a:pt x="111" y="232"/>
                      </a:lnTo>
                      <a:lnTo>
                        <a:pt x="134" y="228"/>
                      </a:lnTo>
                      <a:lnTo>
                        <a:pt x="138" y="228"/>
                      </a:lnTo>
                      <a:lnTo>
                        <a:pt x="143" y="226"/>
                      </a:lnTo>
                      <a:lnTo>
                        <a:pt x="147" y="222"/>
                      </a:lnTo>
                      <a:lnTo>
                        <a:pt x="148" y="218"/>
                      </a:lnTo>
                      <a:lnTo>
                        <a:pt x="145" y="212"/>
                      </a:lnTo>
                      <a:lnTo>
                        <a:pt x="141" y="207"/>
                      </a:lnTo>
                      <a:lnTo>
                        <a:pt x="135" y="203"/>
                      </a:lnTo>
                      <a:lnTo>
                        <a:pt x="129" y="201"/>
                      </a:lnTo>
                      <a:lnTo>
                        <a:pt x="117" y="197"/>
                      </a:lnTo>
                      <a:lnTo>
                        <a:pt x="105" y="195"/>
                      </a:lnTo>
                      <a:lnTo>
                        <a:pt x="94" y="193"/>
                      </a:lnTo>
                      <a:lnTo>
                        <a:pt x="83" y="190"/>
                      </a:lnTo>
                      <a:lnTo>
                        <a:pt x="73" y="187"/>
                      </a:lnTo>
                      <a:lnTo>
                        <a:pt x="62" y="182"/>
                      </a:lnTo>
                      <a:lnTo>
                        <a:pt x="53" y="176"/>
                      </a:lnTo>
                      <a:lnTo>
                        <a:pt x="43" y="167"/>
                      </a:lnTo>
                      <a:lnTo>
                        <a:pt x="40" y="128"/>
                      </a:lnTo>
                      <a:lnTo>
                        <a:pt x="49" y="96"/>
                      </a:lnTo>
                      <a:lnTo>
                        <a:pt x="68" y="71"/>
                      </a:lnTo>
                      <a:lnTo>
                        <a:pt x="94" y="50"/>
                      </a:lnTo>
                      <a:lnTo>
                        <a:pt x="122" y="34"/>
                      </a:lnTo>
                      <a:lnTo>
                        <a:pt x="151" y="21"/>
                      </a:lnTo>
                      <a:lnTo>
                        <a:pt x="178" y="12"/>
                      </a:lnTo>
                      <a:lnTo>
                        <a:pt x="199" y="4"/>
                      </a:lnTo>
                      <a:lnTo>
                        <a:pt x="186" y="1"/>
                      </a:lnTo>
                      <a:lnTo>
                        <a:pt x="172" y="0"/>
                      </a:lnTo>
                      <a:lnTo>
                        <a:pt x="156" y="2"/>
                      </a:lnTo>
                      <a:lnTo>
                        <a:pt x="138" y="4"/>
                      </a:lnTo>
                      <a:lnTo>
                        <a:pt x="121" y="10"/>
                      </a:lnTo>
                      <a:lnTo>
                        <a:pt x="103" y="16"/>
                      </a:lnTo>
                      <a:lnTo>
                        <a:pt x="86" y="23"/>
                      </a:lnTo>
                      <a:lnTo>
                        <a:pt x="70" y="29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4694" name="Freeform 754">
                  <a:extLst>
                    <a:ext uri="{FF2B5EF4-FFF2-40B4-BE49-F238E27FC236}">
                      <a16:creationId xmlns:a16="http://schemas.microsoft.com/office/drawing/2014/main" id="{23D0062A-DA8B-4D17-9988-0CF576CE617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52" y="2656"/>
                  <a:ext cx="47" cy="42"/>
                </a:xfrm>
                <a:custGeom>
                  <a:avLst/>
                  <a:gdLst>
                    <a:gd name="T0" fmla="*/ 0 w 128"/>
                    <a:gd name="T1" fmla="*/ 0 h 180"/>
                    <a:gd name="T2" fmla="*/ 0 w 128"/>
                    <a:gd name="T3" fmla="*/ 0 h 180"/>
                    <a:gd name="T4" fmla="*/ 0 w 128"/>
                    <a:gd name="T5" fmla="*/ 0 h 180"/>
                    <a:gd name="T6" fmla="*/ 0 w 128"/>
                    <a:gd name="T7" fmla="*/ 0 h 180"/>
                    <a:gd name="T8" fmla="*/ 0 w 128"/>
                    <a:gd name="T9" fmla="*/ 0 h 180"/>
                    <a:gd name="T10" fmla="*/ 0 w 128"/>
                    <a:gd name="T11" fmla="*/ 0 h 180"/>
                    <a:gd name="T12" fmla="*/ 0 w 128"/>
                    <a:gd name="T13" fmla="*/ 0 h 180"/>
                    <a:gd name="T14" fmla="*/ 0 w 128"/>
                    <a:gd name="T15" fmla="*/ 0 h 180"/>
                    <a:gd name="T16" fmla="*/ 0 w 128"/>
                    <a:gd name="T17" fmla="*/ 0 h 180"/>
                    <a:gd name="T18" fmla="*/ 0 w 128"/>
                    <a:gd name="T19" fmla="*/ 0 h 180"/>
                    <a:gd name="T20" fmla="*/ 0 w 128"/>
                    <a:gd name="T21" fmla="*/ 0 h 180"/>
                    <a:gd name="T22" fmla="*/ 0 w 128"/>
                    <a:gd name="T23" fmla="*/ 0 h 180"/>
                    <a:gd name="T24" fmla="*/ 0 w 128"/>
                    <a:gd name="T25" fmla="*/ 0 h 180"/>
                    <a:gd name="T26" fmla="*/ 0 w 128"/>
                    <a:gd name="T27" fmla="*/ 0 h 180"/>
                    <a:gd name="T28" fmla="*/ 0 w 128"/>
                    <a:gd name="T29" fmla="*/ 0 h 180"/>
                    <a:gd name="T30" fmla="*/ 0 w 128"/>
                    <a:gd name="T31" fmla="*/ 0 h 180"/>
                    <a:gd name="T32" fmla="*/ 0 w 128"/>
                    <a:gd name="T33" fmla="*/ 0 h 180"/>
                    <a:gd name="T34" fmla="*/ 0 w 128"/>
                    <a:gd name="T35" fmla="*/ 0 h 180"/>
                    <a:gd name="T36" fmla="*/ 0 w 128"/>
                    <a:gd name="T37" fmla="*/ 0 h 180"/>
                    <a:gd name="T38" fmla="*/ 0 w 128"/>
                    <a:gd name="T39" fmla="*/ 0 h 180"/>
                    <a:gd name="T40" fmla="*/ 0 w 128"/>
                    <a:gd name="T41" fmla="*/ 0 h 180"/>
                    <a:gd name="T42" fmla="*/ 0 w 128"/>
                    <a:gd name="T43" fmla="*/ 0 h 180"/>
                    <a:gd name="T44" fmla="*/ 0 w 128"/>
                    <a:gd name="T45" fmla="*/ 0 h 180"/>
                    <a:gd name="T46" fmla="*/ 0 w 128"/>
                    <a:gd name="T47" fmla="*/ 0 h 180"/>
                    <a:gd name="T48" fmla="*/ 0 w 128"/>
                    <a:gd name="T49" fmla="*/ 0 h 180"/>
                    <a:gd name="T50" fmla="*/ 0 w 128"/>
                    <a:gd name="T51" fmla="*/ 0 h 180"/>
                    <a:gd name="T52" fmla="*/ 0 w 128"/>
                    <a:gd name="T53" fmla="*/ 0 h 180"/>
                    <a:gd name="T54" fmla="*/ 0 w 128"/>
                    <a:gd name="T55" fmla="*/ 0 h 180"/>
                    <a:gd name="T56" fmla="*/ 0 w 128"/>
                    <a:gd name="T57" fmla="*/ 0 h 180"/>
                    <a:gd name="T58" fmla="*/ 0 w 128"/>
                    <a:gd name="T59" fmla="*/ 0 h 180"/>
                    <a:gd name="T60" fmla="*/ 0 w 128"/>
                    <a:gd name="T61" fmla="*/ 0 h 180"/>
                    <a:gd name="T62" fmla="*/ 0 w 128"/>
                    <a:gd name="T63" fmla="*/ 0 h 180"/>
                    <a:gd name="T64" fmla="*/ 0 w 128"/>
                    <a:gd name="T65" fmla="*/ 0 h 180"/>
                    <a:gd name="T66" fmla="*/ 0 w 128"/>
                    <a:gd name="T67" fmla="*/ 0 h 180"/>
                    <a:gd name="T68" fmla="*/ 0 w 128"/>
                    <a:gd name="T69" fmla="*/ 0 h 180"/>
                    <a:gd name="T70" fmla="*/ 0 w 128"/>
                    <a:gd name="T71" fmla="*/ 0 h 180"/>
                    <a:gd name="T72" fmla="*/ 0 w 128"/>
                    <a:gd name="T73" fmla="*/ 0 h 180"/>
                    <a:gd name="T74" fmla="*/ 0 w 128"/>
                    <a:gd name="T75" fmla="*/ 0 h 180"/>
                    <a:gd name="T76" fmla="*/ 0 w 128"/>
                    <a:gd name="T77" fmla="*/ 0 h 180"/>
                    <a:gd name="T78" fmla="*/ 0 w 128"/>
                    <a:gd name="T79" fmla="*/ 0 h 180"/>
                    <a:gd name="T80" fmla="*/ 0 w 128"/>
                    <a:gd name="T81" fmla="*/ 0 h 180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w 128"/>
                    <a:gd name="T124" fmla="*/ 0 h 180"/>
                    <a:gd name="T125" fmla="*/ 128 w 128"/>
                    <a:gd name="T126" fmla="*/ 180 h 180"/>
                  </a:gdLst>
                  <a:ahLst/>
                  <a:cxnLst>
                    <a:cxn ang="T82">
                      <a:pos x="T0" y="T1"/>
                    </a:cxn>
                    <a:cxn ang="T83">
                      <a:pos x="T2" y="T3"/>
                    </a:cxn>
                    <a:cxn ang="T84">
                      <a:pos x="T4" y="T5"/>
                    </a:cxn>
                    <a:cxn ang="T85">
                      <a:pos x="T6" y="T7"/>
                    </a:cxn>
                    <a:cxn ang="T86">
                      <a:pos x="T8" y="T9"/>
                    </a:cxn>
                    <a:cxn ang="T87">
                      <a:pos x="T10" y="T11"/>
                    </a:cxn>
                    <a:cxn ang="T88">
                      <a:pos x="T12" y="T13"/>
                    </a:cxn>
                    <a:cxn ang="T89">
                      <a:pos x="T14" y="T15"/>
                    </a:cxn>
                    <a:cxn ang="T90">
                      <a:pos x="T16" y="T17"/>
                    </a:cxn>
                    <a:cxn ang="T91">
                      <a:pos x="T18" y="T19"/>
                    </a:cxn>
                    <a:cxn ang="T92">
                      <a:pos x="T20" y="T21"/>
                    </a:cxn>
                    <a:cxn ang="T93">
                      <a:pos x="T22" y="T23"/>
                    </a:cxn>
                    <a:cxn ang="T94">
                      <a:pos x="T24" y="T25"/>
                    </a:cxn>
                    <a:cxn ang="T95">
                      <a:pos x="T26" y="T27"/>
                    </a:cxn>
                    <a:cxn ang="T96">
                      <a:pos x="T28" y="T29"/>
                    </a:cxn>
                    <a:cxn ang="T97">
                      <a:pos x="T30" y="T31"/>
                    </a:cxn>
                    <a:cxn ang="T98">
                      <a:pos x="T32" y="T33"/>
                    </a:cxn>
                    <a:cxn ang="T99">
                      <a:pos x="T34" y="T35"/>
                    </a:cxn>
                    <a:cxn ang="T100">
                      <a:pos x="T36" y="T37"/>
                    </a:cxn>
                    <a:cxn ang="T101">
                      <a:pos x="T38" y="T39"/>
                    </a:cxn>
                    <a:cxn ang="T102">
                      <a:pos x="T40" y="T41"/>
                    </a:cxn>
                    <a:cxn ang="T103">
                      <a:pos x="T42" y="T43"/>
                    </a:cxn>
                    <a:cxn ang="T104">
                      <a:pos x="T44" y="T45"/>
                    </a:cxn>
                    <a:cxn ang="T105">
                      <a:pos x="T46" y="T47"/>
                    </a:cxn>
                    <a:cxn ang="T106">
                      <a:pos x="T48" y="T49"/>
                    </a:cxn>
                    <a:cxn ang="T107">
                      <a:pos x="T50" y="T51"/>
                    </a:cxn>
                    <a:cxn ang="T108">
                      <a:pos x="T52" y="T53"/>
                    </a:cxn>
                    <a:cxn ang="T109">
                      <a:pos x="T54" y="T55"/>
                    </a:cxn>
                    <a:cxn ang="T110">
                      <a:pos x="T56" y="T57"/>
                    </a:cxn>
                    <a:cxn ang="T111">
                      <a:pos x="T58" y="T59"/>
                    </a:cxn>
                    <a:cxn ang="T112">
                      <a:pos x="T60" y="T61"/>
                    </a:cxn>
                    <a:cxn ang="T113">
                      <a:pos x="T62" y="T63"/>
                    </a:cxn>
                    <a:cxn ang="T114">
                      <a:pos x="T64" y="T65"/>
                    </a:cxn>
                    <a:cxn ang="T115">
                      <a:pos x="T66" y="T67"/>
                    </a:cxn>
                    <a:cxn ang="T116">
                      <a:pos x="T68" y="T69"/>
                    </a:cxn>
                    <a:cxn ang="T117">
                      <a:pos x="T70" y="T71"/>
                    </a:cxn>
                    <a:cxn ang="T118">
                      <a:pos x="T72" y="T73"/>
                    </a:cxn>
                    <a:cxn ang="T119">
                      <a:pos x="T74" y="T75"/>
                    </a:cxn>
                    <a:cxn ang="T120">
                      <a:pos x="T76" y="T77"/>
                    </a:cxn>
                    <a:cxn ang="T121">
                      <a:pos x="T78" y="T79"/>
                    </a:cxn>
                    <a:cxn ang="T122">
                      <a:pos x="T80" y="T81"/>
                    </a:cxn>
                  </a:cxnLst>
                  <a:rect l="T123" t="T124" r="T125" b="T126"/>
                  <a:pathLst>
                    <a:path w="128" h="180">
                      <a:moveTo>
                        <a:pt x="108" y="59"/>
                      </a:moveTo>
                      <a:lnTo>
                        <a:pt x="113" y="77"/>
                      </a:lnTo>
                      <a:lnTo>
                        <a:pt x="111" y="94"/>
                      </a:lnTo>
                      <a:lnTo>
                        <a:pt x="103" y="108"/>
                      </a:lnTo>
                      <a:lnTo>
                        <a:pt x="91" y="121"/>
                      </a:lnTo>
                      <a:lnTo>
                        <a:pt x="77" y="132"/>
                      </a:lnTo>
                      <a:lnTo>
                        <a:pt x="61" y="144"/>
                      </a:lnTo>
                      <a:lnTo>
                        <a:pt x="45" y="154"/>
                      </a:lnTo>
                      <a:lnTo>
                        <a:pt x="30" y="164"/>
                      </a:lnTo>
                      <a:lnTo>
                        <a:pt x="28" y="168"/>
                      </a:lnTo>
                      <a:lnTo>
                        <a:pt x="27" y="170"/>
                      </a:lnTo>
                      <a:lnTo>
                        <a:pt x="27" y="174"/>
                      </a:lnTo>
                      <a:lnTo>
                        <a:pt x="28" y="177"/>
                      </a:lnTo>
                      <a:lnTo>
                        <a:pt x="32" y="179"/>
                      </a:lnTo>
                      <a:lnTo>
                        <a:pt x="35" y="180"/>
                      </a:lnTo>
                      <a:lnTo>
                        <a:pt x="37" y="180"/>
                      </a:lnTo>
                      <a:lnTo>
                        <a:pt x="41" y="179"/>
                      </a:lnTo>
                      <a:lnTo>
                        <a:pt x="60" y="169"/>
                      </a:lnTo>
                      <a:lnTo>
                        <a:pt x="77" y="158"/>
                      </a:lnTo>
                      <a:lnTo>
                        <a:pt x="94" y="145"/>
                      </a:lnTo>
                      <a:lnTo>
                        <a:pt x="109" y="130"/>
                      </a:lnTo>
                      <a:lnTo>
                        <a:pt x="120" y="114"/>
                      </a:lnTo>
                      <a:lnTo>
                        <a:pt x="127" y="95"/>
                      </a:lnTo>
                      <a:lnTo>
                        <a:pt x="128" y="76"/>
                      </a:lnTo>
                      <a:lnTo>
                        <a:pt x="123" y="55"/>
                      </a:lnTo>
                      <a:lnTo>
                        <a:pt x="113" y="39"/>
                      </a:lnTo>
                      <a:lnTo>
                        <a:pt x="97" y="25"/>
                      </a:lnTo>
                      <a:lnTo>
                        <a:pt x="79" y="15"/>
                      </a:lnTo>
                      <a:lnTo>
                        <a:pt x="57" y="7"/>
                      </a:lnTo>
                      <a:lnTo>
                        <a:pt x="36" y="2"/>
                      </a:lnTo>
                      <a:lnTo>
                        <a:pt x="19" y="0"/>
                      </a:lnTo>
                      <a:lnTo>
                        <a:pt x="6" y="0"/>
                      </a:lnTo>
                      <a:lnTo>
                        <a:pt x="0" y="4"/>
                      </a:lnTo>
                      <a:lnTo>
                        <a:pt x="14" y="9"/>
                      </a:lnTo>
                      <a:lnTo>
                        <a:pt x="29" y="14"/>
                      </a:lnTo>
                      <a:lnTo>
                        <a:pt x="46" y="19"/>
                      </a:lnTo>
                      <a:lnTo>
                        <a:pt x="61" y="23"/>
                      </a:lnTo>
                      <a:lnTo>
                        <a:pt x="76" y="29"/>
                      </a:lnTo>
                      <a:lnTo>
                        <a:pt x="89" y="37"/>
                      </a:lnTo>
                      <a:lnTo>
                        <a:pt x="100" y="46"/>
                      </a:lnTo>
                      <a:lnTo>
                        <a:pt x="108" y="59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4695" name="Freeform 755">
                  <a:extLst>
                    <a:ext uri="{FF2B5EF4-FFF2-40B4-BE49-F238E27FC236}">
                      <a16:creationId xmlns:a16="http://schemas.microsoft.com/office/drawing/2014/main" id="{40DE55A9-7B3F-4575-9C80-551FCD950D9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89" y="2646"/>
                  <a:ext cx="114" cy="88"/>
                </a:xfrm>
                <a:custGeom>
                  <a:avLst/>
                  <a:gdLst>
                    <a:gd name="T0" fmla="*/ 0 w 322"/>
                    <a:gd name="T1" fmla="*/ 0 h 378"/>
                    <a:gd name="T2" fmla="*/ 0 w 322"/>
                    <a:gd name="T3" fmla="*/ 0 h 378"/>
                    <a:gd name="T4" fmla="*/ 0 w 322"/>
                    <a:gd name="T5" fmla="*/ 0 h 378"/>
                    <a:gd name="T6" fmla="*/ 0 w 322"/>
                    <a:gd name="T7" fmla="*/ 0 h 378"/>
                    <a:gd name="T8" fmla="*/ 0 w 322"/>
                    <a:gd name="T9" fmla="*/ 0 h 378"/>
                    <a:gd name="T10" fmla="*/ 0 w 322"/>
                    <a:gd name="T11" fmla="*/ 0 h 378"/>
                    <a:gd name="T12" fmla="*/ 0 w 322"/>
                    <a:gd name="T13" fmla="*/ 0 h 378"/>
                    <a:gd name="T14" fmla="*/ 0 w 322"/>
                    <a:gd name="T15" fmla="*/ 0 h 378"/>
                    <a:gd name="T16" fmla="*/ 0 w 322"/>
                    <a:gd name="T17" fmla="*/ 0 h 378"/>
                    <a:gd name="T18" fmla="*/ 0 w 322"/>
                    <a:gd name="T19" fmla="*/ 0 h 378"/>
                    <a:gd name="T20" fmla="*/ 0 w 322"/>
                    <a:gd name="T21" fmla="*/ 0 h 378"/>
                    <a:gd name="T22" fmla="*/ 0 w 322"/>
                    <a:gd name="T23" fmla="*/ 0 h 378"/>
                    <a:gd name="T24" fmla="*/ 0 w 322"/>
                    <a:gd name="T25" fmla="*/ 0 h 378"/>
                    <a:gd name="T26" fmla="*/ 0 w 322"/>
                    <a:gd name="T27" fmla="*/ 0 h 378"/>
                    <a:gd name="T28" fmla="*/ 0 w 322"/>
                    <a:gd name="T29" fmla="*/ 0 h 378"/>
                    <a:gd name="T30" fmla="*/ 0 w 322"/>
                    <a:gd name="T31" fmla="*/ 0 h 378"/>
                    <a:gd name="T32" fmla="*/ 0 w 322"/>
                    <a:gd name="T33" fmla="*/ 0 h 378"/>
                    <a:gd name="T34" fmla="*/ 0 w 322"/>
                    <a:gd name="T35" fmla="*/ 0 h 378"/>
                    <a:gd name="T36" fmla="*/ 0 w 322"/>
                    <a:gd name="T37" fmla="*/ 0 h 378"/>
                    <a:gd name="T38" fmla="*/ 0 w 322"/>
                    <a:gd name="T39" fmla="*/ 0 h 378"/>
                    <a:gd name="T40" fmla="*/ 0 w 322"/>
                    <a:gd name="T41" fmla="*/ 0 h 378"/>
                    <a:gd name="T42" fmla="*/ 0 w 322"/>
                    <a:gd name="T43" fmla="*/ 0 h 378"/>
                    <a:gd name="T44" fmla="*/ 0 w 322"/>
                    <a:gd name="T45" fmla="*/ 0 h 378"/>
                    <a:gd name="T46" fmla="*/ 0 w 322"/>
                    <a:gd name="T47" fmla="*/ 0 h 378"/>
                    <a:gd name="T48" fmla="*/ 0 w 322"/>
                    <a:gd name="T49" fmla="*/ 0 h 378"/>
                    <a:gd name="T50" fmla="*/ 0 w 322"/>
                    <a:gd name="T51" fmla="*/ 0 h 378"/>
                    <a:gd name="T52" fmla="*/ 0 w 322"/>
                    <a:gd name="T53" fmla="*/ 0 h 378"/>
                    <a:gd name="T54" fmla="*/ 0 w 322"/>
                    <a:gd name="T55" fmla="*/ 0 h 378"/>
                    <a:gd name="T56" fmla="*/ 0 w 322"/>
                    <a:gd name="T57" fmla="*/ 0 h 378"/>
                    <a:gd name="T58" fmla="*/ 0 w 322"/>
                    <a:gd name="T59" fmla="*/ 0 h 378"/>
                    <a:gd name="T60" fmla="*/ 0 w 322"/>
                    <a:gd name="T61" fmla="*/ 0 h 378"/>
                    <a:gd name="T62" fmla="*/ 0 w 322"/>
                    <a:gd name="T63" fmla="*/ 0 h 378"/>
                    <a:gd name="T64" fmla="*/ 0 w 322"/>
                    <a:gd name="T65" fmla="*/ 0 h 378"/>
                    <a:gd name="T66" fmla="*/ 0 w 322"/>
                    <a:gd name="T67" fmla="*/ 0 h 378"/>
                    <a:gd name="T68" fmla="*/ 0 w 322"/>
                    <a:gd name="T69" fmla="*/ 0 h 378"/>
                    <a:gd name="T70" fmla="*/ 0 w 322"/>
                    <a:gd name="T71" fmla="*/ 0 h 378"/>
                    <a:gd name="T72" fmla="*/ 0 w 322"/>
                    <a:gd name="T73" fmla="*/ 0 h 378"/>
                    <a:gd name="T74" fmla="*/ 0 w 322"/>
                    <a:gd name="T75" fmla="*/ 0 h 378"/>
                    <a:gd name="T76" fmla="*/ 0 w 322"/>
                    <a:gd name="T77" fmla="*/ 0 h 378"/>
                    <a:gd name="T78" fmla="*/ 0 w 322"/>
                    <a:gd name="T79" fmla="*/ 0 h 378"/>
                    <a:gd name="T80" fmla="*/ 0 w 322"/>
                    <a:gd name="T81" fmla="*/ 0 h 378"/>
                    <a:gd name="T82" fmla="*/ 0 w 322"/>
                    <a:gd name="T83" fmla="*/ 0 h 378"/>
                    <a:gd name="T84" fmla="*/ 0 w 322"/>
                    <a:gd name="T85" fmla="*/ 0 h 378"/>
                    <a:gd name="T86" fmla="*/ 0 w 322"/>
                    <a:gd name="T87" fmla="*/ 0 h 378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w 322"/>
                    <a:gd name="T133" fmla="*/ 0 h 378"/>
                    <a:gd name="T134" fmla="*/ 322 w 322"/>
                    <a:gd name="T135" fmla="*/ 378 h 378"/>
                  </a:gdLst>
                  <a:ahLst/>
                  <a:cxnLst>
                    <a:cxn ang="T88">
                      <a:pos x="T0" y="T1"/>
                    </a:cxn>
                    <a:cxn ang="T89">
                      <a:pos x="T2" y="T3"/>
                    </a:cxn>
                    <a:cxn ang="T90">
                      <a:pos x="T4" y="T5"/>
                    </a:cxn>
                    <a:cxn ang="T91">
                      <a:pos x="T6" y="T7"/>
                    </a:cxn>
                    <a:cxn ang="T92">
                      <a:pos x="T8" y="T9"/>
                    </a:cxn>
                    <a:cxn ang="T93">
                      <a:pos x="T10" y="T11"/>
                    </a:cxn>
                    <a:cxn ang="T94">
                      <a:pos x="T12" y="T13"/>
                    </a:cxn>
                    <a:cxn ang="T95">
                      <a:pos x="T14" y="T15"/>
                    </a:cxn>
                    <a:cxn ang="T96">
                      <a:pos x="T16" y="T17"/>
                    </a:cxn>
                    <a:cxn ang="T97">
                      <a:pos x="T18" y="T19"/>
                    </a:cxn>
                    <a:cxn ang="T98">
                      <a:pos x="T20" y="T21"/>
                    </a:cxn>
                    <a:cxn ang="T99">
                      <a:pos x="T22" y="T23"/>
                    </a:cxn>
                    <a:cxn ang="T100">
                      <a:pos x="T24" y="T25"/>
                    </a:cxn>
                    <a:cxn ang="T101">
                      <a:pos x="T26" y="T27"/>
                    </a:cxn>
                    <a:cxn ang="T102">
                      <a:pos x="T28" y="T29"/>
                    </a:cxn>
                    <a:cxn ang="T103">
                      <a:pos x="T30" y="T31"/>
                    </a:cxn>
                    <a:cxn ang="T104">
                      <a:pos x="T32" y="T33"/>
                    </a:cxn>
                    <a:cxn ang="T105">
                      <a:pos x="T34" y="T35"/>
                    </a:cxn>
                    <a:cxn ang="T106">
                      <a:pos x="T36" y="T37"/>
                    </a:cxn>
                    <a:cxn ang="T107">
                      <a:pos x="T38" y="T39"/>
                    </a:cxn>
                    <a:cxn ang="T108">
                      <a:pos x="T40" y="T41"/>
                    </a:cxn>
                    <a:cxn ang="T109">
                      <a:pos x="T42" y="T43"/>
                    </a:cxn>
                    <a:cxn ang="T110">
                      <a:pos x="T44" y="T45"/>
                    </a:cxn>
                    <a:cxn ang="T111">
                      <a:pos x="T46" y="T47"/>
                    </a:cxn>
                    <a:cxn ang="T112">
                      <a:pos x="T48" y="T49"/>
                    </a:cxn>
                    <a:cxn ang="T113">
                      <a:pos x="T50" y="T51"/>
                    </a:cxn>
                    <a:cxn ang="T114">
                      <a:pos x="T52" y="T53"/>
                    </a:cxn>
                    <a:cxn ang="T115">
                      <a:pos x="T54" y="T55"/>
                    </a:cxn>
                    <a:cxn ang="T116">
                      <a:pos x="T56" y="T57"/>
                    </a:cxn>
                    <a:cxn ang="T117">
                      <a:pos x="T58" y="T59"/>
                    </a:cxn>
                    <a:cxn ang="T118">
                      <a:pos x="T60" y="T61"/>
                    </a:cxn>
                    <a:cxn ang="T119">
                      <a:pos x="T62" y="T63"/>
                    </a:cxn>
                    <a:cxn ang="T120">
                      <a:pos x="T64" y="T65"/>
                    </a:cxn>
                    <a:cxn ang="T121">
                      <a:pos x="T66" y="T67"/>
                    </a:cxn>
                    <a:cxn ang="T122">
                      <a:pos x="T68" y="T69"/>
                    </a:cxn>
                    <a:cxn ang="T123">
                      <a:pos x="T70" y="T71"/>
                    </a:cxn>
                    <a:cxn ang="T124">
                      <a:pos x="T72" y="T73"/>
                    </a:cxn>
                    <a:cxn ang="T125">
                      <a:pos x="T74" y="T75"/>
                    </a:cxn>
                    <a:cxn ang="T126">
                      <a:pos x="T76" y="T77"/>
                    </a:cxn>
                    <a:cxn ang="T127">
                      <a:pos x="T78" y="T79"/>
                    </a:cxn>
                    <a:cxn ang="T128">
                      <a:pos x="T80" y="T81"/>
                    </a:cxn>
                    <a:cxn ang="T129">
                      <a:pos x="T82" y="T83"/>
                    </a:cxn>
                    <a:cxn ang="T130">
                      <a:pos x="T84" y="T85"/>
                    </a:cxn>
                    <a:cxn ang="T131">
                      <a:pos x="T86" y="T87"/>
                    </a:cxn>
                  </a:cxnLst>
                  <a:rect l="T132" t="T133" r="T134" b="T135"/>
                  <a:pathLst>
                    <a:path w="322" h="378">
                      <a:moveTo>
                        <a:pt x="125" y="49"/>
                      </a:moveTo>
                      <a:lnTo>
                        <a:pt x="100" y="70"/>
                      </a:lnTo>
                      <a:lnTo>
                        <a:pt x="76" y="90"/>
                      </a:lnTo>
                      <a:lnTo>
                        <a:pt x="53" y="115"/>
                      </a:lnTo>
                      <a:lnTo>
                        <a:pt x="34" y="140"/>
                      </a:lnTo>
                      <a:lnTo>
                        <a:pt x="17" y="166"/>
                      </a:lnTo>
                      <a:lnTo>
                        <a:pt x="5" y="195"/>
                      </a:lnTo>
                      <a:lnTo>
                        <a:pt x="0" y="226"/>
                      </a:lnTo>
                      <a:lnTo>
                        <a:pt x="1" y="258"/>
                      </a:lnTo>
                      <a:lnTo>
                        <a:pt x="3" y="266"/>
                      </a:lnTo>
                      <a:lnTo>
                        <a:pt x="5" y="275"/>
                      </a:lnTo>
                      <a:lnTo>
                        <a:pt x="9" y="282"/>
                      </a:lnTo>
                      <a:lnTo>
                        <a:pt x="14" y="290"/>
                      </a:lnTo>
                      <a:lnTo>
                        <a:pt x="19" y="297"/>
                      </a:lnTo>
                      <a:lnTo>
                        <a:pt x="26" y="304"/>
                      </a:lnTo>
                      <a:lnTo>
                        <a:pt x="32" y="310"/>
                      </a:lnTo>
                      <a:lnTo>
                        <a:pt x="41" y="314"/>
                      </a:lnTo>
                      <a:lnTo>
                        <a:pt x="56" y="324"/>
                      </a:lnTo>
                      <a:lnTo>
                        <a:pt x="71" y="332"/>
                      </a:lnTo>
                      <a:lnTo>
                        <a:pt x="86" y="338"/>
                      </a:lnTo>
                      <a:lnTo>
                        <a:pt x="103" y="344"/>
                      </a:lnTo>
                      <a:lnTo>
                        <a:pt x="119" y="350"/>
                      </a:lnTo>
                      <a:lnTo>
                        <a:pt x="136" y="355"/>
                      </a:lnTo>
                      <a:lnTo>
                        <a:pt x="152" y="359"/>
                      </a:lnTo>
                      <a:lnTo>
                        <a:pt x="168" y="363"/>
                      </a:lnTo>
                      <a:lnTo>
                        <a:pt x="186" y="366"/>
                      </a:lnTo>
                      <a:lnTo>
                        <a:pt x="202" y="368"/>
                      </a:lnTo>
                      <a:lnTo>
                        <a:pt x="220" y="371"/>
                      </a:lnTo>
                      <a:lnTo>
                        <a:pt x="238" y="373"/>
                      </a:lnTo>
                      <a:lnTo>
                        <a:pt x="254" y="374"/>
                      </a:lnTo>
                      <a:lnTo>
                        <a:pt x="272" y="375"/>
                      </a:lnTo>
                      <a:lnTo>
                        <a:pt x="289" y="376"/>
                      </a:lnTo>
                      <a:lnTo>
                        <a:pt x="306" y="378"/>
                      </a:lnTo>
                      <a:lnTo>
                        <a:pt x="311" y="378"/>
                      </a:lnTo>
                      <a:lnTo>
                        <a:pt x="316" y="375"/>
                      </a:lnTo>
                      <a:lnTo>
                        <a:pt x="320" y="371"/>
                      </a:lnTo>
                      <a:lnTo>
                        <a:pt x="322" y="366"/>
                      </a:lnTo>
                      <a:lnTo>
                        <a:pt x="322" y="360"/>
                      </a:lnTo>
                      <a:lnTo>
                        <a:pt x="320" y="356"/>
                      </a:lnTo>
                      <a:lnTo>
                        <a:pt x="315" y="352"/>
                      </a:lnTo>
                      <a:lnTo>
                        <a:pt x="309" y="350"/>
                      </a:lnTo>
                      <a:lnTo>
                        <a:pt x="294" y="347"/>
                      </a:lnTo>
                      <a:lnTo>
                        <a:pt x="279" y="344"/>
                      </a:lnTo>
                      <a:lnTo>
                        <a:pt x="263" y="341"/>
                      </a:lnTo>
                      <a:lnTo>
                        <a:pt x="247" y="338"/>
                      </a:lnTo>
                      <a:lnTo>
                        <a:pt x="232" y="336"/>
                      </a:lnTo>
                      <a:lnTo>
                        <a:pt x="216" y="334"/>
                      </a:lnTo>
                      <a:lnTo>
                        <a:pt x="200" y="332"/>
                      </a:lnTo>
                      <a:lnTo>
                        <a:pt x="185" y="328"/>
                      </a:lnTo>
                      <a:lnTo>
                        <a:pt x="170" y="326"/>
                      </a:lnTo>
                      <a:lnTo>
                        <a:pt x="154" y="322"/>
                      </a:lnTo>
                      <a:lnTo>
                        <a:pt x="139" y="318"/>
                      </a:lnTo>
                      <a:lnTo>
                        <a:pt x="124" y="314"/>
                      </a:lnTo>
                      <a:lnTo>
                        <a:pt x="110" y="309"/>
                      </a:lnTo>
                      <a:lnTo>
                        <a:pt x="94" y="303"/>
                      </a:lnTo>
                      <a:lnTo>
                        <a:pt x="80" y="297"/>
                      </a:lnTo>
                      <a:lnTo>
                        <a:pt x="66" y="289"/>
                      </a:lnTo>
                      <a:lnTo>
                        <a:pt x="55" y="281"/>
                      </a:lnTo>
                      <a:lnTo>
                        <a:pt x="45" y="271"/>
                      </a:lnTo>
                      <a:lnTo>
                        <a:pt x="38" y="259"/>
                      </a:lnTo>
                      <a:lnTo>
                        <a:pt x="35" y="245"/>
                      </a:lnTo>
                      <a:lnTo>
                        <a:pt x="34" y="232"/>
                      </a:lnTo>
                      <a:lnTo>
                        <a:pt x="35" y="216"/>
                      </a:lnTo>
                      <a:lnTo>
                        <a:pt x="38" y="200"/>
                      </a:lnTo>
                      <a:lnTo>
                        <a:pt x="43" y="187"/>
                      </a:lnTo>
                      <a:lnTo>
                        <a:pt x="51" y="170"/>
                      </a:lnTo>
                      <a:lnTo>
                        <a:pt x="60" y="152"/>
                      </a:lnTo>
                      <a:lnTo>
                        <a:pt x="71" y="137"/>
                      </a:lnTo>
                      <a:lnTo>
                        <a:pt x="83" y="124"/>
                      </a:lnTo>
                      <a:lnTo>
                        <a:pt x="94" y="110"/>
                      </a:lnTo>
                      <a:lnTo>
                        <a:pt x="107" y="96"/>
                      </a:lnTo>
                      <a:lnTo>
                        <a:pt x="123" y="82"/>
                      </a:lnTo>
                      <a:lnTo>
                        <a:pt x="138" y="69"/>
                      </a:lnTo>
                      <a:lnTo>
                        <a:pt x="153" y="57"/>
                      </a:lnTo>
                      <a:lnTo>
                        <a:pt x="173" y="47"/>
                      </a:lnTo>
                      <a:lnTo>
                        <a:pt x="195" y="38"/>
                      </a:lnTo>
                      <a:lnTo>
                        <a:pt x="218" y="28"/>
                      </a:lnTo>
                      <a:lnTo>
                        <a:pt x="238" y="20"/>
                      </a:lnTo>
                      <a:lnTo>
                        <a:pt x="254" y="13"/>
                      </a:lnTo>
                      <a:lnTo>
                        <a:pt x="264" y="7"/>
                      </a:lnTo>
                      <a:lnTo>
                        <a:pt x="268" y="2"/>
                      </a:lnTo>
                      <a:lnTo>
                        <a:pt x="256" y="0"/>
                      </a:lnTo>
                      <a:lnTo>
                        <a:pt x="240" y="1"/>
                      </a:lnTo>
                      <a:lnTo>
                        <a:pt x="221" y="4"/>
                      </a:lnTo>
                      <a:lnTo>
                        <a:pt x="201" y="10"/>
                      </a:lnTo>
                      <a:lnTo>
                        <a:pt x="180" y="18"/>
                      </a:lnTo>
                      <a:lnTo>
                        <a:pt x="160" y="27"/>
                      </a:lnTo>
                      <a:lnTo>
                        <a:pt x="141" y="38"/>
                      </a:lnTo>
                      <a:lnTo>
                        <a:pt x="125" y="49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4696" name="Freeform 756">
                  <a:extLst>
                    <a:ext uri="{FF2B5EF4-FFF2-40B4-BE49-F238E27FC236}">
                      <a16:creationId xmlns:a16="http://schemas.microsoft.com/office/drawing/2014/main" id="{5B036694-2756-47A0-A4CA-763407847C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50" y="2643"/>
                  <a:ext cx="99" cy="59"/>
                </a:xfrm>
                <a:custGeom>
                  <a:avLst/>
                  <a:gdLst>
                    <a:gd name="T0" fmla="*/ 0 w 283"/>
                    <a:gd name="T1" fmla="*/ 0 h 252"/>
                    <a:gd name="T2" fmla="*/ 0 w 283"/>
                    <a:gd name="T3" fmla="*/ 0 h 252"/>
                    <a:gd name="T4" fmla="*/ 0 w 283"/>
                    <a:gd name="T5" fmla="*/ 0 h 252"/>
                    <a:gd name="T6" fmla="*/ 0 w 283"/>
                    <a:gd name="T7" fmla="*/ 0 h 252"/>
                    <a:gd name="T8" fmla="*/ 0 w 283"/>
                    <a:gd name="T9" fmla="*/ 0 h 252"/>
                    <a:gd name="T10" fmla="*/ 0 w 283"/>
                    <a:gd name="T11" fmla="*/ 0 h 252"/>
                    <a:gd name="T12" fmla="*/ 0 w 283"/>
                    <a:gd name="T13" fmla="*/ 0 h 252"/>
                    <a:gd name="T14" fmla="*/ 0 w 283"/>
                    <a:gd name="T15" fmla="*/ 0 h 252"/>
                    <a:gd name="T16" fmla="*/ 0 w 283"/>
                    <a:gd name="T17" fmla="*/ 0 h 252"/>
                    <a:gd name="T18" fmla="*/ 0 w 283"/>
                    <a:gd name="T19" fmla="*/ 0 h 252"/>
                    <a:gd name="T20" fmla="*/ 0 w 283"/>
                    <a:gd name="T21" fmla="*/ 0 h 252"/>
                    <a:gd name="T22" fmla="*/ 0 w 283"/>
                    <a:gd name="T23" fmla="*/ 0 h 252"/>
                    <a:gd name="T24" fmla="*/ 0 w 283"/>
                    <a:gd name="T25" fmla="*/ 0 h 252"/>
                    <a:gd name="T26" fmla="*/ 0 w 283"/>
                    <a:gd name="T27" fmla="*/ 0 h 252"/>
                    <a:gd name="T28" fmla="*/ 0 w 283"/>
                    <a:gd name="T29" fmla="*/ 0 h 252"/>
                    <a:gd name="T30" fmla="*/ 0 w 283"/>
                    <a:gd name="T31" fmla="*/ 0 h 252"/>
                    <a:gd name="T32" fmla="*/ 0 w 283"/>
                    <a:gd name="T33" fmla="*/ 0 h 252"/>
                    <a:gd name="T34" fmla="*/ 0 w 283"/>
                    <a:gd name="T35" fmla="*/ 0 h 252"/>
                    <a:gd name="T36" fmla="*/ 0 w 283"/>
                    <a:gd name="T37" fmla="*/ 0 h 252"/>
                    <a:gd name="T38" fmla="*/ 0 w 283"/>
                    <a:gd name="T39" fmla="*/ 0 h 252"/>
                    <a:gd name="T40" fmla="*/ 0 w 283"/>
                    <a:gd name="T41" fmla="*/ 0 h 252"/>
                    <a:gd name="T42" fmla="*/ 0 w 283"/>
                    <a:gd name="T43" fmla="*/ 0 h 252"/>
                    <a:gd name="T44" fmla="*/ 0 w 283"/>
                    <a:gd name="T45" fmla="*/ 0 h 252"/>
                    <a:gd name="T46" fmla="*/ 0 w 283"/>
                    <a:gd name="T47" fmla="*/ 0 h 252"/>
                    <a:gd name="T48" fmla="*/ 0 w 283"/>
                    <a:gd name="T49" fmla="*/ 0 h 252"/>
                    <a:gd name="T50" fmla="*/ 0 w 283"/>
                    <a:gd name="T51" fmla="*/ 0 h 252"/>
                    <a:gd name="T52" fmla="*/ 0 w 283"/>
                    <a:gd name="T53" fmla="*/ 0 h 252"/>
                    <a:gd name="T54" fmla="*/ 0 w 283"/>
                    <a:gd name="T55" fmla="*/ 0 h 252"/>
                    <a:gd name="T56" fmla="*/ 0 w 283"/>
                    <a:gd name="T57" fmla="*/ 0 h 252"/>
                    <a:gd name="T58" fmla="*/ 0 w 283"/>
                    <a:gd name="T59" fmla="*/ 0 h 252"/>
                    <a:gd name="T60" fmla="*/ 0 w 283"/>
                    <a:gd name="T61" fmla="*/ 0 h 252"/>
                    <a:gd name="T62" fmla="*/ 0 w 283"/>
                    <a:gd name="T63" fmla="*/ 0 h 252"/>
                    <a:gd name="T64" fmla="*/ 0 w 283"/>
                    <a:gd name="T65" fmla="*/ 0 h 252"/>
                    <a:gd name="T66" fmla="*/ 0 w 283"/>
                    <a:gd name="T67" fmla="*/ 0 h 252"/>
                    <a:gd name="T68" fmla="*/ 0 w 283"/>
                    <a:gd name="T69" fmla="*/ 0 h 252"/>
                    <a:gd name="T70" fmla="*/ 0 w 283"/>
                    <a:gd name="T71" fmla="*/ 0 h 252"/>
                    <a:gd name="T72" fmla="*/ 0 w 283"/>
                    <a:gd name="T73" fmla="*/ 0 h 252"/>
                    <a:gd name="T74" fmla="*/ 0 w 283"/>
                    <a:gd name="T75" fmla="*/ 0 h 252"/>
                    <a:gd name="T76" fmla="*/ 0 w 283"/>
                    <a:gd name="T77" fmla="*/ 0 h 252"/>
                    <a:gd name="T78" fmla="*/ 0 w 283"/>
                    <a:gd name="T79" fmla="*/ 0 h 252"/>
                    <a:gd name="T80" fmla="*/ 0 w 283"/>
                    <a:gd name="T81" fmla="*/ 0 h 252"/>
                    <a:gd name="T82" fmla="*/ 0 w 283"/>
                    <a:gd name="T83" fmla="*/ 0 h 252"/>
                    <a:gd name="T84" fmla="*/ 0 w 283"/>
                    <a:gd name="T85" fmla="*/ 0 h 252"/>
                    <a:gd name="T86" fmla="*/ 0 w 283"/>
                    <a:gd name="T87" fmla="*/ 0 h 252"/>
                    <a:gd name="T88" fmla="*/ 0 w 283"/>
                    <a:gd name="T89" fmla="*/ 0 h 252"/>
                    <a:gd name="T90" fmla="*/ 0 w 283"/>
                    <a:gd name="T91" fmla="*/ 0 h 252"/>
                    <a:gd name="T92" fmla="*/ 0 w 283"/>
                    <a:gd name="T93" fmla="*/ 0 h 252"/>
                    <a:gd name="T94" fmla="*/ 0 w 283"/>
                    <a:gd name="T95" fmla="*/ 0 h 252"/>
                    <a:gd name="T96" fmla="*/ 0 w 283"/>
                    <a:gd name="T97" fmla="*/ 0 h 252"/>
                    <a:gd name="T98" fmla="*/ 0 w 283"/>
                    <a:gd name="T99" fmla="*/ 0 h 252"/>
                    <a:gd name="T100" fmla="*/ 0 w 283"/>
                    <a:gd name="T101" fmla="*/ 0 h 252"/>
                    <a:gd name="T102" fmla="*/ 0 w 283"/>
                    <a:gd name="T103" fmla="*/ 0 h 252"/>
                    <a:gd name="T104" fmla="*/ 0 w 283"/>
                    <a:gd name="T105" fmla="*/ 0 h 252"/>
                    <a:gd name="T106" fmla="*/ 0 w 283"/>
                    <a:gd name="T107" fmla="*/ 0 h 252"/>
                    <a:gd name="T108" fmla="*/ 0 w 283"/>
                    <a:gd name="T109" fmla="*/ 0 h 252"/>
                    <a:gd name="T110" fmla="*/ 0 w 283"/>
                    <a:gd name="T111" fmla="*/ 0 h 252"/>
                    <a:gd name="T112" fmla="*/ 0 w 283"/>
                    <a:gd name="T113" fmla="*/ 0 h 252"/>
                    <a:gd name="T114" fmla="*/ 0 w 283"/>
                    <a:gd name="T115" fmla="*/ 0 h 252"/>
                    <a:gd name="T116" fmla="*/ 0 w 283"/>
                    <a:gd name="T117" fmla="*/ 0 h 252"/>
                    <a:gd name="T118" fmla="*/ 0 w 283"/>
                    <a:gd name="T119" fmla="*/ 0 h 252"/>
                    <a:gd name="T120" fmla="*/ 0 w 283"/>
                    <a:gd name="T121" fmla="*/ 0 h 252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60000 65536"/>
                    <a:gd name="T148" fmla="*/ 0 60000 65536"/>
                    <a:gd name="T149" fmla="*/ 0 60000 65536"/>
                    <a:gd name="T150" fmla="*/ 0 60000 65536"/>
                    <a:gd name="T151" fmla="*/ 0 60000 65536"/>
                    <a:gd name="T152" fmla="*/ 0 60000 65536"/>
                    <a:gd name="T153" fmla="*/ 0 60000 65536"/>
                    <a:gd name="T154" fmla="*/ 0 60000 65536"/>
                    <a:gd name="T155" fmla="*/ 0 60000 65536"/>
                    <a:gd name="T156" fmla="*/ 0 60000 65536"/>
                    <a:gd name="T157" fmla="*/ 0 60000 65536"/>
                    <a:gd name="T158" fmla="*/ 0 60000 65536"/>
                    <a:gd name="T159" fmla="*/ 0 60000 65536"/>
                    <a:gd name="T160" fmla="*/ 0 60000 65536"/>
                    <a:gd name="T161" fmla="*/ 0 60000 65536"/>
                    <a:gd name="T162" fmla="*/ 0 60000 65536"/>
                    <a:gd name="T163" fmla="*/ 0 60000 65536"/>
                    <a:gd name="T164" fmla="*/ 0 60000 65536"/>
                    <a:gd name="T165" fmla="*/ 0 60000 65536"/>
                    <a:gd name="T166" fmla="*/ 0 60000 65536"/>
                    <a:gd name="T167" fmla="*/ 0 60000 65536"/>
                    <a:gd name="T168" fmla="*/ 0 60000 65536"/>
                    <a:gd name="T169" fmla="*/ 0 60000 65536"/>
                    <a:gd name="T170" fmla="*/ 0 60000 65536"/>
                    <a:gd name="T171" fmla="*/ 0 60000 65536"/>
                    <a:gd name="T172" fmla="*/ 0 60000 65536"/>
                    <a:gd name="T173" fmla="*/ 0 60000 65536"/>
                    <a:gd name="T174" fmla="*/ 0 60000 65536"/>
                    <a:gd name="T175" fmla="*/ 0 60000 65536"/>
                    <a:gd name="T176" fmla="*/ 0 60000 65536"/>
                    <a:gd name="T177" fmla="*/ 0 60000 65536"/>
                    <a:gd name="T178" fmla="*/ 0 60000 65536"/>
                    <a:gd name="T179" fmla="*/ 0 60000 65536"/>
                    <a:gd name="T180" fmla="*/ 0 60000 65536"/>
                    <a:gd name="T181" fmla="*/ 0 60000 65536"/>
                    <a:gd name="T182" fmla="*/ 0 60000 65536"/>
                    <a:gd name="T183" fmla="*/ 0 w 283"/>
                    <a:gd name="T184" fmla="*/ 0 h 252"/>
                    <a:gd name="T185" fmla="*/ 283 w 283"/>
                    <a:gd name="T186" fmla="*/ 252 h 252"/>
                  </a:gdLst>
                  <a:ahLst/>
                  <a:cxnLst>
                    <a:cxn ang="T122">
                      <a:pos x="T0" y="T1"/>
                    </a:cxn>
                    <a:cxn ang="T123">
                      <a:pos x="T2" y="T3"/>
                    </a:cxn>
                    <a:cxn ang="T124">
                      <a:pos x="T4" y="T5"/>
                    </a:cxn>
                    <a:cxn ang="T125">
                      <a:pos x="T6" y="T7"/>
                    </a:cxn>
                    <a:cxn ang="T126">
                      <a:pos x="T8" y="T9"/>
                    </a:cxn>
                    <a:cxn ang="T127">
                      <a:pos x="T10" y="T11"/>
                    </a:cxn>
                    <a:cxn ang="T128">
                      <a:pos x="T12" y="T13"/>
                    </a:cxn>
                    <a:cxn ang="T129">
                      <a:pos x="T14" y="T15"/>
                    </a:cxn>
                    <a:cxn ang="T130">
                      <a:pos x="T16" y="T17"/>
                    </a:cxn>
                    <a:cxn ang="T131">
                      <a:pos x="T18" y="T19"/>
                    </a:cxn>
                    <a:cxn ang="T132">
                      <a:pos x="T20" y="T21"/>
                    </a:cxn>
                    <a:cxn ang="T133">
                      <a:pos x="T22" y="T23"/>
                    </a:cxn>
                    <a:cxn ang="T134">
                      <a:pos x="T24" y="T25"/>
                    </a:cxn>
                    <a:cxn ang="T135">
                      <a:pos x="T26" y="T27"/>
                    </a:cxn>
                    <a:cxn ang="T136">
                      <a:pos x="T28" y="T29"/>
                    </a:cxn>
                    <a:cxn ang="T137">
                      <a:pos x="T30" y="T31"/>
                    </a:cxn>
                    <a:cxn ang="T138">
                      <a:pos x="T32" y="T33"/>
                    </a:cxn>
                    <a:cxn ang="T139">
                      <a:pos x="T34" y="T35"/>
                    </a:cxn>
                    <a:cxn ang="T140">
                      <a:pos x="T36" y="T37"/>
                    </a:cxn>
                    <a:cxn ang="T141">
                      <a:pos x="T38" y="T39"/>
                    </a:cxn>
                    <a:cxn ang="T142">
                      <a:pos x="T40" y="T41"/>
                    </a:cxn>
                    <a:cxn ang="T143">
                      <a:pos x="T42" y="T43"/>
                    </a:cxn>
                    <a:cxn ang="T144">
                      <a:pos x="T44" y="T45"/>
                    </a:cxn>
                    <a:cxn ang="T145">
                      <a:pos x="T46" y="T47"/>
                    </a:cxn>
                    <a:cxn ang="T146">
                      <a:pos x="T48" y="T49"/>
                    </a:cxn>
                    <a:cxn ang="T147">
                      <a:pos x="T50" y="T51"/>
                    </a:cxn>
                    <a:cxn ang="T148">
                      <a:pos x="T52" y="T53"/>
                    </a:cxn>
                    <a:cxn ang="T149">
                      <a:pos x="T54" y="T55"/>
                    </a:cxn>
                    <a:cxn ang="T150">
                      <a:pos x="T56" y="T57"/>
                    </a:cxn>
                    <a:cxn ang="T151">
                      <a:pos x="T58" y="T59"/>
                    </a:cxn>
                    <a:cxn ang="T152">
                      <a:pos x="T60" y="T61"/>
                    </a:cxn>
                    <a:cxn ang="T153">
                      <a:pos x="T62" y="T63"/>
                    </a:cxn>
                    <a:cxn ang="T154">
                      <a:pos x="T64" y="T65"/>
                    </a:cxn>
                    <a:cxn ang="T155">
                      <a:pos x="T66" y="T67"/>
                    </a:cxn>
                    <a:cxn ang="T156">
                      <a:pos x="T68" y="T69"/>
                    </a:cxn>
                    <a:cxn ang="T157">
                      <a:pos x="T70" y="T71"/>
                    </a:cxn>
                    <a:cxn ang="T158">
                      <a:pos x="T72" y="T73"/>
                    </a:cxn>
                    <a:cxn ang="T159">
                      <a:pos x="T74" y="T75"/>
                    </a:cxn>
                    <a:cxn ang="T160">
                      <a:pos x="T76" y="T77"/>
                    </a:cxn>
                    <a:cxn ang="T161">
                      <a:pos x="T78" y="T79"/>
                    </a:cxn>
                    <a:cxn ang="T162">
                      <a:pos x="T80" y="T81"/>
                    </a:cxn>
                    <a:cxn ang="T163">
                      <a:pos x="T82" y="T83"/>
                    </a:cxn>
                    <a:cxn ang="T164">
                      <a:pos x="T84" y="T85"/>
                    </a:cxn>
                    <a:cxn ang="T165">
                      <a:pos x="T86" y="T87"/>
                    </a:cxn>
                    <a:cxn ang="T166">
                      <a:pos x="T88" y="T89"/>
                    </a:cxn>
                    <a:cxn ang="T167">
                      <a:pos x="T90" y="T91"/>
                    </a:cxn>
                    <a:cxn ang="T168">
                      <a:pos x="T92" y="T93"/>
                    </a:cxn>
                    <a:cxn ang="T169">
                      <a:pos x="T94" y="T95"/>
                    </a:cxn>
                    <a:cxn ang="T170">
                      <a:pos x="T96" y="T97"/>
                    </a:cxn>
                    <a:cxn ang="T171">
                      <a:pos x="T98" y="T99"/>
                    </a:cxn>
                    <a:cxn ang="T172">
                      <a:pos x="T100" y="T101"/>
                    </a:cxn>
                    <a:cxn ang="T173">
                      <a:pos x="T102" y="T103"/>
                    </a:cxn>
                    <a:cxn ang="T174">
                      <a:pos x="T104" y="T105"/>
                    </a:cxn>
                    <a:cxn ang="T175">
                      <a:pos x="T106" y="T107"/>
                    </a:cxn>
                    <a:cxn ang="T176">
                      <a:pos x="T108" y="T109"/>
                    </a:cxn>
                    <a:cxn ang="T177">
                      <a:pos x="T110" y="T111"/>
                    </a:cxn>
                    <a:cxn ang="T178">
                      <a:pos x="T112" y="T113"/>
                    </a:cxn>
                    <a:cxn ang="T179">
                      <a:pos x="T114" y="T115"/>
                    </a:cxn>
                    <a:cxn ang="T180">
                      <a:pos x="T116" y="T117"/>
                    </a:cxn>
                    <a:cxn ang="T181">
                      <a:pos x="T118" y="T119"/>
                    </a:cxn>
                    <a:cxn ang="T182">
                      <a:pos x="T120" y="T121"/>
                    </a:cxn>
                  </a:cxnLst>
                  <a:rect l="T183" t="T184" r="T185" b="T186"/>
                  <a:pathLst>
                    <a:path w="283" h="252">
                      <a:moveTo>
                        <a:pt x="235" y="77"/>
                      </a:moveTo>
                      <a:lnTo>
                        <a:pt x="248" y="91"/>
                      </a:lnTo>
                      <a:lnTo>
                        <a:pt x="256" y="107"/>
                      </a:lnTo>
                      <a:lnTo>
                        <a:pt x="259" y="124"/>
                      </a:lnTo>
                      <a:lnTo>
                        <a:pt x="259" y="142"/>
                      </a:lnTo>
                      <a:lnTo>
                        <a:pt x="257" y="157"/>
                      </a:lnTo>
                      <a:lnTo>
                        <a:pt x="252" y="170"/>
                      </a:lnTo>
                      <a:lnTo>
                        <a:pt x="244" y="183"/>
                      </a:lnTo>
                      <a:lnTo>
                        <a:pt x="236" y="193"/>
                      </a:lnTo>
                      <a:lnTo>
                        <a:pt x="225" y="204"/>
                      </a:lnTo>
                      <a:lnTo>
                        <a:pt x="215" y="214"/>
                      </a:lnTo>
                      <a:lnTo>
                        <a:pt x="204" y="224"/>
                      </a:lnTo>
                      <a:lnTo>
                        <a:pt x="194" y="234"/>
                      </a:lnTo>
                      <a:lnTo>
                        <a:pt x="191" y="238"/>
                      </a:lnTo>
                      <a:lnTo>
                        <a:pt x="191" y="241"/>
                      </a:lnTo>
                      <a:lnTo>
                        <a:pt x="191" y="245"/>
                      </a:lnTo>
                      <a:lnTo>
                        <a:pt x="194" y="248"/>
                      </a:lnTo>
                      <a:lnTo>
                        <a:pt x="197" y="250"/>
                      </a:lnTo>
                      <a:lnTo>
                        <a:pt x="202" y="252"/>
                      </a:lnTo>
                      <a:lnTo>
                        <a:pt x="205" y="250"/>
                      </a:lnTo>
                      <a:lnTo>
                        <a:pt x="209" y="248"/>
                      </a:lnTo>
                      <a:lnTo>
                        <a:pt x="232" y="233"/>
                      </a:lnTo>
                      <a:lnTo>
                        <a:pt x="252" y="214"/>
                      </a:lnTo>
                      <a:lnTo>
                        <a:pt x="268" y="192"/>
                      </a:lnTo>
                      <a:lnTo>
                        <a:pt x="278" y="167"/>
                      </a:lnTo>
                      <a:lnTo>
                        <a:pt x="283" y="141"/>
                      </a:lnTo>
                      <a:lnTo>
                        <a:pt x="280" y="115"/>
                      </a:lnTo>
                      <a:lnTo>
                        <a:pt x="271" y="91"/>
                      </a:lnTo>
                      <a:lnTo>
                        <a:pt x="252" y="69"/>
                      </a:lnTo>
                      <a:lnTo>
                        <a:pt x="238" y="57"/>
                      </a:lnTo>
                      <a:lnTo>
                        <a:pt x="222" y="48"/>
                      </a:lnTo>
                      <a:lnTo>
                        <a:pt x="204" y="39"/>
                      </a:lnTo>
                      <a:lnTo>
                        <a:pt x="184" y="31"/>
                      </a:lnTo>
                      <a:lnTo>
                        <a:pt x="164" y="23"/>
                      </a:lnTo>
                      <a:lnTo>
                        <a:pt x="144" y="17"/>
                      </a:lnTo>
                      <a:lnTo>
                        <a:pt x="123" y="13"/>
                      </a:lnTo>
                      <a:lnTo>
                        <a:pt x="103" y="8"/>
                      </a:lnTo>
                      <a:lnTo>
                        <a:pt x="83" y="5"/>
                      </a:lnTo>
                      <a:lnTo>
                        <a:pt x="66" y="2"/>
                      </a:lnTo>
                      <a:lnTo>
                        <a:pt x="48" y="0"/>
                      </a:lnTo>
                      <a:lnTo>
                        <a:pt x="34" y="0"/>
                      </a:lnTo>
                      <a:lnTo>
                        <a:pt x="21" y="0"/>
                      </a:lnTo>
                      <a:lnTo>
                        <a:pt x="11" y="0"/>
                      </a:lnTo>
                      <a:lnTo>
                        <a:pt x="4" y="2"/>
                      </a:lnTo>
                      <a:lnTo>
                        <a:pt x="0" y="5"/>
                      </a:lnTo>
                      <a:lnTo>
                        <a:pt x="12" y="7"/>
                      </a:lnTo>
                      <a:lnTo>
                        <a:pt x="24" y="8"/>
                      </a:lnTo>
                      <a:lnTo>
                        <a:pt x="38" y="10"/>
                      </a:lnTo>
                      <a:lnTo>
                        <a:pt x="52" y="13"/>
                      </a:lnTo>
                      <a:lnTo>
                        <a:pt x="66" y="16"/>
                      </a:lnTo>
                      <a:lnTo>
                        <a:pt x="82" y="18"/>
                      </a:lnTo>
                      <a:lnTo>
                        <a:pt x="98" y="22"/>
                      </a:lnTo>
                      <a:lnTo>
                        <a:pt x="114" y="25"/>
                      </a:lnTo>
                      <a:lnTo>
                        <a:pt x="129" y="30"/>
                      </a:lnTo>
                      <a:lnTo>
                        <a:pt x="146" y="34"/>
                      </a:lnTo>
                      <a:lnTo>
                        <a:pt x="162" y="39"/>
                      </a:lnTo>
                      <a:lnTo>
                        <a:pt x="177" y="45"/>
                      </a:lnTo>
                      <a:lnTo>
                        <a:pt x="193" y="52"/>
                      </a:lnTo>
                      <a:lnTo>
                        <a:pt x="208" y="60"/>
                      </a:lnTo>
                      <a:lnTo>
                        <a:pt x="222" y="68"/>
                      </a:lnTo>
                      <a:lnTo>
                        <a:pt x="235" y="77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4697" name="Freeform 757">
                  <a:extLst>
                    <a:ext uri="{FF2B5EF4-FFF2-40B4-BE49-F238E27FC236}">
                      <a16:creationId xmlns:a16="http://schemas.microsoft.com/office/drawing/2014/main" id="{FB412C09-891D-444E-BFEF-D908C4FD83F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47" y="2671"/>
                  <a:ext cx="40" cy="55"/>
                </a:xfrm>
                <a:custGeom>
                  <a:avLst/>
                  <a:gdLst>
                    <a:gd name="T0" fmla="*/ 0 w 114"/>
                    <a:gd name="T1" fmla="*/ 0 h 238"/>
                    <a:gd name="T2" fmla="*/ 0 w 114"/>
                    <a:gd name="T3" fmla="*/ 0 h 238"/>
                    <a:gd name="T4" fmla="*/ 0 w 114"/>
                    <a:gd name="T5" fmla="*/ 0 h 238"/>
                    <a:gd name="T6" fmla="*/ 0 w 114"/>
                    <a:gd name="T7" fmla="*/ 0 h 238"/>
                    <a:gd name="T8" fmla="*/ 0 w 114"/>
                    <a:gd name="T9" fmla="*/ 0 h 238"/>
                    <a:gd name="T10" fmla="*/ 0 w 114"/>
                    <a:gd name="T11" fmla="*/ 0 h 238"/>
                    <a:gd name="T12" fmla="*/ 0 w 114"/>
                    <a:gd name="T13" fmla="*/ 0 h 238"/>
                    <a:gd name="T14" fmla="*/ 0 w 114"/>
                    <a:gd name="T15" fmla="*/ 0 h 238"/>
                    <a:gd name="T16" fmla="*/ 0 w 114"/>
                    <a:gd name="T17" fmla="*/ 0 h 238"/>
                    <a:gd name="T18" fmla="*/ 0 w 114"/>
                    <a:gd name="T19" fmla="*/ 0 h 238"/>
                    <a:gd name="T20" fmla="*/ 0 w 114"/>
                    <a:gd name="T21" fmla="*/ 0 h 238"/>
                    <a:gd name="T22" fmla="*/ 0 w 114"/>
                    <a:gd name="T23" fmla="*/ 0 h 238"/>
                    <a:gd name="T24" fmla="*/ 0 w 114"/>
                    <a:gd name="T25" fmla="*/ 0 h 238"/>
                    <a:gd name="T26" fmla="*/ 0 w 114"/>
                    <a:gd name="T27" fmla="*/ 0 h 238"/>
                    <a:gd name="T28" fmla="*/ 0 w 114"/>
                    <a:gd name="T29" fmla="*/ 0 h 238"/>
                    <a:gd name="T30" fmla="*/ 0 w 114"/>
                    <a:gd name="T31" fmla="*/ 0 h 238"/>
                    <a:gd name="T32" fmla="*/ 0 w 114"/>
                    <a:gd name="T33" fmla="*/ 0 h 238"/>
                    <a:gd name="T34" fmla="*/ 0 w 114"/>
                    <a:gd name="T35" fmla="*/ 0 h 238"/>
                    <a:gd name="T36" fmla="*/ 0 w 114"/>
                    <a:gd name="T37" fmla="*/ 0 h 238"/>
                    <a:gd name="T38" fmla="*/ 0 w 114"/>
                    <a:gd name="T39" fmla="*/ 0 h 238"/>
                    <a:gd name="T40" fmla="*/ 0 w 114"/>
                    <a:gd name="T41" fmla="*/ 0 h 238"/>
                    <a:gd name="T42" fmla="*/ 0 w 114"/>
                    <a:gd name="T43" fmla="*/ 0 h 238"/>
                    <a:gd name="T44" fmla="*/ 0 w 114"/>
                    <a:gd name="T45" fmla="*/ 0 h 238"/>
                    <a:gd name="T46" fmla="*/ 0 w 114"/>
                    <a:gd name="T47" fmla="*/ 0 h 238"/>
                    <a:gd name="T48" fmla="*/ 0 w 114"/>
                    <a:gd name="T49" fmla="*/ 0 h 238"/>
                    <a:gd name="T50" fmla="*/ 0 w 114"/>
                    <a:gd name="T51" fmla="*/ 0 h 238"/>
                    <a:gd name="T52" fmla="*/ 0 w 114"/>
                    <a:gd name="T53" fmla="*/ 0 h 238"/>
                    <a:gd name="T54" fmla="*/ 0 w 114"/>
                    <a:gd name="T55" fmla="*/ 0 h 238"/>
                    <a:gd name="T56" fmla="*/ 0 w 114"/>
                    <a:gd name="T57" fmla="*/ 0 h 238"/>
                    <a:gd name="T58" fmla="*/ 0 w 114"/>
                    <a:gd name="T59" fmla="*/ 0 h 238"/>
                    <a:gd name="T60" fmla="*/ 0 w 114"/>
                    <a:gd name="T61" fmla="*/ 0 h 238"/>
                    <a:gd name="T62" fmla="*/ 0 w 114"/>
                    <a:gd name="T63" fmla="*/ 0 h 238"/>
                    <a:gd name="T64" fmla="*/ 0 w 114"/>
                    <a:gd name="T65" fmla="*/ 0 h 238"/>
                    <a:gd name="T66" fmla="*/ 0 w 114"/>
                    <a:gd name="T67" fmla="*/ 0 h 238"/>
                    <a:gd name="T68" fmla="*/ 0 w 114"/>
                    <a:gd name="T69" fmla="*/ 0 h 238"/>
                    <a:gd name="T70" fmla="*/ 0 w 114"/>
                    <a:gd name="T71" fmla="*/ 0 h 238"/>
                    <a:gd name="T72" fmla="*/ 0 w 114"/>
                    <a:gd name="T73" fmla="*/ 0 h 238"/>
                    <a:gd name="T74" fmla="*/ 0 w 114"/>
                    <a:gd name="T75" fmla="*/ 0 h 238"/>
                    <a:gd name="T76" fmla="*/ 0 w 114"/>
                    <a:gd name="T77" fmla="*/ 0 h 238"/>
                    <a:gd name="T78" fmla="*/ 0 w 114"/>
                    <a:gd name="T79" fmla="*/ 0 h 238"/>
                    <a:gd name="T80" fmla="*/ 0 w 114"/>
                    <a:gd name="T81" fmla="*/ 0 h 238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w 114"/>
                    <a:gd name="T124" fmla="*/ 0 h 238"/>
                    <a:gd name="T125" fmla="*/ 114 w 114"/>
                    <a:gd name="T126" fmla="*/ 238 h 238"/>
                  </a:gdLst>
                  <a:ahLst/>
                  <a:cxnLst>
                    <a:cxn ang="T82">
                      <a:pos x="T0" y="T1"/>
                    </a:cxn>
                    <a:cxn ang="T83">
                      <a:pos x="T2" y="T3"/>
                    </a:cxn>
                    <a:cxn ang="T84">
                      <a:pos x="T4" y="T5"/>
                    </a:cxn>
                    <a:cxn ang="T85">
                      <a:pos x="T6" y="T7"/>
                    </a:cxn>
                    <a:cxn ang="T86">
                      <a:pos x="T8" y="T9"/>
                    </a:cxn>
                    <a:cxn ang="T87">
                      <a:pos x="T10" y="T11"/>
                    </a:cxn>
                    <a:cxn ang="T88">
                      <a:pos x="T12" y="T13"/>
                    </a:cxn>
                    <a:cxn ang="T89">
                      <a:pos x="T14" y="T15"/>
                    </a:cxn>
                    <a:cxn ang="T90">
                      <a:pos x="T16" y="T17"/>
                    </a:cxn>
                    <a:cxn ang="T91">
                      <a:pos x="T18" y="T19"/>
                    </a:cxn>
                    <a:cxn ang="T92">
                      <a:pos x="T20" y="T21"/>
                    </a:cxn>
                    <a:cxn ang="T93">
                      <a:pos x="T22" y="T23"/>
                    </a:cxn>
                    <a:cxn ang="T94">
                      <a:pos x="T24" y="T25"/>
                    </a:cxn>
                    <a:cxn ang="T95">
                      <a:pos x="T26" y="T27"/>
                    </a:cxn>
                    <a:cxn ang="T96">
                      <a:pos x="T28" y="T29"/>
                    </a:cxn>
                    <a:cxn ang="T97">
                      <a:pos x="T30" y="T31"/>
                    </a:cxn>
                    <a:cxn ang="T98">
                      <a:pos x="T32" y="T33"/>
                    </a:cxn>
                    <a:cxn ang="T99">
                      <a:pos x="T34" y="T35"/>
                    </a:cxn>
                    <a:cxn ang="T100">
                      <a:pos x="T36" y="T37"/>
                    </a:cxn>
                    <a:cxn ang="T101">
                      <a:pos x="T38" y="T39"/>
                    </a:cxn>
                    <a:cxn ang="T102">
                      <a:pos x="T40" y="T41"/>
                    </a:cxn>
                    <a:cxn ang="T103">
                      <a:pos x="T42" y="T43"/>
                    </a:cxn>
                    <a:cxn ang="T104">
                      <a:pos x="T44" y="T45"/>
                    </a:cxn>
                    <a:cxn ang="T105">
                      <a:pos x="T46" y="T47"/>
                    </a:cxn>
                    <a:cxn ang="T106">
                      <a:pos x="T48" y="T49"/>
                    </a:cxn>
                    <a:cxn ang="T107">
                      <a:pos x="T50" y="T51"/>
                    </a:cxn>
                    <a:cxn ang="T108">
                      <a:pos x="T52" y="T53"/>
                    </a:cxn>
                    <a:cxn ang="T109">
                      <a:pos x="T54" y="T55"/>
                    </a:cxn>
                    <a:cxn ang="T110">
                      <a:pos x="T56" y="T57"/>
                    </a:cxn>
                    <a:cxn ang="T111">
                      <a:pos x="T58" y="T59"/>
                    </a:cxn>
                    <a:cxn ang="T112">
                      <a:pos x="T60" y="T61"/>
                    </a:cxn>
                    <a:cxn ang="T113">
                      <a:pos x="T62" y="T63"/>
                    </a:cxn>
                    <a:cxn ang="T114">
                      <a:pos x="T64" y="T65"/>
                    </a:cxn>
                    <a:cxn ang="T115">
                      <a:pos x="T66" y="T67"/>
                    </a:cxn>
                    <a:cxn ang="T116">
                      <a:pos x="T68" y="T69"/>
                    </a:cxn>
                    <a:cxn ang="T117">
                      <a:pos x="T70" y="T71"/>
                    </a:cxn>
                    <a:cxn ang="T118">
                      <a:pos x="T72" y="T73"/>
                    </a:cxn>
                    <a:cxn ang="T119">
                      <a:pos x="T74" y="T75"/>
                    </a:cxn>
                    <a:cxn ang="T120">
                      <a:pos x="T76" y="T77"/>
                    </a:cxn>
                    <a:cxn ang="T121">
                      <a:pos x="T78" y="T79"/>
                    </a:cxn>
                    <a:cxn ang="T122">
                      <a:pos x="T80" y="T81"/>
                    </a:cxn>
                  </a:cxnLst>
                  <a:rect l="T123" t="T124" r="T125" b="T126"/>
                  <a:pathLst>
                    <a:path w="114" h="238">
                      <a:moveTo>
                        <a:pt x="0" y="130"/>
                      </a:moveTo>
                      <a:lnTo>
                        <a:pt x="0" y="149"/>
                      </a:lnTo>
                      <a:lnTo>
                        <a:pt x="4" y="168"/>
                      </a:lnTo>
                      <a:lnTo>
                        <a:pt x="12" y="185"/>
                      </a:lnTo>
                      <a:lnTo>
                        <a:pt x="24" y="200"/>
                      </a:lnTo>
                      <a:lnTo>
                        <a:pt x="38" y="213"/>
                      </a:lnTo>
                      <a:lnTo>
                        <a:pt x="55" y="224"/>
                      </a:lnTo>
                      <a:lnTo>
                        <a:pt x="73" y="232"/>
                      </a:lnTo>
                      <a:lnTo>
                        <a:pt x="92" y="237"/>
                      </a:lnTo>
                      <a:lnTo>
                        <a:pt x="98" y="238"/>
                      </a:lnTo>
                      <a:lnTo>
                        <a:pt x="104" y="235"/>
                      </a:lnTo>
                      <a:lnTo>
                        <a:pt x="109" y="232"/>
                      </a:lnTo>
                      <a:lnTo>
                        <a:pt x="111" y="227"/>
                      </a:lnTo>
                      <a:lnTo>
                        <a:pt x="111" y="222"/>
                      </a:lnTo>
                      <a:lnTo>
                        <a:pt x="110" y="216"/>
                      </a:lnTo>
                      <a:lnTo>
                        <a:pt x="106" y="211"/>
                      </a:lnTo>
                      <a:lnTo>
                        <a:pt x="100" y="209"/>
                      </a:lnTo>
                      <a:lnTo>
                        <a:pt x="82" y="202"/>
                      </a:lnTo>
                      <a:lnTo>
                        <a:pt x="64" y="193"/>
                      </a:lnTo>
                      <a:lnTo>
                        <a:pt x="50" y="180"/>
                      </a:lnTo>
                      <a:lnTo>
                        <a:pt x="39" y="167"/>
                      </a:lnTo>
                      <a:lnTo>
                        <a:pt x="32" y="149"/>
                      </a:lnTo>
                      <a:lnTo>
                        <a:pt x="29" y="131"/>
                      </a:lnTo>
                      <a:lnTo>
                        <a:pt x="29" y="111"/>
                      </a:lnTo>
                      <a:lnTo>
                        <a:pt x="35" y="91"/>
                      </a:lnTo>
                      <a:lnTo>
                        <a:pt x="42" y="76"/>
                      </a:lnTo>
                      <a:lnTo>
                        <a:pt x="51" y="62"/>
                      </a:lnTo>
                      <a:lnTo>
                        <a:pt x="62" y="49"/>
                      </a:lnTo>
                      <a:lnTo>
                        <a:pt x="73" y="38"/>
                      </a:lnTo>
                      <a:lnTo>
                        <a:pt x="84" y="28"/>
                      </a:lnTo>
                      <a:lnTo>
                        <a:pt x="96" y="18"/>
                      </a:lnTo>
                      <a:lnTo>
                        <a:pt x="106" y="9"/>
                      </a:lnTo>
                      <a:lnTo>
                        <a:pt x="114" y="1"/>
                      </a:lnTo>
                      <a:lnTo>
                        <a:pt x="106" y="0"/>
                      </a:lnTo>
                      <a:lnTo>
                        <a:pt x="93" y="6"/>
                      </a:lnTo>
                      <a:lnTo>
                        <a:pt x="76" y="18"/>
                      </a:lnTo>
                      <a:lnTo>
                        <a:pt x="56" y="36"/>
                      </a:lnTo>
                      <a:lnTo>
                        <a:pt x="37" y="57"/>
                      </a:lnTo>
                      <a:lnTo>
                        <a:pt x="20" y="80"/>
                      </a:lnTo>
                      <a:lnTo>
                        <a:pt x="7" y="106"/>
                      </a:lnTo>
                      <a:lnTo>
                        <a:pt x="0" y="130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4698" name="Freeform 758">
                  <a:extLst>
                    <a:ext uri="{FF2B5EF4-FFF2-40B4-BE49-F238E27FC236}">
                      <a16:creationId xmlns:a16="http://schemas.microsoft.com/office/drawing/2014/main" id="{59C408E5-B006-48A1-AF6F-B19EABA4B5F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30" y="2639"/>
                  <a:ext cx="87" cy="73"/>
                </a:xfrm>
                <a:custGeom>
                  <a:avLst/>
                  <a:gdLst>
                    <a:gd name="T0" fmla="*/ 0 w 246"/>
                    <a:gd name="T1" fmla="*/ 0 h 310"/>
                    <a:gd name="T2" fmla="*/ 0 w 246"/>
                    <a:gd name="T3" fmla="*/ 0 h 310"/>
                    <a:gd name="T4" fmla="*/ 0 w 246"/>
                    <a:gd name="T5" fmla="*/ 0 h 310"/>
                    <a:gd name="T6" fmla="*/ 0 w 246"/>
                    <a:gd name="T7" fmla="*/ 0 h 310"/>
                    <a:gd name="T8" fmla="*/ 0 w 246"/>
                    <a:gd name="T9" fmla="*/ 0 h 310"/>
                    <a:gd name="T10" fmla="*/ 0 w 246"/>
                    <a:gd name="T11" fmla="*/ 0 h 310"/>
                    <a:gd name="T12" fmla="*/ 0 w 246"/>
                    <a:gd name="T13" fmla="*/ 0 h 310"/>
                    <a:gd name="T14" fmla="*/ 0 w 246"/>
                    <a:gd name="T15" fmla="*/ 0 h 310"/>
                    <a:gd name="T16" fmla="*/ 0 w 246"/>
                    <a:gd name="T17" fmla="*/ 0 h 310"/>
                    <a:gd name="T18" fmla="*/ 0 w 246"/>
                    <a:gd name="T19" fmla="*/ 0 h 310"/>
                    <a:gd name="T20" fmla="*/ 0 w 246"/>
                    <a:gd name="T21" fmla="*/ 0 h 310"/>
                    <a:gd name="T22" fmla="*/ 0 w 246"/>
                    <a:gd name="T23" fmla="*/ 0 h 310"/>
                    <a:gd name="T24" fmla="*/ 0 w 246"/>
                    <a:gd name="T25" fmla="*/ 0 h 310"/>
                    <a:gd name="T26" fmla="*/ 0 w 246"/>
                    <a:gd name="T27" fmla="*/ 0 h 310"/>
                    <a:gd name="T28" fmla="*/ 0 w 246"/>
                    <a:gd name="T29" fmla="*/ 0 h 310"/>
                    <a:gd name="T30" fmla="*/ 0 w 246"/>
                    <a:gd name="T31" fmla="*/ 0 h 310"/>
                    <a:gd name="T32" fmla="*/ 0 w 246"/>
                    <a:gd name="T33" fmla="*/ 0 h 310"/>
                    <a:gd name="T34" fmla="*/ 0 w 246"/>
                    <a:gd name="T35" fmla="*/ 0 h 310"/>
                    <a:gd name="T36" fmla="*/ 0 w 246"/>
                    <a:gd name="T37" fmla="*/ 0 h 310"/>
                    <a:gd name="T38" fmla="*/ 0 w 246"/>
                    <a:gd name="T39" fmla="*/ 0 h 310"/>
                    <a:gd name="T40" fmla="*/ 0 w 246"/>
                    <a:gd name="T41" fmla="*/ 0 h 310"/>
                    <a:gd name="T42" fmla="*/ 0 w 246"/>
                    <a:gd name="T43" fmla="*/ 0 h 310"/>
                    <a:gd name="T44" fmla="*/ 0 w 246"/>
                    <a:gd name="T45" fmla="*/ 0 h 310"/>
                    <a:gd name="T46" fmla="*/ 0 w 246"/>
                    <a:gd name="T47" fmla="*/ 0 h 310"/>
                    <a:gd name="T48" fmla="*/ 0 w 246"/>
                    <a:gd name="T49" fmla="*/ 0 h 310"/>
                    <a:gd name="T50" fmla="*/ 0 w 246"/>
                    <a:gd name="T51" fmla="*/ 0 h 310"/>
                    <a:gd name="T52" fmla="*/ 0 w 246"/>
                    <a:gd name="T53" fmla="*/ 0 h 310"/>
                    <a:gd name="T54" fmla="*/ 0 w 246"/>
                    <a:gd name="T55" fmla="*/ 0 h 310"/>
                    <a:gd name="T56" fmla="*/ 0 w 246"/>
                    <a:gd name="T57" fmla="*/ 0 h 310"/>
                    <a:gd name="T58" fmla="*/ 0 w 246"/>
                    <a:gd name="T59" fmla="*/ 0 h 310"/>
                    <a:gd name="T60" fmla="*/ 0 w 246"/>
                    <a:gd name="T61" fmla="*/ 0 h 310"/>
                    <a:gd name="T62" fmla="*/ 0 w 246"/>
                    <a:gd name="T63" fmla="*/ 0 h 310"/>
                    <a:gd name="T64" fmla="*/ 0 w 246"/>
                    <a:gd name="T65" fmla="*/ 0 h 310"/>
                    <a:gd name="T66" fmla="*/ 0 w 246"/>
                    <a:gd name="T67" fmla="*/ 0 h 310"/>
                    <a:gd name="T68" fmla="*/ 0 w 246"/>
                    <a:gd name="T69" fmla="*/ 0 h 310"/>
                    <a:gd name="T70" fmla="*/ 0 w 246"/>
                    <a:gd name="T71" fmla="*/ 0 h 310"/>
                    <a:gd name="T72" fmla="*/ 0 w 246"/>
                    <a:gd name="T73" fmla="*/ 0 h 310"/>
                    <a:gd name="T74" fmla="*/ 0 w 246"/>
                    <a:gd name="T75" fmla="*/ 0 h 310"/>
                    <a:gd name="T76" fmla="*/ 0 60000 65536"/>
                    <a:gd name="T77" fmla="*/ 0 60000 65536"/>
                    <a:gd name="T78" fmla="*/ 0 60000 65536"/>
                    <a:gd name="T79" fmla="*/ 0 60000 65536"/>
                    <a:gd name="T80" fmla="*/ 0 60000 65536"/>
                    <a:gd name="T81" fmla="*/ 0 60000 65536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w 246"/>
                    <a:gd name="T115" fmla="*/ 0 h 310"/>
                    <a:gd name="T116" fmla="*/ 246 w 246"/>
                    <a:gd name="T117" fmla="*/ 310 h 310"/>
                  </a:gdLst>
                  <a:ahLst/>
                  <a:cxnLst>
                    <a:cxn ang="T76">
                      <a:pos x="T0" y="T1"/>
                    </a:cxn>
                    <a:cxn ang="T77">
                      <a:pos x="T2" y="T3"/>
                    </a:cxn>
                    <a:cxn ang="T78">
                      <a:pos x="T4" y="T5"/>
                    </a:cxn>
                    <a:cxn ang="T79">
                      <a:pos x="T6" y="T7"/>
                    </a:cxn>
                    <a:cxn ang="T80">
                      <a:pos x="T8" y="T9"/>
                    </a:cxn>
                    <a:cxn ang="T81">
                      <a:pos x="T10" y="T11"/>
                    </a:cxn>
                    <a:cxn ang="T82">
                      <a:pos x="T12" y="T13"/>
                    </a:cxn>
                    <a:cxn ang="T83">
                      <a:pos x="T14" y="T15"/>
                    </a:cxn>
                    <a:cxn ang="T84">
                      <a:pos x="T16" y="T17"/>
                    </a:cxn>
                    <a:cxn ang="T85">
                      <a:pos x="T18" y="T19"/>
                    </a:cxn>
                    <a:cxn ang="T86">
                      <a:pos x="T20" y="T21"/>
                    </a:cxn>
                    <a:cxn ang="T87">
                      <a:pos x="T22" y="T23"/>
                    </a:cxn>
                    <a:cxn ang="T88">
                      <a:pos x="T24" y="T25"/>
                    </a:cxn>
                    <a:cxn ang="T89">
                      <a:pos x="T26" y="T27"/>
                    </a:cxn>
                    <a:cxn ang="T90">
                      <a:pos x="T28" y="T29"/>
                    </a:cxn>
                    <a:cxn ang="T91">
                      <a:pos x="T30" y="T31"/>
                    </a:cxn>
                    <a:cxn ang="T92">
                      <a:pos x="T32" y="T33"/>
                    </a:cxn>
                    <a:cxn ang="T93">
                      <a:pos x="T34" y="T35"/>
                    </a:cxn>
                    <a:cxn ang="T94">
                      <a:pos x="T36" y="T37"/>
                    </a:cxn>
                    <a:cxn ang="T95">
                      <a:pos x="T38" y="T39"/>
                    </a:cxn>
                    <a:cxn ang="T96">
                      <a:pos x="T40" y="T41"/>
                    </a:cxn>
                    <a:cxn ang="T97">
                      <a:pos x="T42" y="T43"/>
                    </a:cxn>
                    <a:cxn ang="T98">
                      <a:pos x="T44" y="T45"/>
                    </a:cxn>
                    <a:cxn ang="T99">
                      <a:pos x="T46" y="T47"/>
                    </a:cxn>
                    <a:cxn ang="T100">
                      <a:pos x="T48" y="T49"/>
                    </a:cxn>
                    <a:cxn ang="T101">
                      <a:pos x="T50" y="T51"/>
                    </a:cxn>
                    <a:cxn ang="T102">
                      <a:pos x="T52" y="T53"/>
                    </a:cxn>
                    <a:cxn ang="T103">
                      <a:pos x="T54" y="T55"/>
                    </a:cxn>
                    <a:cxn ang="T104">
                      <a:pos x="T56" y="T57"/>
                    </a:cxn>
                    <a:cxn ang="T105">
                      <a:pos x="T58" y="T59"/>
                    </a:cxn>
                    <a:cxn ang="T106">
                      <a:pos x="T60" y="T61"/>
                    </a:cxn>
                    <a:cxn ang="T107">
                      <a:pos x="T62" y="T63"/>
                    </a:cxn>
                    <a:cxn ang="T108">
                      <a:pos x="T64" y="T65"/>
                    </a:cxn>
                    <a:cxn ang="T109">
                      <a:pos x="T66" y="T67"/>
                    </a:cxn>
                    <a:cxn ang="T110">
                      <a:pos x="T68" y="T69"/>
                    </a:cxn>
                    <a:cxn ang="T111">
                      <a:pos x="T70" y="T71"/>
                    </a:cxn>
                    <a:cxn ang="T112">
                      <a:pos x="T72" y="T73"/>
                    </a:cxn>
                    <a:cxn ang="T113">
                      <a:pos x="T74" y="T75"/>
                    </a:cxn>
                  </a:cxnLst>
                  <a:rect l="T114" t="T115" r="T116" b="T117"/>
                  <a:pathLst>
                    <a:path w="246" h="310">
                      <a:moveTo>
                        <a:pt x="199" y="116"/>
                      </a:moveTo>
                      <a:lnTo>
                        <a:pt x="207" y="124"/>
                      </a:lnTo>
                      <a:lnTo>
                        <a:pt x="214" y="133"/>
                      </a:lnTo>
                      <a:lnTo>
                        <a:pt x="219" y="143"/>
                      </a:lnTo>
                      <a:lnTo>
                        <a:pt x="223" y="154"/>
                      </a:lnTo>
                      <a:lnTo>
                        <a:pt x="225" y="164"/>
                      </a:lnTo>
                      <a:lnTo>
                        <a:pt x="225" y="176"/>
                      </a:lnTo>
                      <a:lnTo>
                        <a:pt x="221" y="187"/>
                      </a:lnTo>
                      <a:lnTo>
                        <a:pt x="216" y="197"/>
                      </a:lnTo>
                      <a:lnTo>
                        <a:pt x="208" y="209"/>
                      </a:lnTo>
                      <a:lnTo>
                        <a:pt x="199" y="219"/>
                      </a:lnTo>
                      <a:lnTo>
                        <a:pt x="188" y="228"/>
                      </a:lnTo>
                      <a:lnTo>
                        <a:pt x="177" y="238"/>
                      </a:lnTo>
                      <a:lnTo>
                        <a:pt x="166" y="246"/>
                      </a:lnTo>
                      <a:lnTo>
                        <a:pt x="154" y="255"/>
                      </a:lnTo>
                      <a:lnTo>
                        <a:pt x="143" y="264"/>
                      </a:lnTo>
                      <a:lnTo>
                        <a:pt x="132" y="274"/>
                      </a:lnTo>
                      <a:lnTo>
                        <a:pt x="129" y="278"/>
                      </a:lnTo>
                      <a:lnTo>
                        <a:pt x="126" y="282"/>
                      </a:lnTo>
                      <a:lnTo>
                        <a:pt x="124" y="287"/>
                      </a:lnTo>
                      <a:lnTo>
                        <a:pt x="121" y="292"/>
                      </a:lnTo>
                      <a:lnTo>
                        <a:pt x="120" y="296"/>
                      </a:lnTo>
                      <a:lnTo>
                        <a:pt x="120" y="301"/>
                      </a:lnTo>
                      <a:lnTo>
                        <a:pt x="121" y="305"/>
                      </a:lnTo>
                      <a:lnTo>
                        <a:pt x="125" y="309"/>
                      </a:lnTo>
                      <a:lnTo>
                        <a:pt x="130" y="310"/>
                      </a:lnTo>
                      <a:lnTo>
                        <a:pt x="134" y="310"/>
                      </a:lnTo>
                      <a:lnTo>
                        <a:pt x="139" y="309"/>
                      </a:lnTo>
                      <a:lnTo>
                        <a:pt x="143" y="305"/>
                      </a:lnTo>
                      <a:lnTo>
                        <a:pt x="154" y="293"/>
                      </a:lnTo>
                      <a:lnTo>
                        <a:pt x="167" y="280"/>
                      </a:lnTo>
                      <a:lnTo>
                        <a:pt x="180" y="269"/>
                      </a:lnTo>
                      <a:lnTo>
                        <a:pt x="194" y="257"/>
                      </a:lnTo>
                      <a:lnTo>
                        <a:pt x="207" y="246"/>
                      </a:lnTo>
                      <a:lnTo>
                        <a:pt x="219" y="233"/>
                      </a:lnTo>
                      <a:lnTo>
                        <a:pt x="231" y="219"/>
                      </a:lnTo>
                      <a:lnTo>
                        <a:pt x="239" y="204"/>
                      </a:lnTo>
                      <a:lnTo>
                        <a:pt x="245" y="187"/>
                      </a:lnTo>
                      <a:lnTo>
                        <a:pt x="246" y="170"/>
                      </a:lnTo>
                      <a:lnTo>
                        <a:pt x="242" y="153"/>
                      </a:lnTo>
                      <a:lnTo>
                        <a:pt x="236" y="136"/>
                      </a:lnTo>
                      <a:lnTo>
                        <a:pt x="227" y="120"/>
                      </a:lnTo>
                      <a:lnTo>
                        <a:pt x="215" y="107"/>
                      </a:lnTo>
                      <a:lnTo>
                        <a:pt x="201" y="94"/>
                      </a:lnTo>
                      <a:lnTo>
                        <a:pt x="187" y="82"/>
                      </a:lnTo>
                      <a:lnTo>
                        <a:pt x="177" y="74"/>
                      </a:lnTo>
                      <a:lnTo>
                        <a:pt x="165" y="68"/>
                      </a:lnTo>
                      <a:lnTo>
                        <a:pt x="152" y="60"/>
                      </a:lnTo>
                      <a:lnTo>
                        <a:pt x="139" y="51"/>
                      </a:lnTo>
                      <a:lnTo>
                        <a:pt x="126" y="43"/>
                      </a:lnTo>
                      <a:lnTo>
                        <a:pt x="112" y="35"/>
                      </a:lnTo>
                      <a:lnTo>
                        <a:pt x="98" y="28"/>
                      </a:lnTo>
                      <a:lnTo>
                        <a:pt x="85" y="22"/>
                      </a:lnTo>
                      <a:lnTo>
                        <a:pt x="72" y="16"/>
                      </a:lnTo>
                      <a:lnTo>
                        <a:pt x="59" y="10"/>
                      </a:lnTo>
                      <a:lnTo>
                        <a:pt x="46" y="7"/>
                      </a:lnTo>
                      <a:lnTo>
                        <a:pt x="35" y="3"/>
                      </a:lnTo>
                      <a:lnTo>
                        <a:pt x="24" y="1"/>
                      </a:lnTo>
                      <a:lnTo>
                        <a:pt x="15" y="0"/>
                      </a:lnTo>
                      <a:lnTo>
                        <a:pt x="7" y="1"/>
                      </a:lnTo>
                      <a:lnTo>
                        <a:pt x="0" y="3"/>
                      </a:lnTo>
                      <a:lnTo>
                        <a:pt x="8" y="6"/>
                      </a:lnTo>
                      <a:lnTo>
                        <a:pt x="17" y="9"/>
                      </a:lnTo>
                      <a:lnTo>
                        <a:pt x="28" y="14"/>
                      </a:lnTo>
                      <a:lnTo>
                        <a:pt x="38" y="18"/>
                      </a:lnTo>
                      <a:lnTo>
                        <a:pt x="51" y="24"/>
                      </a:lnTo>
                      <a:lnTo>
                        <a:pt x="64" y="30"/>
                      </a:lnTo>
                      <a:lnTo>
                        <a:pt x="78" y="37"/>
                      </a:lnTo>
                      <a:lnTo>
                        <a:pt x="92" y="43"/>
                      </a:lnTo>
                      <a:lnTo>
                        <a:pt x="106" y="51"/>
                      </a:lnTo>
                      <a:lnTo>
                        <a:pt x="120" y="60"/>
                      </a:lnTo>
                      <a:lnTo>
                        <a:pt x="134" y="69"/>
                      </a:lnTo>
                      <a:lnTo>
                        <a:pt x="148" y="78"/>
                      </a:lnTo>
                      <a:lnTo>
                        <a:pt x="163" y="87"/>
                      </a:lnTo>
                      <a:lnTo>
                        <a:pt x="175" y="96"/>
                      </a:lnTo>
                      <a:lnTo>
                        <a:pt x="187" y="105"/>
                      </a:lnTo>
                      <a:lnTo>
                        <a:pt x="199" y="116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4699" name="Freeform 759">
                  <a:extLst>
                    <a:ext uri="{FF2B5EF4-FFF2-40B4-BE49-F238E27FC236}">
                      <a16:creationId xmlns:a16="http://schemas.microsoft.com/office/drawing/2014/main" id="{47D7C41C-34B5-481F-9194-383BA8DC38B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115" y="2660"/>
                  <a:ext cx="69" cy="55"/>
                </a:xfrm>
                <a:custGeom>
                  <a:avLst/>
                  <a:gdLst>
                    <a:gd name="T0" fmla="*/ 0 w 198"/>
                    <a:gd name="T1" fmla="*/ 0 h 236"/>
                    <a:gd name="T2" fmla="*/ 0 w 198"/>
                    <a:gd name="T3" fmla="*/ 0 h 236"/>
                    <a:gd name="T4" fmla="*/ 0 w 198"/>
                    <a:gd name="T5" fmla="*/ 0 h 236"/>
                    <a:gd name="T6" fmla="*/ 0 w 198"/>
                    <a:gd name="T7" fmla="*/ 0 h 236"/>
                    <a:gd name="T8" fmla="*/ 0 w 198"/>
                    <a:gd name="T9" fmla="*/ 0 h 236"/>
                    <a:gd name="T10" fmla="*/ 0 w 198"/>
                    <a:gd name="T11" fmla="*/ 0 h 236"/>
                    <a:gd name="T12" fmla="*/ 0 w 198"/>
                    <a:gd name="T13" fmla="*/ 0 h 236"/>
                    <a:gd name="T14" fmla="*/ 0 w 198"/>
                    <a:gd name="T15" fmla="*/ 0 h 236"/>
                    <a:gd name="T16" fmla="*/ 0 w 198"/>
                    <a:gd name="T17" fmla="*/ 0 h 236"/>
                    <a:gd name="T18" fmla="*/ 0 w 198"/>
                    <a:gd name="T19" fmla="*/ 0 h 236"/>
                    <a:gd name="T20" fmla="*/ 0 w 198"/>
                    <a:gd name="T21" fmla="*/ 0 h 236"/>
                    <a:gd name="T22" fmla="*/ 0 w 198"/>
                    <a:gd name="T23" fmla="*/ 0 h 236"/>
                    <a:gd name="T24" fmla="*/ 0 w 198"/>
                    <a:gd name="T25" fmla="*/ 0 h 236"/>
                    <a:gd name="T26" fmla="*/ 0 w 198"/>
                    <a:gd name="T27" fmla="*/ 0 h 236"/>
                    <a:gd name="T28" fmla="*/ 0 w 198"/>
                    <a:gd name="T29" fmla="*/ 0 h 236"/>
                    <a:gd name="T30" fmla="*/ 0 w 198"/>
                    <a:gd name="T31" fmla="*/ 0 h 236"/>
                    <a:gd name="T32" fmla="*/ 0 w 198"/>
                    <a:gd name="T33" fmla="*/ 0 h 236"/>
                    <a:gd name="T34" fmla="*/ 0 w 198"/>
                    <a:gd name="T35" fmla="*/ 0 h 236"/>
                    <a:gd name="T36" fmla="*/ 0 w 198"/>
                    <a:gd name="T37" fmla="*/ 0 h 236"/>
                    <a:gd name="T38" fmla="*/ 0 w 198"/>
                    <a:gd name="T39" fmla="*/ 0 h 236"/>
                    <a:gd name="T40" fmla="*/ 0 w 198"/>
                    <a:gd name="T41" fmla="*/ 0 h 236"/>
                    <a:gd name="T42" fmla="*/ 0 w 198"/>
                    <a:gd name="T43" fmla="*/ 0 h 236"/>
                    <a:gd name="T44" fmla="*/ 0 w 198"/>
                    <a:gd name="T45" fmla="*/ 0 h 236"/>
                    <a:gd name="T46" fmla="*/ 0 w 198"/>
                    <a:gd name="T47" fmla="*/ 0 h 236"/>
                    <a:gd name="T48" fmla="*/ 0 w 198"/>
                    <a:gd name="T49" fmla="*/ 0 h 236"/>
                    <a:gd name="T50" fmla="*/ 0 w 198"/>
                    <a:gd name="T51" fmla="*/ 0 h 236"/>
                    <a:gd name="T52" fmla="*/ 0 w 198"/>
                    <a:gd name="T53" fmla="*/ 0 h 236"/>
                    <a:gd name="T54" fmla="*/ 0 w 198"/>
                    <a:gd name="T55" fmla="*/ 0 h 236"/>
                    <a:gd name="T56" fmla="*/ 0 w 198"/>
                    <a:gd name="T57" fmla="*/ 0 h 236"/>
                    <a:gd name="T58" fmla="*/ 0 w 198"/>
                    <a:gd name="T59" fmla="*/ 0 h 236"/>
                    <a:gd name="T60" fmla="*/ 0 w 198"/>
                    <a:gd name="T61" fmla="*/ 0 h 236"/>
                    <a:gd name="T62" fmla="*/ 0 w 198"/>
                    <a:gd name="T63" fmla="*/ 0 h 236"/>
                    <a:gd name="T64" fmla="*/ 0 w 198"/>
                    <a:gd name="T65" fmla="*/ 0 h 236"/>
                    <a:gd name="T66" fmla="*/ 0 w 198"/>
                    <a:gd name="T67" fmla="*/ 0 h 236"/>
                    <a:gd name="T68" fmla="*/ 0 w 198"/>
                    <a:gd name="T69" fmla="*/ 0 h 236"/>
                    <a:gd name="T70" fmla="*/ 0 w 198"/>
                    <a:gd name="T71" fmla="*/ 0 h 236"/>
                    <a:gd name="T72" fmla="*/ 0 w 198"/>
                    <a:gd name="T73" fmla="*/ 0 h 236"/>
                    <a:gd name="T74" fmla="*/ 0 w 198"/>
                    <a:gd name="T75" fmla="*/ 0 h 236"/>
                    <a:gd name="T76" fmla="*/ 0 w 198"/>
                    <a:gd name="T77" fmla="*/ 0 h 236"/>
                    <a:gd name="T78" fmla="*/ 0 w 198"/>
                    <a:gd name="T79" fmla="*/ 0 h 236"/>
                    <a:gd name="T80" fmla="*/ 0 w 198"/>
                    <a:gd name="T81" fmla="*/ 0 h 236"/>
                    <a:gd name="T82" fmla="*/ 0 w 198"/>
                    <a:gd name="T83" fmla="*/ 0 h 236"/>
                    <a:gd name="T84" fmla="*/ 0 w 198"/>
                    <a:gd name="T85" fmla="*/ 0 h 236"/>
                    <a:gd name="T86" fmla="*/ 0 w 198"/>
                    <a:gd name="T87" fmla="*/ 0 h 236"/>
                    <a:gd name="T88" fmla="*/ 0 w 198"/>
                    <a:gd name="T89" fmla="*/ 0 h 236"/>
                    <a:gd name="T90" fmla="*/ 0 w 198"/>
                    <a:gd name="T91" fmla="*/ 0 h 236"/>
                    <a:gd name="T92" fmla="*/ 0 w 198"/>
                    <a:gd name="T93" fmla="*/ 0 h 236"/>
                    <a:gd name="T94" fmla="*/ 0 w 198"/>
                    <a:gd name="T95" fmla="*/ 0 h 236"/>
                    <a:gd name="T96" fmla="*/ 0 w 198"/>
                    <a:gd name="T97" fmla="*/ 0 h 236"/>
                    <a:gd name="T98" fmla="*/ 0 w 198"/>
                    <a:gd name="T99" fmla="*/ 0 h 236"/>
                    <a:gd name="T100" fmla="*/ 0 w 198"/>
                    <a:gd name="T101" fmla="*/ 0 h 236"/>
                    <a:gd name="T102" fmla="*/ 0 w 198"/>
                    <a:gd name="T103" fmla="*/ 0 h 236"/>
                    <a:gd name="T104" fmla="*/ 0 w 198"/>
                    <a:gd name="T105" fmla="*/ 0 h 236"/>
                    <a:gd name="T106" fmla="*/ 0 w 198"/>
                    <a:gd name="T107" fmla="*/ 0 h 236"/>
                    <a:gd name="T108" fmla="*/ 0 w 198"/>
                    <a:gd name="T109" fmla="*/ 0 h 236"/>
                    <a:gd name="T110" fmla="*/ 0 w 198"/>
                    <a:gd name="T111" fmla="*/ 0 h 236"/>
                    <a:gd name="T112" fmla="*/ 0 w 198"/>
                    <a:gd name="T113" fmla="*/ 0 h 236"/>
                    <a:gd name="T114" fmla="*/ 0 w 198"/>
                    <a:gd name="T115" fmla="*/ 0 h 236"/>
                    <a:gd name="T116" fmla="*/ 0 w 198"/>
                    <a:gd name="T117" fmla="*/ 0 h 236"/>
                    <a:gd name="T118" fmla="*/ 0 w 198"/>
                    <a:gd name="T119" fmla="*/ 0 h 236"/>
                    <a:gd name="T120" fmla="*/ 0 w 198"/>
                    <a:gd name="T121" fmla="*/ 0 h 2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60000 65536"/>
                    <a:gd name="T148" fmla="*/ 0 60000 65536"/>
                    <a:gd name="T149" fmla="*/ 0 60000 65536"/>
                    <a:gd name="T150" fmla="*/ 0 60000 65536"/>
                    <a:gd name="T151" fmla="*/ 0 60000 65536"/>
                    <a:gd name="T152" fmla="*/ 0 60000 65536"/>
                    <a:gd name="T153" fmla="*/ 0 60000 65536"/>
                    <a:gd name="T154" fmla="*/ 0 60000 65536"/>
                    <a:gd name="T155" fmla="*/ 0 60000 65536"/>
                    <a:gd name="T156" fmla="*/ 0 60000 65536"/>
                    <a:gd name="T157" fmla="*/ 0 60000 65536"/>
                    <a:gd name="T158" fmla="*/ 0 60000 65536"/>
                    <a:gd name="T159" fmla="*/ 0 60000 65536"/>
                    <a:gd name="T160" fmla="*/ 0 60000 65536"/>
                    <a:gd name="T161" fmla="*/ 0 60000 65536"/>
                    <a:gd name="T162" fmla="*/ 0 60000 65536"/>
                    <a:gd name="T163" fmla="*/ 0 60000 65536"/>
                    <a:gd name="T164" fmla="*/ 0 60000 65536"/>
                    <a:gd name="T165" fmla="*/ 0 60000 65536"/>
                    <a:gd name="T166" fmla="*/ 0 60000 65536"/>
                    <a:gd name="T167" fmla="*/ 0 60000 65536"/>
                    <a:gd name="T168" fmla="*/ 0 60000 65536"/>
                    <a:gd name="T169" fmla="*/ 0 60000 65536"/>
                    <a:gd name="T170" fmla="*/ 0 60000 65536"/>
                    <a:gd name="T171" fmla="*/ 0 60000 65536"/>
                    <a:gd name="T172" fmla="*/ 0 60000 65536"/>
                    <a:gd name="T173" fmla="*/ 0 60000 65536"/>
                    <a:gd name="T174" fmla="*/ 0 60000 65536"/>
                    <a:gd name="T175" fmla="*/ 0 60000 65536"/>
                    <a:gd name="T176" fmla="*/ 0 60000 65536"/>
                    <a:gd name="T177" fmla="*/ 0 60000 65536"/>
                    <a:gd name="T178" fmla="*/ 0 60000 65536"/>
                    <a:gd name="T179" fmla="*/ 0 60000 65536"/>
                    <a:gd name="T180" fmla="*/ 0 60000 65536"/>
                    <a:gd name="T181" fmla="*/ 0 60000 65536"/>
                    <a:gd name="T182" fmla="*/ 0 60000 65536"/>
                    <a:gd name="T183" fmla="*/ 0 w 198"/>
                    <a:gd name="T184" fmla="*/ 0 h 236"/>
                    <a:gd name="T185" fmla="*/ 198 w 198"/>
                    <a:gd name="T186" fmla="*/ 236 h 236"/>
                  </a:gdLst>
                  <a:ahLst/>
                  <a:cxnLst>
                    <a:cxn ang="T122">
                      <a:pos x="T0" y="T1"/>
                    </a:cxn>
                    <a:cxn ang="T123">
                      <a:pos x="T2" y="T3"/>
                    </a:cxn>
                    <a:cxn ang="T124">
                      <a:pos x="T4" y="T5"/>
                    </a:cxn>
                    <a:cxn ang="T125">
                      <a:pos x="T6" y="T7"/>
                    </a:cxn>
                    <a:cxn ang="T126">
                      <a:pos x="T8" y="T9"/>
                    </a:cxn>
                    <a:cxn ang="T127">
                      <a:pos x="T10" y="T11"/>
                    </a:cxn>
                    <a:cxn ang="T128">
                      <a:pos x="T12" y="T13"/>
                    </a:cxn>
                    <a:cxn ang="T129">
                      <a:pos x="T14" y="T15"/>
                    </a:cxn>
                    <a:cxn ang="T130">
                      <a:pos x="T16" y="T17"/>
                    </a:cxn>
                    <a:cxn ang="T131">
                      <a:pos x="T18" y="T19"/>
                    </a:cxn>
                    <a:cxn ang="T132">
                      <a:pos x="T20" y="T21"/>
                    </a:cxn>
                    <a:cxn ang="T133">
                      <a:pos x="T22" y="T23"/>
                    </a:cxn>
                    <a:cxn ang="T134">
                      <a:pos x="T24" y="T25"/>
                    </a:cxn>
                    <a:cxn ang="T135">
                      <a:pos x="T26" y="T27"/>
                    </a:cxn>
                    <a:cxn ang="T136">
                      <a:pos x="T28" y="T29"/>
                    </a:cxn>
                    <a:cxn ang="T137">
                      <a:pos x="T30" y="T31"/>
                    </a:cxn>
                    <a:cxn ang="T138">
                      <a:pos x="T32" y="T33"/>
                    </a:cxn>
                    <a:cxn ang="T139">
                      <a:pos x="T34" y="T35"/>
                    </a:cxn>
                    <a:cxn ang="T140">
                      <a:pos x="T36" y="T37"/>
                    </a:cxn>
                    <a:cxn ang="T141">
                      <a:pos x="T38" y="T39"/>
                    </a:cxn>
                    <a:cxn ang="T142">
                      <a:pos x="T40" y="T41"/>
                    </a:cxn>
                    <a:cxn ang="T143">
                      <a:pos x="T42" y="T43"/>
                    </a:cxn>
                    <a:cxn ang="T144">
                      <a:pos x="T44" y="T45"/>
                    </a:cxn>
                    <a:cxn ang="T145">
                      <a:pos x="T46" y="T47"/>
                    </a:cxn>
                    <a:cxn ang="T146">
                      <a:pos x="T48" y="T49"/>
                    </a:cxn>
                    <a:cxn ang="T147">
                      <a:pos x="T50" y="T51"/>
                    </a:cxn>
                    <a:cxn ang="T148">
                      <a:pos x="T52" y="T53"/>
                    </a:cxn>
                    <a:cxn ang="T149">
                      <a:pos x="T54" y="T55"/>
                    </a:cxn>
                    <a:cxn ang="T150">
                      <a:pos x="T56" y="T57"/>
                    </a:cxn>
                    <a:cxn ang="T151">
                      <a:pos x="T58" y="T59"/>
                    </a:cxn>
                    <a:cxn ang="T152">
                      <a:pos x="T60" y="T61"/>
                    </a:cxn>
                    <a:cxn ang="T153">
                      <a:pos x="T62" y="T63"/>
                    </a:cxn>
                    <a:cxn ang="T154">
                      <a:pos x="T64" y="T65"/>
                    </a:cxn>
                    <a:cxn ang="T155">
                      <a:pos x="T66" y="T67"/>
                    </a:cxn>
                    <a:cxn ang="T156">
                      <a:pos x="T68" y="T69"/>
                    </a:cxn>
                    <a:cxn ang="T157">
                      <a:pos x="T70" y="T71"/>
                    </a:cxn>
                    <a:cxn ang="T158">
                      <a:pos x="T72" y="T73"/>
                    </a:cxn>
                    <a:cxn ang="T159">
                      <a:pos x="T74" y="T75"/>
                    </a:cxn>
                    <a:cxn ang="T160">
                      <a:pos x="T76" y="T77"/>
                    </a:cxn>
                    <a:cxn ang="T161">
                      <a:pos x="T78" y="T79"/>
                    </a:cxn>
                    <a:cxn ang="T162">
                      <a:pos x="T80" y="T81"/>
                    </a:cxn>
                    <a:cxn ang="T163">
                      <a:pos x="T82" y="T83"/>
                    </a:cxn>
                    <a:cxn ang="T164">
                      <a:pos x="T84" y="T85"/>
                    </a:cxn>
                    <a:cxn ang="T165">
                      <a:pos x="T86" y="T87"/>
                    </a:cxn>
                    <a:cxn ang="T166">
                      <a:pos x="T88" y="T89"/>
                    </a:cxn>
                    <a:cxn ang="T167">
                      <a:pos x="T90" y="T91"/>
                    </a:cxn>
                    <a:cxn ang="T168">
                      <a:pos x="T92" y="T93"/>
                    </a:cxn>
                    <a:cxn ang="T169">
                      <a:pos x="T94" y="T95"/>
                    </a:cxn>
                    <a:cxn ang="T170">
                      <a:pos x="T96" y="T97"/>
                    </a:cxn>
                    <a:cxn ang="T171">
                      <a:pos x="T98" y="T99"/>
                    </a:cxn>
                    <a:cxn ang="T172">
                      <a:pos x="T100" y="T101"/>
                    </a:cxn>
                    <a:cxn ang="T173">
                      <a:pos x="T102" y="T103"/>
                    </a:cxn>
                    <a:cxn ang="T174">
                      <a:pos x="T104" y="T105"/>
                    </a:cxn>
                    <a:cxn ang="T175">
                      <a:pos x="T106" y="T107"/>
                    </a:cxn>
                    <a:cxn ang="T176">
                      <a:pos x="T108" y="T109"/>
                    </a:cxn>
                    <a:cxn ang="T177">
                      <a:pos x="T110" y="T111"/>
                    </a:cxn>
                    <a:cxn ang="T178">
                      <a:pos x="T112" y="T113"/>
                    </a:cxn>
                    <a:cxn ang="T179">
                      <a:pos x="T114" y="T115"/>
                    </a:cxn>
                    <a:cxn ang="T180">
                      <a:pos x="T116" y="T117"/>
                    </a:cxn>
                    <a:cxn ang="T181">
                      <a:pos x="T118" y="T119"/>
                    </a:cxn>
                    <a:cxn ang="T182">
                      <a:pos x="T120" y="T121"/>
                    </a:cxn>
                  </a:cxnLst>
                  <a:rect l="T183" t="T184" r="T185" b="T186"/>
                  <a:pathLst>
                    <a:path w="198" h="236">
                      <a:moveTo>
                        <a:pt x="73" y="36"/>
                      </a:moveTo>
                      <a:lnTo>
                        <a:pt x="58" y="46"/>
                      </a:lnTo>
                      <a:lnTo>
                        <a:pt x="46" y="58"/>
                      </a:lnTo>
                      <a:lnTo>
                        <a:pt x="33" y="72"/>
                      </a:lnTo>
                      <a:lnTo>
                        <a:pt x="22" y="85"/>
                      </a:lnTo>
                      <a:lnTo>
                        <a:pt x="14" y="100"/>
                      </a:lnTo>
                      <a:lnTo>
                        <a:pt x="7" y="115"/>
                      </a:lnTo>
                      <a:lnTo>
                        <a:pt x="2" y="130"/>
                      </a:lnTo>
                      <a:lnTo>
                        <a:pt x="0" y="146"/>
                      </a:lnTo>
                      <a:lnTo>
                        <a:pt x="2" y="170"/>
                      </a:lnTo>
                      <a:lnTo>
                        <a:pt x="12" y="190"/>
                      </a:lnTo>
                      <a:lnTo>
                        <a:pt x="26" y="207"/>
                      </a:lnTo>
                      <a:lnTo>
                        <a:pt x="43" y="220"/>
                      </a:lnTo>
                      <a:lnTo>
                        <a:pt x="64" y="229"/>
                      </a:lnTo>
                      <a:lnTo>
                        <a:pt x="88" y="235"/>
                      </a:lnTo>
                      <a:lnTo>
                        <a:pt x="110" y="236"/>
                      </a:lnTo>
                      <a:lnTo>
                        <a:pt x="132" y="232"/>
                      </a:lnTo>
                      <a:lnTo>
                        <a:pt x="137" y="232"/>
                      </a:lnTo>
                      <a:lnTo>
                        <a:pt x="142" y="230"/>
                      </a:lnTo>
                      <a:lnTo>
                        <a:pt x="145" y="226"/>
                      </a:lnTo>
                      <a:lnTo>
                        <a:pt x="146" y="221"/>
                      </a:lnTo>
                      <a:lnTo>
                        <a:pt x="145" y="219"/>
                      </a:lnTo>
                      <a:lnTo>
                        <a:pt x="142" y="219"/>
                      </a:lnTo>
                      <a:lnTo>
                        <a:pt x="137" y="217"/>
                      </a:lnTo>
                      <a:lnTo>
                        <a:pt x="131" y="217"/>
                      </a:lnTo>
                      <a:lnTo>
                        <a:pt x="124" y="217"/>
                      </a:lnTo>
                      <a:lnTo>
                        <a:pt x="118" y="217"/>
                      </a:lnTo>
                      <a:lnTo>
                        <a:pt x="112" y="217"/>
                      </a:lnTo>
                      <a:lnTo>
                        <a:pt x="109" y="217"/>
                      </a:lnTo>
                      <a:lnTo>
                        <a:pt x="97" y="216"/>
                      </a:lnTo>
                      <a:lnTo>
                        <a:pt x="87" y="215"/>
                      </a:lnTo>
                      <a:lnTo>
                        <a:pt x="75" y="214"/>
                      </a:lnTo>
                      <a:lnTo>
                        <a:pt x="63" y="211"/>
                      </a:lnTo>
                      <a:lnTo>
                        <a:pt x="51" y="207"/>
                      </a:lnTo>
                      <a:lnTo>
                        <a:pt x="40" y="199"/>
                      </a:lnTo>
                      <a:lnTo>
                        <a:pt x="29" y="189"/>
                      </a:lnTo>
                      <a:lnTo>
                        <a:pt x="17" y="174"/>
                      </a:lnTo>
                      <a:lnTo>
                        <a:pt x="15" y="157"/>
                      </a:lnTo>
                      <a:lnTo>
                        <a:pt x="16" y="141"/>
                      </a:lnTo>
                      <a:lnTo>
                        <a:pt x="21" y="124"/>
                      </a:lnTo>
                      <a:lnTo>
                        <a:pt x="28" y="109"/>
                      </a:lnTo>
                      <a:lnTo>
                        <a:pt x="39" y="96"/>
                      </a:lnTo>
                      <a:lnTo>
                        <a:pt x="50" y="82"/>
                      </a:lnTo>
                      <a:lnTo>
                        <a:pt x="63" y="70"/>
                      </a:lnTo>
                      <a:lnTo>
                        <a:pt x="78" y="59"/>
                      </a:lnTo>
                      <a:lnTo>
                        <a:pt x="94" y="49"/>
                      </a:lnTo>
                      <a:lnTo>
                        <a:pt x="110" y="39"/>
                      </a:lnTo>
                      <a:lnTo>
                        <a:pt x="126" y="31"/>
                      </a:lnTo>
                      <a:lnTo>
                        <a:pt x="142" y="24"/>
                      </a:lnTo>
                      <a:lnTo>
                        <a:pt x="158" y="19"/>
                      </a:lnTo>
                      <a:lnTo>
                        <a:pt x="172" y="13"/>
                      </a:lnTo>
                      <a:lnTo>
                        <a:pt x="186" y="10"/>
                      </a:lnTo>
                      <a:lnTo>
                        <a:pt x="198" y="7"/>
                      </a:lnTo>
                      <a:lnTo>
                        <a:pt x="190" y="3"/>
                      </a:lnTo>
                      <a:lnTo>
                        <a:pt x="177" y="0"/>
                      </a:lnTo>
                      <a:lnTo>
                        <a:pt x="162" y="3"/>
                      </a:lnTo>
                      <a:lnTo>
                        <a:pt x="144" y="6"/>
                      </a:lnTo>
                      <a:lnTo>
                        <a:pt x="124" y="12"/>
                      </a:lnTo>
                      <a:lnTo>
                        <a:pt x="105" y="19"/>
                      </a:lnTo>
                      <a:lnTo>
                        <a:pt x="88" y="28"/>
                      </a:lnTo>
                      <a:lnTo>
                        <a:pt x="73" y="3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4700" name="Freeform 760">
                  <a:extLst>
                    <a:ext uri="{FF2B5EF4-FFF2-40B4-BE49-F238E27FC236}">
                      <a16:creationId xmlns:a16="http://schemas.microsoft.com/office/drawing/2014/main" id="{E66D24A2-9345-45C7-9C06-9B7F0DF91A1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33" y="2660"/>
                  <a:ext cx="47" cy="42"/>
                </a:xfrm>
                <a:custGeom>
                  <a:avLst/>
                  <a:gdLst>
                    <a:gd name="T0" fmla="*/ 0 w 128"/>
                    <a:gd name="T1" fmla="*/ 0 h 183"/>
                    <a:gd name="T2" fmla="*/ 0 w 128"/>
                    <a:gd name="T3" fmla="*/ 0 h 183"/>
                    <a:gd name="T4" fmla="*/ 0 w 128"/>
                    <a:gd name="T5" fmla="*/ 0 h 183"/>
                    <a:gd name="T6" fmla="*/ 0 w 128"/>
                    <a:gd name="T7" fmla="*/ 0 h 183"/>
                    <a:gd name="T8" fmla="*/ 0 w 128"/>
                    <a:gd name="T9" fmla="*/ 0 h 183"/>
                    <a:gd name="T10" fmla="*/ 0 w 128"/>
                    <a:gd name="T11" fmla="*/ 0 h 183"/>
                    <a:gd name="T12" fmla="*/ 0 w 128"/>
                    <a:gd name="T13" fmla="*/ 0 h 183"/>
                    <a:gd name="T14" fmla="*/ 0 w 128"/>
                    <a:gd name="T15" fmla="*/ 0 h 183"/>
                    <a:gd name="T16" fmla="*/ 0 w 128"/>
                    <a:gd name="T17" fmla="*/ 0 h 183"/>
                    <a:gd name="T18" fmla="*/ 0 w 128"/>
                    <a:gd name="T19" fmla="*/ 0 h 183"/>
                    <a:gd name="T20" fmla="*/ 0 w 128"/>
                    <a:gd name="T21" fmla="*/ 0 h 183"/>
                    <a:gd name="T22" fmla="*/ 0 w 128"/>
                    <a:gd name="T23" fmla="*/ 0 h 183"/>
                    <a:gd name="T24" fmla="*/ 0 w 128"/>
                    <a:gd name="T25" fmla="*/ 0 h 183"/>
                    <a:gd name="T26" fmla="*/ 0 w 128"/>
                    <a:gd name="T27" fmla="*/ 0 h 183"/>
                    <a:gd name="T28" fmla="*/ 0 w 128"/>
                    <a:gd name="T29" fmla="*/ 0 h 183"/>
                    <a:gd name="T30" fmla="*/ 0 w 128"/>
                    <a:gd name="T31" fmla="*/ 0 h 183"/>
                    <a:gd name="T32" fmla="*/ 0 w 128"/>
                    <a:gd name="T33" fmla="*/ 0 h 183"/>
                    <a:gd name="T34" fmla="*/ 0 w 128"/>
                    <a:gd name="T35" fmla="*/ 0 h 183"/>
                    <a:gd name="T36" fmla="*/ 0 w 128"/>
                    <a:gd name="T37" fmla="*/ 0 h 183"/>
                    <a:gd name="T38" fmla="*/ 0 w 128"/>
                    <a:gd name="T39" fmla="*/ 0 h 183"/>
                    <a:gd name="T40" fmla="*/ 0 w 128"/>
                    <a:gd name="T41" fmla="*/ 0 h 183"/>
                    <a:gd name="T42" fmla="*/ 0 w 128"/>
                    <a:gd name="T43" fmla="*/ 0 h 183"/>
                    <a:gd name="T44" fmla="*/ 0 w 128"/>
                    <a:gd name="T45" fmla="*/ 0 h 183"/>
                    <a:gd name="T46" fmla="*/ 0 w 128"/>
                    <a:gd name="T47" fmla="*/ 0 h 183"/>
                    <a:gd name="T48" fmla="*/ 0 w 128"/>
                    <a:gd name="T49" fmla="*/ 0 h 183"/>
                    <a:gd name="T50" fmla="*/ 0 w 128"/>
                    <a:gd name="T51" fmla="*/ 0 h 183"/>
                    <a:gd name="T52" fmla="*/ 0 w 128"/>
                    <a:gd name="T53" fmla="*/ 0 h 183"/>
                    <a:gd name="T54" fmla="*/ 0 w 128"/>
                    <a:gd name="T55" fmla="*/ 0 h 183"/>
                    <a:gd name="T56" fmla="*/ 0 w 128"/>
                    <a:gd name="T57" fmla="*/ 0 h 183"/>
                    <a:gd name="T58" fmla="*/ 0 w 128"/>
                    <a:gd name="T59" fmla="*/ 0 h 183"/>
                    <a:gd name="T60" fmla="*/ 0 w 128"/>
                    <a:gd name="T61" fmla="*/ 0 h 183"/>
                    <a:gd name="T62" fmla="*/ 0 w 128"/>
                    <a:gd name="T63" fmla="*/ 0 h 183"/>
                    <a:gd name="T64" fmla="*/ 0 w 128"/>
                    <a:gd name="T65" fmla="*/ 0 h 183"/>
                    <a:gd name="T66" fmla="*/ 0 w 128"/>
                    <a:gd name="T67" fmla="*/ 0 h 183"/>
                    <a:gd name="T68" fmla="*/ 0 w 128"/>
                    <a:gd name="T69" fmla="*/ 0 h 183"/>
                    <a:gd name="T70" fmla="*/ 0 w 128"/>
                    <a:gd name="T71" fmla="*/ 0 h 183"/>
                    <a:gd name="T72" fmla="*/ 0 w 128"/>
                    <a:gd name="T73" fmla="*/ 0 h 183"/>
                    <a:gd name="T74" fmla="*/ 0 w 128"/>
                    <a:gd name="T75" fmla="*/ 0 h 183"/>
                    <a:gd name="T76" fmla="*/ 0 w 128"/>
                    <a:gd name="T77" fmla="*/ 0 h 183"/>
                    <a:gd name="T78" fmla="*/ 0 w 128"/>
                    <a:gd name="T79" fmla="*/ 0 h 183"/>
                    <a:gd name="T80" fmla="*/ 0 w 128"/>
                    <a:gd name="T81" fmla="*/ 0 h 183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w 128"/>
                    <a:gd name="T124" fmla="*/ 0 h 183"/>
                    <a:gd name="T125" fmla="*/ 128 w 128"/>
                    <a:gd name="T126" fmla="*/ 183 h 183"/>
                  </a:gdLst>
                  <a:ahLst/>
                  <a:cxnLst>
                    <a:cxn ang="T82">
                      <a:pos x="T0" y="T1"/>
                    </a:cxn>
                    <a:cxn ang="T83">
                      <a:pos x="T2" y="T3"/>
                    </a:cxn>
                    <a:cxn ang="T84">
                      <a:pos x="T4" y="T5"/>
                    </a:cxn>
                    <a:cxn ang="T85">
                      <a:pos x="T6" y="T7"/>
                    </a:cxn>
                    <a:cxn ang="T86">
                      <a:pos x="T8" y="T9"/>
                    </a:cxn>
                    <a:cxn ang="T87">
                      <a:pos x="T10" y="T11"/>
                    </a:cxn>
                    <a:cxn ang="T88">
                      <a:pos x="T12" y="T13"/>
                    </a:cxn>
                    <a:cxn ang="T89">
                      <a:pos x="T14" y="T15"/>
                    </a:cxn>
                    <a:cxn ang="T90">
                      <a:pos x="T16" y="T17"/>
                    </a:cxn>
                    <a:cxn ang="T91">
                      <a:pos x="T18" y="T19"/>
                    </a:cxn>
                    <a:cxn ang="T92">
                      <a:pos x="T20" y="T21"/>
                    </a:cxn>
                    <a:cxn ang="T93">
                      <a:pos x="T22" y="T23"/>
                    </a:cxn>
                    <a:cxn ang="T94">
                      <a:pos x="T24" y="T25"/>
                    </a:cxn>
                    <a:cxn ang="T95">
                      <a:pos x="T26" y="T27"/>
                    </a:cxn>
                    <a:cxn ang="T96">
                      <a:pos x="T28" y="T29"/>
                    </a:cxn>
                    <a:cxn ang="T97">
                      <a:pos x="T30" y="T31"/>
                    </a:cxn>
                    <a:cxn ang="T98">
                      <a:pos x="T32" y="T33"/>
                    </a:cxn>
                    <a:cxn ang="T99">
                      <a:pos x="T34" y="T35"/>
                    </a:cxn>
                    <a:cxn ang="T100">
                      <a:pos x="T36" y="T37"/>
                    </a:cxn>
                    <a:cxn ang="T101">
                      <a:pos x="T38" y="T39"/>
                    </a:cxn>
                    <a:cxn ang="T102">
                      <a:pos x="T40" y="T41"/>
                    </a:cxn>
                    <a:cxn ang="T103">
                      <a:pos x="T42" y="T43"/>
                    </a:cxn>
                    <a:cxn ang="T104">
                      <a:pos x="T44" y="T45"/>
                    </a:cxn>
                    <a:cxn ang="T105">
                      <a:pos x="T46" y="T47"/>
                    </a:cxn>
                    <a:cxn ang="T106">
                      <a:pos x="T48" y="T49"/>
                    </a:cxn>
                    <a:cxn ang="T107">
                      <a:pos x="T50" y="T51"/>
                    </a:cxn>
                    <a:cxn ang="T108">
                      <a:pos x="T52" y="T53"/>
                    </a:cxn>
                    <a:cxn ang="T109">
                      <a:pos x="T54" y="T55"/>
                    </a:cxn>
                    <a:cxn ang="T110">
                      <a:pos x="T56" y="T57"/>
                    </a:cxn>
                    <a:cxn ang="T111">
                      <a:pos x="T58" y="T59"/>
                    </a:cxn>
                    <a:cxn ang="T112">
                      <a:pos x="T60" y="T61"/>
                    </a:cxn>
                    <a:cxn ang="T113">
                      <a:pos x="T62" y="T63"/>
                    </a:cxn>
                    <a:cxn ang="T114">
                      <a:pos x="T64" y="T65"/>
                    </a:cxn>
                    <a:cxn ang="T115">
                      <a:pos x="T66" y="T67"/>
                    </a:cxn>
                    <a:cxn ang="T116">
                      <a:pos x="T68" y="T69"/>
                    </a:cxn>
                    <a:cxn ang="T117">
                      <a:pos x="T70" y="T71"/>
                    </a:cxn>
                    <a:cxn ang="T118">
                      <a:pos x="T72" y="T73"/>
                    </a:cxn>
                    <a:cxn ang="T119">
                      <a:pos x="T74" y="T75"/>
                    </a:cxn>
                    <a:cxn ang="T120">
                      <a:pos x="T76" y="T77"/>
                    </a:cxn>
                    <a:cxn ang="T121">
                      <a:pos x="T78" y="T79"/>
                    </a:cxn>
                    <a:cxn ang="T122">
                      <a:pos x="T80" y="T81"/>
                    </a:cxn>
                  </a:cxnLst>
                  <a:rect l="T123" t="T124" r="T125" b="T126"/>
                  <a:pathLst>
                    <a:path w="128" h="183">
                      <a:moveTo>
                        <a:pt x="108" y="61"/>
                      </a:moveTo>
                      <a:lnTo>
                        <a:pt x="111" y="80"/>
                      </a:lnTo>
                      <a:lnTo>
                        <a:pt x="109" y="97"/>
                      </a:lnTo>
                      <a:lnTo>
                        <a:pt x="101" y="110"/>
                      </a:lnTo>
                      <a:lnTo>
                        <a:pt x="89" y="123"/>
                      </a:lnTo>
                      <a:lnTo>
                        <a:pt x="75" y="134"/>
                      </a:lnTo>
                      <a:lnTo>
                        <a:pt x="60" y="145"/>
                      </a:lnTo>
                      <a:lnTo>
                        <a:pt x="43" y="156"/>
                      </a:lnTo>
                      <a:lnTo>
                        <a:pt x="29" y="167"/>
                      </a:lnTo>
                      <a:lnTo>
                        <a:pt x="27" y="170"/>
                      </a:lnTo>
                      <a:lnTo>
                        <a:pt x="26" y="172"/>
                      </a:lnTo>
                      <a:lnTo>
                        <a:pt x="26" y="176"/>
                      </a:lnTo>
                      <a:lnTo>
                        <a:pt x="28" y="179"/>
                      </a:lnTo>
                      <a:lnTo>
                        <a:pt x="30" y="182"/>
                      </a:lnTo>
                      <a:lnTo>
                        <a:pt x="34" y="183"/>
                      </a:lnTo>
                      <a:lnTo>
                        <a:pt x="37" y="183"/>
                      </a:lnTo>
                      <a:lnTo>
                        <a:pt x="41" y="182"/>
                      </a:lnTo>
                      <a:lnTo>
                        <a:pt x="58" y="171"/>
                      </a:lnTo>
                      <a:lnTo>
                        <a:pt x="76" y="160"/>
                      </a:lnTo>
                      <a:lnTo>
                        <a:pt x="92" y="147"/>
                      </a:lnTo>
                      <a:lnTo>
                        <a:pt x="108" y="132"/>
                      </a:lnTo>
                      <a:lnTo>
                        <a:pt x="118" y="116"/>
                      </a:lnTo>
                      <a:lnTo>
                        <a:pt x="125" y="98"/>
                      </a:lnTo>
                      <a:lnTo>
                        <a:pt x="128" y="78"/>
                      </a:lnTo>
                      <a:lnTo>
                        <a:pt x="123" y="58"/>
                      </a:lnTo>
                      <a:lnTo>
                        <a:pt x="112" y="41"/>
                      </a:lnTo>
                      <a:lnTo>
                        <a:pt x="98" y="28"/>
                      </a:lnTo>
                      <a:lnTo>
                        <a:pt x="80" y="16"/>
                      </a:lnTo>
                      <a:lnTo>
                        <a:pt x="61" y="8"/>
                      </a:lnTo>
                      <a:lnTo>
                        <a:pt x="41" y="2"/>
                      </a:lnTo>
                      <a:lnTo>
                        <a:pt x="23" y="0"/>
                      </a:lnTo>
                      <a:lnTo>
                        <a:pt x="9" y="1"/>
                      </a:lnTo>
                      <a:lnTo>
                        <a:pt x="0" y="6"/>
                      </a:lnTo>
                      <a:lnTo>
                        <a:pt x="16" y="10"/>
                      </a:lnTo>
                      <a:lnTo>
                        <a:pt x="33" y="14"/>
                      </a:lnTo>
                      <a:lnTo>
                        <a:pt x="48" y="17"/>
                      </a:lnTo>
                      <a:lnTo>
                        <a:pt x="63" y="22"/>
                      </a:lnTo>
                      <a:lnTo>
                        <a:pt x="77" y="28"/>
                      </a:lnTo>
                      <a:lnTo>
                        <a:pt x="90" y="36"/>
                      </a:lnTo>
                      <a:lnTo>
                        <a:pt x="101" y="46"/>
                      </a:lnTo>
                      <a:lnTo>
                        <a:pt x="108" y="6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4701" name="Freeform 761">
                  <a:extLst>
                    <a:ext uri="{FF2B5EF4-FFF2-40B4-BE49-F238E27FC236}">
                      <a16:creationId xmlns:a16="http://schemas.microsoft.com/office/drawing/2014/main" id="{58C3592E-1F0B-4B7D-86C3-7906AB9F2DF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70" y="2650"/>
                  <a:ext cx="112" cy="88"/>
                </a:xfrm>
                <a:custGeom>
                  <a:avLst/>
                  <a:gdLst>
                    <a:gd name="T0" fmla="*/ 0 w 323"/>
                    <a:gd name="T1" fmla="*/ 0 h 379"/>
                    <a:gd name="T2" fmla="*/ 0 w 323"/>
                    <a:gd name="T3" fmla="*/ 0 h 379"/>
                    <a:gd name="T4" fmla="*/ 0 w 323"/>
                    <a:gd name="T5" fmla="*/ 0 h 379"/>
                    <a:gd name="T6" fmla="*/ 0 w 323"/>
                    <a:gd name="T7" fmla="*/ 0 h 379"/>
                    <a:gd name="T8" fmla="*/ 0 w 323"/>
                    <a:gd name="T9" fmla="*/ 0 h 379"/>
                    <a:gd name="T10" fmla="*/ 0 w 323"/>
                    <a:gd name="T11" fmla="*/ 0 h 379"/>
                    <a:gd name="T12" fmla="*/ 0 w 323"/>
                    <a:gd name="T13" fmla="*/ 0 h 379"/>
                    <a:gd name="T14" fmla="*/ 0 w 323"/>
                    <a:gd name="T15" fmla="*/ 0 h 379"/>
                    <a:gd name="T16" fmla="*/ 0 w 323"/>
                    <a:gd name="T17" fmla="*/ 0 h 379"/>
                    <a:gd name="T18" fmla="*/ 0 w 323"/>
                    <a:gd name="T19" fmla="*/ 0 h 379"/>
                    <a:gd name="T20" fmla="*/ 0 w 323"/>
                    <a:gd name="T21" fmla="*/ 0 h 379"/>
                    <a:gd name="T22" fmla="*/ 0 w 323"/>
                    <a:gd name="T23" fmla="*/ 0 h 379"/>
                    <a:gd name="T24" fmla="*/ 0 w 323"/>
                    <a:gd name="T25" fmla="*/ 0 h 379"/>
                    <a:gd name="T26" fmla="*/ 0 w 323"/>
                    <a:gd name="T27" fmla="*/ 0 h 379"/>
                    <a:gd name="T28" fmla="*/ 0 w 323"/>
                    <a:gd name="T29" fmla="*/ 0 h 379"/>
                    <a:gd name="T30" fmla="*/ 0 w 323"/>
                    <a:gd name="T31" fmla="*/ 0 h 379"/>
                    <a:gd name="T32" fmla="*/ 0 w 323"/>
                    <a:gd name="T33" fmla="*/ 0 h 379"/>
                    <a:gd name="T34" fmla="*/ 0 w 323"/>
                    <a:gd name="T35" fmla="*/ 0 h 379"/>
                    <a:gd name="T36" fmla="*/ 0 w 323"/>
                    <a:gd name="T37" fmla="*/ 0 h 379"/>
                    <a:gd name="T38" fmla="*/ 0 w 323"/>
                    <a:gd name="T39" fmla="*/ 0 h 379"/>
                    <a:gd name="T40" fmla="*/ 0 w 323"/>
                    <a:gd name="T41" fmla="*/ 0 h 379"/>
                    <a:gd name="T42" fmla="*/ 0 w 323"/>
                    <a:gd name="T43" fmla="*/ 0 h 379"/>
                    <a:gd name="T44" fmla="*/ 0 w 323"/>
                    <a:gd name="T45" fmla="*/ 0 h 379"/>
                    <a:gd name="T46" fmla="*/ 0 w 323"/>
                    <a:gd name="T47" fmla="*/ 0 h 379"/>
                    <a:gd name="T48" fmla="*/ 0 w 323"/>
                    <a:gd name="T49" fmla="*/ 0 h 379"/>
                    <a:gd name="T50" fmla="*/ 0 w 323"/>
                    <a:gd name="T51" fmla="*/ 0 h 379"/>
                    <a:gd name="T52" fmla="*/ 0 w 323"/>
                    <a:gd name="T53" fmla="*/ 0 h 379"/>
                    <a:gd name="T54" fmla="*/ 0 w 323"/>
                    <a:gd name="T55" fmla="*/ 0 h 379"/>
                    <a:gd name="T56" fmla="*/ 0 w 323"/>
                    <a:gd name="T57" fmla="*/ 0 h 379"/>
                    <a:gd name="T58" fmla="*/ 0 w 323"/>
                    <a:gd name="T59" fmla="*/ 0 h 379"/>
                    <a:gd name="T60" fmla="*/ 0 w 323"/>
                    <a:gd name="T61" fmla="*/ 0 h 379"/>
                    <a:gd name="T62" fmla="*/ 0 w 323"/>
                    <a:gd name="T63" fmla="*/ 0 h 379"/>
                    <a:gd name="T64" fmla="*/ 0 w 323"/>
                    <a:gd name="T65" fmla="*/ 0 h 379"/>
                    <a:gd name="T66" fmla="*/ 0 w 323"/>
                    <a:gd name="T67" fmla="*/ 0 h 379"/>
                    <a:gd name="T68" fmla="*/ 0 w 323"/>
                    <a:gd name="T69" fmla="*/ 0 h 379"/>
                    <a:gd name="T70" fmla="*/ 0 w 323"/>
                    <a:gd name="T71" fmla="*/ 0 h 379"/>
                    <a:gd name="T72" fmla="*/ 0 w 323"/>
                    <a:gd name="T73" fmla="*/ 0 h 379"/>
                    <a:gd name="T74" fmla="*/ 0 w 323"/>
                    <a:gd name="T75" fmla="*/ 0 h 379"/>
                    <a:gd name="T76" fmla="*/ 0 w 323"/>
                    <a:gd name="T77" fmla="*/ 0 h 379"/>
                    <a:gd name="T78" fmla="*/ 0 w 323"/>
                    <a:gd name="T79" fmla="*/ 0 h 379"/>
                    <a:gd name="T80" fmla="*/ 0 w 323"/>
                    <a:gd name="T81" fmla="*/ 0 h 379"/>
                    <a:gd name="T82" fmla="*/ 0 w 323"/>
                    <a:gd name="T83" fmla="*/ 0 h 379"/>
                    <a:gd name="T84" fmla="*/ 0 w 323"/>
                    <a:gd name="T85" fmla="*/ 0 h 379"/>
                    <a:gd name="T86" fmla="*/ 0 w 323"/>
                    <a:gd name="T87" fmla="*/ 0 h 379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w 323"/>
                    <a:gd name="T133" fmla="*/ 0 h 379"/>
                    <a:gd name="T134" fmla="*/ 323 w 323"/>
                    <a:gd name="T135" fmla="*/ 379 h 379"/>
                  </a:gdLst>
                  <a:ahLst/>
                  <a:cxnLst>
                    <a:cxn ang="T88">
                      <a:pos x="T0" y="T1"/>
                    </a:cxn>
                    <a:cxn ang="T89">
                      <a:pos x="T2" y="T3"/>
                    </a:cxn>
                    <a:cxn ang="T90">
                      <a:pos x="T4" y="T5"/>
                    </a:cxn>
                    <a:cxn ang="T91">
                      <a:pos x="T6" y="T7"/>
                    </a:cxn>
                    <a:cxn ang="T92">
                      <a:pos x="T8" y="T9"/>
                    </a:cxn>
                    <a:cxn ang="T93">
                      <a:pos x="T10" y="T11"/>
                    </a:cxn>
                    <a:cxn ang="T94">
                      <a:pos x="T12" y="T13"/>
                    </a:cxn>
                    <a:cxn ang="T95">
                      <a:pos x="T14" y="T15"/>
                    </a:cxn>
                    <a:cxn ang="T96">
                      <a:pos x="T16" y="T17"/>
                    </a:cxn>
                    <a:cxn ang="T97">
                      <a:pos x="T18" y="T19"/>
                    </a:cxn>
                    <a:cxn ang="T98">
                      <a:pos x="T20" y="T21"/>
                    </a:cxn>
                    <a:cxn ang="T99">
                      <a:pos x="T22" y="T23"/>
                    </a:cxn>
                    <a:cxn ang="T100">
                      <a:pos x="T24" y="T25"/>
                    </a:cxn>
                    <a:cxn ang="T101">
                      <a:pos x="T26" y="T27"/>
                    </a:cxn>
                    <a:cxn ang="T102">
                      <a:pos x="T28" y="T29"/>
                    </a:cxn>
                    <a:cxn ang="T103">
                      <a:pos x="T30" y="T31"/>
                    </a:cxn>
                    <a:cxn ang="T104">
                      <a:pos x="T32" y="T33"/>
                    </a:cxn>
                    <a:cxn ang="T105">
                      <a:pos x="T34" y="T35"/>
                    </a:cxn>
                    <a:cxn ang="T106">
                      <a:pos x="T36" y="T37"/>
                    </a:cxn>
                    <a:cxn ang="T107">
                      <a:pos x="T38" y="T39"/>
                    </a:cxn>
                    <a:cxn ang="T108">
                      <a:pos x="T40" y="T41"/>
                    </a:cxn>
                    <a:cxn ang="T109">
                      <a:pos x="T42" y="T43"/>
                    </a:cxn>
                    <a:cxn ang="T110">
                      <a:pos x="T44" y="T45"/>
                    </a:cxn>
                    <a:cxn ang="T111">
                      <a:pos x="T46" y="T47"/>
                    </a:cxn>
                    <a:cxn ang="T112">
                      <a:pos x="T48" y="T49"/>
                    </a:cxn>
                    <a:cxn ang="T113">
                      <a:pos x="T50" y="T51"/>
                    </a:cxn>
                    <a:cxn ang="T114">
                      <a:pos x="T52" y="T53"/>
                    </a:cxn>
                    <a:cxn ang="T115">
                      <a:pos x="T54" y="T55"/>
                    </a:cxn>
                    <a:cxn ang="T116">
                      <a:pos x="T56" y="T57"/>
                    </a:cxn>
                    <a:cxn ang="T117">
                      <a:pos x="T58" y="T59"/>
                    </a:cxn>
                    <a:cxn ang="T118">
                      <a:pos x="T60" y="T61"/>
                    </a:cxn>
                    <a:cxn ang="T119">
                      <a:pos x="T62" y="T63"/>
                    </a:cxn>
                    <a:cxn ang="T120">
                      <a:pos x="T64" y="T65"/>
                    </a:cxn>
                    <a:cxn ang="T121">
                      <a:pos x="T66" y="T67"/>
                    </a:cxn>
                    <a:cxn ang="T122">
                      <a:pos x="T68" y="T69"/>
                    </a:cxn>
                    <a:cxn ang="T123">
                      <a:pos x="T70" y="T71"/>
                    </a:cxn>
                    <a:cxn ang="T124">
                      <a:pos x="T72" y="T73"/>
                    </a:cxn>
                    <a:cxn ang="T125">
                      <a:pos x="T74" y="T75"/>
                    </a:cxn>
                    <a:cxn ang="T126">
                      <a:pos x="T76" y="T77"/>
                    </a:cxn>
                    <a:cxn ang="T127">
                      <a:pos x="T78" y="T79"/>
                    </a:cxn>
                    <a:cxn ang="T128">
                      <a:pos x="T80" y="T81"/>
                    </a:cxn>
                    <a:cxn ang="T129">
                      <a:pos x="T82" y="T83"/>
                    </a:cxn>
                    <a:cxn ang="T130">
                      <a:pos x="T84" y="T85"/>
                    </a:cxn>
                    <a:cxn ang="T131">
                      <a:pos x="T86" y="T87"/>
                    </a:cxn>
                  </a:cxnLst>
                  <a:rect l="T132" t="T133" r="T134" b="T135"/>
                  <a:pathLst>
                    <a:path w="323" h="379">
                      <a:moveTo>
                        <a:pt x="126" y="50"/>
                      </a:moveTo>
                      <a:lnTo>
                        <a:pt x="101" y="70"/>
                      </a:lnTo>
                      <a:lnTo>
                        <a:pt x="76" y="92"/>
                      </a:lnTo>
                      <a:lnTo>
                        <a:pt x="54" y="115"/>
                      </a:lnTo>
                      <a:lnTo>
                        <a:pt x="34" y="140"/>
                      </a:lnTo>
                      <a:lnTo>
                        <a:pt x="18" y="167"/>
                      </a:lnTo>
                      <a:lnTo>
                        <a:pt x="6" y="196"/>
                      </a:lnTo>
                      <a:lnTo>
                        <a:pt x="0" y="227"/>
                      </a:lnTo>
                      <a:lnTo>
                        <a:pt x="1" y="259"/>
                      </a:lnTo>
                      <a:lnTo>
                        <a:pt x="4" y="267"/>
                      </a:lnTo>
                      <a:lnTo>
                        <a:pt x="7" y="277"/>
                      </a:lnTo>
                      <a:lnTo>
                        <a:pt x="11" y="283"/>
                      </a:lnTo>
                      <a:lnTo>
                        <a:pt x="15" y="291"/>
                      </a:lnTo>
                      <a:lnTo>
                        <a:pt x="21" y="298"/>
                      </a:lnTo>
                      <a:lnTo>
                        <a:pt x="27" y="305"/>
                      </a:lnTo>
                      <a:lnTo>
                        <a:pt x="34" y="311"/>
                      </a:lnTo>
                      <a:lnTo>
                        <a:pt x="41" y="316"/>
                      </a:lnTo>
                      <a:lnTo>
                        <a:pt x="57" y="325"/>
                      </a:lnTo>
                      <a:lnTo>
                        <a:pt x="72" y="333"/>
                      </a:lnTo>
                      <a:lnTo>
                        <a:pt x="87" y="340"/>
                      </a:lnTo>
                      <a:lnTo>
                        <a:pt x="103" y="345"/>
                      </a:lnTo>
                      <a:lnTo>
                        <a:pt x="120" y="351"/>
                      </a:lnTo>
                      <a:lnTo>
                        <a:pt x="136" y="356"/>
                      </a:lnTo>
                      <a:lnTo>
                        <a:pt x="153" y="360"/>
                      </a:lnTo>
                      <a:lnTo>
                        <a:pt x="169" y="364"/>
                      </a:lnTo>
                      <a:lnTo>
                        <a:pt x="187" y="367"/>
                      </a:lnTo>
                      <a:lnTo>
                        <a:pt x="204" y="370"/>
                      </a:lnTo>
                      <a:lnTo>
                        <a:pt x="221" y="372"/>
                      </a:lnTo>
                      <a:lnTo>
                        <a:pt x="238" y="374"/>
                      </a:lnTo>
                      <a:lnTo>
                        <a:pt x="256" y="375"/>
                      </a:lnTo>
                      <a:lnTo>
                        <a:pt x="273" y="376"/>
                      </a:lnTo>
                      <a:lnTo>
                        <a:pt x="290" y="378"/>
                      </a:lnTo>
                      <a:lnTo>
                        <a:pt x="307" y="379"/>
                      </a:lnTo>
                      <a:lnTo>
                        <a:pt x="312" y="379"/>
                      </a:lnTo>
                      <a:lnTo>
                        <a:pt x="317" y="375"/>
                      </a:lnTo>
                      <a:lnTo>
                        <a:pt x="320" y="372"/>
                      </a:lnTo>
                      <a:lnTo>
                        <a:pt x="323" y="366"/>
                      </a:lnTo>
                      <a:lnTo>
                        <a:pt x="323" y="360"/>
                      </a:lnTo>
                      <a:lnTo>
                        <a:pt x="320" y="356"/>
                      </a:lnTo>
                      <a:lnTo>
                        <a:pt x="316" y="352"/>
                      </a:lnTo>
                      <a:lnTo>
                        <a:pt x="311" y="351"/>
                      </a:lnTo>
                      <a:lnTo>
                        <a:pt x="295" y="351"/>
                      </a:lnTo>
                      <a:lnTo>
                        <a:pt x="279" y="351"/>
                      </a:lnTo>
                      <a:lnTo>
                        <a:pt x="263" y="350"/>
                      </a:lnTo>
                      <a:lnTo>
                        <a:pt x="248" y="349"/>
                      </a:lnTo>
                      <a:lnTo>
                        <a:pt x="231" y="348"/>
                      </a:lnTo>
                      <a:lnTo>
                        <a:pt x="215" y="345"/>
                      </a:lnTo>
                      <a:lnTo>
                        <a:pt x="200" y="343"/>
                      </a:lnTo>
                      <a:lnTo>
                        <a:pt x="183" y="341"/>
                      </a:lnTo>
                      <a:lnTo>
                        <a:pt x="168" y="337"/>
                      </a:lnTo>
                      <a:lnTo>
                        <a:pt x="151" y="334"/>
                      </a:lnTo>
                      <a:lnTo>
                        <a:pt x="136" y="329"/>
                      </a:lnTo>
                      <a:lnTo>
                        <a:pt x="121" y="325"/>
                      </a:lnTo>
                      <a:lnTo>
                        <a:pt x="106" y="320"/>
                      </a:lnTo>
                      <a:lnTo>
                        <a:pt x="92" y="313"/>
                      </a:lnTo>
                      <a:lnTo>
                        <a:pt x="76" y="306"/>
                      </a:lnTo>
                      <a:lnTo>
                        <a:pt x="62" y="300"/>
                      </a:lnTo>
                      <a:lnTo>
                        <a:pt x="51" y="291"/>
                      </a:lnTo>
                      <a:lnTo>
                        <a:pt x="41" y="280"/>
                      </a:lnTo>
                      <a:lnTo>
                        <a:pt x="35" y="269"/>
                      </a:lnTo>
                      <a:lnTo>
                        <a:pt x="31" y="255"/>
                      </a:lnTo>
                      <a:lnTo>
                        <a:pt x="31" y="239"/>
                      </a:lnTo>
                      <a:lnTo>
                        <a:pt x="33" y="218"/>
                      </a:lnTo>
                      <a:lnTo>
                        <a:pt x="38" y="197"/>
                      </a:lnTo>
                      <a:lnTo>
                        <a:pt x="42" y="182"/>
                      </a:lnTo>
                      <a:lnTo>
                        <a:pt x="51" y="165"/>
                      </a:lnTo>
                      <a:lnTo>
                        <a:pt x="60" y="150"/>
                      </a:lnTo>
                      <a:lnTo>
                        <a:pt x="68" y="136"/>
                      </a:lnTo>
                      <a:lnTo>
                        <a:pt x="79" y="124"/>
                      </a:lnTo>
                      <a:lnTo>
                        <a:pt x="89" y="111"/>
                      </a:lnTo>
                      <a:lnTo>
                        <a:pt x="101" y="100"/>
                      </a:lnTo>
                      <a:lnTo>
                        <a:pt x="114" y="88"/>
                      </a:lnTo>
                      <a:lnTo>
                        <a:pt x="129" y="76"/>
                      </a:lnTo>
                      <a:lnTo>
                        <a:pt x="144" y="64"/>
                      </a:lnTo>
                      <a:lnTo>
                        <a:pt x="162" y="53"/>
                      </a:lnTo>
                      <a:lnTo>
                        <a:pt x="181" y="41"/>
                      </a:lnTo>
                      <a:lnTo>
                        <a:pt x="201" y="31"/>
                      </a:lnTo>
                      <a:lnTo>
                        <a:pt x="219" y="22"/>
                      </a:lnTo>
                      <a:lnTo>
                        <a:pt x="237" y="14"/>
                      </a:lnTo>
                      <a:lnTo>
                        <a:pt x="253" y="7"/>
                      </a:lnTo>
                      <a:lnTo>
                        <a:pt x="268" y="1"/>
                      </a:lnTo>
                      <a:lnTo>
                        <a:pt x="255" y="0"/>
                      </a:lnTo>
                      <a:lnTo>
                        <a:pt x="238" y="1"/>
                      </a:lnTo>
                      <a:lnTo>
                        <a:pt x="221" y="5"/>
                      </a:lnTo>
                      <a:lnTo>
                        <a:pt x="201" y="11"/>
                      </a:lnTo>
                      <a:lnTo>
                        <a:pt x="181" y="19"/>
                      </a:lnTo>
                      <a:lnTo>
                        <a:pt x="161" y="28"/>
                      </a:lnTo>
                      <a:lnTo>
                        <a:pt x="142" y="39"/>
                      </a:lnTo>
                      <a:lnTo>
                        <a:pt x="126" y="5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4702" name="Freeform 762">
                  <a:extLst>
                    <a:ext uri="{FF2B5EF4-FFF2-40B4-BE49-F238E27FC236}">
                      <a16:creationId xmlns:a16="http://schemas.microsoft.com/office/drawing/2014/main" id="{3F39E845-F687-4C78-BF73-65EA7C154ED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29" y="2647"/>
                  <a:ext cx="99" cy="59"/>
                </a:xfrm>
                <a:custGeom>
                  <a:avLst/>
                  <a:gdLst>
                    <a:gd name="T0" fmla="*/ 0 w 282"/>
                    <a:gd name="T1" fmla="*/ 0 h 253"/>
                    <a:gd name="T2" fmla="*/ 0 w 282"/>
                    <a:gd name="T3" fmla="*/ 0 h 253"/>
                    <a:gd name="T4" fmla="*/ 0 w 282"/>
                    <a:gd name="T5" fmla="*/ 0 h 253"/>
                    <a:gd name="T6" fmla="*/ 0 w 282"/>
                    <a:gd name="T7" fmla="*/ 0 h 253"/>
                    <a:gd name="T8" fmla="*/ 0 w 282"/>
                    <a:gd name="T9" fmla="*/ 0 h 253"/>
                    <a:gd name="T10" fmla="*/ 0 w 282"/>
                    <a:gd name="T11" fmla="*/ 0 h 253"/>
                    <a:gd name="T12" fmla="*/ 0 w 282"/>
                    <a:gd name="T13" fmla="*/ 0 h 253"/>
                    <a:gd name="T14" fmla="*/ 0 w 282"/>
                    <a:gd name="T15" fmla="*/ 0 h 253"/>
                    <a:gd name="T16" fmla="*/ 0 w 282"/>
                    <a:gd name="T17" fmla="*/ 0 h 253"/>
                    <a:gd name="T18" fmla="*/ 0 w 282"/>
                    <a:gd name="T19" fmla="*/ 0 h 253"/>
                    <a:gd name="T20" fmla="*/ 0 w 282"/>
                    <a:gd name="T21" fmla="*/ 0 h 253"/>
                    <a:gd name="T22" fmla="*/ 0 w 282"/>
                    <a:gd name="T23" fmla="*/ 0 h 253"/>
                    <a:gd name="T24" fmla="*/ 0 w 282"/>
                    <a:gd name="T25" fmla="*/ 0 h 253"/>
                    <a:gd name="T26" fmla="*/ 0 w 282"/>
                    <a:gd name="T27" fmla="*/ 0 h 253"/>
                    <a:gd name="T28" fmla="*/ 0 w 282"/>
                    <a:gd name="T29" fmla="*/ 0 h 253"/>
                    <a:gd name="T30" fmla="*/ 0 w 282"/>
                    <a:gd name="T31" fmla="*/ 0 h 253"/>
                    <a:gd name="T32" fmla="*/ 0 w 282"/>
                    <a:gd name="T33" fmla="*/ 0 h 253"/>
                    <a:gd name="T34" fmla="*/ 0 w 282"/>
                    <a:gd name="T35" fmla="*/ 0 h 253"/>
                    <a:gd name="T36" fmla="*/ 0 w 282"/>
                    <a:gd name="T37" fmla="*/ 0 h 253"/>
                    <a:gd name="T38" fmla="*/ 0 w 282"/>
                    <a:gd name="T39" fmla="*/ 0 h 253"/>
                    <a:gd name="T40" fmla="*/ 0 w 282"/>
                    <a:gd name="T41" fmla="*/ 0 h 253"/>
                    <a:gd name="T42" fmla="*/ 0 w 282"/>
                    <a:gd name="T43" fmla="*/ 0 h 253"/>
                    <a:gd name="T44" fmla="*/ 0 w 282"/>
                    <a:gd name="T45" fmla="*/ 0 h 253"/>
                    <a:gd name="T46" fmla="*/ 0 w 282"/>
                    <a:gd name="T47" fmla="*/ 0 h 253"/>
                    <a:gd name="T48" fmla="*/ 0 w 282"/>
                    <a:gd name="T49" fmla="*/ 0 h 253"/>
                    <a:gd name="T50" fmla="*/ 0 w 282"/>
                    <a:gd name="T51" fmla="*/ 0 h 253"/>
                    <a:gd name="T52" fmla="*/ 0 w 282"/>
                    <a:gd name="T53" fmla="*/ 0 h 253"/>
                    <a:gd name="T54" fmla="*/ 0 w 282"/>
                    <a:gd name="T55" fmla="*/ 0 h 253"/>
                    <a:gd name="T56" fmla="*/ 0 w 282"/>
                    <a:gd name="T57" fmla="*/ 0 h 253"/>
                    <a:gd name="T58" fmla="*/ 0 w 282"/>
                    <a:gd name="T59" fmla="*/ 0 h 253"/>
                    <a:gd name="T60" fmla="*/ 0 w 282"/>
                    <a:gd name="T61" fmla="*/ 0 h 253"/>
                    <a:gd name="T62" fmla="*/ 0 w 282"/>
                    <a:gd name="T63" fmla="*/ 0 h 253"/>
                    <a:gd name="T64" fmla="*/ 0 w 282"/>
                    <a:gd name="T65" fmla="*/ 0 h 253"/>
                    <a:gd name="T66" fmla="*/ 0 w 282"/>
                    <a:gd name="T67" fmla="*/ 0 h 253"/>
                    <a:gd name="T68" fmla="*/ 0 w 282"/>
                    <a:gd name="T69" fmla="*/ 0 h 253"/>
                    <a:gd name="T70" fmla="*/ 0 w 282"/>
                    <a:gd name="T71" fmla="*/ 0 h 253"/>
                    <a:gd name="T72" fmla="*/ 0 w 282"/>
                    <a:gd name="T73" fmla="*/ 0 h 253"/>
                    <a:gd name="T74" fmla="*/ 0 w 282"/>
                    <a:gd name="T75" fmla="*/ 0 h 253"/>
                    <a:gd name="T76" fmla="*/ 0 w 282"/>
                    <a:gd name="T77" fmla="*/ 0 h 253"/>
                    <a:gd name="T78" fmla="*/ 0 w 282"/>
                    <a:gd name="T79" fmla="*/ 0 h 253"/>
                    <a:gd name="T80" fmla="*/ 0 w 282"/>
                    <a:gd name="T81" fmla="*/ 0 h 253"/>
                    <a:gd name="T82" fmla="*/ 0 w 282"/>
                    <a:gd name="T83" fmla="*/ 0 h 253"/>
                    <a:gd name="T84" fmla="*/ 0 w 282"/>
                    <a:gd name="T85" fmla="*/ 0 h 253"/>
                    <a:gd name="T86" fmla="*/ 0 w 282"/>
                    <a:gd name="T87" fmla="*/ 0 h 253"/>
                    <a:gd name="T88" fmla="*/ 0 w 282"/>
                    <a:gd name="T89" fmla="*/ 0 h 253"/>
                    <a:gd name="T90" fmla="*/ 0 w 282"/>
                    <a:gd name="T91" fmla="*/ 0 h 253"/>
                    <a:gd name="T92" fmla="*/ 0 w 282"/>
                    <a:gd name="T93" fmla="*/ 0 h 253"/>
                    <a:gd name="T94" fmla="*/ 0 w 282"/>
                    <a:gd name="T95" fmla="*/ 0 h 253"/>
                    <a:gd name="T96" fmla="*/ 0 w 282"/>
                    <a:gd name="T97" fmla="*/ 0 h 253"/>
                    <a:gd name="T98" fmla="*/ 0 w 282"/>
                    <a:gd name="T99" fmla="*/ 0 h 253"/>
                    <a:gd name="T100" fmla="*/ 0 w 282"/>
                    <a:gd name="T101" fmla="*/ 0 h 253"/>
                    <a:gd name="T102" fmla="*/ 0 w 282"/>
                    <a:gd name="T103" fmla="*/ 0 h 253"/>
                    <a:gd name="T104" fmla="*/ 0 w 282"/>
                    <a:gd name="T105" fmla="*/ 0 h 253"/>
                    <a:gd name="T106" fmla="*/ 0 w 282"/>
                    <a:gd name="T107" fmla="*/ 0 h 253"/>
                    <a:gd name="T108" fmla="*/ 0 w 282"/>
                    <a:gd name="T109" fmla="*/ 0 h 253"/>
                    <a:gd name="T110" fmla="*/ 0 w 282"/>
                    <a:gd name="T111" fmla="*/ 0 h 253"/>
                    <a:gd name="T112" fmla="*/ 0 w 282"/>
                    <a:gd name="T113" fmla="*/ 0 h 253"/>
                    <a:gd name="T114" fmla="*/ 0 w 282"/>
                    <a:gd name="T115" fmla="*/ 0 h 253"/>
                    <a:gd name="T116" fmla="*/ 0 w 282"/>
                    <a:gd name="T117" fmla="*/ 0 h 253"/>
                    <a:gd name="T118" fmla="*/ 0 w 282"/>
                    <a:gd name="T119" fmla="*/ 0 h 253"/>
                    <a:gd name="T120" fmla="*/ 0 w 282"/>
                    <a:gd name="T121" fmla="*/ 0 h 253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60000 65536"/>
                    <a:gd name="T148" fmla="*/ 0 60000 65536"/>
                    <a:gd name="T149" fmla="*/ 0 60000 65536"/>
                    <a:gd name="T150" fmla="*/ 0 60000 65536"/>
                    <a:gd name="T151" fmla="*/ 0 60000 65536"/>
                    <a:gd name="T152" fmla="*/ 0 60000 65536"/>
                    <a:gd name="T153" fmla="*/ 0 60000 65536"/>
                    <a:gd name="T154" fmla="*/ 0 60000 65536"/>
                    <a:gd name="T155" fmla="*/ 0 60000 65536"/>
                    <a:gd name="T156" fmla="*/ 0 60000 65536"/>
                    <a:gd name="T157" fmla="*/ 0 60000 65536"/>
                    <a:gd name="T158" fmla="*/ 0 60000 65536"/>
                    <a:gd name="T159" fmla="*/ 0 60000 65536"/>
                    <a:gd name="T160" fmla="*/ 0 60000 65536"/>
                    <a:gd name="T161" fmla="*/ 0 60000 65536"/>
                    <a:gd name="T162" fmla="*/ 0 60000 65536"/>
                    <a:gd name="T163" fmla="*/ 0 60000 65536"/>
                    <a:gd name="T164" fmla="*/ 0 60000 65536"/>
                    <a:gd name="T165" fmla="*/ 0 60000 65536"/>
                    <a:gd name="T166" fmla="*/ 0 60000 65536"/>
                    <a:gd name="T167" fmla="*/ 0 60000 65536"/>
                    <a:gd name="T168" fmla="*/ 0 60000 65536"/>
                    <a:gd name="T169" fmla="*/ 0 60000 65536"/>
                    <a:gd name="T170" fmla="*/ 0 60000 65536"/>
                    <a:gd name="T171" fmla="*/ 0 60000 65536"/>
                    <a:gd name="T172" fmla="*/ 0 60000 65536"/>
                    <a:gd name="T173" fmla="*/ 0 60000 65536"/>
                    <a:gd name="T174" fmla="*/ 0 60000 65536"/>
                    <a:gd name="T175" fmla="*/ 0 60000 65536"/>
                    <a:gd name="T176" fmla="*/ 0 60000 65536"/>
                    <a:gd name="T177" fmla="*/ 0 60000 65536"/>
                    <a:gd name="T178" fmla="*/ 0 60000 65536"/>
                    <a:gd name="T179" fmla="*/ 0 60000 65536"/>
                    <a:gd name="T180" fmla="*/ 0 60000 65536"/>
                    <a:gd name="T181" fmla="*/ 0 60000 65536"/>
                    <a:gd name="T182" fmla="*/ 0 60000 65536"/>
                    <a:gd name="T183" fmla="*/ 0 w 282"/>
                    <a:gd name="T184" fmla="*/ 0 h 253"/>
                    <a:gd name="T185" fmla="*/ 282 w 282"/>
                    <a:gd name="T186" fmla="*/ 253 h 253"/>
                  </a:gdLst>
                  <a:ahLst/>
                  <a:cxnLst>
                    <a:cxn ang="T122">
                      <a:pos x="T0" y="T1"/>
                    </a:cxn>
                    <a:cxn ang="T123">
                      <a:pos x="T2" y="T3"/>
                    </a:cxn>
                    <a:cxn ang="T124">
                      <a:pos x="T4" y="T5"/>
                    </a:cxn>
                    <a:cxn ang="T125">
                      <a:pos x="T6" y="T7"/>
                    </a:cxn>
                    <a:cxn ang="T126">
                      <a:pos x="T8" y="T9"/>
                    </a:cxn>
                    <a:cxn ang="T127">
                      <a:pos x="T10" y="T11"/>
                    </a:cxn>
                    <a:cxn ang="T128">
                      <a:pos x="T12" y="T13"/>
                    </a:cxn>
                    <a:cxn ang="T129">
                      <a:pos x="T14" y="T15"/>
                    </a:cxn>
                    <a:cxn ang="T130">
                      <a:pos x="T16" y="T17"/>
                    </a:cxn>
                    <a:cxn ang="T131">
                      <a:pos x="T18" y="T19"/>
                    </a:cxn>
                    <a:cxn ang="T132">
                      <a:pos x="T20" y="T21"/>
                    </a:cxn>
                    <a:cxn ang="T133">
                      <a:pos x="T22" y="T23"/>
                    </a:cxn>
                    <a:cxn ang="T134">
                      <a:pos x="T24" y="T25"/>
                    </a:cxn>
                    <a:cxn ang="T135">
                      <a:pos x="T26" y="T27"/>
                    </a:cxn>
                    <a:cxn ang="T136">
                      <a:pos x="T28" y="T29"/>
                    </a:cxn>
                    <a:cxn ang="T137">
                      <a:pos x="T30" y="T31"/>
                    </a:cxn>
                    <a:cxn ang="T138">
                      <a:pos x="T32" y="T33"/>
                    </a:cxn>
                    <a:cxn ang="T139">
                      <a:pos x="T34" y="T35"/>
                    </a:cxn>
                    <a:cxn ang="T140">
                      <a:pos x="T36" y="T37"/>
                    </a:cxn>
                    <a:cxn ang="T141">
                      <a:pos x="T38" y="T39"/>
                    </a:cxn>
                    <a:cxn ang="T142">
                      <a:pos x="T40" y="T41"/>
                    </a:cxn>
                    <a:cxn ang="T143">
                      <a:pos x="T42" y="T43"/>
                    </a:cxn>
                    <a:cxn ang="T144">
                      <a:pos x="T44" y="T45"/>
                    </a:cxn>
                    <a:cxn ang="T145">
                      <a:pos x="T46" y="T47"/>
                    </a:cxn>
                    <a:cxn ang="T146">
                      <a:pos x="T48" y="T49"/>
                    </a:cxn>
                    <a:cxn ang="T147">
                      <a:pos x="T50" y="T51"/>
                    </a:cxn>
                    <a:cxn ang="T148">
                      <a:pos x="T52" y="T53"/>
                    </a:cxn>
                    <a:cxn ang="T149">
                      <a:pos x="T54" y="T55"/>
                    </a:cxn>
                    <a:cxn ang="T150">
                      <a:pos x="T56" y="T57"/>
                    </a:cxn>
                    <a:cxn ang="T151">
                      <a:pos x="T58" y="T59"/>
                    </a:cxn>
                    <a:cxn ang="T152">
                      <a:pos x="T60" y="T61"/>
                    </a:cxn>
                    <a:cxn ang="T153">
                      <a:pos x="T62" y="T63"/>
                    </a:cxn>
                    <a:cxn ang="T154">
                      <a:pos x="T64" y="T65"/>
                    </a:cxn>
                    <a:cxn ang="T155">
                      <a:pos x="T66" y="T67"/>
                    </a:cxn>
                    <a:cxn ang="T156">
                      <a:pos x="T68" y="T69"/>
                    </a:cxn>
                    <a:cxn ang="T157">
                      <a:pos x="T70" y="T71"/>
                    </a:cxn>
                    <a:cxn ang="T158">
                      <a:pos x="T72" y="T73"/>
                    </a:cxn>
                    <a:cxn ang="T159">
                      <a:pos x="T74" y="T75"/>
                    </a:cxn>
                    <a:cxn ang="T160">
                      <a:pos x="T76" y="T77"/>
                    </a:cxn>
                    <a:cxn ang="T161">
                      <a:pos x="T78" y="T79"/>
                    </a:cxn>
                    <a:cxn ang="T162">
                      <a:pos x="T80" y="T81"/>
                    </a:cxn>
                    <a:cxn ang="T163">
                      <a:pos x="T82" y="T83"/>
                    </a:cxn>
                    <a:cxn ang="T164">
                      <a:pos x="T84" y="T85"/>
                    </a:cxn>
                    <a:cxn ang="T165">
                      <a:pos x="T86" y="T87"/>
                    </a:cxn>
                    <a:cxn ang="T166">
                      <a:pos x="T88" y="T89"/>
                    </a:cxn>
                    <a:cxn ang="T167">
                      <a:pos x="T90" y="T91"/>
                    </a:cxn>
                    <a:cxn ang="T168">
                      <a:pos x="T92" y="T93"/>
                    </a:cxn>
                    <a:cxn ang="T169">
                      <a:pos x="T94" y="T95"/>
                    </a:cxn>
                    <a:cxn ang="T170">
                      <a:pos x="T96" y="T97"/>
                    </a:cxn>
                    <a:cxn ang="T171">
                      <a:pos x="T98" y="T99"/>
                    </a:cxn>
                    <a:cxn ang="T172">
                      <a:pos x="T100" y="T101"/>
                    </a:cxn>
                    <a:cxn ang="T173">
                      <a:pos x="T102" y="T103"/>
                    </a:cxn>
                    <a:cxn ang="T174">
                      <a:pos x="T104" y="T105"/>
                    </a:cxn>
                    <a:cxn ang="T175">
                      <a:pos x="T106" y="T107"/>
                    </a:cxn>
                    <a:cxn ang="T176">
                      <a:pos x="T108" y="T109"/>
                    </a:cxn>
                    <a:cxn ang="T177">
                      <a:pos x="T110" y="T111"/>
                    </a:cxn>
                    <a:cxn ang="T178">
                      <a:pos x="T112" y="T113"/>
                    </a:cxn>
                    <a:cxn ang="T179">
                      <a:pos x="T114" y="T115"/>
                    </a:cxn>
                    <a:cxn ang="T180">
                      <a:pos x="T116" y="T117"/>
                    </a:cxn>
                    <a:cxn ang="T181">
                      <a:pos x="T118" y="T119"/>
                    </a:cxn>
                    <a:cxn ang="T182">
                      <a:pos x="T120" y="T121"/>
                    </a:cxn>
                  </a:cxnLst>
                  <a:rect l="T183" t="T184" r="T185" b="T186"/>
                  <a:pathLst>
                    <a:path w="282" h="253">
                      <a:moveTo>
                        <a:pt x="235" y="78"/>
                      </a:moveTo>
                      <a:lnTo>
                        <a:pt x="248" y="92"/>
                      </a:lnTo>
                      <a:lnTo>
                        <a:pt x="255" y="108"/>
                      </a:lnTo>
                      <a:lnTo>
                        <a:pt x="259" y="125"/>
                      </a:lnTo>
                      <a:lnTo>
                        <a:pt x="259" y="144"/>
                      </a:lnTo>
                      <a:lnTo>
                        <a:pt x="257" y="159"/>
                      </a:lnTo>
                      <a:lnTo>
                        <a:pt x="252" y="171"/>
                      </a:lnTo>
                      <a:lnTo>
                        <a:pt x="244" y="184"/>
                      </a:lnTo>
                      <a:lnTo>
                        <a:pt x="236" y="194"/>
                      </a:lnTo>
                      <a:lnTo>
                        <a:pt x="225" y="206"/>
                      </a:lnTo>
                      <a:lnTo>
                        <a:pt x="215" y="215"/>
                      </a:lnTo>
                      <a:lnTo>
                        <a:pt x="204" y="225"/>
                      </a:lnTo>
                      <a:lnTo>
                        <a:pt x="194" y="236"/>
                      </a:lnTo>
                      <a:lnTo>
                        <a:pt x="191" y="239"/>
                      </a:lnTo>
                      <a:lnTo>
                        <a:pt x="190" y="242"/>
                      </a:lnTo>
                      <a:lnTo>
                        <a:pt x="191" y="246"/>
                      </a:lnTo>
                      <a:lnTo>
                        <a:pt x="194" y="249"/>
                      </a:lnTo>
                      <a:lnTo>
                        <a:pt x="197" y="252"/>
                      </a:lnTo>
                      <a:lnTo>
                        <a:pt x="201" y="253"/>
                      </a:lnTo>
                      <a:lnTo>
                        <a:pt x="205" y="252"/>
                      </a:lnTo>
                      <a:lnTo>
                        <a:pt x="209" y="249"/>
                      </a:lnTo>
                      <a:lnTo>
                        <a:pt x="232" y="234"/>
                      </a:lnTo>
                      <a:lnTo>
                        <a:pt x="251" y="215"/>
                      </a:lnTo>
                      <a:lnTo>
                        <a:pt x="267" y="192"/>
                      </a:lnTo>
                      <a:lnTo>
                        <a:pt x="278" y="168"/>
                      </a:lnTo>
                      <a:lnTo>
                        <a:pt x="282" y="141"/>
                      </a:lnTo>
                      <a:lnTo>
                        <a:pt x="279" y="116"/>
                      </a:lnTo>
                      <a:lnTo>
                        <a:pt x="270" y="92"/>
                      </a:lnTo>
                      <a:lnTo>
                        <a:pt x="251" y="70"/>
                      </a:lnTo>
                      <a:lnTo>
                        <a:pt x="237" y="59"/>
                      </a:lnTo>
                      <a:lnTo>
                        <a:pt x="221" y="48"/>
                      </a:lnTo>
                      <a:lnTo>
                        <a:pt x="202" y="39"/>
                      </a:lnTo>
                      <a:lnTo>
                        <a:pt x="183" y="31"/>
                      </a:lnTo>
                      <a:lnTo>
                        <a:pt x="163" y="24"/>
                      </a:lnTo>
                      <a:lnTo>
                        <a:pt x="142" y="18"/>
                      </a:lnTo>
                      <a:lnTo>
                        <a:pt x="122" y="13"/>
                      </a:lnTo>
                      <a:lnTo>
                        <a:pt x="101" y="8"/>
                      </a:lnTo>
                      <a:lnTo>
                        <a:pt x="82" y="5"/>
                      </a:lnTo>
                      <a:lnTo>
                        <a:pt x="63" y="2"/>
                      </a:lnTo>
                      <a:lnTo>
                        <a:pt x="47" y="0"/>
                      </a:lnTo>
                      <a:lnTo>
                        <a:pt x="32" y="0"/>
                      </a:lnTo>
                      <a:lnTo>
                        <a:pt x="19" y="0"/>
                      </a:lnTo>
                      <a:lnTo>
                        <a:pt x="10" y="1"/>
                      </a:lnTo>
                      <a:lnTo>
                        <a:pt x="4" y="4"/>
                      </a:lnTo>
                      <a:lnTo>
                        <a:pt x="0" y="6"/>
                      </a:lnTo>
                      <a:lnTo>
                        <a:pt x="12" y="8"/>
                      </a:lnTo>
                      <a:lnTo>
                        <a:pt x="25" y="9"/>
                      </a:lnTo>
                      <a:lnTo>
                        <a:pt x="38" y="12"/>
                      </a:lnTo>
                      <a:lnTo>
                        <a:pt x="52" y="14"/>
                      </a:lnTo>
                      <a:lnTo>
                        <a:pt x="67" y="16"/>
                      </a:lnTo>
                      <a:lnTo>
                        <a:pt x="82" y="18"/>
                      </a:lnTo>
                      <a:lnTo>
                        <a:pt x="97" y="22"/>
                      </a:lnTo>
                      <a:lnTo>
                        <a:pt x="114" y="25"/>
                      </a:lnTo>
                      <a:lnTo>
                        <a:pt x="129" y="30"/>
                      </a:lnTo>
                      <a:lnTo>
                        <a:pt x="146" y="35"/>
                      </a:lnTo>
                      <a:lnTo>
                        <a:pt x="162" y="40"/>
                      </a:lnTo>
                      <a:lnTo>
                        <a:pt x="177" y="46"/>
                      </a:lnTo>
                      <a:lnTo>
                        <a:pt x="192" y="53"/>
                      </a:lnTo>
                      <a:lnTo>
                        <a:pt x="208" y="60"/>
                      </a:lnTo>
                      <a:lnTo>
                        <a:pt x="222" y="69"/>
                      </a:lnTo>
                      <a:lnTo>
                        <a:pt x="235" y="7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4703" name="Freeform 763">
                  <a:extLst>
                    <a:ext uri="{FF2B5EF4-FFF2-40B4-BE49-F238E27FC236}">
                      <a16:creationId xmlns:a16="http://schemas.microsoft.com/office/drawing/2014/main" id="{64C37ECD-4F11-4A65-AA4C-0136827A340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30" y="2680"/>
                  <a:ext cx="40" cy="54"/>
                </a:xfrm>
                <a:custGeom>
                  <a:avLst/>
                  <a:gdLst>
                    <a:gd name="T0" fmla="*/ 0 w 115"/>
                    <a:gd name="T1" fmla="*/ 0 h 236"/>
                    <a:gd name="T2" fmla="*/ 0 w 115"/>
                    <a:gd name="T3" fmla="*/ 0 h 236"/>
                    <a:gd name="T4" fmla="*/ 0 w 115"/>
                    <a:gd name="T5" fmla="*/ 0 h 236"/>
                    <a:gd name="T6" fmla="*/ 0 w 115"/>
                    <a:gd name="T7" fmla="*/ 0 h 236"/>
                    <a:gd name="T8" fmla="*/ 0 w 115"/>
                    <a:gd name="T9" fmla="*/ 0 h 236"/>
                    <a:gd name="T10" fmla="*/ 0 w 115"/>
                    <a:gd name="T11" fmla="*/ 0 h 236"/>
                    <a:gd name="T12" fmla="*/ 0 w 115"/>
                    <a:gd name="T13" fmla="*/ 0 h 236"/>
                    <a:gd name="T14" fmla="*/ 0 w 115"/>
                    <a:gd name="T15" fmla="*/ 0 h 236"/>
                    <a:gd name="T16" fmla="*/ 0 w 115"/>
                    <a:gd name="T17" fmla="*/ 0 h 236"/>
                    <a:gd name="T18" fmla="*/ 0 w 115"/>
                    <a:gd name="T19" fmla="*/ 0 h 236"/>
                    <a:gd name="T20" fmla="*/ 0 w 115"/>
                    <a:gd name="T21" fmla="*/ 0 h 236"/>
                    <a:gd name="T22" fmla="*/ 0 w 115"/>
                    <a:gd name="T23" fmla="*/ 0 h 236"/>
                    <a:gd name="T24" fmla="*/ 0 w 115"/>
                    <a:gd name="T25" fmla="*/ 0 h 236"/>
                    <a:gd name="T26" fmla="*/ 0 w 115"/>
                    <a:gd name="T27" fmla="*/ 0 h 236"/>
                    <a:gd name="T28" fmla="*/ 0 w 115"/>
                    <a:gd name="T29" fmla="*/ 0 h 236"/>
                    <a:gd name="T30" fmla="*/ 0 w 115"/>
                    <a:gd name="T31" fmla="*/ 0 h 236"/>
                    <a:gd name="T32" fmla="*/ 0 w 115"/>
                    <a:gd name="T33" fmla="*/ 0 h 236"/>
                    <a:gd name="T34" fmla="*/ 0 w 115"/>
                    <a:gd name="T35" fmla="*/ 0 h 236"/>
                    <a:gd name="T36" fmla="*/ 0 w 115"/>
                    <a:gd name="T37" fmla="*/ 0 h 236"/>
                    <a:gd name="T38" fmla="*/ 0 w 115"/>
                    <a:gd name="T39" fmla="*/ 0 h 236"/>
                    <a:gd name="T40" fmla="*/ 0 w 115"/>
                    <a:gd name="T41" fmla="*/ 0 h 236"/>
                    <a:gd name="T42" fmla="*/ 0 w 115"/>
                    <a:gd name="T43" fmla="*/ 0 h 236"/>
                    <a:gd name="T44" fmla="*/ 0 w 115"/>
                    <a:gd name="T45" fmla="*/ 0 h 236"/>
                    <a:gd name="T46" fmla="*/ 0 w 115"/>
                    <a:gd name="T47" fmla="*/ 0 h 236"/>
                    <a:gd name="T48" fmla="*/ 0 w 115"/>
                    <a:gd name="T49" fmla="*/ 0 h 236"/>
                    <a:gd name="T50" fmla="*/ 0 w 115"/>
                    <a:gd name="T51" fmla="*/ 0 h 236"/>
                    <a:gd name="T52" fmla="*/ 0 w 115"/>
                    <a:gd name="T53" fmla="*/ 0 h 236"/>
                    <a:gd name="T54" fmla="*/ 0 w 115"/>
                    <a:gd name="T55" fmla="*/ 0 h 236"/>
                    <a:gd name="T56" fmla="*/ 0 w 115"/>
                    <a:gd name="T57" fmla="*/ 0 h 236"/>
                    <a:gd name="T58" fmla="*/ 0 w 115"/>
                    <a:gd name="T59" fmla="*/ 0 h 236"/>
                    <a:gd name="T60" fmla="*/ 0 w 115"/>
                    <a:gd name="T61" fmla="*/ 0 h 236"/>
                    <a:gd name="T62" fmla="*/ 0 w 115"/>
                    <a:gd name="T63" fmla="*/ 0 h 236"/>
                    <a:gd name="T64" fmla="*/ 0 w 115"/>
                    <a:gd name="T65" fmla="*/ 0 h 236"/>
                    <a:gd name="T66" fmla="*/ 0 w 115"/>
                    <a:gd name="T67" fmla="*/ 0 h 236"/>
                    <a:gd name="T68" fmla="*/ 0 w 115"/>
                    <a:gd name="T69" fmla="*/ 0 h 236"/>
                    <a:gd name="T70" fmla="*/ 0 w 115"/>
                    <a:gd name="T71" fmla="*/ 0 h 236"/>
                    <a:gd name="T72" fmla="*/ 0 w 115"/>
                    <a:gd name="T73" fmla="*/ 0 h 236"/>
                    <a:gd name="T74" fmla="*/ 0 w 115"/>
                    <a:gd name="T75" fmla="*/ 0 h 236"/>
                    <a:gd name="T76" fmla="*/ 0 w 115"/>
                    <a:gd name="T77" fmla="*/ 0 h 236"/>
                    <a:gd name="T78" fmla="*/ 0 w 115"/>
                    <a:gd name="T79" fmla="*/ 0 h 236"/>
                    <a:gd name="T80" fmla="*/ 0 w 115"/>
                    <a:gd name="T81" fmla="*/ 0 h 236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w 115"/>
                    <a:gd name="T124" fmla="*/ 0 h 236"/>
                    <a:gd name="T125" fmla="*/ 115 w 115"/>
                    <a:gd name="T126" fmla="*/ 236 h 236"/>
                  </a:gdLst>
                  <a:ahLst/>
                  <a:cxnLst>
                    <a:cxn ang="T82">
                      <a:pos x="T0" y="T1"/>
                    </a:cxn>
                    <a:cxn ang="T83">
                      <a:pos x="T2" y="T3"/>
                    </a:cxn>
                    <a:cxn ang="T84">
                      <a:pos x="T4" y="T5"/>
                    </a:cxn>
                    <a:cxn ang="T85">
                      <a:pos x="T6" y="T7"/>
                    </a:cxn>
                    <a:cxn ang="T86">
                      <a:pos x="T8" y="T9"/>
                    </a:cxn>
                    <a:cxn ang="T87">
                      <a:pos x="T10" y="T11"/>
                    </a:cxn>
                    <a:cxn ang="T88">
                      <a:pos x="T12" y="T13"/>
                    </a:cxn>
                    <a:cxn ang="T89">
                      <a:pos x="T14" y="T15"/>
                    </a:cxn>
                    <a:cxn ang="T90">
                      <a:pos x="T16" y="T17"/>
                    </a:cxn>
                    <a:cxn ang="T91">
                      <a:pos x="T18" y="T19"/>
                    </a:cxn>
                    <a:cxn ang="T92">
                      <a:pos x="T20" y="T21"/>
                    </a:cxn>
                    <a:cxn ang="T93">
                      <a:pos x="T22" y="T23"/>
                    </a:cxn>
                    <a:cxn ang="T94">
                      <a:pos x="T24" y="T25"/>
                    </a:cxn>
                    <a:cxn ang="T95">
                      <a:pos x="T26" y="T27"/>
                    </a:cxn>
                    <a:cxn ang="T96">
                      <a:pos x="T28" y="T29"/>
                    </a:cxn>
                    <a:cxn ang="T97">
                      <a:pos x="T30" y="T31"/>
                    </a:cxn>
                    <a:cxn ang="T98">
                      <a:pos x="T32" y="T33"/>
                    </a:cxn>
                    <a:cxn ang="T99">
                      <a:pos x="T34" y="T35"/>
                    </a:cxn>
                    <a:cxn ang="T100">
                      <a:pos x="T36" y="T37"/>
                    </a:cxn>
                    <a:cxn ang="T101">
                      <a:pos x="T38" y="T39"/>
                    </a:cxn>
                    <a:cxn ang="T102">
                      <a:pos x="T40" y="T41"/>
                    </a:cxn>
                    <a:cxn ang="T103">
                      <a:pos x="T42" y="T43"/>
                    </a:cxn>
                    <a:cxn ang="T104">
                      <a:pos x="T44" y="T45"/>
                    </a:cxn>
                    <a:cxn ang="T105">
                      <a:pos x="T46" y="T47"/>
                    </a:cxn>
                    <a:cxn ang="T106">
                      <a:pos x="T48" y="T49"/>
                    </a:cxn>
                    <a:cxn ang="T107">
                      <a:pos x="T50" y="T51"/>
                    </a:cxn>
                    <a:cxn ang="T108">
                      <a:pos x="T52" y="T53"/>
                    </a:cxn>
                    <a:cxn ang="T109">
                      <a:pos x="T54" y="T55"/>
                    </a:cxn>
                    <a:cxn ang="T110">
                      <a:pos x="T56" y="T57"/>
                    </a:cxn>
                    <a:cxn ang="T111">
                      <a:pos x="T58" y="T59"/>
                    </a:cxn>
                    <a:cxn ang="T112">
                      <a:pos x="T60" y="T61"/>
                    </a:cxn>
                    <a:cxn ang="T113">
                      <a:pos x="T62" y="T63"/>
                    </a:cxn>
                    <a:cxn ang="T114">
                      <a:pos x="T64" y="T65"/>
                    </a:cxn>
                    <a:cxn ang="T115">
                      <a:pos x="T66" y="T67"/>
                    </a:cxn>
                    <a:cxn ang="T116">
                      <a:pos x="T68" y="T69"/>
                    </a:cxn>
                    <a:cxn ang="T117">
                      <a:pos x="T70" y="T71"/>
                    </a:cxn>
                    <a:cxn ang="T118">
                      <a:pos x="T72" y="T73"/>
                    </a:cxn>
                    <a:cxn ang="T119">
                      <a:pos x="T74" y="T75"/>
                    </a:cxn>
                    <a:cxn ang="T120">
                      <a:pos x="T76" y="T77"/>
                    </a:cxn>
                    <a:cxn ang="T121">
                      <a:pos x="T78" y="T79"/>
                    </a:cxn>
                    <a:cxn ang="T122">
                      <a:pos x="T80" y="T81"/>
                    </a:cxn>
                  </a:cxnLst>
                  <a:rect l="T123" t="T124" r="T125" b="T126"/>
                  <a:pathLst>
                    <a:path w="115" h="236">
                      <a:moveTo>
                        <a:pt x="0" y="128"/>
                      </a:moveTo>
                      <a:lnTo>
                        <a:pt x="0" y="148"/>
                      </a:lnTo>
                      <a:lnTo>
                        <a:pt x="5" y="166"/>
                      </a:lnTo>
                      <a:lnTo>
                        <a:pt x="13" y="184"/>
                      </a:lnTo>
                      <a:lnTo>
                        <a:pt x="24" y="198"/>
                      </a:lnTo>
                      <a:lnTo>
                        <a:pt x="39" y="211"/>
                      </a:lnTo>
                      <a:lnTo>
                        <a:pt x="55" y="223"/>
                      </a:lnTo>
                      <a:lnTo>
                        <a:pt x="74" y="231"/>
                      </a:lnTo>
                      <a:lnTo>
                        <a:pt x="92" y="235"/>
                      </a:lnTo>
                      <a:lnTo>
                        <a:pt x="98" y="236"/>
                      </a:lnTo>
                      <a:lnTo>
                        <a:pt x="104" y="234"/>
                      </a:lnTo>
                      <a:lnTo>
                        <a:pt x="109" y="231"/>
                      </a:lnTo>
                      <a:lnTo>
                        <a:pt x="111" y="226"/>
                      </a:lnTo>
                      <a:lnTo>
                        <a:pt x="111" y="220"/>
                      </a:lnTo>
                      <a:lnTo>
                        <a:pt x="110" y="215"/>
                      </a:lnTo>
                      <a:lnTo>
                        <a:pt x="107" y="210"/>
                      </a:lnTo>
                      <a:lnTo>
                        <a:pt x="101" y="208"/>
                      </a:lnTo>
                      <a:lnTo>
                        <a:pt x="82" y="201"/>
                      </a:lnTo>
                      <a:lnTo>
                        <a:pt x="64" y="192"/>
                      </a:lnTo>
                      <a:lnTo>
                        <a:pt x="50" y="179"/>
                      </a:lnTo>
                      <a:lnTo>
                        <a:pt x="40" y="165"/>
                      </a:lnTo>
                      <a:lnTo>
                        <a:pt x="33" y="148"/>
                      </a:lnTo>
                      <a:lnTo>
                        <a:pt x="29" y="130"/>
                      </a:lnTo>
                      <a:lnTo>
                        <a:pt x="29" y="110"/>
                      </a:lnTo>
                      <a:lnTo>
                        <a:pt x="35" y="89"/>
                      </a:lnTo>
                      <a:lnTo>
                        <a:pt x="43" y="74"/>
                      </a:lnTo>
                      <a:lnTo>
                        <a:pt x="56" y="60"/>
                      </a:lnTo>
                      <a:lnTo>
                        <a:pt x="70" y="46"/>
                      </a:lnTo>
                      <a:lnTo>
                        <a:pt x="85" y="33"/>
                      </a:lnTo>
                      <a:lnTo>
                        <a:pt x="98" y="23"/>
                      </a:lnTo>
                      <a:lnTo>
                        <a:pt x="109" y="12"/>
                      </a:lnTo>
                      <a:lnTo>
                        <a:pt x="115" y="6"/>
                      </a:lnTo>
                      <a:lnTo>
                        <a:pt x="115" y="0"/>
                      </a:lnTo>
                      <a:lnTo>
                        <a:pt x="102" y="4"/>
                      </a:lnTo>
                      <a:lnTo>
                        <a:pt x="85" y="12"/>
                      </a:lnTo>
                      <a:lnTo>
                        <a:pt x="68" y="26"/>
                      </a:lnTo>
                      <a:lnTo>
                        <a:pt x="49" y="42"/>
                      </a:lnTo>
                      <a:lnTo>
                        <a:pt x="32" y="61"/>
                      </a:lnTo>
                      <a:lnTo>
                        <a:pt x="17" y="82"/>
                      </a:lnTo>
                      <a:lnTo>
                        <a:pt x="6" y="105"/>
                      </a:lnTo>
                      <a:lnTo>
                        <a:pt x="0" y="1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4704" name="Freeform 764">
                  <a:extLst>
                    <a:ext uri="{FF2B5EF4-FFF2-40B4-BE49-F238E27FC236}">
                      <a16:creationId xmlns:a16="http://schemas.microsoft.com/office/drawing/2014/main" id="{01D508A3-9CC8-497E-8986-24D8E061053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11" y="2643"/>
                  <a:ext cx="87" cy="73"/>
                </a:xfrm>
                <a:custGeom>
                  <a:avLst/>
                  <a:gdLst>
                    <a:gd name="T0" fmla="*/ 0 w 245"/>
                    <a:gd name="T1" fmla="*/ 0 h 310"/>
                    <a:gd name="T2" fmla="*/ 0 w 245"/>
                    <a:gd name="T3" fmla="*/ 0 h 310"/>
                    <a:gd name="T4" fmla="*/ 0 w 245"/>
                    <a:gd name="T5" fmla="*/ 0 h 310"/>
                    <a:gd name="T6" fmla="*/ 0 w 245"/>
                    <a:gd name="T7" fmla="*/ 0 h 310"/>
                    <a:gd name="T8" fmla="*/ 0 w 245"/>
                    <a:gd name="T9" fmla="*/ 0 h 310"/>
                    <a:gd name="T10" fmla="*/ 0 w 245"/>
                    <a:gd name="T11" fmla="*/ 0 h 310"/>
                    <a:gd name="T12" fmla="*/ 0 w 245"/>
                    <a:gd name="T13" fmla="*/ 0 h 310"/>
                    <a:gd name="T14" fmla="*/ 0 w 245"/>
                    <a:gd name="T15" fmla="*/ 0 h 310"/>
                    <a:gd name="T16" fmla="*/ 0 w 245"/>
                    <a:gd name="T17" fmla="*/ 0 h 310"/>
                    <a:gd name="T18" fmla="*/ 0 w 245"/>
                    <a:gd name="T19" fmla="*/ 0 h 310"/>
                    <a:gd name="T20" fmla="*/ 0 w 245"/>
                    <a:gd name="T21" fmla="*/ 0 h 310"/>
                    <a:gd name="T22" fmla="*/ 0 w 245"/>
                    <a:gd name="T23" fmla="*/ 0 h 310"/>
                    <a:gd name="T24" fmla="*/ 0 w 245"/>
                    <a:gd name="T25" fmla="*/ 0 h 310"/>
                    <a:gd name="T26" fmla="*/ 0 w 245"/>
                    <a:gd name="T27" fmla="*/ 0 h 310"/>
                    <a:gd name="T28" fmla="*/ 0 w 245"/>
                    <a:gd name="T29" fmla="*/ 0 h 310"/>
                    <a:gd name="T30" fmla="*/ 0 w 245"/>
                    <a:gd name="T31" fmla="*/ 0 h 310"/>
                    <a:gd name="T32" fmla="*/ 0 w 245"/>
                    <a:gd name="T33" fmla="*/ 0 h 310"/>
                    <a:gd name="T34" fmla="*/ 0 w 245"/>
                    <a:gd name="T35" fmla="*/ 0 h 310"/>
                    <a:gd name="T36" fmla="*/ 0 w 245"/>
                    <a:gd name="T37" fmla="*/ 0 h 310"/>
                    <a:gd name="T38" fmla="*/ 0 w 245"/>
                    <a:gd name="T39" fmla="*/ 0 h 310"/>
                    <a:gd name="T40" fmla="*/ 0 w 245"/>
                    <a:gd name="T41" fmla="*/ 0 h 310"/>
                    <a:gd name="T42" fmla="*/ 0 w 245"/>
                    <a:gd name="T43" fmla="*/ 0 h 310"/>
                    <a:gd name="T44" fmla="*/ 0 w 245"/>
                    <a:gd name="T45" fmla="*/ 0 h 310"/>
                    <a:gd name="T46" fmla="*/ 0 w 245"/>
                    <a:gd name="T47" fmla="*/ 0 h 310"/>
                    <a:gd name="T48" fmla="*/ 0 w 245"/>
                    <a:gd name="T49" fmla="*/ 0 h 310"/>
                    <a:gd name="T50" fmla="*/ 0 w 245"/>
                    <a:gd name="T51" fmla="*/ 0 h 310"/>
                    <a:gd name="T52" fmla="*/ 0 w 245"/>
                    <a:gd name="T53" fmla="*/ 0 h 310"/>
                    <a:gd name="T54" fmla="*/ 0 w 245"/>
                    <a:gd name="T55" fmla="*/ 0 h 310"/>
                    <a:gd name="T56" fmla="*/ 0 w 245"/>
                    <a:gd name="T57" fmla="*/ 0 h 310"/>
                    <a:gd name="T58" fmla="*/ 0 w 245"/>
                    <a:gd name="T59" fmla="*/ 0 h 310"/>
                    <a:gd name="T60" fmla="*/ 0 w 245"/>
                    <a:gd name="T61" fmla="*/ 0 h 310"/>
                    <a:gd name="T62" fmla="*/ 0 w 245"/>
                    <a:gd name="T63" fmla="*/ 0 h 310"/>
                    <a:gd name="T64" fmla="*/ 0 w 245"/>
                    <a:gd name="T65" fmla="*/ 0 h 310"/>
                    <a:gd name="T66" fmla="*/ 0 w 245"/>
                    <a:gd name="T67" fmla="*/ 0 h 310"/>
                    <a:gd name="T68" fmla="*/ 0 w 245"/>
                    <a:gd name="T69" fmla="*/ 0 h 310"/>
                    <a:gd name="T70" fmla="*/ 0 w 245"/>
                    <a:gd name="T71" fmla="*/ 0 h 310"/>
                    <a:gd name="T72" fmla="*/ 0 w 245"/>
                    <a:gd name="T73" fmla="*/ 0 h 310"/>
                    <a:gd name="T74" fmla="*/ 0 w 245"/>
                    <a:gd name="T75" fmla="*/ 0 h 310"/>
                    <a:gd name="T76" fmla="*/ 0 60000 65536"/>
                    <a:gd name="T77" fmla="*/ 0 60000 65536"/>
                    <a:gd name="T78" fmla="*/ 0 60000 65536"/>
                    <a:gd name="T79" fmla="*/ 0 60000 65536"/>
                    <a:gd name="T80" fmla="*/ 0 60000 65536"/>
                    <a:gd name="T81" fmla="*/ 0 60000 65536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w 245"/>
                    <a:gd name="T115" fmla="*/ 0 h 310"/>
                    <a:gd name="T116" fmla="*/ 245 w 245"/>
                    <a:gd name="T117" fmla="*/ 310 h 310"/>
                  </a:gdLst>
                  <a:ahLst/>
                  <a:cxnLst>
                    <a:cxn ang="T76">
                      <a:pos x="T0" y="T1"/>
                    </a:cxn>
                    <a:cxn ang="T77">
                      <a:pos x="T2" y="T3"/>
                    </a:cxn>
                    <a:cxn ang="T78">
                      <a:pos x="T4" y="T5"/>
                    </a:cxn>
                    <a:cxn ang="T79">
                      <a:pos x="T6" y="T7"/>
                    </a:cxn>
                    <a:cxn ang="T80">
                      <a:pos x="T8" y="T9"/>
                    </a:cxn>
                    <a:cxn ang="T81">
                      <a:pos x="T10" y="T11"/>
                    </a:cxn>
                    <a:cxn ang="T82">
                      <a:pos x="T12" y="T13"/>
                    </a:cxn>
                    <a:cxn ang="T83">
                      <a:pos x="T14" y="T15"/>
                    </a:cxn>
                    <a:cxn ang="T84">
                      <a:pos x="T16" y="T17"/>
                    </a:cxn>
                    <a:cxn ang="T85">
                      <a:pos x="T18" y="T19"/>
                    </a:cxn>
                    <a:cxn ang="T86">
                      <a:pos x="T20" y="T21"/>
                    </a:cxn>
                    <a:cxn ang="T87">
                      <a:pos x="T22" y="T23"/>
                    </a:cxn>
                    <a:cxn ang="T88">
                      <a:pos x="T24" y="T25"/>
                    </a:cxn>
                    <a:cxn ang="T89">
                      <a:pos x="T26" y="T27"/>
                    </a:cxn>
                    <a:cxn ang="T90">
                      <a:pos x="T28" y="T29"/>
                    </a:cxn>
                    <a:cxn ang="T91">
                      <a:pos x="T30" y="T31"/>
                    </a:cxn>
                    <a:cxn ang="T92">
                      <a:pos x="T32" y="T33"/>
                    </a:cxn>
                    <a:cxn ang="T93">
                      <a:pos x="T34" y="T35"/>
                    </a:cxn>
                    <a:cxn ang="T94">
                      <a:pos x="T36" y="T37"/>
                    </a:cxn>
                    <a:cxn ang="T95">
                      <a:pos x="T38" y="T39"/>
                    </a:cxn>
                    <a:cxn ang="T96">
                      <a:pos x="T40" y="T41"/>
                    </a:cxn>
                    <a:cxn ang="T97">
                      <a:pos x="T42" y="T43"/>
                    </a:cxn>
                    <a:cxn ang="T98">
                      <a:pos x="T44" y="T45"/>
                    </a:cxn>
                    <a:cxn ang="T99">
                      <a:pos x="T46" y="T47"/>
                    </a:cxn>
                    <a:cxn ang="T100">
                      <a:pos x="T48" y="T49"/>
                    </a:cxn>
                    <a:cxn ang="T101">
                      <a:pos x="T50" y="T51"/>
                    </a:cxn>
                    <a:cxn ang="T102">
                      <a:pos x="T52" y="T53"/>
                    </a:cxn>
                    <a:cxn ang="T103">
                      <a:pos x="T54" y="T55"/>
                    </a:cxn>
                    <a:cxn ang="T104">
                      <a:pos x="T56" y="T57"/>
                    </a:cxn>
                    <a:cxn ang="T105">
                      <a:pos x="T58" y="T59"/>
                    </a:cxn>
                    <a:cxn ang="T106">
                      <a:pos x="T60" y="T61"/>
                    </a:cxn>
                    <a:cxn ang="T107">
                      <a:pos x="T62" y="T63"/>
                    </a:cxn>
                    <a:cxn ang="T108">
                      <a:pos x="T64" y="T65"/>
                    </a:cxn>
                    <a:cxn ang="T109">
                      <a:pos x="T66" y="T67"/>
                    </a:cxn>
                    <a:cxn ang="T110">
                      <a:pos x="T68" y="T69"/>
                    </a:cxn>
                    <a:cxn ang="T111">
                      <a:pos x="T70" y="T71"/>
                    </a:cxn>
                    <a:cxn ang="T112">
                      <a:pos x="T72" y="T73"/>
                    </a:cxn>
                    <a:cxn ang="T113">
                      <a:pos x="T74" y="T75"/>
                    </a:cxn>
                  </a:cxnLst>
                  <a:rect l="T114" t="T115" r="T116" b="T117"/>
                  <a:pathLst>
                    <a:path w="245" h="310">
                      <a:moveTo>
                        <a:pt x="200" y="116"/>
                      </a:moveTo>
                      <a:lnTo>
                        <a:pt x="208" y="124"/>
                      </a:lnTo>
                      <a:lnTo>
                        <a:pt x="214" y="133"/>
                      </a:lnTo>
                      <a:lnTo>
                        <a:pt x="220" y="144"/>
                      </a:lnTo>
                      <a:lnTo>
                        <a:pt x="223" y="154"/>
                      </a:lnTo>
                      <a:lnTo>
                        <a:pt x="226" y="164"/>
                      </a:lnTo>
                      <a:lnTo>
                        <a:pt x="224" y="176"/>
                      </a:lnTo>
                      <a:lnTo>
                        <a:pt x="222" y="187"/>
                      </a:lnTo>
                      <a:lnTo>
                        <a:pt x="216" y="198"/>
                      </a:lnTo>
                      <a:lnTo>
                        <a:pt x="208" y="209"/>
                      </a:lnTo>
                      <a:lnTo>
                        <a:pt x="199" y="219"/>
                      </a:lnTo>
                      <a:lnTo>
                        <a:pt x="188" y="229"/>
                      </a:lnTo>
                      <a:lnTo>
                        <a:pt x="177" y="238"/>
                      </a:lnTo>
                      <a:lnTo>
                        <a:pt x="166" y="246"/>
                      </a:lnTo>
                      <a:lnTo>
                        <a:pt x="154" y="255"/>
                      </a:lnTo>
                      <a:lnTo>
                        <a:pt x="142" y="264"/>
                      </a:lnTo>
                      <a:lnTo>
                        <a:pt x="132" y="275"/>
                      </a:lnTo>
                      <a:lnTo>
                        <a:pt x="128" y="278"/>
                      </a:lnTo>
                      <a:lnTo>
                        <a:pt x="126" y="283"/>
                      </a:lnTo>
                      <a:lnTo>
                        <a:pt x="124" y="287"/>
                      </a:lnTo>
                      <a:lnTo>
                        <a:pt x="121" y="292"/>
                      </a:lnTo>
                      <a:lnTo>
                        <a:pt x="120" y="296"/>
                      </a:lnTo>
                      <a:lnTo>
                        <a:pt x="120" y="301"/>
                      </a:lnTo>
                      <a:lnTo>
                        <a:pt x="122" y="306"/>
                      </a:lnTo>
                      <a:lnTo>
                        <a:pt x="126" y="309"/>
                      </a:lnTo>
                      <a:lnTo>
                        <a:pt x="131" y="310"/>
                      </a:lnTo>
                      <a:lnTo>
                        <a:pt x="135" y="310"/>
                      </a:lnTo>
                      <a:lnTo>
                        <a:pt x="139" y="309"/>
                      </a:lnTo>
                      <a:lnTo>
                        <a:pt x="142" y="306"/>
                      </a:lnTo>
                      <a:lnTo>
                        <a:pt x="154" y="292"/>
                      </a:lnTo>
                      <a:lnTo>
                        <a:pt x="167" y="280"/>
                      </a:lnTo>
                      <a:lnTo>
                        <a:pt x="180" y="269"/>
                      </a:lnTo>
                      <a:lnTo>
                        <a:pt x="194" y="257"/>
                      </a:lnTo>
                      <a:lnTo>
                        <a:pt x="207" y="246"/>
                      </a:lnTo>
                      <a:lnTo>
                        <a:pt x="220" y="233"/>
                      </a:lnTo>
                      <a:lnTo>
                        <a:pt x="230" y="219"/>
                      </a:lnTo>
                      <a:lnTo>
                        <a:pt x="238" y="204"/>
                      </a:lnTo>
                      <a:lnTo>
                        <a:pt x="244" y="186"/>
                      </a:lnTo>
                      <a:lnTo>
                        <a:pt x="245" y="169"/>
                      </a:lnTo>
                      <a:lnTo>
                        <a:pt x="243" y="152"/>
                      </a:lnTo>
                      <a:lnTo>
                        <a:pt x="237" y="134"/>
                      </a:lnTo>
                      <a:lnTo>
                        <a:pt x="228" y="119"/>
                      </a:lnTo>
                      <a:lnTo>
                        <a:pt x="217" y="105"/>
                      </a:lnTo>
                      <a:lnTo>
                        <a:pt x="203" y="93"/>
                      </a:lnTo>
                      <a:lnTo>
                        <a:pt x="188" y="83"/>
                      </a:lnTo>
                      <a:lnTo>
                        <a:pt x="176" y="76"/>
                      </a:lnTo>
                      <a:lnTo>
                        <a:pt x="163" y="69"/>
                      </a:lnTo>
                      <a:lnTo>
                        <a:pt x="151" y="61"/>
                      </a:lnTo>
                      <a:lnTo>
                        <a:pt x="136" y="54"/>
                      </a:lnTo>
                      <a:lnTo>
                        <a:pt x="122" y="46"/>
                      </a:lnTo>
                      <a:lnTo>
                        <a:pt x="107" y="39"/>
                      </a:lnTo>
                      <a:lnTo>
                        <a:pt x="93" y="31"/>
                      </a:lnTo>
                      <a:lnTo>
                        <a:pt x="79" y="24"/>
                      </a:lnTo>
                      <a:lnTo>
                        <a:pt x="66" y="18"/>
                      </a:lnTo>
                      <a:lnTo>
                        <a:pt x="53" y="13"/>
                      </a:lnTo>
                      <a:lnTo>
                        <a:pt x="40" y="8"/>
                      </a:lnTo>
                      <a:lnTo>
                        <a:pt x="30" y="5"/>
                      </a:lnTo>
                      <a:lnTo>
                        <a:pt x="20" y="1"/>
                      </a:lnTo>
                      <a:lnTo>
                        <a:pt x="12" y="0"/>
                      </a:lnTo>
                      <a:lnTo>
                        <a:pt x="5" y="0"/>
                      </a:lnTo>
                      <a:lnTo>
                        <a:pt x="0" y="2"/>
                      </a:lnTo>
                      <a:lnTo>
                        <a:pt x="11" y="8"/>
                      </a:lnTo>
                      <a:lnTo>
                        <a:pt x="23" y="14"/>
                      </a:lnTo>
                      <a:lnTo>
                        <a:pt x="36" y="20"/>
                      </a:lnTo>
                      <a:lnTo>
                        <a:pt x="47" y="25"/>
                      </a:lnTo>
                      <a:lnTo>
                        <a:pt x="60" y="31"/>
                      </a:lnTo>
                      <a:lnTo>
                        <a:pt x="73" y="37"/>
                      </a:lnTo>
                      <a:lnTo>
                        <a:pt x="86" y="44"/>
                      </a:lnTo>
                      <a:lnTo>
                        <a:pt x="99" y="51"/>
                      </a:lnTo>
                      <a:lnTo>
                        <a:pt x="113" y="57"/>
                      </a:lnTo>
                      <a:lnTo>
                        <a:pt x="126" y="64"/>
                      </a:lnTo>
                      <a:lnTo>
                        <a:pt x="139" y="71"/>
                      </a:lnTo>
                      <a:lnTo>
                        <a:pt x="152" y="79"/>
                      </a:lnTo>
                      <a:lnTo>
                        <a:pt x="165" y="88"/>
                      </a:lnTo>
                      <a:lnTo>
                        <a:pt x="176" y="96"/>
                      </a:lnTo>
                      <a:lnTo>
                        <a:pt x="188" y="106"/>
                      </a:lnTo>
                      <a:lnTo>
                        <a:pt x="200" y="11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pic>
            <p:nvPicPr>
              <p:cNvPr id="104692" name="Picture 765" descr="access_point_stylized_gray_small">
                <a:extLst>
                  <a:ext uri="{FF2B5EF4-FFF2-40B4-BE49-F238E27FC236}">
                    <a16:creationId xmlns:a16="http://schemas.microsoft.com/office/drawing/2014/main" id="{4EE78A23-D053-46CD-895B-84CACE46358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072" y="3642"/>
                <a:ext cx="430" cy="34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sp>
          <p:nvSpPr>
            <p:cNvPr id="104509" name="Line 766">
              <a:extLst>
                <a:ext uri="{FF2B5EF4-FFF2-40B4-BE49-F238E27FC236}">
                  <a16:creationId xmlns:a16="http://schemas.microsoft.com/office/drawing/2014/main" id="{1A9B38D6-B623-4038-ACB4-515C46B8B787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 flipV="1">
              <a:off x="5034" y="3427"/>
              <a:ext cx="2" cy="54"/>
            </a:xfrm>
            <a:prstGeom prst="line">
              <a:avLst/>
            </a:prstGeom>
            <a:noFill/>
            <a:ln w="127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grpSp>
          <p:nvGrpSpPr>
            <p:cNvPr id="104510" name="Group 767">
              <a:extLst>
                <a:ext uri="{FF2B5EF4-FFF2-40B4-BE49-F238E27FC236}">
                  <a16:creationId xmlns:a16="http://schemas.microsoft.com/office/drawing/2014/main" id="{573AA9EF-8FF9-4484-8451-7E08FC0B5A07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3638" y="2856"/>
              <a:ext cx="261" cy="235"/>
              <a:chOff x="2839" y="3501"/>
              <a:chExt cx="755" cy="803"/>
            </a:xfrm>
          </p:grpSpPr>
          <p:pic>
            <p:nvPicPr>
              <p:cNvPr id="104689" name="Picture 768" descr="desktop_computer_stylized_medium">
                <a:extLst>
                  <a:ext uri="{FF2B5EF4-FFF2-40B4-BE49-F238E27FC236}">
                    <a16:creationId xmlns:a16="http://schemas.microsoft.com/office/drawing/2014/main" id="{3B62A9AA-4FFC-4C69-91FA-23F1E81780C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04690" name="Freeform 769">
                <a:extLst>
                  <a:ext uri="{FF2B5EF4-FFF2-40B4-BE49-F238E27FC236}">
                    <a16:creationId xmlns:a16="http://schemas.microsoft.com/office/drawing/2014/main" id="{31FE7124-949A-43D8-9188-9A136F5059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grpSp>
          <p:nvGrpSpPr>
            <p:cNvPr id="104511" name="Group 770">
              <a:extLst>
                <a:ext uri="{FF2B5EF4-FFF2-40B4-BE49-F238E27FC236}">
                  <a16:creationId xmlns:a16="http://schemas.microsoft.com/office/drawing/2014/main" id="{40BE87C1-BE68-44AE-A27C-F31CD3D34C92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3438" y="3121"/>
              <a:ext cx="304" cy="256"/>
              <a:chOff x="2839" y="3501"/>
              <a:chExt cx="755" cy="803"/>
            </a:xfrm>
          </p:grpSpPr>
          <p:pic>
            <p:nvPicPr>
              <p:cNvPr id="104687" name="Picture 771" descr="desktop_computer_stylized_medium">
                <a:extLst>
                  <a:ext uri="{FF2B5EF4-FFF2-40B4-BE49-F238E27FC236}">
                    <a16:creationId xmlns:a16="http://schemas.microsoft.com/office/drawing/2014/main" id="{7AB20F4C-3F1F-4515-923F-B75EB15F392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04688" name="Freeform 772">
                <a:extLst>
                  <a:ext uri="{FF2B5EF4-FFF2-40B4-BE49-F238E27FC236}">
                    <a16:creationId xmlns:a16="http://schemas.microsoft.com/office/drawing/2014/main" id="{AF14E822-C229-4EF1-AB2C-364D20A16B4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grpSp>
          <p:nvGrpSpPr>
            <p:cNvPr id="104512" name="Group 773">
              <a:extLst>
                <a:ext uri="{FF2B5EF4-FFF2-40B4-BE49-F238E27FC236}">
                  <a16:creationId xmlns:a16="http://schemas.microsoft.com/office/drawing/2014/main" id="{84B89D66-4B04-49AB-90AA-062816117C7B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3739" y="3311"/>
              <a:ext cx="269" cy="220"/>
              <a:chOff x="2839" y="3501"/>
              <a:chExt cx="755" cy="803"/>
            </a:xfrm>
          </p:grpSpPr>
          <p:pic>
            <p:nvPicPr>
              <p:cNvPr id="104685" name="Picture 774" descr="desktop_computer_stylized_medium">
                <a:extLst>
                  <a:ext uri="{FF2B5EF4-FFF2-40B4-BE49-F238E27FC236}">
                    <a16:creationId xmlns:a16="http://schemas.microsoft.com/office/drawing/2014/main" id="{E1BCFA74-3E66-4242-9CE2-2D76A7C7D05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04686" name="Freeform 775">
                <a:extLst>
                  <a:ext uri="{FF2B5EF4-FFF2-40B4-BE49-F238E27FC236}">
                    <a16:creationId xmlns:a16="http://schemas.microsoft.com/office/drawing/2014/main" id="{766BA711-8A22-4C7F-87D7-8F1E149A7A3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grpSp>
          <p:nvGrpSpPr>
            <p:cNvPr id="104513" name="Group 776">
              <a:extLst>
                <a:ext uri="{FF2B5EF4-FFF2-40B4-BE49-F238E27FC236}">
                  <a16:creationId xmlns:a16="http://schemas.microsoft.com/office/drawing/2014/main" id="{339811CC-45B9-4608-ABAD-27169259829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126" y="3300"/>
              <a:ext cx="269" cy="221"/>
              <a:chOff x="2839" y="3501"/>
              <a:chExt cx="755" cy="803"/>
            </a:xfrm>
          </p:grpSpPr>
          <p:pic>
            <p:nvPicPr>
              <p:cNvPr id="104683" name="Picture 777" descr="desktop_computer_stylized_medium">
                <a:extLst>
                  <a:ext uri="{FF2B5EF4-FFF2-40B4-BE49-F238E27FC236}">
                    <a16:creationId xmlns:a16="http://schemas.microsoft.com/office/drawing/2014/main" id="{FAF2E6B0-B2B9-4C02-8225-3F172767CDC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04684" name="Freeform 778">
                <a:extLst>
                  <a:ext uri="{FF2B5EF4-FFF2-40B4-BE49-F238E27FC236}">
                    <a16:creationId xmlns:a16="http://schemas.microsoft.com/office/drawing/2014/main" id="{8BDAD178-70D7-4EA3-B161-655D226DB6C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pic>
          <p:nvPicPr>
            <p:cNvPr id="104514" name="Picture 779" descr="car_icon_small">
              <a:extLst>
                <a:ext uri="{FF2B5EF4-FFF2-40B4-BE49-F238E27FC236}">
                  <a16:creationId xmlns:a16="http://schemas.microsoft.com/office/drawing/2014/main" id="{A8227A92-5303-4D07-8519-3EAA40DE04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95" y="1084"/>
              <a:ext cx="535" cy="10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104515" name="Group 780">
              <a:extLst>
                <a:ext uri="{FF2B5EF4-FFF2-40B4-BE49-F238E27FC236}">
                  <a16:creationId xmlns:a16="http://schemas.microsoft.com/office/drawing/2014/main" id="{D0DF8BE8-6CCF-4BFD-A7BD-5A5C75F282D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36" y="974"/>
              <a:ext cx="262" cy="243"/>
              <a:chOff x="2751" y="1851"/>
              <a:chExt cx="462" cy="478"/>
            </a:xfrm>
          </p:grpSpPr>
          <p:pic>
            <p:nvPicPr>
              <p:cNvPr id="104681" name="Picture 781" descr="iphone_stylized_small">
                <a:extLst>
                  <a:ext uri="{FF2B5EF4-FFF2-40B4-BE49-F238E27FC236}">
                    <a16:creationId xmlns:a16="http://schemas.microsoft.com/office/drawing/2014/main" id="{BAB699CC-16C7-4DB9-898F-020F01A7F39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928" y="1922"/>
                <a:ext cx="152" cy="40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04682" name="Picture 782" descr="antenna_radiation_stylized">
                <a:extLst>
                  <a:ext uri="{FF2B5EF4-FFF2-40B4-BE49-F238E27FC236}">
                    <a16:creationId xmlns:a16="http://schemas.microsoft.com/office/drawing/2014/main" id="{D199F82A-80B9-482B-AE43-D8E0F868116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751" y="1851"/>
                <a:ext cx="462" cy="1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grpSp>
          <p:nvGrpSpPr>
            <p:cNvPr id="104516" name="Group 783">
              <a:extLst>
                <a:ext uri="{FF2B5EF4-FFF2-40B4-BE49-F238E27FC236}">
                  <a16:creationId xmlns:a16="http://schemas.microsoft.com/office/drawing/2014/main" id="{57F06F97-5833-4E8A-85C6-5B9B8EA6979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191" y="3151"/>
              <a:ext cx="143" cy="303"/>
              <a:chOff x="4140" y="429"/>
              <a:chExt cx="1425" cy="2396"/>
            </a:xfrm>
          </p:grpSpPr>
          <p:sp>
            <p:nvSpPr>
              <p:cNvPr id="104649" name="Freeform 784">
                <a:extLst>
                  <a:ext uri="{FF2B5EF4-FFF2-40B4-BE49-F238E27FC236}">
                    <a16:creationId xmlns:a16="http://schemas.microsoft.com/office/drawing/2014/main" id="{2E92B53D-A917-47B6-A2E0-F82AA300FF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2 w 354"/>
                  <a:gd name="T1" fmla="*/ 0 h 2742"/>
                  <a:gd name="T2" fmla="*/ 2 w 354"/>
                  <a:gd name="T3" fmla="*/ 3 h 2742"/>
                  <a:gd name="T4" fmla="*/ 2 w 354"/>
                  <a:gd name="T5" fmla="*/ 3 h 2742"/>
                  <a:gd name="T6" fmla="*/ 0 w 354"/>
                  <a:gd name="T7" fmla="*/ 3 h 2742"/>
                  <a:gd name="T8" fmla="*/ 2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4650" name="Rectangle 785">
                <a:extLst>
                  <a:ext uri="{FF2B5EF4-FFF2-40B4-BE49-F238E27FC236}">
                    <a16:creationId xmlns:a16="http://schemas.microsoft.com/office/drawing/2014/main" id="{D20115F3-604F-43CB-87A3-4166A2B8895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429"/>
                <a:ext cx="1046" cy="2285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04651" name="Freeform 786">
                <a:extLst>
                  <a:ext uri="{FF2B5EF4-FFF2-40B4-BE49-F238E27FC236}">
                    <a16:creationId xmlns:a16="http://schemas.microsoft.com/office/drawing/2014/main" id="{BAB60BAF-70DC-4028-9A7A-E6639DF25F8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2 w 211"/>
                  <a:gd name="T3" fmla="*/ 3 h 2537"/>
                  <a:gd name="T4" fmla="*/ 2 w 211"/>
                  <a:gd name="T5" fmla="*/ 3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4652" name="Freeform 787">
                <a:extLst>
                  <a:ext uri="{FF2B5EF4-FFF2-40B4-BE49-F238E27FC236}">
                    <a16:creationId xmlns:a16="http://schemas.microsoft.com/office/drawing/2014/main" id="{68398CDF-E84D-4DE1-90BD-FC7D965E378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2 w 328"/>
                  <a:gd name="T3" fmla="*/ 3 h 226"/>
                  <a:gd name="T4" fmla="*/ 2 w 328"/>
                  <a:gd name="T5" fmla="*/ 3 h 226"/>
                  <a:gd name="T6" fmla="*/ 0 w 328"/>
                  <a:gd name="T7" fmla="*/ 3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4653" name="Rectangle 788">
                <a:extLst>
                  <a:ext uri="{FF2B5EF4-FFF2-40B4-BE49-F238E27FC236}">
                    <a16:creationId xmlns:a16="http://schemas.microsoft.com/office/drawing/2014/main" id="{CD0D5D88-6071-490D-A190-FBFDD71F87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690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grpSp>
            <p:nvGrpSpPr>
              <p:cNvPr id="104654" name="Group 789">
                <a:extLst>
                  <a:ext uri="{FF2B5EF4-FFF2-40B4-BE49-F238E27FC236}">
                    <a16:creationId xmlns:a16="http://schemas.microsoft.com/office/drawing/2014/main" id="{1CA99906-B297-4314-A380-8BB6C09E357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104679" name="AutoShape 790">
                  <a:extLst>
                    <a:ext uri="{FF2B5EF4-FFF2-40B4-BE49-F238E27FC236}">
                      <a16:creationId xmlns:a16="http://schemas.microsoft.com/office/drawing/2014/main" id="{1EEE9330-4CC5-4421-9D04-E67E02FAB41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66"/>
                  <a:ext cx="721" cy="14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04680" name="AutoShape 791">
                  <a:extLst>
                    <a:ext uri="{FF2B5EF4-FFF2-40B4-BE49-F238E27FC236}">
                      <a16:creationId xmlns:a16="http://schemas.microsoft.com/office/drawing/2014/main" id="{F5A5B635-6513-4DAD-8249-193F8460A19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1"/>
                  <a:ext cx="696" cy="114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104655" name="Rectangle 792">
                <a:extLst>
                  <a:ext uri="{FF2B5EF4-FFF2-40B4-BE49-F238E27FC236}">
                    <a16:creationId xmlns:a16="http://schemas.microsoft.com/office/drawing/2014/main" id="{11939AED-17D7-4B93-91CC-15524C7F9FA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022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grpSp>
            <p:nvGrpSpPr>
              <p:cNvPr id="104656" name="Group 793">
                <a:extLst>
                  <a:ext uri="{FF2B5EF4-FFF2-40B4-BE49-F238E27FC236}">
                    <a16:creationId xmlns:a16="http://schemas.microsoft.com/office/drawing/2014/main" id="{7669ACF6-12C7-46B2-9517-5DCEF596E80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104677" name="AutoShape 794">
                  <a:extLst>
                    <a:ext uri="{FF2B5EF4-FFF2-40B4-BE49-F238E27FC236}">
                      <a16:creationId xmlns:a16="http://schemas.microsoft.com/office/drawing/2014/main" id="{6A2799B7-46FF-4E78-91E2-7D7626490F3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2564"/>
                  <a:ext cx="721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04678" name="AutoShape 795">
                  <a:extLst>
                    <a:ext uri="{FF2B5EF4-FFF2-40B4-BE49-F238E27FC236}">
                      <a16:creationId xmlns:a16="http://schemas.microsoft.com/office/drawing/2014/main" id="{778C109A-F25E-4BDB-9D9C-769AFA78C67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8" y="2581"/>
                  <a:ext cx="696" cy="107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104657" name="Rectangle 796">
                <a:extLst>
                  <a:ext uri="{FF2B5EF4-FFF2-40B4-BE49-F238E27FC236}">
                    <a16:creationId xmlns:a16="http://schemas.microsoft.com/office/drawing/2014/main" id="{CA50F01A-B926-4D52-8D9A-9CF7663323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354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04658" name="Rectangle 797">
                <a:extLst>
                  <a:ext uri="{FF2B5EF4-FFF2-40B4-BE49-F238E27FC236}">
                    <a16:creationId xmlns:a16="http://schemas.microsoft.com/office/drawing/2014/main" id="{A6172945-21F6-482C-A4C0-F9D140B095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30" y="1655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grpSp>
            <p:nvGrpSpPr>
              <p:cNvPr id="104659" name="Group 798">
                <a:extLst>
                  <a:ext uri="{FF2B5EF4-FFF2-40B4-BE49-F238E27FC236}">
                    <a16:creationId xmlns:a16="http://schemas.microsoft.com/office/drawing/2014/main" id="{C3B6EA6B-A3FE-42E5-BA15-7B2F7D10C03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104675" name="AutoShape 799">
                  <a:extLst>
                    <a:ext uri="{FF2B5EF4-FFF2-40B4-BE49-F238E27FC236}">
                      <a16:creationId xmlns:a16="http://schemas.microsoft.com/office/drawing/2014/main" id="{5288FC02-5D18-4424-BC8C-F067C3AE28A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8" y="2586"/>
                  <a:ext cx="720" cy="12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04676" name="AutoShape 800">
                  <a:extLst>
                    <a:ext uri="{FF2B5EF4-FFF2-40B4-BE49-F238E27FC236}">
                      <a16:creationId xmlns:a16="http://schemas.microsoft.com/office/drawing/2014/main" id="{514B8D03-4A5E-47FF-8C36-636CDC6B3CB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0" y="2586"/>
                  <a:ext cx="695" cy="10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104660" name="Freeform 801">
                <a:extLst>
                  <a:ext uri="{FF2B5EF4-FFF2-40B4-BE49-F238E27FC236}">
                    <a16:creationId xmlns:a16="http://schemas.microsoft.com/office/drawing/2014/main" id="{419A2C03-DC35-49D5-9D8C-29A96D589F1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2 w 328"/>
                  <a:gd name="T3" fmla="*/ 2 h 226"/>
                  <a:gd name="T4" fmla="*/ 2 w 328"/>
                  <a:gd name="T5" fmla="*/ 2 h 226"/>
                  <a:gd name="T6" fmla="*/ 0 w 328"/>
                  <a:gd name="T7" fmla="*/ 2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104661" name="Group 802">
                <a:extLst>
                  <a:ext uri="{FF2B5EF4-FFF2-40B4-BE49-F238E27FC236}">
                    <a16:creationId xmlns:a16="http://schemas.microsoft.com/office/drawing/2014/main" id="{273935E2-A19D-4066-88EE-A480A9541AD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104673" name="AutoShape 803">
                  <a:extLst>
                    <a:ext uri="{FF2B5EF4-FFF2-40B4-BE49-F238E27FC236}">
                      <a16:creationId xmlns:a16="http://schemas.microsoft.com/office/drawing/2014/main" id="{CA56D1A2-4A33-43A2-A7F3-FDAA64C88F3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71"/>
                  <a:ext cx="732" cy="13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04674" name="AutoShape 804">
                  <a:extLst>
                    <a:ext uri="{FF2B5EF4-FFF2-40B4-BE49-F238E27FC236}">
                      <a16:creationId xmlns:a16="http://schemas.microsoft.com/office/drawing/2014/main" id="{2BEDB165-58D2-4C29-8144-F477E7203AE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7"/>
                  <a:ext cx="720" cy="103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104662" name="Rectangle 805">
                <a:extLst>
                  <a:ext uri="{FF2B5EF4-FFF2-40B4-BE49-F238E27FC236}">
                    <a16:creationId xmlns:a16="http://schemas.microsoft.com/office/drawing/2014/main" id="{4D2EF8C8-A1F6-4151-B915-DC5BC84C2C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46" y="429"/>
                <a:ext cx="70" cy="2285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04663" name="Freeform 806">
                <a:extLst>
                  <a:ext uri="{FF2B5EF4-FFF2-40B4-BE49-F238E27FC236}">
                    <a16:creationId xmlns:a16="http://schemas.microsoft.com/office/drawing/2014/main" id="{CBF9F58B-9790-4613-954B-B2F62366490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2 w 296"/>
                  <a:gd name="T3" fmla="*/ 2 h 256"/>
                  <a:gd name="T4" fmla="*/ 2 w 296"/>
                  <a:gd name="T5" fmla="*/ 2 h 256"/>
                  <a:gd name="T6" fmla="*/ 0 w 296"/>
                  <a:gd name="T7" fmla="*/ 2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4664" name="Freeform 807">
                <a:extLst>
                  <a:ext uri="{FF2B5EF4-FFF2-40B4-BE49-F238E27FC236}">
                    <a16:creationId xmlns:a16="http://schemas.microsoft.com/office/drawing/2014/main" id="{635BF79F-61B9-45CF-BBD8-03AF43165A1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2 w 304"/>
                  <a:gd name="T3" fmla="*/ 2 h 288"/>
                  <a:gd name="T4" fmla="*/ 2 w 304"/>
                  <a:gd name="T5" fmla="*/ 2 h 288"/>
                  <a:gd name="T6" fmla="*/ 2 w 304"/>
                  <a:gd name="T7" fmla="*/ 2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4665" name="Oval 808">
                <a:extLst>
                  <a:ext uri="{FF2B5EF4-FFF2-40B4-BE49-F238E27FC236}">
                    <a16:creationId xmlns:a16="http://schemas.microsoft.com/office/drawing/2014/main" id="{35E56CD6-4C57-43CA-A46C-6CE6C1B29E2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5" y="2611"/>
                <a:ext cx="50" cy="95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04666" name="Freeform 809">
                <a:extLst>
                  <a:ext uri="{FF2B5EF4-FFF2-40B4-BE49-F238E27FC236}">
                    <a16:creationId xmlns:a16="http://schemas.microsoft.com/office/drawing/2014/main" id="{2BAC7535-DEB5-4EFE-878E-F5658098BBB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3 h 240"/>
                  <a:gd name="T2" fmla="*/ 2 w 306"/>
                  <a:gd name="T3" fmla="*/ 3 h 240"/>
                  <a:gd name="T4" fmla="*/ 2 w 306"/>
                  <a:gd name="T5" fmla="*/ 3 h 240"/>
                  <a:gd name="T6" fmla="*/ 2 w 306"/>
                  <a:gd name="T7" fmla="*/ 0 h 240"/>
                  <a:gd name="T8" fmla="*/ 0 w 306"/>
                  <a:gd name="T9" fmla="*/ 3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4667" name="AutoShape 810">
                <a:extLst>
                  <a:ext uri="{FF2B5EF4-FFF2-40B4-BE49-F238E27FC236}">
                    <a16:creationId xmlns:a16="http://schemas.microsoft.com/office/drawing/2014/main" id="{818E9519-E5D8-4572-827C-1D0B927B38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75"/>
                <a:ext cx="1196" cy="150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04668" name="AutoShape 811">
                <a:extLst>
                  <a:ext uri="{FF2B5EF4-FFF2-40B4-BE49-F238E27FC236}">
                    <a16:creationId xmlns:a16="http://schemas.microsoft.com/office/drawing/2014/main" id="{B23EEACA-1C1C-4303-9E17-A163A85EAC3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2714"/>
                <a:ext cx="1066" cy="7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chemeClr val="tx2"/>
                  </a:gs>
                  <a:gs pos="100000">
                    <a:schemeClr val="bg2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04669" name="Oval 812">
                <a:extLst>
                  <a:ext uri="{FF2B5EF4-FFF2-40B4-BE49-F238E27FC236}">
                    <a16:creationId xmlns:a16="http://schemas.microsoft.com/office/drawing/2014/main" id="{659B8CF4-FC70-4FD0-9459-F39807535E5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9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04670" name="Oval 813">
                <a:extLst>
                  <a:ext uri="{FF2B5EF4-FFF2-40B4-BE49-F238E27FC236}">
                    <a16:creationId xmlns:a16="http://schemas.microsoft.com/office/drawing/2014/main" id="{FCAC0DFC-DBD6-409E-8132-ADE9D28535A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9" y="2382"/>
                <a:ext cx="159" cy="142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4671" name="Oval 814">
                <a:extLst>
                  <a:ext uri="{FF2B5EF4-FFF2-40B4-BE49-F238E27FC236}">
                    <a16:creationId xmlns:a16="http://schemas.microsoft.com/office/drawing/2014/main" id="{3556BF35-6ED6-4689-BC6A-F087EA7A74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8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04672" name="Rectangle 815">
                <a:extLst>
                  <a:ext uri="{FF2B5EF4-FFF2-40B4-BE49-F238E27FC236}">
                    <a16:creationId xmlns:a16="http://schemas.microsoft.com/office/drawing/2014/main" id="{7BF8EA75-F808-4AA8-AF6D-D80CA0A016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7" y="1837"/>
                <a:ext cx="80" cy="759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grpSp>
          <p:nvGrpSpPr>
            <p:cNvPr id="104517" name="Group 816">
              <a:extLst>
                <a:ext uri="{FF2B5EF4-FFF2-40B4-BE49-F238E27FC236}">
                  <a16:creationId xmlns:a16="http://schemas.microsoft.com/office/drawing/2014/main" id="{DA0B2600-F721-4BC0-A70E-2139BFFFA49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992" y="3341"/>
              <a:ext cx="143" cy="303"/>
              <a:chOff x="4140" y="429"/>
              <a:chExt cx="1425" cy="2396"/>
            </a:xfrm>
          </p:grpSpPr>
          <p:sp>
            <p:nvSpPr>
              <p:cNvPr id="104617" name="Freeform 817">
                <a:extLst>
                  <a:ext uri="{FF2B5EF4-FFF2-40B4-BE49-F238E27FC236}">
                    <a16:creationId xmlns:a16="http://schemas.microsoft.com/office/drawing/2014/main" id="{8DA062F8-F7B6-49C9-B057-6214CEED0FF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2 w 354"/>
                  <a:gd name="T1" fmla="*/ 0 h 2742"/>
                  <a:gd name="T2" fmla="*/ 2 w 354"/>
                  <a:gd name="T3" fmla="*/ 3 h 2742"/>
                  <a:gd name="T4" fmla="*/ 2 w 354"/>
                  <a:gd name="T5" fmla="*/ 3 h 2742"/>
                  <a:gd name="T6" fmla="*/ 0 w 354"/>
                  <a:gd name="T7" fmla="*/ 3 h 2742"/>
                  <a:gd name="T8" fmla="*/ 2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4618" name="Rectangle 818">
                <a:extLst>
                  <a:ext uri="{FF2B5EF4-FFF2-40B4-BE49-F238E27FC236}">
                    <a16:creationId xmlns:a16="http://schemas.microsoft.com/office/drawing/2014/main" id="{60B092CE-7D50-4B27-B702-A3526F154D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429"/>
                <a:ext cx="1046" cy="2285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04619" name="Freeform 819">
                <a:extLst>
                  <a:ext uri="{FF2B5EF4-FFF2-40B4-BE49-F238E27FC236}">
                    <a16:creationId xmlns:a16="http://schemas.microsoft.com/office/drawing/2014/main" id="{7AEF5D0A-FE88-4ADA-A3D2-1281A149CA1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2 w 211"/>
                  <a:gd name="T3" fmla="*/ 3 h 2537"/>
                  <a:gd name="T4" fmla="*/ 2 w 211"/>
                  <a:gd name="T5" fmla="*/ 3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4620" name="Freeform 820">
                <a:extLst>
                  <a:ext uri="{FF2B5EF4-FFF2-40B4-BE49-F238E27FC236}">
                    <a16:creationId xmlns:a16="http://schemas.microsoft.com/office/drawing/2014/main" id="{BC2577A2-A8E2-4120-8B3F-7C62E8636A7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2 w 328"/>
                  <a:gd name="T3" fmla="*/ 3 h 226"/>
                  <a:gd name="T4" fmla="*/ 2 w 328"/>
                  <a:gd name="T5" fmla="*/ 3 h 226"/>
                  <a:gd name="T6" fmla="*/ 0 w 328"/>
                  <a:gd name="T7" fmla="*/ 3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4621" name="Rectangle 821">
                <a:extLst>
                  <a:ext uri="{FF2B5EF4-FFF2-40B4-BE49-F238E27FC236}">
                    <a16:creationId xmlns:a16="http://schemas.microsoft.com/office/drawing/2014/main" id="{8D5C6FA8-F7DC-4CA3-91EC-9B71B28A80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690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grpSp>
            <p:nvGrpSpPr>
              <p:cNvPr id="104622" name="Group 822">
                <a:extLst>
                  <a:ext uri="{FF2B5EF4-FFF2-40B4-BE49-F238E27FC236}">
                    <a16:creationId xmlns:a16="http://schemas.microsoft.com/office/drawing/2014/main" id="{E3C5A022-1AB8-40E7-9417-DBFC794790B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104647" name="AutoShape 823">
                  <a:extLst>
                    <a:ext uri="{FF2B5EF4-FFF2-40B4-BE49-F238E27FC236}">
                      <a16:creationId xmlns:a16="http://schemas.microsoft.com/office/drawing/2014/main" id="{DEA9BFBE-1AF9-4129-AAA9-4FA7C038A2F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66"/>
                  <a:ext cx="721" cy="14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04648" name="AutoShape 824">
                  <a:extLst>
                    <a:ext uri="{FF2B5EF4-FFF2-40B4-BE49-F238E27FC236}">
                      <a16:creationId xmlns:a16="http://schemas.microsoft.com/office/drawing/2014/main" id="{30F20628-D50C-48D7-97FE-3FC64044C1C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1"/>
                  <a:ext cx="696" cy="114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104623" name="Rectangle 825">
                <a:extLst>
                  <a:ext uri="{FF2B5EF4-FFF2-40B4-BE49-F238E27FC236}">
                    <a16:creationId xmlns:a16="http://schemas.microsoft.com/office/drawing/2014/main" id="{0CAD8DF2-ABF2-4D9F-83E9-FA14F15D4E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022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grpSp>
            <p:nvGrpSpPr>
              <p:cNvPr id="104624" name="Group 826">
                <a:extLst>
                  <a:ext uri="{FF2B5EF4-FFF2-40B4-BE49-F238E27FC236}">
                    <a16:creationId xmlns:a16="http://schemas.microsoft.com/office/drawing/2014/main" id="{66B5F87F-711B-4E76-BD84-8E52225FF21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104645" name="AutoShape 827">
                  <a:extLst>
                    <a:ext uri="{FF2B5EF4-FFF2-40B4-BE49-F238E27FC236}">
                      <a16:creationId xmlns:a16="http://schemas.microsoft.com/office/drawing/2014/main" id="{78D737DC-0D51-4469-9533-84EB7BC7776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2564"/>
                  <a:ext cx="721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04646" name="AutoShape 828">
                  <a:extLst>
                    <a:ext uri="{FF2B5EF4-FFF2-40B4-BE49-F238E27FC236}">
                      <a16:creationId xmlns:a16="http://schemas.microsoft.com/office/drawing/2014/main" id="{781A4304-3F67-4F05-8982-ED48928B8AE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8" y="2581"/>
                  <a:ext cx="696" cy="107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104625" name="Rectangle 829">
                <a:extLst>
                  <a:ext uri="{FF2B5EF4-FFF2-40B4-BE49-F238E27FC236}">
                    <a16:creationId xmlns:a16="http://schemas.microsoft.com/office/drawing/2014/main" id="{88B673E2-49F9-4F23-819B-C7C79A916C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354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04626" name="Rectangle 830">
                <a:extLst>
                  <a:ext uri="{FF2B5EF4-FFF2-40B4-BE49-F238E27FC236}">
                    <a16:creationId xmlns:a16="http://schemas.microsoft.com/office/drawing/2014/main" id="{189018F8-4D45-43B3-A12C-C3D34450F49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30" y="1655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grpSp>
            <p:nvGrpSpPr>
              <p:cNvPr id="104627" name="Group 831">
                <a:extLst>
                  <a:ext uri="{FF2B5EF4-FFF2-40B4-BE49-F238E27FC236}">
                    <a16:creationId xmlns:a16="http://schemas.microsoft.com/office/drawing/2014/main" id="{23796A13-5774-46C6-BCE8-DE40FAD1CC9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104643" name="AutoShape 832">
                  <a:extLst>
                    <a:ext uri="{FF2B5EF4-FFF2-40B4-BE49-F238E27FC236}">
                      <a16:creationId xmlns:a16="http://schemas.microsoft.com/office/drawing/2014/main" id="{C6F814FF-66F3-40E9-B2A0-9C96155257D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8" y="2586"/>
                  <a:ext cx="720" cy="12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04644" name="AutoShape 833">
                  <a:extLst>
                    <a:ext uri="{FF2B5EF4-FFF2-40B4-BE49-F238E27FC236}">
                      <a16:creationId xmlns:a16="http://schemas.microsoft.com/office/drawing/2014/main" id="{65B30D93-8D5B-448B-A016-7C1C129A380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0" y="2586"/>
                  <a:ext cx="695" cy="10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104628" name="Freeform 834">
                <a:extLst>
                  <a:ext uri="{FF2B5EF4-FFF2-40B4-BE49-F238E27FC236}">
                    <a16:creationId xmlns:a16="http://schemas.microsoft.com/office/drawing/2014/main" id="{D9BB6C0F-37FD-4897-ACC3-979E6D37FA2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2 w 328"/>
                  <a:gd name="T3" fmla="*/ 2 h 226"/>
                  <a:gd name="T4" fmla="*/ 2 w 328"/>
                  <a:gd name="T5" fmla="*/ 2 h 226"/>
                  <a:gd name="T6" fmla="*/ 0 w 328"/>
                  <a:gd name="T7" fmla="*/ 2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104629" name="Group 835">
                <a:extLst>
                  <a:ext uri="{FF2B5EF4-FFF2-40B4-BE49-F238E27FC236}">
                    <a16:creationId xmlns:a16="http://schemas.microsoft.com/office/drawing/2014/main" id="{CB0D33DF-E30F-4FDA-8F62-1A36478252E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104641" name="AutoShape 836">
                  <a:extLst>
                    <a:ext uri="{FF2B5EF4-FFF2-40B4-BE49-F238E27FC236}">
                      <a16:creationId xmlns:a16="http://schemas.microsoft.com/office/drawing/2014/main" id="{0F4D50CD-C50E-4831-B94E-98BADC3A29C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71"/>
                  <a:ext cx="732" cy="13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04642" name="AutoShape 837">
                  <a:extLst>
                    <a:ext uri="{FF2B5EF4-FFF2-40B4-BE49-F238E27FC236}">
                      <a16:creationId xmlns:a16="http://schemas.microsoft.com/office/drawing/2014/main" id="{0E572B49-2E7E-4726-8DFF-49C20235C10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7"/>
                  <a:ext cx="720" cy="103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104630" name="Rectangle 838">
                <a:extLst>
                  <a:ext uri="{FF2B5EF4-FFF2-40B4-BE49-F238E27FC236}">
                    <a16:creationId xmlns:a16="http://schemas.microsoft.com/office/drawing/2014/main" id="{C344106E-4B86-4CAB-9A40-9D7E795E7C7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46" y="429"/>
                <a:ext cx="70" cy="2285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04631" name="Freeform 839">
                <a:extLst>
                  <a:ext uri="{FF2B5EF4-FFF2-40B4-BE49-F238E27FC236}">
                    <a16:creationId xmlns:a16="http://schemas.microsoft.com/office/drawing/2014/main" id="{17AF59C8-45EC-4842-B24A-C6E6478250D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2 w 296"/>
                  <a:gd name="T3" fmla="*/ 2 h 256"/>
                  <a:gd name="T4" fmla="*/ 2 w 296"/>
                  <a:gd name="T5" fmla="*/ 2 h 256"/>
                  <a:gd name="T6" fmla="*/ 0 w 296"/>
                  <a:gd name="T7" fmla="*/ 2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4632" name="Freeform 840">
                <a:extLst>
                  <a:ext uri="{FF2B5EF4-FFF2-40B4-BE49-F238E27FC236}">
                    <a16:creationId xmlns:a16="http://schemas.microsoft.com/office/drawing/2014/main" id="{8150CC72-A8CC-410A-8AD4-1EB73F526AB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2 w 304"/>
                  <a:gd name="T3" fmla="*/ 2 h 288"/>
                  <a:gd name="T4" fmla="*/ 2 w 304"/>
                  <a:gd name="T5" fmla="*/ 2 h 288"/>
                  <a:gd name="T6" fmla="*/ 2 w 304"/>
                  <a:gd name="T7" fmla="*/ 2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4633" name="Oval 841">
                <a:extLst>
                  <a:ext uri="{FF2B5EF4-FFF2-40B4-BE49-F238E27FC236}">
                    <a16:creationId xmlns:a16="http://schemas.microsoft.com/office/drawing/2014/main" id="{86F350D6-D164-478F-8A92-25AE08F46E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5" y="2611"/>
                <a:ext cx="50" cy="95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04634" name="Freeform 842">
                <a:extLst>
                  <a:ext uri="{FF2B5EF4-FFF2-40B4-BE49-F238E27FC236}">
                    <a16:creationId xmlns:a16="http://schemas.microsoft.com/office/drawing/2014/main" id="{E385149A-1B5E-45AF-8059-8B0569E0565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3 h 240"/>
                  <a:gd name="T2" fmla="*/ 2 w 306"/>
                  <a:gd name="T3" fmla="*/ 3 h 240"/>
                  <a:gd name="T4" fmla="*/ 2 w 306"/>
                  <a:gd name="T5" fmla="*/ 3 h 240"/>
                  <a:gd name="T6" fmla="*/ 2 w 306"/>
                  <a:gd name="T7" fmla="*/ 0 h 240"/>
                  <a:gd name="T8" fmla="*/ 0 w 306"/>
                  <a:gd name="T9" fmla="*/ 3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4635" name="AutoShape 843">
                <a:extLst>
                  <a:ext uri="{FF2B5EF4-FFF2-40B4-BE49-F238E27FC236}">
                    <a16:creationId xmlns:a16="http://schemas.microsoft.com/office/drawing/2014/main" id="{385BE198-E360-4FDA-8205-EF15BA5EF5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75"/>
                <a:ext cx="1196" cy="150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04636" name="AutoShape 844">
                <a:extLst>
                  <a:ext uri="{FF2B5EF4-FFF2-40B4-BE49-F238E27FC236}">
                    <a16:creationId xmlns:a16="http://schemas.microsoft.com/office/drawing/2014/main" id="{BF98A2E0-14F3-4600-87A0-C1C212353E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2714"/>
                <a:ext cx="1066" cy="7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chemeClr val="tx2"/>
                  </a:gs>
                  <a:gs pos="100000">
                    <a:schemeClr val="bg2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04637" name="Oval 845">
                <a:extLst>
                  <a:ext uri="{FF2B5EF4-FFF2-40B4-BE49-F238E27FC236}">
                    <a16:creationId xmlns:a16="http://schemas.microsoft.com/office/drawing/2014/main" id="{6BE54EC5-B76D-4ECB-8555-B57FB94E7D2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9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04638" name="Oval 846">
                <a:extLst>
                  <a:ext uri="{FF2B5EF4-FFF2-40B4-BE49-F238E27FC236}">
                    <a16:creationId xmlns:a16="http://schemas.microsoft.com/office/drawing/2014/main" id="{EEA68555-05B2-4654-948D-F9F5487206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9" y="2382"/>
                <a:ext cx="159" cy="142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4639" name="Oval 847">
                <a:extLst>
                  <a:ext uri="{FF2B5EF4-FFF2-40B4-BE49-F238E27FC236}">
                    <a16:creationId xmlns:a16="http://schemas.microsoft.com/office/drawing/2014/main" id="{2FC046BC-F2D3-4E6C-988B-5EC82CD3E2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8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04640" name="Rectangle 848">
                <a:extLst>
                  <a:ext uri="{FF2B5EF4-FFF2-40B4-BE49-F238E27FC236}">
                    <a16:creationId xmlns:a16="http://schemas.microsoft.com/office/drawing/2014/main" id="{DAF67640-BD0B-4124-ACB8-4656CC7FDB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7" y="1837"/>
                <a:ext cx="80" cy="759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grpSp>
          <p:nvGrpSpPr>
            <p:cNvPr id="104518" name="Group 849">
              <a:extLst>
                <a:ext uri="{FF2B5EF4-FFF2-40B4-BE49-F238E27FC236}">
                  <a16:creationId xmlns:a16="http://schemas.microsoft.com/office/drawing/2014/main" id="{46EF130A-B2BD-4DEC-9020-7D5EC736AD2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340" y="1287"/>
              <a:ext cx="337" cy="257"/>
              <a:chOff x="877" y="1008"/>
              <a:chExt cx="2747" cy="2591"/>
            </a:xfrm>
          </p:grpSpPr>
          <p:pic>
            <p:nvPicPr>
              <p:cNvPr id="104594" name="Picture 850" descr="antenna_stylized">
                <a:extLst>
                  <a:ext uri="{FF2B5EF4-FFF2-40B4-BE49-F238E27FC236}">
                    <a16:creationId xmlns:a16="http://schemas.microsoft.com/office/drawing/2014/main" id="{734EF312-690D-4CB6-90FB-AFC8F7FC602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7" y="1008"/>
                <a:ext cx="2725" cy="142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04595" name="Picture 851" descr="laptop_keyboard">
                <a:extLst>
                  <a:ext uri="{FF2B5EF4-FFF2-40B4-BE49-F238E27FC236}">
                    <a16:creationId xmlns:a16="http://schemas.microsoft.com/office/drawing/2014/main" id="{6FBE344B-CF2E-4337-BDC5-5BFB53455B0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09064" flipH="1">
                <a:off x="1009" y="2586"/>
                <a:ext cx="2245" cy="10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04596" name="Freeform 852">
                <a:extLst>
                  <a:ext uri="{FF2B5EF4-FFF2-40B4-BE49-F238E27FC236}">
                    <a16:creationId xmlns:a16="http://schemas.microsoft.com/office/drawing/2014/main" id="{993A0962-CEE3-4DE0-84AB-9653DB66E95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3" y="1603"/>
                <a:ext cx="1807" cy="1322"/>
              </a:xfrm>
              <a:custGeom>
                <a:avLst/>
                <a:gdLst>
                  <a:gd name="T0" fmla="*/ 1 w 2982"/>
                  <a:gd name="T1" fmla="*/ 0 h 2442"/>
                  <a:gd name="T2" fmla="*/ 0 w 2982"/>
                  <a:gd name="T3" fmla="*/ 1 h 2442"/>
                  <a:gd name="T4" fmla="*/ 1 w 2982"/>
                  <a:gd name="T5" fmla="*/ 1 h 2442"/>
                  <a:gd name="T6" fmla="*/ 1 w 2982"/>
                  <a:gd name="T7" fmla="*/ 1 h 2442"/>
                  <a:gd name="T8" fmla="*/ 1 w 2982"/>
                  <a:gd name="T9" fmla="*/ 0 h 24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82"/>
                  <a:gd name="T16" fmla="*/ 0 h 2442"/>
                  <a:gd name="T17" fmla="*/ 2982 w 2982"/>
                  <a:gd name="T18" fmla="*/ 2442 h 24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82" h="2442">
                    <a:moveTo>
                      <a:pt x="540" y="0"/>
                    </a:moveTo>
                    <a:lnTo>
                      <a:pt x="0" y="1734"/>
                    </a:lnTo>
                    <a:lnTo>
                      <a:pt x="2394" y="2442"/>
                    </a:lnTo>
                    <a:lnTo>
                      <a:pt x="2982" y="318"/>
                    </a:lnTo>
                    <a:lnTo>
                      <a:pt x="540" y="0"/>
                    </a:lnTo>
                    <a:close/>
                  </a:path>
                </a:pathLst>
              </a:cu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pic>
            <p:nvPicPr>
              <p:cNvPr id="104597" name="Picture 853" descr="screen">
                <a:extLst>
                  <a:ext uri="{FF2B5EF4-FFF2-40B4-BE49-F238E27FC236}">
                    <a16:creationId xmlns:a16="http://schemas.microsoft.com/office/drawing/2014/main" id="{663DB7A8-5BBE-41EB-BA15-53E1FEC43B1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842" y="1637"/>
                <a:ext cx="1642" cy="12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04598" name="Freeform 854">
                <a:extLst>
                  <a:ext uri="{FF2B5EF4-FFF2-40B4-BE49-F238E27FC236}">
                    <a16:creationId xmlns:a16="http://schemas.microsoft.com/office/drawing/2014/main" id="{929B7D10-D95F-4319-875C-657498456F0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82" y="1564"/>
                <a:ext cx="1531" cy="246"/>
              </a:xfrm>
              <a:custGeom>
                <a:avLst/>
                <a:gdLst>
                  <a:gd name="T0" fmla="*/ 1 w 2528"/>
                  <a:gd name="T1" fmla="*/ 0 h 455"/>
                  <a:gd name="T2" fmla="*/ 1 w 2528"/>
                  <a:gd name="T3" fmla="*/ 1 h 455"/>
                  <a:gd name="T4" fmla="*/ 1 w 2528"/>
                  <a:gd name="T5" fmla="*/ 1 h 455"/>
                  <a:gd name="T6" fmla="*/ 0 w 2528"/>
                  <a:gd name="T7" fmla="*/ 1 h 455"/>
                  <a:gd name="T8" fmla="*/ 1 w 2528"/>
                  <a:gd name="T9" fmla="*/ 0 h 45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28"/>
                  <a:gd name="T16" fmla="*/ 0 h 455"/>
                  <a:gd name="T17" fmla="*/ 2528 w 2528"/>
                  <a:gd name="T18" fmla="*/ 455 h 45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28" h="455">
                    <a:moveTo>
                      <a:pt x="14" y="0"/>
                    </a:moveTo>
                    <a:lnTo>
                      <a:pt x="2528" y="341"/>
                    </a:lnTo>
                    <a:lnTo>
                      <a:pt x="2480" y="455"/>
                    </a:lnTo>
                    <a:lnTo>
                      <a:pt x="0" y="86"/>
                    </a:lnTo>
                    <a:lnTo>
                      <a:pt x="14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4599" name="Freeform 855">
                <a:extLst>
                  <a:ext uri="{FF2B5EF4-FFF2-40B4-BE49-F238E27FC236}">
                    <a16:creationId xmlns:a16="http://schemas.microsoft.com/office/drawing/2014/main" id="{E1621FEF-34EF-4446-9A83-FF955E9FE05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7" y="1562"/>
                <a:ext cx="425" cy="1024"/>
              </a:xfrm>
              <a:custGeom>
                <a:avLst/>
                <a:gdLst>
                  <a:gd name="T0" fmla="*/ 1 w 702"/>
                  <a:gd name="T1" fmla="*/ 0 h 1893"/>
                  <a:gd name="T2" fmla="*/ 0 w 702"/>
                  <a:gd name="T3" fmla="*/ 1 h 1893"/>
                  <a:gd name="T4" fmla="*/ 1 w 702"/>
                  <a:gd name="T5" fmla="*/ 1 h 1893"/>
                  <a:gd name="T6" fmla="*/ 1 w 702"/>
                  <a:gd name="T7" fmla="*/ 1 h 1893"/>
                  <a:gd name="T8" fmla="*/ 1 w 702"/>
                  <a:gd name="T9" fmla="*/ 0 h 189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02"/>
                  <a:gd name="T16" fmla="*/ 0 h 1893"/>
                  <a:gd name="T17" fmla="*/ 702 w 702"/>
                  <a:gd name="T18" fmla="*/ 1893 h 189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02" h="1893">
                    <a:moveTo>
                      <a:pt x="579" y="0"/>
                    </a:moveTo>
                    <a:lnTo>
                      <a:pt x="0" y="1869"/>
                    </a:lnTo>
                    <a:lnTo>
                      <a:pt x="114" y="1893"/>
                    </a:lnTo>
                    <a:lnTo>
                      <a:pt x="702" y="51"/>
                    </a:lnTo>
                    <a:lnTo>
                      <a:pt x="579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4600" name="Freeform 856">
                <a:extLst>
                  <a:ext uri="{FF2B5EF4-FFF2-40B4-BE49-F238E27FC236}">
                    <a16:creationId xmlns:a16="http://schemas.microsoft.com/office/drawing/2014/main" id="{7C0ADD9B-7440-49EE-B028-0C1314F581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44" y="1745"/>
                <a:ext cx="458" cy="1182"/>
              </a:xfrm>
              <a:custGeom>
                <a:avLst/>
                <a:gdLst>
                  <a:gd name="T0" fmla="*/ 1 w 756"/>
                  <a:gd name="T1" fmla="*/ 0 h 2184"/>
                  <a:gd name="T2" fmla="*/ 1 w 756"/>
                  <a:gd name="T3" fmla="*/ 1 h 2184"/>
                  <a:gd name="T4" fmla="*/ 0 w 756"/>
                  <a:gd name="T5" fmla="*/ 1 h 2184"/>
                  <a:gd name="T6" fmla="*/ 1 w 756"/>
                  <a:gd name="T7" fmla="*/ 1 h 2184"/>
                  <a:gd name="T8" fmla="*/ 1 w 756"/>
                  <a:gd name="T9" fmla="*/ 0 h 218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6"/>
                  <a:gd name="T16" fmla="*/ 0 h 2184"/>
                  <a:gd name="T17" fmla="*/ 756 w 756"/>
                  <a:gd name="T18" fmla="*/ 2184 h 218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6" h="2184">
                    <a:moveTo>
                      <a:pt x="756" y="0"/>
                    </a:moveTo>
                    <a:lnTo>
                      <a:pt x="138" y="2184"/>
                    </a:lnTo>
                    <a:lnTo>
                      <a:pt x="0" y="2148"/>
                    </a:lnTo>
                    <a:lnTo>
                      <a:pt x="606" y="78"/>
                    </a:lnTo>
                    <a:lnTo>
                      <a:pt x="756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chemeClr val="bg1"/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4601" name="Freeform 857">
                <a:extLst>
                  <a:ext uri="{FF2B5EF4-FFF2-40B4-BE49-F238E27FC236}">
                    <a16:creationId xmlns:a16="http://schemas.microsoft.com/office/drawing/2014/main" id="{77E02BDC-72A5-4046-B2EE-05A7FF3E27A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2" y="2534"/>
                <a:ext cx="1680" cy="399"/>
              </a:xfrm>
              <a:custGeom>
                <a:avLst/>
                <a:gdLst>
                  <a:gd name="T0" fmla="*/ 1 w 2773"/>
                  <a:gd name="T1" fmla="*/ 0 h 738"/>
                  <a:gd name="T2" fmla="*/ 0 w 2773"/>
                  <a:gd name="T3" fmla="*/ 1 h 738"/>
                  <a:gd name="T4" fmla="*/ 1 w 2773"/>
                  <a:gd name="T5" fmla="*/ 1 h 738"/>
                  <a:gd name="T6" fmla="*/ 1 w 2773"/>
                  <a:gd name="T7" fmla="*/ 1 h 738"/>
                  <a:gd name="T8" fmla="*/ 1 w 2773"/>
                  <a:gd name="T9" fmla="*/ 0 h 73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773"/>
                  <a:gd name="T16" fmla="*/ 0 h 738"/>
                  <a:gd name="T17" fmla="*/ 2773 w 2773"/>
                  <a:gd name="T18" fmla="*/ 738 h 73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773" h="738">
                    <a:moveTo>
                      <a:pt x="33" y="0"/>
                    </a:moveTo>
                    <a:lnTo>
                      <a:pt x="0" y="99"/>
                    </a:lnTo>
                    <a:lnTo>
                      <a:pt x="2436" y="738"/>
                    </a:lnTo>
                    <a:cubicBezTo>
                      <a:pt x="2499" y="501"/>
                      <a:pt x="2773" y="727"/>
                      <a:pt x="2373" y="603"/>
                    </a:cubicBezTo>
                    <a:lnTo>
                      <a:pt x="3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CC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4602" name="Freeform 858">
                <a:extLst>
                  <a:ext uri="{FF2B5EF4-FFF2-40B4-BE49-F238E27FC236}">
                    <a16:creationId xmlns:a16="http://schemas.microsoft.com/office/drawing/2014/main" id="{AC4DD484-55CD-4345-AFA4-C8BEACE3AB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95" y="1755"/>
                <a:ext cx="429" cy="1187"/>
              </a:xfrm>
              <a:custGeom>
                <a:avLst/>
                <a:gdLst>
                  <a:gd name="T0" fmla="*/ 1 w 637"/>
                  <a:gd name="T1" fmla="*/ 0 h 1659"/>
                  <a:gd name="T2" fmla="*/ 1 w 637"/>
                  <a:gd name="T3" fmla="*/ 0 h 1659"/>
                  <a:gd name="T4" fmla="*/ 1 w 637"/>
                  <a:gd name="T5" fmla="*/ 1 h 1659"/>
                  <a:gd name="T6" fmla="*/ 0 w 637"/>
                  <a:gd name="T7" fmla="*/ 1 h 1659"/>
                  <a:gd name="T8" fmla="*/ 1 w 637"/>
                  <a:gd name="T9" fmla="*/ 0 h 165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37"/>
                  <a:gd name="T16" fmla="*/ 0 h 1659"/>
                  <a:gd name="T17" fmla="*/ 637 w 637"/>
                  <a:gd name="T18" fmla="*/ 1659 h 165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37" h="1659">
                    <a:moveTo>
                      <a:pt x="615" y="0"/>
                    </a:moveTo>
                    <a:lnTo>
                      <a:pt x="637" y="0"/>
                    </a:lnTo>
                    <a:lnTo>
                      <a:pt x="68" y="1659"/>
                    </a:lnTo>
                    <a:lnTo>
                      <a:pt x="0" y="1647"/>
                    </a:lnTo>
                    <a:lnTo>
                      <a:pt x="615" y="0"/>
                    </a:lnTo>
                    <a:close/>
                  </a:path>
                </a:pathLst>
              </a:custGeom>
              <a:solidFill>
                <a:srgbClr val="4D4D4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4603" name="Freeform 859">
                <a:extLst>
                  <a:ext uri="{FF2B5EF4-FFF2-40B4-BE49-F238E27FC236}">
                    <a16:creationId xmlns:a16="http://schemas.microsoft.com/office/drawing/2014/main" id="{943E0B51-3AB6-4AA9-BECC-7ECBF6ADB83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4" y="2587"/>
                <a:ext cx="1494" cy="394"/>
              </a:xfrm>
              <a:custGeom>
                <a:avLst/>
                <a:gdLst>
                  <a:gd name="T0" fmla="*/ 0 w 2216"/>
                  <a:gd name="T1" fmla="*/ 0 h 550"/>
                  <a:gd name="T2" fmla="*/ 1 w 2216"/>
                  <a:gd name="T3" fmla="*/ 1 h 550"/>
                  <a:gd name="T4" fmla="*/ 1 w 2216"/>
                  <a:gd name="T5" fmla="*/ 1 h 550"/>
                  <a:gd name="T6" fmla="*/ 1 w 2216"/>
                  <a:gd name="T7" fmla="*/ 1 h 550"/>
                  <a:gd name="T8" fmla="*/ 0 w 2216"/>
                  <a:gd name="T9" fmla="*/ 0 h 55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16"/>
                  <a:gd name="T16" fmla="*/ 0 h 550"/>
                  <a:gd name="T17" fmla="*/ 2216 w 2216"/>
                  <a:gd name="T18" fmla="*/ 550 h 55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16" h="550">
                    <a:moveTo>
                      <a:pt x="0" y="0"/>
                    </a:moveTo>
                    <a:lnTo>
                      <a:pt x="9" y="57"/>
                    </a:lnTo>
                    <a:lnTo>
                      <a:pt x="2164" y="550"/>
                    </a:lnTo>
                    <a:lnTo>
                      <a:pt x="2216" y="496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104604" name="Group 860">
                <a:extLst>
                  <a:ext uri="{FF2B5EF4-FFF2-40B4-BE49-F238E27FC236}">
                    <a16:creationId xmlns:a16="http://schemas.microsoft.com/office/drawing/2014/main" id="{68DC8BB9-C214-48A1-8181-14A18F07B1D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09" y="3008"/>
                <a:ext cx="507" cy="234"/>
                <a:chOff x="1740" y="2642"/>
                <a:chExt cx="752" cy="327"/>
              </a:xfrm>
            </p:grpSpPr>
            <p:sp>
              <p:nvSpPr>
                <p:cNvPr id="104611" name="Freeform 861">
                  <a:extLst>
                    <a:ext uri="{FF2B5EF4-FFF2-40B4-BE49-F238E27FC236}">
                      <a16:creationId xmlns:a16="http://schemas.microsoft.com/office/drawing/2014/main" id="{402ED217-5E88-4AF4-82B9-698669EEB4C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40" y="2642"/>
                  <a:ext cx="752" cy="327"/>
                </a:xfrm>
                <a:custGeom>
                  <a:avLst/>
                  <a:gdLst>
                    <a:gd name="T0" fmla="*/ 293 w 752"/>
                    <a:gd name="T1" fmla="*/ 0 h 327"/>
                    <a:gd name="T2" fmla="*/ 752 w 752"/>
                    <a:gd name="T3" fmla="*/ 124 h 327"/>
                    <a:gd name="T4" fmla="*/ 470 w 752"/>
                    <a:gd name="T5" fmla="*/ 327 h 327"/>
                    <a:gd name="T6" fmla="*/ 0 w 752"/>
                    <a:gd name="T7" fmla="*/ 183 h 327"/>
                    <a:gd name="T8" fmla="*/ 293 w 752"/>
                    <a:gd name="T9" fmla="*/ 0 h 32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2"/>
                    <a:gd name="T16" fmla="*/ 0 h 327"/>
                    <a:gd name="T17" fmla="*/ 752 w 752"/>
                    <a:gd name="T18" fmla="*/ 327 h 32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2" h="327">
                      <a:moveTo>
                        <a:pt x="293" y="0"/>
                      </a:moveTo>
                      <a:lnTo>
                        <a:pt x="752" y="124"/>
                      </a:lnTo>
                      <a:lnTo>
                        <a:pt x="470" y="327"/>
                      </a:lnTo>
                      <a:lnTo>
                        <a:pt x="0" y="183"/>
                      </a:lnTo>
                      <a:lnTo>
                        <a:pt x="293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4612" name="Freeform 862">
                  <a:extLst>
                    <a:ext uri="{FF2B5EF4-FFF2-40B4-BE49-F238E27FC236}">
                      <a16:creationId xmlns:a16="http://schemas.microsoft.com/office/drawing/2014/main" id="{56602438-D1E6-400A-8B61-12D0DC635BD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54" y="2649"/>
                  <a:ext cx="726" cy="311"/>
                </a:xfrm>
                <a:custGeom>
                  <a:avLst/>
                  <a:gdLst>
                    <a:gd name="T0" fmla="*/ 282 w 726"/>
                    <a:gd name="T1" fmla="*/ 0 h 311"/>
                    <a:gd name="T2" fmla="*/ 726 w 726"/>
                    <a:gd name="T3" fmla="*/ 119 h 311"/>
                    <a:gd name="T4" fmla="*/ 457 w 726"/>
                    <a:gd name="T5" fmla="*/ 311 h 311"/>
                    <a:gd name="T6" fmla="*/ 0 w 726"/>
                    <a:gd name="T7" fmla="*/ 173 h 311"/>
                    <a:gd name="T8" fmla="*/ 282 w 726"/>
                    <a:gd name="T9" fmla="*/ 0 h 31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26"/>
                    <a:gd name="T16" fmla="*/ 0 h 311"/>
                    <a:gd name="T17" fmla="*/ 726 w 726"/>
                    <a:gd name="T18" fmla="*/ 311 h 31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26" h="311">
                      <a:moveTo>
                        <a:pt x="282" y="0"/>
                      </a:moveTo>
                      <a:lnTo>
                        <a:pt x="726" y="119"/>
                      </a:lnTo>
                      <a:lnTo>
                        <a:pt x="457" y="311"/>
                      </a:lnTo>
                      <a:lnTo>
                        <a:pt x="0" y="173"/>
                      </a:lnTo>
                      <a:lnTo>
                        <a:pt x="282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4D4D4D"/>
                    </a:gs>
                    <a:gs pos="100000">
                      <a:srgbClr val="DDDDDD"/>
                    </a:gs>
                  </a:gsLst>
                  <a:lin ang="189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4613" name="Freeform 863">
                  <a:extLst>
                    <a:ext uri="{FF2B5EF4-FFF2-40B4-BE49-F238E27FC236}">
                      <a16:creationId xmlns:a16="http://schemas.microsoft.com/office/drawing/2014/main" id="{347ACC1C-58D0-43F2-9C28-A856D4BC63F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08" y="2770"/>
                  <a:ext cx="258" cy="100"/>
                </a:xfrm>
                <a:custGeom>
                  <a:avLst/>
                  <a:gdLst>
                    <a:gd name="T0" fmla="*/ 0 w 258"/>
                    <a:gd name="T1" fmla="*/ 44 h 100"/>
                    <a:gd name="T2" fmla="*/ 75 w 258"/>
                    <a:gd name="T3" fmla="*/ 0 h 100"/>
                    <a:gd name="T4" fmla="*/ 258 w 258"/>
                    <a:gd name="T5" fmla="*/ 50 h 100"/>
                    <a:gd name="T6" fmla="*/ 183 w 258"/>
                    <a:gd name="T7" fmla="*/ 100 h 100"/>
                    <a:gd name="T8" fmla="*/ 0 w 258"/>
                    <a:gd name="T9" fmla="*/ 44 h 10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0"/>
                    <a:gd name="T17" fmla="*/ 258 w 258"/>
                    <a:gd name="T18" fmla="*/ 100 h 10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0">
                      <a:moveTo>
                        <a:pt x="0" y="44"/>
                      </a:moveTo>
                      <a:lnTo>
                        <a:pt x="75" y="0"/>
                      </a:lnTo>
                      <a:lnTo>
                        <a:pt x="258" y="50"/>
                      </a:lnTo>
                      <a:lnTo>
                        <a:pt x="183" y="100"/>
                      </a:lnTo>
                      <a:lnTo>
                        <a:pt x="0" y="44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4614" name="Freeform 864">
                  <a:extLst>
                    <a:ext uri="{FF2B5EF4-FFF2-40B4-BE49-F238E27FC236}">
                      <a16:creationId xmlns:a16="http://schemas.microsoft.com/office/drawing/2014/main" id="{0F668E63-CD73-4CE8-A0FB-8C5854FE60C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99" y="2816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4615" name="Freeform 865">
                  <a:extLst>
                    <a:ext uri="{FF2B5EF4-FFF2-40B4-BE49-F238E27FC236}">
                      <a16:creationId xmlns:a16="http://schemas.microsoft.com/office/drawing/2014/main" id="{A23380BD-2586-4377-8FC2-24AB61F3ACA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20" y="2834"/>
                  <a:ext cx="258" cy="102"/>
                </a:xfrm>
                <a:custGeom>
                  <a:avLst/>
                  <a:gdLst>
                    <a:gd name="T0" fmla="*/ 0 w 258"/>
                    <a:gd name="T1" fmla="*/ 46 h 102"/>
                    <a:gd name="T2" fmla="*/ 71 w 258"/>
                    <a:gd name="T3" fmla="*/ 0 h 102"/>
                    <a:gd name="T4" fmla="*/ 258 w 258"/>
                    <a:gd name="T5" fmla="*/ 52 h 102"/>
                    <a:gd name="T6" fmla="*/ 183 w 258"/>
                    <a:gd name="T7" fmla="*/ 102 h 102"/>
                    <a:gd name="T8" fmla="*/ 0 w 258"/>
                    <a:gd name="T9" fmla="*/ 46 h 10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2"/>
                    <a:gd name="T17" fmla="*/ 258 w 258"/>
                    <a:gd name="T18" fmla="*/ 102 h 10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2">
                      <a:moveTo>
                        <a:pt x="0" y="46"/>
                      </a:moveTo>
                      <a:lnTo>
                        <a:pt x="71" y="0"/>
                      </a:lnTo>
                      <a:lnTo>
                        <a:pt x="258" y="52"/>
                      </a:lnTo>
                      <a:lnTo>
                        <a:pt x="183" y="102"/>
                      </a:lnTo>
                      <a:lnTo>
                        <a:pt x="0" y="46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4616" name="Freeform 866">
                  <a:extLst>
                    <a:ext uri="{FF2B5EF4-FFF2-40B4-BE49-F238E27FC236}">
                      <a16:creationId xmlns:a16="http://schemas.microsoft.com/office/drawing/2014/main" id="{06CE0028-4ADF-4585-B7B0-12402D3EDF2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11" y="2882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104605" name="Freeform 867">
                <a:extLst>
                  <a:ext uri="{FF2B5EF4-FFF2-40B4-BE49-F238E27FC236}">
                    <a16:creationId xmlns:a16="http://schemas.microsoft.com/office/drawing/2014/main" id="{F1591795-24AA-4A22-9074-F4E826C5E85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77" y="3043"/>
                <a:ext cx="614" cy="514"/>
              </a:xfrm>
              <a:custGeom>
                <a:avLst/>
                <a:gdLst>
                  <a:gd name="T0" fmla="*/ 1 w 990"/>
                  <a:gd name="T1" fmla="*/ 1 h 792"/>
                  <a:gd name="T2" fmla="*/ 1 w 990"/>
                  <a:gd name="T3" fmla="*/ 0 h 792"/>
                  <a:gd name="T4" fmla="*/ 1 w 990"/>
                  <a:gd name="T5" fmla="*/ 1 h 792"/>
                  <a:gd name="T6" fmla="*/ 0 w 990"/>
                  <a:gd name="T7" fmla="*/ 1 h 792"/>
                  <a:gd name="T8" fmla="*/ 1 w 990"/>
                  <a:gd name="T9" fmla="*/ 1 h 79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90"/>
                  <a:gd name="T16" fmla="*/ 0 h 792"/>
                  <a:gd name="T17" fmla="*/ 990 w 990"/>
                  <a:gd name="T18" fmla="*/ 792 h 79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90" h="792">
                    <a:moveTo>
                      <a:pt x="3" y="738"/>
                    </a:moveTo>
                    <a:lnTo>
                      <a:pt x="990" y="0"/>
                    </a:lnTo>
                    <a:lnTo>
                      <a:pt x="987" y="60"/>
                    </a:lnTo>
                    <a:lnTo>
                      <a:pt x="0" y="792"/>
                    </a:lnTo>
                    <a:lnTo>
                      <a:pt x="3" y="738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4606" name="Freeform 868">
                <a:extLst>
                  <a:ext uri="{FF2B5EF4-FFF2-40B4-BE49-F238E27FC236}">
                    <a16:creationId xmlns:a16="http://schemas.microsoft.com/office/drawing/2014/main" id="{4492AE9F-AA1F-4119-8434-9E3E1C87FAD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0" y="3084"/>
                <a:ext cx="1571" cy="469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4607" name="Freeform 869">
                <a:extLst>
                  <a:ext uri="{FF2B5EF4-FFF2-40B4-BE49-F238E27FC236}">
                    <a16:creationId xmlns:a16="http://schemas.microsoft.com/office/drawing/2014/main" id="{4448A737-CCD2-440C-A5E0-F7D85AF9BD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1" y="2998"/>
                <a:ext cx="17" cy="95"/>
              </a:xfrm>
              <a:custGeom>
                <a:avLst/>
                <a:gdLst>
                  <a:gd name="T0" fmla="*/ 1 w 26"/>
                  <a:gd name="T1" fmla="*/ 1 h 147"/>
                  <a:gd name="T2" fmla="*/ 1 w 26"/>
                  <a:gd name="T3" fmla="*/ 1 h 147"/>
                  <a:gd name="T4" fmla="*/ 0 w 26"/>
                  <a:gd name="T5" fmla="*/ 1 h 147"/>
                  <a:gd name="T6" fmla="*/ 1 w 26"/>
                  <a:gd name="T7" fmla="*/ 0 h 147"/>
                  <a:gd name="T8" fmla="*/ 1 w 26"/>
                  <a:gd name="T9" fmla="*/ 1 h 14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"/>
                  <a:gd name="T16" fmla="*/ 0 h 147"/>
                  <a:gd name="T17" fmla="*/ 26 w 26"/>
                  <a:gd name="T18" fmla="*/ 147 h 14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" h="147">
                    <a:moveTo>
                      <a:pt x="26" y="10"/>
                    </a:moveTo>
                    <a:lnTo>
                      <a:pt x="23" y="147"/>
                    </a:lnTo>
                    <a:lnTo>
                      <a:pt x="0" y="144"/>
                    </a:lnTo>
                    <a:lnTo>
                      <a:pt x="3" y="0"/>
                    </a:lnTo>
                    <a:lnTo>
                      <a:pt x="26" y="1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4608" name="Freeform 870">
                <a:extLst>
                  <a:ext uri="{FF2B5EF4-FFF2-40B4-BE49-F238E27FC236}">
                    <a16:creationId xmlns:a16="http://schemas.microsoft.com/office/drawing/2014/main" id="{4A99D494-1999-44EF-91D3-65DCCA83520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2" y="2611"/>
                <a:ext cx="730" cy="393"/>
              </a:xfrm>
              <a:custGeom>
                <a:avLst/>
                <a:gdLst>
                  <a:gd name="T0" fmla="*/ 1 w 1176"/>
                  <a:gd name="T1" fmla="*/ 0 h 606"/>
                  <a:gd name="T2" fmla="*/ 0 w 1176"/>
                  <a:gd name="T3" fmla="*/ 1 h 606"/>
                  <a:gd name="T4" fmla="*/ 1 w 1176"/>
                  <a:gd name="T5" fmla="*/ 1 h 606"/>
                  <a:gd name="T6" fmla="*/ 1 w 1176"/>
                  <a:gd name="T7" fmla="*/ 1 h 606"/>
                  <a:gd name="T8" fmla="*/ 1 w 1176"/>
                  <a:gd name="T9" fmla="*/ 0 h 60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176"/>
                  <a:gd name="T16" fmla="*/ 0 h 606"/>
                  <a:gd name="T17" fmla="*/ 1176 w 1176"/>
                  <a:gd name="T18" fmla="*/ 606 h 60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176" h="606">
                    <a:moveTo>
                      <a:pt x="1170" y="0"/>
                    </a:moveTo>
                    <a:lnTo>
                      <a:pt x="0" y="597"/>
                    </a:lnTo>
                    <a:lnTo>
                      <a:pt x="30" y="606"/>
                    </a:lnTo>
                    <a:lnTo>
                      <a:pt x="1176" y="18"/>
                    </a:lnTo>
                    <a:lnTo>
                      <a:pt x="1170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4609" name="Freeform 871">
                <a:extLst>
                  <a:ext uri="{FF2B5EF4-FFF2-40B4-BE49-F238E27FC236}">
                    <a16:creationId xmlns:a16="http://schemas.microsoft.com/office/drawing/2014/main" id="{D51AE5FC-DC1B-4FAA-97F2-2F105F87918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61" y="3018"/>
                <a:ext cx="1490" cy="451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4610" name="Freeform 872">
                <a:extLst>
                  <a:ext uri="{FF2B5EF4-FFF2-40B4-BE49-F238E27FC236}">
                    <a16:creationId xmlns:a16="http://schemas.microsoft.com/office/drawing/2014/main" id="{63F493B8-7553-446D-9EEA-3AAC9D70FC03}"/>
                  </a:ext>
                </a:extLst>
              </p:cNvPr>
              <p:cNvSpPr>
                <a:spLocks/>
              </p:cNvSpPr>
              <p:nvPr/>
            </p:nvSpPr>
            <p:spPr bwMode="auto">
              <a:xfrm flipV="1">
                <a:off x="2549" y="2986"/>
                <a:ext cx="608" cy="467"/>
              </a:xfrm>
              <a:custGeom>
                <a:avLst/>
                <a:gdLst>
                  <a:gd name="T0" fmla="*/ 0 w 2532"/>
                  <a:gd name="T1" fmla="*/ 0 h 723"/>
                  <a:gd name="T2" fmla="*/ 0 w 2532"/>
                  <a:gd name="T3" fmla="*/ 0 h 723"/>
                  <a:gd name="T4" fmla="*/ 0 w 2532"/>
                  <a:gd name="T5" fmla="*/ 1 h 723"/>
                  <a:gd name="T6" fmla="*/ 0 w 2532"/>
                  <a:gd name="T7" fmla="*/ 1 h 723"/>
                  <a:gd name="T8" fmla="*/ 0 w 2532"/>
                  <a:gd name="T9" fmla="*/ 1 h 723"/>
                  <a:gd name="T10" fmla="*/ 0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104519" name="Group 873">
              <a:extLst>
                <a:ext uri="{FF2B5EF4-FFF2-40B4-BE49-F238E27FC236}">
                  <a16:creationId xmlns:a16="http://schemas.microsoft.com/office/drawing/2014/main" id="{DBB776FE-D135-4134-8C89-ACA0EE6658D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329" y="3456"/>
              <a:ext cx="299" cy="257"/>
              <a:chOff x="877" y="1008"/>
              <a:chExt cx="2747" cy="2591"/>
            </a:xfrm>
          </p:grpSpPr>
          <p:pic>
            <p:nvPicPr>
              <p:cNvPr id="104571" name="Picture 874" descr="antenna_stylized">
                <a:extLst>
                  <a:ext uri="{FF2B5EF4-FFF2-40B4-BE49-F238E27FC236}">
                    <a16:creationId xmlns:a16="http://schemas.microsoft.com/office/drawing/2014/main" id="{BB7E8D23-D30C-44F6-A27B-1172DF18943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7" y="1008"/>
                <a:ext cx="2725" cy="142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04572" name="Picture 875" descr="laptop_keyboard">
                <a:extLst>
                  <a:ext uri="{FF2B5EF4-FFF2-40B4-BE49-F238E27FC236}">
                    <a16:creationId xmlns:a16="http://schemas.microsoft.com/office/drawing/2014/main" id="{1E650325-ECBA-4EB9-8B9D-35F03072E21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09064" flipH="1">
                <a:off x="1009" y="2586"/>
                <a:ext cx="2245" cy="10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04573" name="Freeform 876">
                <a:extLst>
                  <a:ext uri="{FF2B5EF4-FFF2-40B4-BE49-F238E27FC236}">
                    <a16:creationId xmlns:a16="http://schemas.microsoft.com/office/drawing/2014/main" id="{7C4CE299-DC32-4937-B3A0-050E97B380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3" y="1603"/>
                <a:ext cx="1807" cy="1322"/>
              </a:xfrm>
              <a:custGeom>
                <a:avLst/>
                <a:gdLst>
                  <a:gd name="T0" fmla="*/ 1 w 2982"/>
                  <a:gd name="T1" fmla="*/ 0 h 2442"/>
                  <a:gd name="T2" fmla="*/ 0 w 2982"/>
                  <a:gd name="T3" fmla="*/ 1 h 2442"/>
                  <a:gd name="T4" fmla="*/ 1 w 2982"/>
                  <a:gd name="T5" fmla="*/ 1 h 2442"/>
                  <a:gd name="T6" fmla="*/ 1 w 2982"/>
                  <a:gd name="T7" fmla="*/ 1 h 2442"/>
                  <a:gd name="T8" fmla="*/ 1 w 2982"/>
                  <a:gd name="T9" fmla="*/ 0 h 24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82"/>
                  <a:gd name="T16" fmla="*/ 0 h 2442"/>
                  <a:gd name="T17" fmla="*/ 2982 w 2982"/>
                  <a:gd name="T18" fmla="*/ 2442 h 24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82" h="2442">
                    <a:moveTo>
                      <a:pt x="540" y="0"/>
                    </a:moveTo>
                    <a:lnTo>
                      <a:pt x="0" y="1734"/>
                    </a:lnTo>
                    <a:lnTo>
                      <a:pt x="2394" y="2442"/>
                    </a:lnTo>
                    <a:lnTo>
                      <a:pt x="2982" y="318"/>
                    </a:lnTo>
                    <a:lnTo>
                      <a:pt x="540" y="0"/>
                    </a:lnTo>
                    <a:close/>
                  </a:path>
                </a:pathLst>
              </a:cu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pic>
            <p:nvPicPr>
              <p:cNvPr id="104574" name="Picture 877" descr="screen">
                <a:extLst>
                  <a:ext uri="{FF2B5EF4-FFF2-40B4-BE49-F238E27FC236}">
                    <a16:creationId xmlns:a16="http://schemas.microsoft.com/office/drawing/2014/main" id="{71F14108-3802-46B5-B8DD-D2C8AC069DD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842" y="1637"/>
                <a:ext cx="1642" cy="12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04575" name="Freeform 878">
                <a:extLst>
                  <a:ext uri="{FF2B5EF4-FFF2-40B4-BE49-F238E27FC236}">
                    <a16:creationId xmlns:a16="http://schemas.microsoft.com/office/drawing/2014/main" id="{A9869F8B-A79F-4DC7-93EF-C108091EA5C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82" y="1564"/>
                <a:ext cx="1531" cy="246"/>
              </a:xfrm>
              <a:custGeom>
                <a:avLst/>
                <a:gdLst>
                  <a:gd name="T0" fmla="*/ 1 w 2528"/>
                  <a:gd name="T1" fmla="*/ 0 h 455"/>
                  <a:gd name="T2" fmla="*/ 1 w 2528"/>
                  <a:gd name="T3" fmla="*/ 1 h 455"/>
                  <a:gd name="T4" fmla="*/ 1 w 2528"/>
                  <a:gd name="T5" fmla="*/ 1 h 455"/>
                  <a:gd name="T6" fmla="*/ 0 w 2528"/>
                  <a:gd name="T7" fmla="*/ 1 h 455"/>
                  <a:gd name="T8" fmla="*/ 1 w 2528"/>
                  <a:gd name="T9" fmla="*/ 0 h 45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28"/>
                  <a:gd name="T16" fmla="*/ 0 h 455"/>
                  <a:gd name="T17" fmla="*/ 2528 w 2528"/>
                  <a:gd name="T18" fmla="*/ 455 h 45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28" h="455">
                    <a:moveTo>
                      <a:pt x="14" y="0"/>
                    </a:moveTo>
                    <a:lnTo>
                      <a:pt x="2528" y="341"/>
                    </a:lnTo>
                    <a:lnTo>
                      <a:pt x="2480" y="455"/>
                    </a:lnTo>
                    <a:lnTo>
                      <a:pt x="0" y="86"/>
                    </a:lnTo>
                    <a:lnTo>
                      <a:pt x="14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4576" name="Freeform 879">
                <a:extLst>
                  <a:ext uri="{FF2B5EF4-FFF2-40B4-BE49-F238E27FC236}">
                    <a16:creationId xmlns:a16="http://schemas.microsoft.com/office/drawing/2014/main" id="{543D71A6-7903-4D8E-A348-5E4267BF595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7" y="1562"/>
                <a:ext cx="425" cy="1024"/>
              </a:xfrm>
              <a:custGeom>
                <a:avLst/>
                <a:gdLst>
                  <a:gd name="T0" fmla="*/ 1 w 702"/>
                  <a:gd name="T1" fmla="*/ 0 h 1893"/>
                  <a:gd name="T2" fmla="*/ 0 w 702"/>
                  <a:gd name="T3" fmla="*/ 1 h 1893"/>
                  <a:gd name="T4" fmla="*/ 1 w 702"/>
                  <a:gd name="T5" fmla="*/ 1 h 1893"/>
                  <a:gd name="T6" fmla="*/ 1 w 702"/>
                  <a:gd name="T7" fmla="*/ 1 h 1893"/>
                  <a:gd name="T8" fmla="*/ 1 w 702"/>
                  <a:gd name="T9" fmla="*/ 0 h 189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02"/>
                  <a:gd name="T16" fmla="*/ 0 h 1893"/>
                  <a:gd name="T17" fmla="*/ 702 w 702"/>
                  <a:gd name="T18" fmla="*/ 1893 h 189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02" h="1893">
                    <a:moveTo>
                      <a:pt x="579" y="0"/>
                    </a:moveTo>
                    <a:lnTo>
                      <a:pt x="0" y="1869"/>
                    </a:lnTo>
                    <a:lnTo>
                      <a:pt x="114" y="1893"/>
                    </a:lnTo>
                    <a:lnTo>
                      <a:pt x="702" y="51"/>
                    </a:lnTo>
                    <a:lnTo>
                      <a:pt x="579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4577" name="Freeform 880">
                <a:extLst>
                  <a:ext uri="{FF2B5EF4-FFF2-40B4-BE49-F238E27FC236}">
                    <a16:creationId xmlns:a16="http://schemas.microsoft.com/office/drawing/2014/main" id="{B8DDE65F-0DEE-4375-91F1-5B83DF84FBE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44" y="1745"/>
                <a:ext cx="458" cy="1182"/>
              </a:xfrm>
              <a:custGeom>
                <a:avLst/>
                <a:gdLst>
                  <a:gd name="T0" fmla="*/ 1 w 756"/>
                  <a:gd name="T1" fmla="*/ 0 h 2184"/>
                  <a:gd name="T2" fmla="*/ 1 w 756"/>
                  <a:gd name="T3" fmla="*/ 1 h 2184"/>
                  <a:gd name="T4" fmla="*/ 0 w 756"/>
                  <a:gd name="T5" fmla="*/ 1 h 2184"/>
                  <a:gd name="T6" fmla="*/ 1 w 756"/>
                  <a:gd name="T7" fmla="*/ 1 h 2184"/>
                  <a:gd name="T8" fmla="*/ 1 w 756"/>
                  <a:gd name="T9" fmla="*/ 0 h 218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6"/>
                  <a:gd name="T16" fmla="*/ 0 h 2184"/>
                  <a:gd name="T17" fmla="*/ 756 w 756"/>
                  <a:gd name="T18" fmla="*/ 2184 h 218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6" h="2184">
                    <a:moveTo>
                      <a:pt x="756" y="0"/>
                    </a:moveTo>
                    <a:lnTo>
                      <a:pt x="138" y="2184"/>
                    </a:lnTo>
                    <a:lnTo>
                      <a:pt x="0" y="2148"/>
                    </a:lnTo>
                    <a:lnTo>
                      <a:pt x="606" y="78"/>
                    </a:lnTo>
                    <a:lnTo>
                      <a:pt x="756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chemeClr val="bg1"/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4578" name="Freeform 881">
                <a:extLst>
                  <a:ext uri="{FF2B5EF4-FFF2-40B4-BE49-F238E27FC236}">
                    <a16:creationId xmlns:a16="http://schemas.microsoft.com/office/drawing/2014/main" id="{C293BC15-3512-4659-89D8-67FD023452A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2" y="2534"/>
                <a:ext cx="1680" cy="399"/>
              </a:xfrm>
              <a:custGeom>
                <a:avLst/>
                <a:gdLst>
                  <a:gd name="T0" fmla="*/ 1 w 2773"/>
                  <a:gd name="T1" fmla="*/ 0 h 738"/>
                  <a:gd name="T2" fmla="*/ 0 w 2773"/>
                  <a:gd name="T3" fmla="*/ 1 h 738"/>
                  <a:gd name="T4" fmla="*/ 1 w 2773"/>
                  <a:gd name="T5" fmla="*/ 1 h 738"/>
                  <a:gd name="T6" fmla="*/ 1 w 2773"/>
                  <a:gd name="T7" fmla="*/ 1 h 738"/>
                  <a:gd name="T8" fmla="*/ 1 w 2773"/>
                  <a:gd name="T9" fmla="*/ 0 h 73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773"/>
                  <a:gd name="T16" fmla="*/ 0 h 738"/>
                  <a:gd name="T17" fmla="*/ 2773 w 2773"/>
                  <a:gd name="T18" fmla="*/ 738 h 73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773" h="738">
                    <a:moveTo>
                      <a:pt x="33" y="0"/>
                    </a:moveTo>
                    <a:lnTo>
                      <a:pt x="0" y="99"/>
                    </a:lnTo>
                    <a:lnTo>
                      <a:pt x="2436" y="738"/>
                    </a:lnTo>
                    <a:cubicBezTo>
                      <a:pt x="2499" y="501"/>
                      <a:pt x="2773" y="727"/>
                      <a:pt x="2373" y="603"/>
                    </a:cubicBezTo>
                    <a:lnTo>
                      <a:pt x="3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CC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4579" name="Freeform 882">
                <a:extLst>
                  <a:ext uri="{FF2B5EF4-FFF2-40B4-BE49-F238E27FC236}">
                    <a16:creationId xmlns:a16="http://schemas.microsoft.com/office/drawing/2014/main" id="{AA91EE0B-E017-47DC-BC9F-6D35BB6280F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95" y="1755"/>
                <a:ext cx="429" cy="1187"/>
              </a:xfrm>
              <a:custGeom>
                <a:avLst/>
                <a:gdLst>
                  <a:gd name="T0" fmla="*/ 1 w 637"/>
                  <a:gd name="T1" fmla="*/ 0 h 1659"/>
                  <a:gd name="T2" fmla="*/ 1 w 637"/>
                  <a:gd name="T3" fmla="*/ 0 h 1659"/>
                  <a:gd name="T4" fmla="*/ 1 w 637"/>
                  <a:gd name="T5" fmla="*/ 1 h 1659"/>
                  <a:gd name="T6" fmla="*/ 0 w 637"/>
                  <a:gd name="T7" fmla="*/ 1 h 1659"/>
                  <a:gd name="T8" fmla="*/ 1 w 637"/>
                  <a:gd name="T9" fmla="*/ 0 h 165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37"/>
                  <a:gd name="T16" fmla="*/ 0 h 1659"/>
                  <a:gd name="T17" fmla="*/ 637 w 637"/>
                  <a:gd name="T18" fmla="*/ 1659 h 165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37" h="1659">
                    <a:moveTo>
                      <a:pt x="615" y="0"/>
                    </a:moveTo>
                    <a:lnTo>
                      <a:pt x="637" y="0"/>
                    </a:lnTo>
                    <a:lnTo>
                      <a:pt x="68" y="1659"/>
                    </a:lnTo>
                    <a:lnTo>
                      <a:pt x="0" y="1647"/>
                    </a:lnTo>
                    <a:lnTo>
                      <a:pt x="615" y="0"/>
                    </a:lnTo>
                    <a:close/>
                  </a:path>
                </a:pathLst>
              </a:custGeom>
              <a:solidFill>
                <a:srgbClr val="4D4D4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4580" name="Freeform 883">
                <a:extLst>
                  <a:ext uri="{FF2B5EF4-FFF2-40B4-BE49-F238E27FC236}">
                    <a16:creationId xmlns:a16="http://schemas.microsoft.com/office/drawing/2014/main" id="{50FEC689-EF74-4111-8AFB-6202CB352C5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4" y="2587"/>
                <a:ext cx="1494" cy="394"/>
              </a:xfrm>
              <a:custGeom>
                <a:avLst/>
                <a:gdLst>
                  <a:gd name="T0" fmla="*/ 0 w 2216"/>
                  <a:gd name="T1" fmla="*/ 0 h 550"/>
                  <a:gd name="T2" fmla="*/ 1 w 2216"/>
                  <a:gd name="T3" fmla="*/ 1 h 550"/>
                  <a:gd name="T4" fmla="*/ 1 w 2216"/>
                  <a:gd name="T5" fmla="*/ 1 h 550"/>
                  <a:gd name="T6" fmla="*/ 1 w 2216"/>
                  <a:gd name="T7" fmla="*/ 1 h 550"/>
                  <a:gd name="T8" fmla="*/ 0 w 2216"/>
                  <a:gd name="T9" fmla="*/ 0 h 55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16"/>
                  <a:gd name="T16" fmla="*/ 0 h 550"/>
                  <a:gd name="T17" fmla="*/ 2216 w 2216"/>
                  <a:gd name="T18" fmla="*/ 550 h 55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16" h="550">
                    <a:moveTo>
                      <a:pt x="0" y="0"/>
                    </a:moveTo>
                    <a:lnTo>
                      <a:pt x="9" y="57"/>
                    </a:lnTo>
                    <a:lnTo>
                      <a:pt x="2164" y="550"/>
                    </a:lnTo>
                    <a:lnTo>
                      <a:pt x="2216" y="496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104581" name="Group 884">
                <a:extLst>
                  <a:ext uri="{FF2B5EF4-FFF2-40B4-BE49-F238E27FC236}">
                    <a16:creationId xmlns:a16="http://schemas.microsoft.com/office/drawing/2014/main" id="{A1872E7B-C08C-4A48-A7C8-FE0B08F709A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09" y="3008"/>
                <a:ext cx="507" cy="234"/>
                <a:chOff x="1740" y="2642"/>
                <a:chExt cx="752" cy="327"/>
              </a:xfrm>
            </p:grpSpPr>
            <p:sp>
              <p:nvSpPr>
                <p:cNvPr id="104588" name="Freeform 885">
                  <a:extLst>
                    <a:ext uri="{FF2B5EF4-FFF2-40B4-BE49-F238E27FC236}">
                      <a16:creationId xmlns:a16="http://schemas.microsoft.com/office/drawing/2014/main" id="{05747CD7-4107-40CF-9556-068F3BE54D0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40" y="2642"/>
                  <a:ext cx="752" cy="327"/>
                </a:xfrm>
                <a:custGeom>
                  <a:avLst/>
                  <a:gdLst>
                    <a:gd name="T0" fmla="*/ 293 w 752"/>
                    <a:gd name="T1" fmla="*/ 0 h 327"/>
                    <a:gd name="T2" fmla="*/ 752 w 752"/>
                    <a:gd name="T3" fmla="*/ 124 h 327"/>
                    <a:gd name="T4" fmla="*/ 470 w 752"/>
                    <a:gd name="T5" fmla="*/ 327 h 327"/>
                    <a:gd name="T6" fmla="*/ 0 w 752"/>
                    <a:gd name="T7" fmla="*/ 183 h 327"/>
                    <a:gd name="T8" fmla="*/ 293 w 752"/>
                    <a:gd name="T9" fmla="*/ 0 h 32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2"/>
                    <a:gd name="T16" fmla="*/ 0 h 327"/>
                    <a:gd name="T17" fmla="*/ 752 w 752"/>
                    <a:gd name="T18" fmla="*/ 327 h 32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2" h="327">
                      <a:moveTo>
                        <a:pt x="293" y="0"/>
                      </a:moveTo>
                      <a:lnTo>
                        <a:pt x="752" y="124"/>
                      </a:lnTo>
                      <a:lnTo>
                        <a:pt x="470" y="327"/>
                      </a:lnTo>
                      <a:lnTo>
                        <a:pt x="0" y="183"/>
                      </a:lnTo>
                      <a:lnTo>
                        <a:pt x="293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4589" name="Freeform 886">
                  <a:extLst>
                    <a:ext uri="{FF2B5EF4-FFF2-40B4-BE49-F238E27FC236}">
                      <a16:creationId xmlns:a16="http://schemas.microsoft.com/office/drawing/2014/main" id="{43E5833E-4A77-4805-A917-8BF215D83AD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54" y="2649"/>
                  <a:ext cx="726" cy="311"/>
                </a:xfrm>
                <a:custGeom>
                  <a:avLst/>
                  <a:gdLst>
                    <a:gd name="T0" fmla="*/ 282 w 726"/>
                    <a:gd name="T1" fmla="*/ 0 h 311"/>
                    <a:gd name="T2" fmla="*/ 726 w 726"/>
                    <a:gd name="T3" fmla="*/ 119 h 311"/>
                    <a:gd name="T4" fmla="*/ 457 w 726"/>
                    <a:gd name="T5" fmla="*/ 311 h 311"/>
                    <a:gd name="T6" fmla="*/ 0 w 726"/>
                    <a:gd name="T7" fmla="*/ 173 h 311"/>
                    <a:gd name="T8" fmla="*/ 282 w 726"/>
                    <a:gd name="T9" fmla="*/ 0 h 31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26"/>
                    <a:gd name="T16" fmla="*/ 0 h 311"/>
                    <a:gd name="T17" fmla="*/ 726 w 726"/>
                    <a:gd name="T18" fmla="*/ 311 h 31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26" h="311">
                      <a:moveTo>
                        <a:pt x="282" y="0"/>
                      </a:moveTo>
                      <a:lnTo>
                        <a:pt x="726" y="119"/>
                      </a:lnTo>
                      <a:lnTo>
                        <a:pt x="457" y="311"/>
                      </a:lnTo>
                      <a:lnTo>
                        <a:pt x="0" y="173"/>
                      </a:lnTo>
                      <a:lnTo>
                        <a:pt x="282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4D4D4D"/>
                    </a:gs>
                    <a:gs pos="100000">
                      <a:srgbClr val="DDDDDD"/>
                    </a:gs>
                  </a:gsLst>
                  <a:lin ang="189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4590" name="Freeform 887">
                  <a:extLst>
                    <a:ext uri="{FF2B5EF4-FFF2-40B4-BE49-F238E27FC236}">
                      <a16:creationId xmlns:a16="http://schemas.microsoft.com/office/drawing/2014/main" id="{7BB262FB-F9CE-498C-A145-03F764839B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08" y="2770"/>
                  <a:ext cx="258" cy="100"/>
                </a:xfrm>
                <a:custGeom>
                  <a:avLst/>
                  <a:gdLst>
                    <a:gd name="T0" fmla="*/ 0 w 258"/>
                    <a:gd name="T1" fmla="*/ 44 h 100"/>
                    <a:gd name="T2" fmla="*/ 75 w 258"/>
                    <a:gd name="T3" fmla="*/ 0 h 100"/>
                    <a:gd name="T4" fmla="*/ 258 w 258"/>
                    <a:gd name="T5" fmla="*/ 50 h 100"/>
                    <a:gd name="T6" fmla="*/ 183 w 258"/>
                    <a:gd name="T7" fmla="*/ 100 h 100"/>
                    <a:gd name="T8" fmla="*/ 0 w 258"/>
                    <a:gd name="T9" fmla="*/ 44 h 10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0"/>
                    <a:gd name="T17" fmla="*/ 258 w 258"/>
                    <a:gd name="T18" fmla="*/ 100 h 10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0">
                      <a:moveTo>
                        <a:pt x="0" y="44"/>
                      </a:moveTo>
                      <a:lnTo>
                        <a:pt x="75" y="0"/>
                      </a:lnTo>
                      <a:lnTo>
                        <a:pt x="258" y="50"/>
                      </a:lnTo>
                      <a:lnTo>
                        <a:pt x="183" y="100"/>
                      </a:lnTo>
                      <a:lnTo>
                        <a:pt x="0" y="44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4591" name="Freeform 888">
                  <a:extLst>
                    <a:ext uri="{FF2B5EF4-FFF2-40B4-BE49-F238E27FC236}">
                      <a16:creationId xmlns:a16="http://schemas.microsoft.com/office/drawing/2014/main" id="{D27F0C4E-8467-4EC9-AF6D-3CDA6B162AB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99" y="2816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4592" name="Freeform 889">
                  <a:extLst>
                    <a:ext uri="{FF2B5EF4-FFF2-40B4-BE49-F238E27FC236}">
                      <a16:creationId xmlns:a16="http://schemas.microsoft.com/office/drawing/2014/main" id="{93FF43A5-8467-475E-BE1F-D905D06E1D7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20" y="2834"/>
                  <a:ext cx="258" cy="102"/>
                </a:xfrm>
                <a:custGeom>
                  <a:avLst/>
                  <a:gdLst>
                    <a:gd name="T0" fmla="*/ 0 w 258"/>
                    <a:gd name="T1" fmla="*/ 46 h 102"/>
                    <a:gd name="T2" fmla="*/ 71 w 258"/>
                    <a:gd name="T3" fmla="*/ 0 h 102"/>
                    <a:gd name="T4" fmla="*/ 258 w 258"/>
                    <a:gd name="T5" fmla="*/ 52 h 102"/>
                    <a:gd name="T6" fmla="*/ 183 w 258"/>
                    <a:gd name="T7" fmla="*/ 102 h 102"/>
                    <a:gd name="T8" fmla="*/ 0 w 258"/>
                    <a:gd name="T9" fmla="*/ 46 h 10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2"/>
                    <a:gd name="T17" fmla="*/ 258 w 258"/>
                    <a:gd name="T18" fmla="*/ 102 h 10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2">
                      <a:moveTo>
                        <a:pt x="0" y="46"/>
                      </a:moveTo>
                      <a:lnTo>
                        <a:pt x="71" y="0"/>
                      </a:lnTo>
                      <a:lnTo>
                        <a:pt x="258" y="52"/>
                      </a:lnTo>
                      <a:lnTo>
                        <a:pt x="183" y="102"/>
                      </a:lnTo>
                      <a:lnTo>
                        <a:pt x="0" y="46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4593" name="Freeform 890">
                  <a:extLst>
                    <a:ext uri="{FF2B5EF4-FFF2-40B4-BE49-F238E27FC236}">
                      <a16:creationId xmlns:a16="http://schemas.microsoft.com/office/drawing/2014/main" id="{3B0F07BA-244B-473F-8C49-8FC8ECA9B1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11" y="2882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104582" name="Freeform 891">
                <a:extLst>
                  <a:ext uri="{FF2B5EF4-FFF2-40B4-BE49-F238E27FC236}">
                    <a16:creationId xmlns:a16="http://schemas.microsoft.com/office/drawing/2014/main" id="{7908000C-1E97-4354-A8E1-61AFFF537A8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77" y="3043"/>
                <a:ext cx="614" cy="514"/>
              </a:xfrm>
              <a:custGeom>
                <a:avLst/>
                <a:gdLst>
                  <a:gd name="T0" fmla="*/ 1 w 990"/>
                  <a:gd name="T1" fmla="*/ 1 h 792"/>
                  <a:gd name="T2" fmla="*/ 1 w 990"/>
                  <a:gd name="T3" fmla="*/ 0 h 792"/>
                  <a:gd name="T4" fmla="*/ 1 w 990"/>
                  <a:gd name="T5" fmla="*/ 1 h 792"/>
                  <a:gd name="T6" fmla="*/ 0 w 990"/>
                  <a:gd name="T7" fmla="*/ 1 h 792"/>
                  <a:gd name="T8" fmla="*/ 1 w 990"/>
                  <a:gd name="T9" fmla="*/ 1 h 79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90"/>
                  <a:gd name="T16" fmla="*/ 0 h 792"/>
                  <a:gd name="T17" fmla="*/ 990 w 990"/>
                  <a:gd name="T18" fmla="*/ 792 h 79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90" h="792">
                    <a:moveTo>
                      <a:pt x="3" y="738"/>
                    </a:moveTo>
                    <a:lnTo>
                      <a:pt x="990" y="0"/>
                    </a:lnTo>
                    <a:lnTo>
                      <a:pt x="987" y="60"/>
                    </a:lnTo>
                    <a:lnTo>
                      <a:pt x="0" y="792"/>
                    </a:lnTo>
                    <a:lnTo>
                      <a:pt x="3" y="738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4583" name="Freeform 892">
                <a:extLst>
                  <a:ext uri="{FF2B5EF4-FFF2-40B4-BE49-F238E27FC236}">
                    <a16:creationId xmlns:a16="http://schemas.microsoft.com/office/drawing/2014/main" id="{708949B0-3A38-4438-AE4A-34E048C3912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0" y="3084"/>
                <a:ext cx="1571" cy="469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4584" name="Freeform 893">
                <a:extLst>
                  <a:ext uri="{FF2B5EF4-FFF2-40B4-BE49-F238E27FC236}">
                    <a16:creationId xmlns:a16="http://schemas.microsoft.com/office/drawing/2014/main" id="{CAB8AD08-634B-4EE3-8AEA-67BFD9898BB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1" y="2998"/>
                <a:ext cx="17" cy="95"/>
              </a:xfrm>
              <a:custGeom>
                <a:avLst/>
                <a:gdLst>
                  <a:gd name="T0" fmla="*/ 1 w 26"/>
                  <a:gd name="T1" fmla="*/ 1 h 147"/>
                  <a:gd name="T2" fmla="*/ 1 w 26"/>
                  <a:gd name="T3" fmla="*/ 1 h 147"/>
                  <a:gd name="T4" fmla="*/ 0 w 26"/>
                  <a:gd name="T5" fmla="*/ 1 h 147"/>
                  <a:gd name="T6" fmla="*/ 1 w 26"/>
                  <a:gd name="T7" fmla="*/ 0 h 147"/>
                  <a:gd name="T8" fmla="*/ 1 w 26"/>
                  <a:gd name="T9" fmla="*/ 1 h 14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"/>
                  <a:gd name="T16" fmla="*/ 0 h 147"/>
                  <a:gd name="T17" fmla="*/ 26 w 26"/>
                  <a:gd name="T18" fmla="*/ 147 h 14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" h="147">
                    <a:moveTo>
                      <a:pt x="26" y="10"/>
                    </a:moveTo>
                    <a:lnTo>
                      <a:pt x="23" y="147"/>
                    </a:lnTo>
                    <a:lnTo>
                      <a:pt x="0" y="144"/>
                    </a:lnTo>
                    <a:lnTo>
                      <a:pt x="3" y="0"/>
                    </a:lnTo>
                    <a:lnTo>
                      <a:pt x="26" y="1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4585" name="Freeform 894">
                <a:extLst>
                  <a:ext uri="{FF2B5EF4-FFF2-40B4-BE49-F238E27FC236}">
                    <a16:creationId xmlns:a16="http://schemas.microsoft.com/office/drawing/2014/main" id="{2A567681-FCBC-4651-9683-7EB63F8665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2" y="2611"/>
                <a:ext cx="730" cy="393"/>
              </a:xfrm>
              <a:custGeom>
                <a:avLst/>
                <a:gdLst>
                  <a:gd name="T0" fmla="*/ 1 w 1176"/>
                  <a:gd name="T1" fmla="*/ 0 h 606"/>
                  <a:gd name="T2" fmla="*/ 0 w 1176"/>
                  <a:gd name="T3" fmla="*/ 1 h 606"/>
                  <a:gd name="T4" fmla="*/ 1 w 1176"/>
                  <a:gd name="T5" fmla="*/ 1 h 606"/>
                  <a:gd name="T6" fmla="*/ 1 w 1176"/>
                  <a:gd name="T7" fmla="*/ 1 h 606"/>
                  <a:gd name="T8" fmla="*/ 1 w 1176"/>
                  <a:gd name="T9" fmla="*/ 0 h 60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176"/>
                  <a:gd name="T16" fmla="*/ 0 h 606"/>
                  <a:gd name="T17" fmla="*/ 1176 w 1176"/>
                  <a:gd name="T18" fmla="*/ 606 h 60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176" h="606">
                    <a:moveTo>
                      <a:pt x="1170" y="0"/>
                    </a:moveTo>
                    <a:lnTo>
                      <a:pt x="0" y="597"/>
                    </a:lnTo>
                    <a:lnTo>
                      <a:pt x="30" y="606"/>
                    </a:lnTo>
                    <a:lnTo>
                      <a:pt x="1176" y="18"/>
                    </a:lnTo>
                    <a:lnTo>
                      <a:pt x="1170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4586" name="Freeform 895">
                <a:extLst>
                  <a:ext uri="{FF2B5EF4-FFF2-40B4-BE49-F238E27FC236}">
                    <a16:creationId xmlns:a16="http://schemas.microsoft.com/office/drawing/2014/main" id="{AF4509F4-D126-4585-A95D-1121D3C17A5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61" y="3018"/>
                <a:ext cx="1490" cy="451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4587" name="Freeform 896">
                <a:extLst>
                  <a:ext uri="{FF2B5EF4-FFF2-40B4-BE49-F238E27FC236}">
                    <a16:creationId xmlns:a16="http://schemas.microsoft.com/office/drawing/2014/main" id="{4EDA94FB-9413-4A9F-9E40-5D09DCC934B4}"/>
                  </a:ext>
                </a:extLst>
              </p:cNvPr>
              <p:cNvSpPr>
                <a:spLocks/>
              </p:cNvSpPr>
              <p:nvPr/>
            </p:nvSpPr>
            <p:spPr bwMode="auto">
              <a:xfrm flipV="1">
                <a:off x="2549" y="2986"/>
                <a:ext cx="608" cy="467"/>
              </a:xfrm>
              <a:custGeom>
                <a:avLst/>
                <a:gdLst>
                  <a:gd name="T0" fmla="*/ 0 w 2532"/>
                  <a:gd name="T1" fmla="*/ 0 h 723"/>
                  <a:gd name="T2" fmla="*/ 0 w 2532"/>
                  <a:gd name="T3" fmla="*/ 0 h 723"/>
                  <a:gd name="T4" fmla="*/ 0 w 2532"/>
                  <a:gd name="T5" fmla="*/ 1 h 723"/>
                  <a:gd name="T6" fmla="*/ 0 w 2532"/>
                  <a:gd name="T7" fmla="*/ 1 h 723"/>
                  <a:gd name="T8" fmla="*/ 0 w 2532"/>
                  <a:gd name="T9" fmla="*/ 1 h 723"/>
                  <a:gd name="T10" fmla="*/ 0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104520" name="Group 897">
              <a:extLst>
                <a:ext uri="{FF2B5EF4-FFF2-40B4-BE49-F238E27FC236}">
                  <a16:creationId xmlns:a16="http://schemas.microsoft.com/office/drawing/2014/main" id="{A08E1519-5749-47A4-9B3A-D14F2AC899E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03" y="1916"/>
              <a:ext cx="280" cy="257"/>
              <a:chOff x="877" y="1008"/>
              <a:chExt cx="2747" cy="2591"/>
            </a:xfrm>
          </p:grpSpPr>
          <p:pic>
            <p:nvPicPr>
              <p:cNvPr id="104548" name="Picture 898" descr="antenna_stylized">
                <a:extLst>
                  <a:ext uri="{FF2B5EF4-FFF2-40B4-BE49-F238E27FC236}">
                    <a16:creationId xmlns:a16="http://schemas.microsoft.com/office/drawing/2014/main" id="{2BA8479A-DCE1-4BA1-BA1F-BFDA83F4FF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7" y="1008"/>
                <a:ext cx="2725" cy="142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04549" name="Picture 899" descr="laptop_keyboard">
                <a:extLst>
                  <a:ext uri="{FF2B5EF4-FFF2-40B4-BE49-F238E27FC236}">
                    <a16:creationId xmlns:a16="http://schemas.microsoft.com/office/drawing/2014/main" id="{CA3BE209-071E-4B38-8ABC-A5A0C58B583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09064" flipH="1">
                <a:off x="1009" y="2586"/>
                <a:ext cx="2245" cy="10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04550" name="Freeform 900">
                <a:extLst>
                  <a:ext uri="{FF2B5EF4-FFF2-40B4-BE49-F238E27FC236}">
                    <a16:creationId xmlns:a16="http://schemas.microsoft.com/office/drawing/2014/main" id="{E0EADC53-D072-45DE-A3D6-84E84C6CD67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3" y="1603"/>
                <a:ext cx="1807" cy="1322"/>
              </a:xfrm>
              <a:custGeom>
                <a:avLst/>
                <a:gdLst>
                  <a:gd name="T0" fmla="*/ 1 w 2982"/>
                  <a:gd name="T1" fmla="*/ 0 h 2442"/>
                  <a:gd name="T2" fmla="*/ 0 w 2982"/>
                  <a:gd name="T3" fmla="*/ 1 h 2442"/>
                  <a:gd name="T4" fmla="*/ 1 w 2982"/>
                  <a:gd name="T5" fmla="*/ 1 h 2442"/>
                  <a:gd name="T6" fmla="*/ 1 w 2982"/>
                  <a:gd name="T7" fmla="*/ 1 h 2442"/>
                  <a:gd name="T8" fmla="*/ 1 w 2982"/>
                  <a:gd name="T9" fmla="*/ 0 h 24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82"/>
                  <a:gd name="T16" fmla="*/ 0 h 2442"/>
                  <a:gd name="T17" fmla="*/ 2982 w 2982"/>
                  <a:gd name="T18" fmla="*/ 2442 h 24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82" h="2442">
                    <a:moveTo>
                      <a:pt x="540" y="0"/>
                    </a:moveTo>
                    <a:lnTo>
                      <a:pt x="0" y="1734"/>
                    </a:lnTo>
                    <a:lnTo>
                      <a:pt x="2394" y="2442"/>
                    </a:lnTo>
                    <a:lnTo>
                      <a:pt x="2982" y="318"/>
                    </a:lnTo>
                    <a:lnTo>
                      <a:pt x="540" y="0"/>
                    </a:lnTo>
                    <a:close/>
                  </a:path>
                </a:pathLst>
              </a:cu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pic>
            <p:nvPicPr>
              <p:cNvPr id="104551" name="Picture 901" descr="screen">
                <a:extLst>
                  <a:ext uri="{FF2B5EF4-FFF2-40B4-BE49-F238E27FC236}">
                    <a16:creationId xmlns:a16="http://schemas.microsoft.com/office/drawing/2014/main" id="{E69B8FBD-7DFD-4EE8-BD3B-00229500B62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842" y="1637"/>
                <a:ext cx="1642" cy="12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04552" name="Freeform 902">
                <a:extLst>
                  <a:ext uri="{FF2B5EF4-FFF2-40B4-BE49-F238E27FC236}">
                    <a16:creationId xmlns:a16="http://schemas.microsoft.com/office/drawing/2014/main" id="{06EE6D28-1240-480D-9225-8682399B430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82" y="1564"/>
                <a:ext cx="1531" cy="246"/>
              </a:xfrm>
              <a:custGeom>
                <a:avLst/>
                <a:gdLst>
                  <a:gd name="T0" fmla="*/ 1 w 2528"/>
                  <a:gd name="T1" fmla="*/ 0 h 455"/>
                  <a:gd name="T2" fmla="*/ 1 w 2528"/>
                  <a:gd name="T3" fmla="*/ 1 h 455"/>
                  <a:gd name="T4" fmla="*/ 1 w 2528"/>
                  <a:gd name="T5" fmla="*/ 1 h 455"/>
                  <a:gd name="T6" fmla="*/ 0 w 2528"/>
                  <a:gd name="T7" fmla="*/ 1 h 455"/>
                  <a:gd name="T8" fmla="*/ 1 w 2528"/>
                  <a:gd name="T9" fmla="*/ 0 h 45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28"/>
                  <a:gd name="T16" fmla="*/ 0 h 455"/>
                  <a:gd name="T17" fmla="*/ 2528 w 2528"/>
                  <a:gd name="T18" fmla="*/ 455 h 45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28" h="455">
                    <a:moveTo>
                      <a:pt x="14" y="0"/>
                    </a:moveTo>
                    <a:lnTo>
                      <a:pt x="2528" y="341"/>
                    </a:lnTo>
                    <a:lnTo>
                      <a:pt x="2480" y="455"/>
                    </a:lnTo>
                    <a:lnTo>
                      <a:pt x="0" y="86"/>
                    </a:lnTo>
                    <a:lnTo>
                      <a:pt x="14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4553" name="Freeform 903">
                <a:extLst>
                  <a:ext uri="{FF2B5EF4-FFF2-40B4-BE49-F238E27FC236}">
                    <a16:creationId xmlns:a16="http://schemas.microsoft.com/office/drawing/2014/main" id="{A391D2FE-1150-4872-B463-4D59F99E9F5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7" y="1562"/>
                <a:ext cx="425" cy="1024"/>
              </a:xfrm>
              <a:custGeom>
                <a:avLst/>
                <a:gdLst>
                  <a:gd name="T0" fmla="*/ 1 w 702"/>
                  <a:gd name="T1" fmla="*/ 0 h 1893"/>
                  <a:gd name="T2" fmla="*/ 0 w 702"/>
                  <a:gd name="T3" fmla="*/ 1 h 1893"/>
                  <a:gd name="T4" fmla="*/ 1 w 702"/>
                  <a:gd name="T5" fmla="*/ 1 h 1893"/>
                  <a:gd name="T6" fmla="*/ 1 w 702"/>
                  <a:gd name="T7" fmla="*/ 1 h 1893"/>
                  <a:gd name="T8" fmla="*/ 1 w 702"/>
                  <a:gd name="T9" fmla="*/ 0 h 189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02"/>
                  <a:gd name="T16" fmla="*/ 0 h 1893"/>
                  <a:gd name="T17" fmla="*/ 702 w 702"/>
                  <a:gd name="T18" fmla="*/ 1893 h 189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02" h="1893">
                    <a:moveTo>
                      <a:pt x="579" y="0"/>
                    </a:moveTo>
                    <a:lnTo>
                      <a:pt x="0" y="1869"/>
                    </a:lnTo>
                    <a:lnTo>
                      <a:pt x="114" y="1893"/>
                    </a:lnTo>
                    <a:lnTo>
                      <a:pt x="702" y="51"/>
                    </a:lnTo>
                    <a:lnTo>
                      <a:pt x="579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4554" name="Freeform 904">
                <a:extLst>
                  <a:ext uri="{FF2B5EF4-FFF2-40B4-BE49-F238E27FC236}">
                    <a16:creationId xmlns:a16="http://schemas.microsoft.com/office/drawing/2014/main" id="{6A49CF6D-0936-4F54-BDDA-7D67E518667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44" y="1745"/>
                <a:ext cx="458" cy="1182"/>
              </a:xfrm>
              <a:custGeom>
                <a:avLst/>
                <a:gdLst>
                  <a:gd name="T0" fmla="*/ 1 w 756"/>
                  <a:gd name="T1" fmla="*/ 0 h 2184"/>
                  <a:gd name="T2" fmla="*/ 1 w 756"/>
                  <a:gd name="T3" fmla="*/ 1 h 2184"/>
                  <a:gd name="T4" fmla="*/ 0 w 756"/>
                  <a:gd name="T5" fmla="*/ 1 h 2184"/>
                  <a:gd name="T6" fmla="*/ 1 w 756"/>
                  <a:gd name="T7" fmla="*/ 1 h 2184"/>
                  <a:gd name="T8" fmla="*/ 1 w 756"/>
                  <a:gd name="T9" fmla="*/ 0 h 218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6"/>
                  <a:gd name="T16" fmla="*/ 0 h 2184"/>
                  <a:gd name="T17" fmla="*/ 756 w 756"/>
                  <a:gd name="T18" fmla="*/ 2184 h 218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6" h="2184">
                    <a:moveTo>
                      <a:pt x="756" y="0"/>
                    </a:moveTo>
                    <a:lnTo>
                      <a:pt x="138" y="2184"/>
                    </a:lnTo>
                    <a:lnTo>
                      <a:pt x="0" y="2148"/>
                    </a:lnTo>
                    <a:lnTo>
                      <a:pt x="606" y="78"/>
                    </a:lnTo>
                    <a:lnTo>
                      <a:pt x="756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chemeClr val="bg1"/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4555" name="Freeform 905">
                <a:extLst>
                  <a:ext uri="{FF2B5EF4-FFF2-40B4-BE49-F238E27FC236}">
                    <a16:creationId xmlns:a16="http://schemas.microsoft.com/office/drawing/2014/main" id="{D0922F2D-1B7A-454A-A6E5-DBF6A7A2B25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2" y="2534"/>
                <a:ext cx="1680" cy="399"/>
              </a:xfrm>
              <a:custGeom>
                <a:avLst/>
                <a:gdLst>
                  <a:gd name="T0" fmla="*/ 1 w 2773"/>
                  <a:gd name="T1" fmla="*/ 0 h 738"/>
                  <a:gd name="T2" fmla="*/ 0 w 2773"/>
                  <a:gd name="T3" fmla="*/ 1 h 738"/>
                  <a:gd name="T4" fmla="*/ 1 w 2773"/>
                  <a:gd name="T5" fmla="*/ 1 h 738"/>
                  <a:gd name="T6" fmla="*/ 1 w 2773"/>
                  <a:gd name="T7" fmla="*/ 1 h 738"/>
                  <a:gd name="T8" fmla="*/ 1 w 2773"/>
                  <a:gd name="T9" fmla="*/ 0 h 73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773"/>
                  <a:gd name="T16" fmla="*/ 0 h 738"/>
                  <a:gd name="T17" fmla="*/ 2773 w 2773"/>
                  <a:gd name="T18" fmla="*/ 738 h 73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773" h="738">
                    <a:moveTo>
                      <a:pt x="33" y="0"/>
                    </a:moveTo>
                    <a:lnTo>
                      <a:pt x="0" y="99"/>
                    </a:lnTo>
                    <a:lnTo>
                      <a:pt x="2436" y="738"/>
                    </a:lnTo>
                    <a:cubicBezTo>
                      <a:pt x="2499" y="501"/>
                      <a:pt x="2773" y="727"/>
                      <a:pt x="2373" y="603"/>
                    </a:cubicBezTo>
                    <a:lnTo>
                      <a:pt x="3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CC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4556" name="Freeform 906">
                <a:extLst>
                  <a:ext uri="{FF2B5EF4-FFF2-40B4-BE49-F238E27FC236}">
                    <a16:creationId xmlns:a16="http://schemas.microsoft.com/office/drawing/2014/main" id="{04800053-4AF8-4581-9D86-28EECA1AF56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95" y="1755"/>
                <a:ext cx="429" cy="1187"/>
              </a:xfrm>
              <a:custGeom>
                <a:avLst/>
                <a:gdLst>
                  <a:gd name="T0" fmla="*/ 1 w 637"/>
                  <a:gd name="T1" fmla="*/ 0 h 1659"/>
                  <a:gd name="T2" fmla="*/ 1 w 637"/>
                  <a:gd name="T3" fmla="*/ 0 h 1659"/>
                  <a:gd name="T4" fmla="*/ 1 w 637"/>
                  <a:gd name="T5" fmla="*/ 1 h 1659"/>
                  <a:gd name="T6" fmla="*/ 0 w 637"/>
                  <a:gd name="T7" fmla="*/ 1 h 1659"/>
                  <a:gd name="T8" fmla="*/ 1 w 637"/>
                  <a:gd name="T9" fmla="*/ 0 h 165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37"/>
                  <a:gd name="T16" fmla="*/ 0 h 1659"/>
                  <a:gd name="T17" fmla="*/ 637 w 637"/>
                  <a:gd name="T18" fmla="*/ 1659 h 165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37" h="1659">
                    <a:moveTo>
                      <a:pt x="615" y="0"/>
                    </a:moveTo>
                    <a:lnTo>
                      <a:pt x="637" y="0"/>
                    </a:lnTo>
                    <a:lnTo>
                      <a:pt x="68" y="1659"/>
                    </a:lnTo>
                    <a:lnTo>
                      <a:pt x="0" y="1647"/>
                    </a:lnTo>
                    <a:lnTo>
                      <a:pt x="615" y="0"/>
                    </a:lnTo>
                    <a:close/>
                  </a:path>
                </a:pathLst>
              </a:custGeom>
              <a:solidFill>
                <a:srgbClr val="4D4D4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4557" name="Freeform 907">
                <a:extLst>
                  <a:ext uri="{FF2B5EF4-FFF2-40B4-BE49-F238E27FC236}">
                    <a16:creationId xmlns:a16="http://schemas.microsoft.com/office/drawing/2014/main" id="{0B016917-65AB-4AC2-A5C8-E4E8A5FCE7F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4" y="2587"/>
                <a:ext cx="1494" cy="394"/>
              </a:xfrm>
              <a:custGeom>
                <a:avLst/>
                <a:gdLst>
                  <a:gd name="T0" fmla="*/ 0 w 2216"/>
                  <a:gd name="T1" fmla="*/ 0 h 550"/>
                  <a:gd name="T2" fmla="*/ 1 w 2216"/>
                  <a:gd name="T3" fmla="*/ 1 h 550"/>
                  <a:gd name="T4" fmla="*/ 1 w 2216"/>
                  <a:gd name="T5" fmla="*/ 1 h 550"/>
                  <a:gd name="T6" fmla="*/ 1 w 2216"/>
                  <a:gd name="T7" fmla="*/ 1 h 550"/>
                  <a:gd name="T8" fmla="*/ 0 w 2216"/>
                  <a:gd name="T9" fmla="*/ 0 h 55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16"/>
                  <a:gd name="T16" fmla="*/ 0 h 550"/>
                  <a:gd name="T17" fmla="*/ 2216 w 2216"/>
                  <a:gd name="T18" fmla="*/ 550 h 55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16" h="550">
                    <a:moveTo>
                      <a:pt x="0" y="0"/>
                    </a:moveTo>
                    <a:lnTo>
                      <a:pt x="9" y="57"/>
                    </a:lnTo>
                    <a:lnTo>
                      <a:pt x="2164" y="550"/>
                    </a:lnTo>
                    <a:lnTo>
                      <a:pt x="2216" y="496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104558" name="Group 908">
                <a:extLst>
                  <a:ext uri="{FF2B5EF4-FFF2-40B4-BE49-F238E27FC236}">
                    <a16:creationId xmlns:a16="http://schemas.microsoft.com/office/drawing/2014/main" id="{E1C94C92-A688-42AD-A01B-9739903972B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09" y="3008"/>
                <a:ext cx="507" cy="234"/>
                <a:chOff x="1740" y="2642"/>
                <a:chExt cx="752" cy="327"/>
              </a:xfrm>
            </p:grpSpPr>
            <p:sp>
              <p:nvSpPr>
                <p:cNvPr id="104565" name="Freeform 909">
                  <a:extLst>
                    <a:ext uri="{FF2B5EF4-FFF2-40B4-BE49-F238E27FC236}">
                      <a16:creationId xmlns:a16="http://schemas.microsoft.com/office/drawing/2014/main" id="{A9C18A84-53B4-46BD-8450-A115B5AF34E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40" y="2642"/>
                  <a:ext cx="752" cy="327"/>
                </a:xfrm>
                <a:custGeom>
                  <a:avLst/>
                  <a:gdLst>
                    <a:gd name="T0" fmla="*/ 293 w 752"/>
                    <a:gd name="T1" fmla="*/ 0 h 327"/>
                    <a:gd name="T2" fmla="*/ 752 w 752"/>
                    <a:gd name="T3" fmla="*/ 124 h 327"/>
                    <a:gd name="T4" fmla="*/ 470 w 752"/>
                    <a:gd name="T5" fmla="*/ 327 h 327"/>
                    <a:gd name="T6" fmla="*/ 0 w 752"/>
                    <a:gd name="T7" fmla="*/ 183 h 327"/>
                    <a:gd name="T8" fmla="*/ 293 w 752"/>
                    <a:gd name="T9" fmla="*/ 0 h 32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2"/>
                    <a:gd name="T16" fmla="*/ 0 h 327"/>
                    <a:gd name="T17" fmla="*/ 752 w 752"/>
                    <a:gd name="T18" fmla="*/ 327 h 32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2" h="327">
                      <a:moveTo>
                        <a:pt x="293" y="0"/>
                      </a:moveTo>
                      <a:lnTo>
                        <a:pt x="752" y="124"/>
                      </a:lnTo>
                      <a:lnTo>
                        <a:pt x="470" y="327"/>
                      </a:lnTo>
                      <a:lnTo>
                        <a:pt x="0" y="183"/>
                      </a:lnTo>
                      <a:lnTo>
                        <a:pt x="293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4566" name="Freeform 910">
                  <a:extLst>
                    <a:ext uri="{FF2B5EF4-FFF2-40B4-BE49-F238E27FC236}">
                      <a16:creationId xmlns:a16="http://schemas.microsoft.com/office/drawing/2014/main" id="{F1381B14-3EB5-4BC4-B510-4C5CFE773A7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54" y="2649"/>
                  <a:ext cx="726" cy="311"/>
                </a:xfrm>
                <a:custGeom>
                  <a:avLst/>
                  <a:gdLst>
                    <a:gd name="T0" fmla="*/ 282 w 726"/>
                    <a:gd name="T1" fmla="*/ 0 h 311"/>
                    <a:gd name="T2" fmla="*/ 726 w 726"/>
                    <a:gd name="T3" fmla="*/ 119 h 311"/>
                    <a:gd name="T4" fmla="*/ 457 w 726"/>
                    <a:gd name="T5" fmla="*/ 311 h 311"/>
                    <a:gd name="T6" fmla="*/ 0 w 726"/>
                    <a:gd name="T7" fmla="*/ 173 h 311"/>
                    <a:gd name="T8" fmla="*/ 282 w 726"/>
                    <a:gd name="T9" fmla="*/ 0 h 31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26"/>
                    <a:gd name="T16" fmla="*/ 0 h 311"/>
                    <a:gd name="T17" fmla="*/ 726 w 726"/>
                    <a:gd name="T18" fmla="*/ 311 h 31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26" h="311">
                      <a:moveTo>
                        <a:pt x="282" y="0"/>
                      </a:moveTo>
                      <a:lnTo>
                        <a:pt x="726" y="119"/>
                      </a:lnTo>
                      <a:lnTo>
                        <a:pt x="457" y="311"/>
                      </a:lnTo>
                      <a:lnTo>
                        <a:pt x="0" y="173"/>
                      </a:lnTo>
                      <a:lnTo>
                        <a:pt x="282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4D4D4D"/>
                    </a:gs>
                    <a:gs pos="100000">
                      <a:srgbClr val="DDDDDD"/>
                    </a:gs>
                  </a:gsLst>
                  <a:lin ang="189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4567" name="Freeform 911">
                  <a:extLst>
                    <a:ext uri="{FF2B5EF4-FFF2-40B4-BE49-F238E27FC236}">
                      <a16:creationId xmlns:a16="http://schemas.microsoft.com/office/drawing/2014/main" id="{4012F29B-FE97-48C6-B767-1F9506FAFA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08" y="2770"/>
                  <a:ext cx="258" cy="100"/>
                </a:xfrm>
                <a:custGeom>
                  <a:avLst/>
                  <a:gdLst>
                    <a:gd name="T0" fmla="*/ 0 w 258"/>
                    <a:gd name="T1" fmla="*/ 44 h 100"/>
                    <a:gd name="T2" fmla="*/ 75 w 258"/>
                    <a:gd name="T3" fmla="*/ 0 h 100"/>
                    <a:gd name="T4" fmla="*/ 258 w 258"/>
                    <a:gd name="T5" fmla="*/ 50 h 100"/>
                    <a:gd name="T6" fmla="*/ 183 w 258"/>
                    <a:gd name="T7" fmla="*/ 100 h 100"/>
                    <a:gd name="T8" fmla="*/ 0 w 258"/>
                    <a:gd name="T9" fmla="*/ 44 h 10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0"/>
                    <a:gd name="T17" fmla="*/ 258 w 258"/>
                    <a:gd name="T18" fmla="*/ 100 h 10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0">
                      <a:moveTo>
                        <a:pt x="0" y="44"/>
                      </a:moveTo>
                      <a:lnTo>
                        <a:pt x="75" y="0"/>
                      </a:lnTo>
                      <a:lnTo>
                        <a:pt x="258" y="50"/>
                      </a:lnTo>
                      <a:lnTo>
                        <a:pt x="183" y="100"/>
                      </a:lnTo>
                      <a:lnTo>
                        <a:pt x="0" y="44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4568" name="Freeform 912">
                  <a:extLst>
                    <a:ext uri="{FF2B5EF4-FFF2-40B4-BE49-F238E27FC236}">
                      <a16:creationId xmlns:a16="http://schemas.microsoft.com/office/drawing/2014/main" id="{DF3B1CD4-B657-42DD-AA4C-C8726FF49DC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99" y="2816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4569" name="Freeform 913">
                  <a:extLst>
                    <a:ext uri="{FF2B5EF4-FFF2-40B4-BE49-F238E27FC236}">
                      <a16:creationId xmlns:a16="http://schemas.microsoft.com/office/drawing/2014/main" id="{63C3D97E-A467-4B19-BB67-46E49FCCBA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20" y="2834"/>
                  <a:ext cx="258" cy="102"/>
                </a:xfrm>
                <a:custGeom>
                  <a:avLst/>
                  <a:gdLst>
                    <a:gd name="T0" fmla="*/ 0 w 258"/>
                    <a:gd name="T1" fmla="*/ 46 h 102"/>
                    <a:gd name="T2" fmla="*/ 71 w 258"/>
                    <a:gd name="T3" fmla="*/ 0 h 102"/>
                    <a:gd name="T4" fmla="*/ 258 w 258"/>
                    <a:gd name="T5" fmla="*/ 52 h 102"/>
                    <a:gd name="T6" fmla="*/ 183 w 258"/>
                    <a:gd name="T7" fmla="*/ 102 h 102"/>
                    <a:gd name="T8" fmla="*/ 0 w 258"/>
                    <a:gd name="T9" fmla="*/ 46 h 10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2"/>
                    <a:gd name="T17" fmla="*/ 258 w 258"/>
                    <a:gd name="T18" fmla="*/ 102 h 10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2">
                      <a:moveTo>
                        <a:pt x="0" y="46"/>
                      </a:moveTo>
                      <a:lnTo>
                        <a:pt x="71" y="0"/>
                      </a:lnTo>
                      <a:lnTo>
                        <a:pt x="258" y="52"/>
                      </a:lnTo>
                      <a:lnTo>
                        <a:pt x="183" y="102"/>
                      </a:lnTo>
                      <a:lnTo>
                        <a:pt x="0" y="46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4570" name="Freeform 914">
                  <a:extLst>
                    <a:ext uri="{FF2B5EF4-FFF2-40B4-BE49-F238E27FC236}">
                      <a16:creationId xmlns:a16="http://schemas.microsoft.com/office/drawing/2014/main" id="{7C2F5ECD-F4AE-47E7-AE07-F1C8AD8372E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11" y="2882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104559" name="Freeform 915">
                <a:extLst>
                  <a:ext uri="{FF2B5EF4-FFF2-40B4-BE49-F238E27FC236}">
                    <a16:creationId xmlns:a16="http://schemas.microsoft.com/office/drawing/2014/main" id="{6292240E-B2F2-4A82-9E80-C04800FDDF9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77" y="3043"/>
                <a:ext cx="614" cy="514"/>
              </a:xfrm>
              <a:custGeom>
                <a:avLst/>
                <a:gdLst>
                  <a:gd name="T0" fmla="*/ 1 w 990"/>
                  <a:gd name="T1" fmla="*/ 1 h 792"/>
                  <a:gd name="T2" fmla="*/ 1 w 990"/>
                  <a:gd name="T3" fmla="*/ 0 h 792"/>
                  <a:gd name="T4" fmla="*/ 1 w 990"/>
                  <a:gd name="T5" fmla="*/ 1 h 792"/>
                  <a:gd name="T6" fmla="*/ 0 w 990"/>
                  <a:gd name="T7" fmla="*/ 1 h 792"/>
                  <a:gd name="T8" fmla="*/ 1 w 990"/>
                  <a:gd name="T9" fmla="*/ 1 h 79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90"/>
                  <a:gd name="T16" fmla="*/ 0 h 792"/>
                  <a:gd name="T17" fmla="*/ 990 w 990"/>
                  <a:gd name="T18" fmla="*/ 792 h 79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90" h="792">
                    <a:moveTo>
                      <a:pt x="3" y="738"/>
                    </a:moveTo>
                    <a:lnTo>
                      <a:pt x="990" y="0"/>
                    </a:lnTo>
                    <a:lnTo>
                      <a:pt x="987" y="60"/>
                    </a:lnTo>
                    <a:lnTo>
                      <a:pt x="0" y="792"/>
                    </a:lnTo>
                    <a:lnTo>
                      <a:pt x="3" y="738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4560" name="Freeform 916">
                <a:extLst>
                  <a:ext uri="{FF2B5EF4-FFF2-40B4-BE49-F238E27FC236}">
                    <a16:creationId xmlns:a16="http://schemas.microsoft.com/office/drawing/2014/main" id="{70DA5259-2DE6-4C2B-8434-36C9B0D1DC8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0" y="3084"/>
                <a:ext cx="1571" cy="469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4561" name="Freeform 917">
                <a:extLst>
                  <a:ext uri="{FF2B5EF4-FFF2-40B4-BE49-F238E27FC236}">
                    <a16:creationId xmlns:a16="http://schemas.microsoft.com/office/drawing/2014/main" id="{E167C0E3-983E-44F4-997E-7522EEDC73A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1" y="2998"/>
                <a:ext cx="17" cy="95"/>
              </a:xfrm>
              <a:custGeom>
                <a:avLst/>
                <a:gdLst>
                  <a:gd name="T0" fmla="*/ 1 w 26"/>
                  <a:gd name="T1" fmla="*/ 1 h 147"/>
                  <a:gd name="T2" fmla="*/ 1 w 26"/>
                  <a:gd name="T3" fmla="*/ 1 h 147"/>
                  <a:gd name="T4" fmla="*/ 0 w 26"/>
                  <a:gd name="T5" fmla="*/ 1 h 147"/>
                  <a:gd name="T6" fmla="*/ 1 w 26"/>
                  <a:gd name="T7" fmla="*/ 0 h 147"/>
                  <a:gd name="T8" fmla="*/ 1 w 26"/>
                  <a:gd name="T9" fmla="*/ 1 h 14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"/>
                  <a:gd name="T16" fmla="*/ 0 h 147"/>
                  <a:gd name="T17" fmla="*/ 26 w 26"/>
                  <a:gd name="T18" fmla="*/ 147 h 14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" h="147">
                    <a:moveTo>
                      <a:pt x="26" y="10"/>
                    </a:moveTo>
                    <a:lnTo>
                      <a:pt x="23" y="147"/>
                    </a:lnTo>
                    <a:lnTo>
                      <a:pt x="0" y="144"/>
                    </a:lnTo>
                    <a:lnTo>
                      <a:pt x="3" y="0"/>
                    </a:lnTo>
                    <a:lnTo>
                      <a:pt x="26" y="1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4562" name="Freeform 918">
                <a:extLst>
                  <a:ext uri="{FF2B5EF4-FFF2-40B4-BE49-F238E27FC236}">
                    <a16:creationId xmlns:a16="http://schemas.microsoft.com/office/drawing/2014/main" id="{A5E3DE7E-B4B5-4248-BC7F-0BB0C5C578D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2" y="2611"/>
                <a:ext cx="730" cy="393"/>
              </a:xfrm>
              <a:custGeom>
                <a:avLst/>
                <a:gdLst>
                  <a:gd name="T0" fmla="*/ 1 w 1176"/>
                  <a:gd name="T1" fmla="*/ 0 h 606"/>
                  <a:gd name="T2" fmla="*/ 0 w 1176"/>
                  <a:gd name="T3" fmla="*/ 1 h 606"/>
                  <a:gd name="T4" fmla="*/ 1 w 1176"/>
                  <a:gd name="T5" fmla="*/ 1 h 606"/>
                  <a:gd name="T6" fmla="*/ 1 w 1176"/>
                  <a:gd name="T7" fmla="*/ 1 h 606"/>
                  <a:gd name="T8" fmla="*/ 1 w 1176"/>
                  <a:gd name="T9" fmla="*/ 0 h 60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176"/>
                  <a:gd name="T16" fmla="*/ 0 h 606"/>
                  <a:gd name="T17" fmla="*/ 1176 w 1176"/>
                  <a:gd name="T18" fmla="*/ 606 h 60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176" h="606">
                    <a:moveTo>
                      <a:pt x="1170" y="0"/>
                    </a:moveTo>
                    <a:lnTo>
                      <a:pt x="0" y="597"/>
                    </a:lnTo>
                    <a:lnTo>
                      <a:pt x="30" y="606"/>
                    </a:lnTo>
                    <a:lnTo>
                      <a:pt x="1176" y="18"/>
                    </a:lnTo>
                    <a:lnTo>
                      <a:pt x="1170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4563" name="Freeform 919">
                <a:extLst>
                  <a:ext uri="{FF2B5EF4-FFF2-40B4-BE49-F238E27FC236}">
                    <a16:creationId xmlns:a16="http://schemas.microsoft.com/office/drawing/2014/main" id="{97840164-B2C9-4F5D-90AA-70F17C0AE67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61" y="3018"/>
                <a:ext cx="1490" cy="451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4564" name="Freeform 920">
                <a:extLst>
                  <a:ext uri="{FF2B5EF4-FFF2-40B4-BE49-F238E27FC236}">
                    <a16:creationId xmlns:a16="http://schemas.microsoft.com/office/drawing/2014/main" id="{47FEC160-ECBC-4C8D-A5EE-A761F3FC7D62}"/>
                  </a:ext>
                </a:extLst>
              </p:cNvPr>
              <p:cNvSpPr>
                <a:spLocks/>
              </p:cNvSpPr>
              <p:nvPr/>
            </p:nvSpPr>
            <p:spPr bwMode="auto">
              <a:xfrm flipV="1">
                <a:off x="2549" y="2986"/>
                <a:ext cx="608" cy="467"/>
              </a:xfrm>
              <a:custGeom>
                <a:avLst/>
                <a:gdLst>
                  <a:gd name="T0" fmla="*/ 0 w 2532"/>
                  <a:gd name="T1" fmla="*/ 0 h 723"/>
                  <a:gd name="T2" fmla="*/ 0 w 2532"/>
                  <a:gd name="T3" fmla="*/ 0 h 723"/>
                  <a:gd name="T4" fmla="*/ 0 w 2532"/>
                  <a:gd name="T5" fmla="*/ 1 h 723"/>
                  <a:gd name="T6" fmla="*/ 0 w 2532"/>
                  <a:gd name="T7" fmla="*/ 1 h 723"/>
                  <a:gd name="T8" fmla="*/ 0 w 2532"/>
                  <a:gd name="T9" fmla="*/ 1 h 723"/>
                  <a:gd name="T10" fmla="*/ 0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104521" name="Group 921">
              <a:extLst>
                <a:ext uri="{FF2B5EF4-FFF2-40B4-BE49-F238E27FC236}">
                  <a16:creationId xmlns:a16="http://schemas.microsoft.com/office/drawing/2014/main" id="{B1ACD321-42DA-41AE-BBE9-87600448158F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3742" y="2030"/>
              <a:ext cx="261" cy="235"/>
              <a:chOff x="2839" y="3501"/>
              <a:chExt cx="755" cy="803"/>
            </a:xfrm>
          </p:grpSpPr>
          <p:pic>
            <p:nvPicPr>
              <p:cNvPr id="104546" name="Picture 922" descr="desktop_computer_stylized_medium">
                <a:extLst>
                  <a:ext uri="{FF2B5EF4-FFF2-40B4-BE49-F238E27FC236}">
                    <a16:creationId xmlns:a16="http://schemas.microsoft.com/office/drawing/2014/main" id="{4A5E9DEF-923F-4558-8001-D81A9728541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04547" name="Freeform 923">
                <a:extLst>
                  <a:ext uri="{FF2B5EF4-FFF2-40B4-BE49-F238E27FC236}">
                    <a16:creationId xmlns:a16="http://schemas.microsoft.com/office/drawing/2014/main" id="{1526812E-9812-49D0-BF78-90A5125513F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grpSp>
          <p:nvGrpSpPr>
            <p:cNvPr id="104522" name="Group 924">
              <a:extLst>
                <a:ext uri="{FF2B5EF4-FFF2-40B4-BE49-F238E27FC236}">
                  <a16:creationId xmlns:a16="http://schemas.microsoft.com/office/drawing/2014/main" id="{FC73BC66-6CC4-4B2E-B25F-6AB38A24FAE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03" y="3416"/>
              <a:ext cx="299" cy="257"/>
              <a:chOff x="877" y="1008"/>
              <a:chExt cx="2747" cy="2591"/>
            </a:xfrm>
          </p:grpSpPr>
          <p:pic>
            <p:nvPicPr>
              <p:cNvPr id="104523" name="Picture 925" descr="antenna_stylized">
                <a:extLst>
                  <a:ext uri="{FF2B5EF4-FFF2-40B4-BE49-F238E27FC236}">
                    <a16:creationId xmlns:a16="http://schemas.microsoft.com/office/drawing/2014/main" id="{EF6B2CCF-EE40-43EC-9166-DEDF2A97373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7" y="1008"/>
                <a:ext cx="2725" cy="142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04524" name="Picture 926" descr="laptop_keyboard">
                <a:extLst>
                  <a:ext uri="{FF2B5EF4-FFF2-40B4-BE49-F238E27FC236}">
                    <a16:creationId xmlns:a16="http://schemas.microsoft.com/office/drawing/2014/main" id="{2146501E-4B93-43F8-AD7A-FF334D66A08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09064" flipH="1">
                <a:off x="1009" y="2586"/>
                <a:ext cx="2245" cy="10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04525" name="Freeform 927">
                <a:extLst>
                  <a:ext uri="{FF2B5EF4-FFF2-40B4-BE49-F238E27FC236}">
                    <a16:creationId xmlns:a16="http://schemas.microsoft.com/office/drawing/2014/main" id="{3F47476B-DDBA-4FB5-8B58-F53172C5F6D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3" y="1603"/>
                <a:ext cx="1807" cy="1322"/>
              </a:xfrm>
              <a:custGeom>
                <a:avLst/>
                <a:gdLst>
                  <a:gd name="T0" fmla="*/ 1 w 2982"/>
                  <a:gd name="T1" fmla="*/ 0 h 2442"/>
                  <a:gd name="T2" fmla="*/ 0 w 2982"/>
                  <a:gd name="T3" fmla="*/ 1 h 2442"/>
                  <a:gd name="T4" fmla="*/ 1 w 2982"/>
                  <a:gd name="T5" fmla="*/ 1 h 2442"/>
                  <a:gd name="T6" fmla="*/ 1 w 2982"/>
                  <a:gd name="T7" fmla="*/ 1 h 2442"/>
                  <a:gd name="T8" fmla="*/ 1 w 2982"/>
                  <a:gd name="T9" fmla="*/ 0 h 24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82"/>
                  <a:gd name="T16" fmla="*/ 0 h 2442"/>
                  <a:gd name="T17" fmla="*/ 2982 w 2982"/>
                  <a:gd name="T18" fmla="*/ 2442 h 24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82" h="2442">
                    <a:moveTo>
                      <a:pt x="540" y="0"/>
                    </a:moveTo>
                    <a:lnTo>
                      <a:pt x="0" y="1734"/>
                    </a:lnTo>
                    <a:lnTo>
                      <a:pt x="2394" y="2442"/>
                    </a:lnTo>
                    <a:lnTo>
                      <a:pt x="2982" y="318"/>
                    </a:lnTo>
                    <a:lnTo>
                      <a:pt x="540" y="0"/>
                    </a:lnTo>
                    <a:close/>
                  </a:path>
                </a:pathLst>
              </a:cu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pic>
            <p:nvPicPr>
              <p:cNvPr id="104526" name="Picture 928" descr="screen">
                <a:extLst>
                  <a:ext uri="{FF2B5EF4-FFF2-40B4-BE49-F238E27FC236}">
                    <a16:creationId xmlns:a16="http://schemas.microsoft.com/office/drawing/2014/main" id="{366E6E4A-D1DE-4798-B578-0DE3125CB3A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842" y="1637"/>
                <a:ext cx="1642" cy="12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04527" name="Freeform 929">
                <a:extLst>
                  <a:ext uri="{FF2B5EF4-FFF2-40B4-BE49-F238E27FC236}">
                    <a16:creationId xmlns:a16="http://schemas.microsoft.com/office/drawing/2014/main" id="{AC03FE7F-F53D-4636-8E29-3DA37C43095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82" y="1564"/>
                <a:ext cx="1531" cy="246"/>
              </a:xfrm>
              <a:custGeom>
                <a:avLst/>
                <a:gdLst>
                  <a:gd name="T0" fmla="*/ 1 w 2528"/>
                  <a:gd name="T1" fmla="*/ 0 h 455"/>
                  <a:gd name="T2" fmla="*/ 1 w 2528"/>
                  <a:gd name="T3" fmla="*/ 1 h 455"/>
                  <a:gd name="T4" fmla="*/ 1 w 2528"/>
                  <a:gd name="T5" fmla="*/ 1 h 455"/>
                  <a:gd name="T6" fmla="*/ 0 w 2528"/>
                  <a:gd name="T7" fmla="*/ 1 h 455"/>
                  <a:gd name="T8" fmla="*/ 1 w 2528"/>
                  <a:gd name="T9" fmla="*/ 0 h 45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28"/>
                  <a:gd name="T16" fmla="*/ 0 h 455"/>
                  <a:gd name="T17" fmla="*/ 2528 w 2528"/>
                  <a:gd name="T18" fmla="*/ 455 h 45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28" h="455">
                    <a:moveTo>
                      <a:pt x="14" y="0"/>
                    </a:moveTo>
                    <a:lnTo>
                      <a:pt x="2528" y="341"/>
                    </a:lnTo>
                    <a:lnTo>
                      <a:pt x="2480" y="455"/>
                    </a:lnTo>
                    <a:lnTo>
                      <a:pt x="0" y="86"/>
                    </a:lnTo>
                    <a:lnTo>
                      <a:pt x="14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4528" name="Freeform 930">
                <a:extLst>
                  <a:ext uri="{FF2B5EF4-FFF2-40B4-BE49-F238E27FC236}">
                    <a16:creationId xmlns:a16="http://schemas.microsoft.com/office/drawing/2014/main" id="{32B23616-68C4-4948-9B2E-459F5D6F747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7" y="1562"/>
                <a:ext cx="425" cy="1024"/>
              </a:xfrm>
              <a:custGeom>
                <a:avLst/>
                <a:gdLst>
                  <a:gd name="T0" fmla="*/ 1 w 702"/>
                  <a:gd name="T1" fmla="*/ 0 h 1893"/>
                  <a:gd name="T2" fmla="*/ 0 w 702"/>
                  <a:gd name="T3" fmla="*/ 1 h 1893"/>
                  <a:gd name="T4" fmla="*/ 1 w 702"/>
                  <a:gd name="T5" fmla="*/ 1 h 1893"/>
                  <a:gd name="T6" fmla="*/ 1 w 702"/>
                  <a:gd name="T7" fmla="*/ 1 h 1893"/>
                  <a:gd name="T8" fmla="*/ 1 w 702"/>
                  <a:gd name="T9" fmla="*/ 0 h 189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02"/>
                  <a:gd name="T16" fmla="*/ 0 h 1893"/>
                  <a:gd name="T17" fmla="*/ 702 w 702"/>
                  <a:gd name="T18" fmla="*/ 1893 h 189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02" h="1893">
                    <a:moveTo>
                      <a:pt x="579" y="0"/>
                    </a:moveTo>
                    <a:lnTo>
                      <a:pt x="0" y="1869"/>
                    </a:lnTo>
                    <a:lnTo>
                      <a:pt x="114" y="1893"/>
                    </a:lnTo>
                    <a:lnTo>
                      <a:pt x="702" y="51"/>
                    </a:lnTo>
                    <a:lnTo>
                      <a:pt x="579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4529" name="Freeform 931">
                <a:extLst>
                  <a:ext uri="{FF2B5EF4-FFF2-40B4-BE49-F238E27FC236}">
                    <a16:creationId xmlns:a16="http://schemas.microsoft.com/office/drawing/2014/main" id="{A6736734-314F-467F-945D-60D4D8B8039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44" y="1745"/>
                <a:ext cx="458" cy="1182"/>
              </a:xfrm>
              <a:custGeom>
                <a:avLst/>
                <a:gdLst>
                  <a:gd name="T0" fmla="*/ 1 w 756"/>
                  <a:gd name="T1" fmla="*/ 0 h 2184"/>
                  <a:gd name="T2" fmla="*/ 1 w 756"/>
                  <a:gd name="T3" fmla="*/ 1 h 2184"/>
                  <a:gd name="T4" fmla="*/ 0 w 756"/>
                  <a:gd name="T5" fmla="*/ 1 h 2184"/>
                  <a:gd name="T6" fmla="*/ 1 w 756"/>
                  <a:gd name="T7" fmla="*/ 1 h 2184"/>
                  <a:gd name="T8" fmla="*/ 1 w 756"/>
                  <a:gd name="T9" fmla="*/ 0 h 218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6"/>
                  <a:gd name="T16" fmla="*/ 0 h 2184"/>
                  <a:gd name="T17" fmla="*/ 756 w 756"/>
                  <a:gd name="T18" fmla="*/ 2184 h 218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6" h="2184">
                    <a:moveTo>
                      <a:pt x="756" y="0"/>
                    </a:moveTo>
                    <a:lnTo>
                      <a:pt x="138" y="2184"/>
                    </a:lnTo>
                    <a:lnTo>
                      <a:pt x="0" y="2148"/>
                    </a:lnTo>
                    <a:lnTo>
                      <a:pt x="606" y="78"/>
                    </a:lnTo>
                    <a:lnTo>
                      <a:pt x="756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chemeClr val="bg1"/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4530" name="Freeform 932">
                <a:extLst>
                  <a:ext uri="{FF2B5EF4-FFF2-40B4-BE49-F238E27FC236}">
                    <a16:creationId xmlns:a16="http://schemas.microsoft.com/office/drawing/2014/main" id="{2F42EABB-F7E6-48A5-BF43-3864D15D537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2" y="2534"/>
                <a:ext cx="1680" cy="399"/>
              </a:xfrm>
              <a:custGeom>
                <a:avLst/>
                <a:gdLst>
                  <a:gd name="T0" fmla="*/ 1 w 2773"/>
                  <a:gd name="T1" fmla="*/ 0 h 738"/>
                  <a:gd name="T2" fmla="*/ 0 w 2773"/>
                  <a:gd name="T3" fmla="*/ 1 h 738"/>
                  <a:gd name="T4" fmla="*/ 1 w 2773"/>
                  <a:gd name="T5" fmla="*/ 1 h 738"/>
                  <a:gd name="T6" fmla="*/ 1 w 2773"/>
                  <a:gd name="T7" fmla="*/ 1 h 738"/>
                  <a:gd name="T8" fmla="*/ 1 w 2773"/>
                  <a:gd name="T9" fmla="*/ 0 h 73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773"/>
                  <a:gd name="T16" fmla="*/ 0 h 738"/>
                  <a:gd name="T17" fmla="*/ 2773 w 2773"/>
                  <a:gd name="T18" fmla="*/ 738 h 73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773" h="738">
                    <a:moveTo>
                      <a:pt x="33" y="0"/>
                    </a:moveTo>
                    <a:lnTo>
                      <a:pt x="0" y="99"/>
                    </a:lnTo>
                    <a:lnTo>
                      <a:pt x="2436" y="738"/>
                    </a:lnTo>
                    <a:cubicBezTo>
                      <a:pt x="2499" y="501"/>
                      <a:pt x="2773" y="727"/>
                      <a:pt x="2373" y="603"/>
                    </a:cubicBezTo>
                    <a:lnTo>
                      <a:pt x="3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CC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4531" name="Freeform 933">
                <a:extLst>
                  <a:ext uri="{FF2B5EF4-FFF2-40B4-BE49-F238E27FC236}">
                    <a16:creationId xmlns:a16="http://schemas.microsoft.com/office/drawing/2014/main" id="{94A3159E-59B1-4512-8F1E-8AE065271BE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95" y="1755"/>
                <a:ext cx="429" cy="1187"/>
              </a:xfrm>
              <a:custGeom>
                <a:avLst/>
                <a:gdLst>
                  <a:gd name="T0" fmla="*/ 1 w 637"/>
                  <a:gd name="T1" fmla="*/ 0 h 1659"/>
                  <a:gd name="T2" fmla="*/ 1 w 637"/>
                  <a:gd name="T3" fmla="*/ 0 h 1659"/>
                  <a:gd name="T4" fmla="*/ 1 w 637"/>
                  <a:gd name="T5" fmla="*/ 1 h 1659"/>
                  <a:gd name="T6" fmla="*/ 0 w 637"/>
                  <a:gd name="T7" fmla="*/ 1 h 1659"/>
                  <a:gd name="T8" fmla="*/ 1 w 637"/>
                  <a:gd name="T9" fmla="*/ 0 h 165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37"/>
                  <a:gd name="T16" fmla="*/ 0 h 1659"/>
                  <a:gd name="T17" fmla="*/ 637 w 637"/>
                  <a:gd name="T18" fmla="*/ 1659 h 165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37" h="1659">
                    <a:moveTo>
                      <a:pt x="615" y="0"/>
                    </a:moveTo>
                    <a:lnTo>
                      <a:pt x="637" y="0"/>
                    </a:lnTo>
                    <a:lnTo>
                      <a:pt x="68" y="1659"/>
                    </a:lnTo>
                    <a:lnTo>
                      <a:pt x="0" y="1647"/>
                    </a:lnTo>
                    <a:lnTo>
                      <a:pt x="615" y="0"/>
                    </a:lnTo>
                    <a:close/>
                  </a:path>
                </a:pathLst>
              </a:custGeom>
              <a:solidFill>
                <a:srgbClr val="4D4D4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4532" name="Freeform 934">
                <a:extLst>
                  <a:ext uri="{FF2B5EF4-FFF2-40B4-BE49-F238E27FC236}">
                    <a16:creationId xmlns:a16="http://schemas.microsoft.com/office/drawing/2014/main" id="{FDB116E2-7017-4466-9060-16D860B97C7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4" y="2587"/>
                <a:ext cx="1494" cy="394"/>
              </a:xfrm>
              <a:custGeom>
                <a:avLst/>
                <a:gdLst>
                  <a:gd name="T0" fmla="*/ 0 w 2216"/>
                  <a:gd name="T1" fmla="*/ 0 h 550"/>
                  <a:gd name="T2" fmla="*/ 1 w 2216"/>
                  <a:gd name="T3" fmla="*/ 1 h 550"/>
                  <a:gd name="T4" fmla="*/ 1 w 2216"/>
                  <a:gd name="T5" fmla="*/ 1 h 550"/>
                  <a:gd name="T6" fmla="*/ 1 w 2216"/>
                  <a:gd name="T7" fmla="*/ 1 h 550"/>
                  <a:gd name="T8" fmla="*/ 0 w 2216"/>
                  <a:gd name="T9" fmla="*/ 0 h 55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16"/>
                  <a:gd name="T16" fmla="*/ 0 h 550"/>
                  <a:gd name="T17" fmla="*/ 2216 w 2216"/>
                  <a:gd name="T18" fmla="*/ 550 h 55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16" h="550">
                    <a:moveTo>
                      <a:pt x="0" y="0"/>
                    </a:moveTo>
                    <a:lnTo>
                      <a:pt x="9" y="57"/>
                    </a:lnTo>
                    <a:lnTo>
                      <a:pt x="2164" y="550"/>
                    </a:lnTo>
                    <a:lnTo>
                      <a:pt x="2216" y="496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104533" name="Group 935">
                <a:extLst>
                  <a:ext uri="{FF2B5EF4-FFF2-40B4-BE49-F238E27FC236}">
                    <a16:creationId xmlns:a16="http://schemas.microsoft.com/office/drawing/2014/main" id="{DC9ECF6B-8141-45B5-9BC1-2DCEF96A0B8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09" y="3008"/>
                <a:ext cx="507" cy="234"/>
                <a:chOff x="1740" y="2642"/>
                <a:chExt cx="752" cy="327"/>
              </a:xfrm>
            </p:grpSpPr>
            <p:sp>
              <p:nvSpPr>
                <p:cNvPr id="104540" name="Freeform 936">
                  <a:extLst>
                    <a:ext uri="{FF2B5EF4-FFF2-40B4-BE49-F238E27FC236}">
                      <a16:creationId xmlns:a16="http://schemas.microsoft.com/office/drawing/2014/main" id="{B03BB550-60B8-4BEC-A3B6-FB9AB305C2E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40" y="2642"/>
                  <a:ext cx="752" cy="327"/>
                </a:xfrm>
                <a:custGeom>
                  <a:avLst/>
                  <a:gdLst>
                    <a:gd name="T0" fmla="*/ 293 w 752"/>
                    <a:gd name="T1" fmla="*/ 0 h 327"/>
                    <a:gd name="T2" fmla="*/ 752 w 752"/>
                    <a:gd name="T3" fmla="*/ 124 h 327"/>
                    <a:gd name="T4" fmla="*/ 470 w 752"/>
                    <a:gd name="T5" fmla="*/ 327 h 327"/>
                    <a:gd name="T6" fmla="*/ 0 w 752"/>
                    <a:gd name="T7" fmla="*/ 183 h 327"/>
                    <a:gd name="T8" fmla="*/ 293 w 752"/>
                    <a:gd name="T9" fmla="*/ 0 h 32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2"/>
                    <a:gd name="T16" fmla="*/ 0 h 327"/>
                    <a:gd name="T17" fmla="*/ 752 w 752"/>
                    <a:gd name="T18" fmla="*/ 327 h 32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2" h="327">
                      <a:moveTo>
                        <a:pt x="293" y="0"/>
                      </a:moveTo>
                      <a:lnTo>
                        <a:pt x="752" y="124"/>
                      </a:lnTo>
                      <a:lnTo>
                        <a:pt x="470" y="327"/>
                      </a:lnTo>
                      <a:lnTo>
                        <a:pt x="0" y="183"/>
                      </a:lnTo>
                      <a:lnTo>
                        <a:pt x="293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4541" name="Freeform 937">
                  <a:extLst>
                    <a:ext uri="{FF2B5EF4-FFF2-40B4-BE49-F238E27FC236}">
                      <a16:creationId xmlns:a16="http://schemas.microsoft.com/office/drawing/2014/main" id="{AA8ACC83-5CBC-46F7-AEFA-F08AD34329D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54" y="2649"/>
                  <a:ext cx="726" cy="311"/>
                </a:xfrm>
                <a:custGeom>
                  <a:avLst/>
                  <a:gdLst>
                    <a:gd name="T0" fmla="*/ 282 w 726"/>
                    <a:gd name="T1" fmla="*/ 0 h 311"/>
                    <a:gd name="T2" fmla="*/ 726 w 726"/>
                    <a:gd name="T3" fmla="*/ 119 h 311"/>
                    <a:gd name="T4" fmla="*/ 457 w 726"/>
                    <a:gd name="T5" fmla="*/ 311 h 311"/>
                    <a:gd name="T6" fmla="*/ 0 w 726"/>
                    <a:gd name="T7" fmla="*/ 173 h 311"/>
                    <a:gd name="T8" fmla="*/ 282 w 726"/>
                    <a:gd name="T9" fmla="*/ 0 h 31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26"/>
                    <a:gd name="T16" fmla="*/ 0 h 311"/>
                    <a:gd name="T17" fmla="*/ 726 w 726"/>
                    <a:gd name="T18" fmla="*/ 311 h 31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26" h="311">
                      <a:moveTo>
                        <a:pt x="282" y="0"/>
                      </a:moveTo>
                      <a:lnTo>
                        <a:pt x="726" y="119"/>
                      </a:lnTo>
                      <a:lnTo>
                        <a:pt x="457" y="311"/>
                      </a:lnTo>
                      <a:lnTo>
                        <a:pt x="0" y="173"/>
                      </a:lnTo>
                      <a:lnTo>
                        <a:pt x="282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4D4D4D"/>
                    </a:gs>
                    <a:gs pos="100000">
                      <a:srgbClr val="DDDDDD"/>
                    </a:gs>
                  </a:gsLst>
                  <a:lin ang="189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4542" name="Freeform 938">
                  <a:extLst>
                    <a:ext uri="{FF2B5EF4-FFF2-40B4-BE49-F238E27FC236}">
                      <a16:creationId xmlns:a16="http://schemas.microsoft.com/office/drawing/2014/main" id="{EBA06EA9-AE5F-482B-AFAC-51116ACB327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08" y="2770"/>
                  <a:ext cx="258" cy="100"/>
                </a:xfrm>
                <a:custGeom>
                  <a:avLst/>
                  <a:gdLst>
                    <a:gd name="T0" fmla="*/ 0 w 258"/>
                    <a:gd name="T1" fmla="*/ 44 h 100"/>
                    <a:gd name="T2" fmla="*/ 75 w 258"/>
                    <a:gd name="T3" fmla="*/ 0 h 100"/>
                    <a:gd name="T4" fmla="*/ 258 w 258"/>
                    <a:gd name="T5" fmla="*/ 50 h 100"/>
                    <a:gd name="T6" fmla="*/ 183 w 258"/>
                    <a:gd name="T7" fmla="*/ 100 h 100"/>
                    <a:gd name="T8" fmla="*/ 0 w 258"/>
                    <a:gd name="T9" fmla="*/ 44 h 10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0"/>
                    <a:gd name="T17" fmla="*/ 258 w 258"/>
                    <a:gd name="T18" fmla="*/ 100 h 10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0">
                      <a:moveTo>
                        <a:pt x="0" y="44"/>
                      </a:moveTo>
                      <a:lnTo>
                        <a:pt x="75" y="0"/>
                      </a:lnTo>
                      <a:lnTo>
                        <a:pt x="258" y="50"/>
                      </a:lnTo>
                      <a:lnTo>
                        <a:pt x="183" y="100"/>
                      </a:lnTo>
                      <a:lnTo>
                        <a:pt x="0" y="44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4543" name="Freeform 939">
                  <a:extLst>
                    <a:ext uri="{FF2B5EF4-FFF2-40B4-BE49-F238E27FC236}">
                      <a16:creationId xmlns:a16="http://schemas.microsoft.com/office/drawing/2014/main" id="{26707DCF-B879-4E45-9761-1177767525E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99" y="2816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4544" name="Freeform 940">
                  <a:extLst>
                    <a:ext uri="{FF2B5EF4-FFF2-40B4-BE49-F238E27FC236}">
                      <a16:creationId xmlns:a16="http://schemas.microsoft.com/office/drawing/2014/main" id="{309DD698-0143-46C6-B8C7-2826A6E9919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20" y="2834"/>
                  <a:ext cx="258" cy="102"/>
                </a:xfrm>
                <a:custGeom>
                  <a:avLst/>
                  <a:gdLst>
                    <a:gd name="T0" fmla="*/ 0 w 258"/>
                    <a:gd name="T1" fmla="*/ 46 h 102"/>
                    <a:gd name="T2" fmla="*/ 71 w 258"/>
                    <a:gd name="T3" fmla="*/ 0 h 102"/>
                    <a:gd name="T4" fmla="*/ 258 w 258"/>
                    <a:gd name="T5" fmla="*/ 52 h 102"/>
                    <a:gd name="T6" fmla="*/ 183 w 258"/>
                    <a:gd name="T7" fmla="*/ 102 h 102"/>
                    <a:gd name="T8" fmla="*/ 0 w 258"/>
                    <a:gd name="T9" fmla="*/ 46 h 10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2"/>
                    <a:gd name="T17" fmla="*/ 258 w 258"/>
                    <a:gd name="T18" fmla="*/ 102 h 10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2">
                      <a:moveTo>
                        <a:pt x="0" y="46"/>
                      </a:moveTo>
                      <a:lnTo>
                        <a:pt x="71" y="0"/>
                      </a:lnTo>
                      <a:lnTo>
                        <a:pt x="258" y="52"/>
                      </a:lnTo>
                      <a:lnTo>
                        <a:pt x="183" y="102"/>
                      </a:lnTo>
                      <a:lnTo>
                        <a:pt x="0" y="46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04545" name="Freeform 941">
                  <a:extLst>
                    <a:ext uri="{FF2B5EF4-FFF2-40B4-BE49-F238E27FC236}">
                      <a16:creationId xmlns:a16="http://schemas.microsoft.com/office/drawing/2014/main" id="{48426AFC-BBC8-4173-833E-0F26B5183EE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11" y="2882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104534" name="Freeform 942">
                <a:extLst>
                  <a:ext uri="{FF2B5EF4-FFF2-40B4-BE49-F238E27FC236}">
                    <a16:creationId xmlns:a16="http://schemas.microsoft.com/office/drawing/2014/main" id="{63AF511A-D62C-4C57-98D4-7AC3EBB46A6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77" y="3043"/>
                <a:ext cx="614" cy="514"/>
              </a:xfrm>
              <a:custGeom>
                <a:avLst/>
                <a:gdLst>
                  <a:gd name="T0" fmla="*/ 1 w 990"/>
                  <a:gd name="T1" fmla="*/ 1 h 792"/>
                  <a:gd name="T2" fmla="*/ 1 w 990"/>
                  <a:gd name="T3" fmla="*/ 0 h 792"/>
                  <a:gd name="T4" fmla="*/ 1 w 990"/>
                  <a:gd name="T5" fmla="*/ 1 h 792"/>
                  <a:gd name="T6" fmla="*/ 0 w 990"/>
                  <a:gd name="T7" fmla="*/ 1 h 792"/>
                  <a:gd name="T8" fmla="*/ 1 w 990"/>
                  <a:gd name="T9" fmla="*/ 1 h 79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90"/>
                  <a:gd name="T16" fmla="*/ 0 h 792"/>
                  <a:gd name="T17" fmla="*/ 990 w 990"/>
                  <a:gd name="T18" fmla="*/ 792 h 79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90" h="792">
                    <a:moveTo>
                      <a:pt x="3" y="738"/>
                    </a:moveTo>
                    <a:lnTo>
                      <a:pt x="990" y="0"/>
                    </a:lnTo>
                    <a:lnTo>
                      <a:pt x="987" y="60"/>
                    </a:lnTo>
                    <a:lnTo>
                      <a:pt x="0" y="792"/>
                    </a:lnTo>
                    <a:lnTo>
                      <a:pt x="3" y="738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4535" name="Freeform 943">
                <a:extLst>
                  <a:ext uri="{FF2B5EF4-FFF2-40B4-BE49-F238E27FC236}">
                    <a16:creationId xmlns:a16="http://schemas.microsoft.com/office/drawing/2014/main" id="{603AF901-2517-49C3-9EFD-C5E56B2F4B9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0" y="3084"/>
                <a:ext cx="1571" cy="469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4536" name="Freeform 944">
                <a:extLst>
                  <a:ext uri="{FF2B5EF4-FFF2-40B4-BE49-F238E27FC236}">
                    <a16:creationId xmlns:a16="http://schemas.microsoft.com/office/drawing/2014/main" id="{74471D2E-FB10-41F7-B2C3-42B55624E55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1" y="2998"/>
                <a:ext cx="17" cy="95"/>
              </a:xfrm>
              <a:custGeom>
                <a:avLst/>
                <a:gdLst>
                  <a:gd name="T0" fmla="*/ 1 w 26"/>
                  <a:gd name="T1" fmla="*/ 1 h 147"/>
                  <a:gd name="T2" fmla="*/ 1 w 26"/>
                  <a:gd name="T3" fmla="*/ 1 h 147"/>
                  <a:gd name="T4" fmla="*/ 0 w 26"/>
                  <a:gd name="T5" fmla="*/ 1 h 147"/>
                  <a:gd name="T6" fmla="*/ 1 w 26"/>
                  <a:gd name="T7" fmla="*/ 0 h 147"/>
                  <a:gd name="T8" fmla="*/ 1 w 26"/>
                  <a:gd name="T9" fmla="*/ 1 h 14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"/>
                  <a:gd name="T16" fmla="*/ 0 h 147"/>
                  <a:gd name="T17" fmla="*/ 26 w 26"/>
                  <a:gd name="T18" fmla="*/ 147 h 14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" h="147">
                    <a:moveTo>
                      <a:pt x="26" y="10"/>
                    </a:moveTo>
                    <a:lnTo>
                      <a:pt x="23" y="147"/>
                    </a:lnTo>
                    <a:lnTo>
                      <a:pt x="0" y="144"/>
                    </a:lnTo>
                    <a:lnTo>
                      <a:pt x="3" y="0"/>
                    </a:lnTo>
                    <a:lnTo>
                      <a:pt x="26" y="1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4537" name="Freeform 945">
                <a:extLst>
                  <a:ext uri="{FF2B5EF4-FFF2-40B4-BE49-F238E27FC236}">
                    <a16:creationId xmlns:a16="http://schemas.microsoft.com/office/drawing/2014/main" id="{81E0D9FE-059E-4E49-BA66-46D183516A5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2" y="2611"/>
                <a:ext cx="730" cy="393"/>
              </a:xfrm>
              <a:custGeom>
                <a:avLst/>
                <a:gdLst>
                  <a:gd name="T0" fmla="*/ 1 w 1176"/>
                  <a:gd name="T1" fmla="*/ 0 h 606"/>
                  <a:gd name="T2" fmla="*/ 0 w 1176"/>
                  <a:gd name="T3" fmla="*/ 1 h 606"/>
                  <a:gd name="T4" fmla="*/ 1 w 1176"/>
                  <a:gd name="T5" fmla="*/ 1 h 606"/>
                  <a:gd name="T6" fmla="*/ 1 w 1176"/>
                  <a:gd name="T7" fmla="*/ 1 h 606"/>
                  <a:gd name="T8" fmla="*/ 1 w 1176"/>
                  <a:gd name="T9" fmla="*/ 0 h 60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176"/>
                  <a:gd name="T16" fmla="*/ 0 h 606"/>
                  <a:gd name="T17" fmla="*/ 1176 w 1176"/>
                  <a:gd name="T18" fmla="*/ 606 h 60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176" h="606">
                    <a:moveTo>
                      <a:pt x="1170" y="0"/>
                    </a:moveTo>
                    <a:lnTo>
                      <a:pt x="0" y="597"/>
                    </a:lnTo>
                    <a:lnTo>
                      <a:pt x="30" y="606"/>
                    </a:lnTo>
                    <a:lnTo>
                      <a:pt x="1176" y="18"/>
                    </a:lnTo>
                    <a:lnTo>
                      <a:pt x="1170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4538" name="Freeform 946">
                <a:extLst>
                  <a:ext uri="{FF2B5EF4-FFF2-40B4-BE49-F238E27FC236}">
                    <a16:creationId xmlns:a16="http://schemas.microsoft.com/office/drawing/2014/main" id="{E855E705-E074-44F7-B2DF-F5011399202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61" y="3018"/>
                <a:ext cx="1490" cy="451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4539" name="Freeform 947">
                <a:extLst>
                  <a:ext uri="{FF2B5EF4-FFF2-40B4-BE49-F238E27FC236}">
                    <a16:creationId xmlns:a16="http://schemas.microsoft.com/office/drawing/2014/main" id="{5BF48E1F-CD83-4C5F-98B2-EE415D559D82}"/>
                  </a:ext>
                </a:extLst>
              </p:cNvPr>
              <p:cNvSpPr>
                <a:spLocks/>
              </p:cNvSpPr>
              <p:nvPr/>
            </p:nvSpPr>
            <p:spPr bwMode="auto">
              <a:xfrm flipV="1">
                <a:off x="2549" y="2986"/>
                <a:ext cx="608" cy="467"/>
              </a:xfrm>
              <a:custGeom>
                <a:avLst/>
                <a:gdLst>
                  <a:gd name="T0" fmla="*/ 0 w 2532"/>
                  <a:gd name="T1" fmla="*/ 0 h 723"/>
                  <a:gd name="T2" fmla="*/ 0 w 2532"/>
                  <a:gd name="T3" fmla="*/ 0 h 723"/>
                  <a:gd name="T4" fmla="*/ 0 w 2532"/>
                  <a:gd name="T5" fmla="*/ 1 h 723"/>
                  <a:gd name="T6" fmla="*/ 0 w 2532"/>
                  <a:gd name="T7" fmla="*/ 1 h 723"/>
                  <a:gd name="T8" fmla="*/ 0 w 2532"/>
                  <a:gd name="T9" fmla="*/ 1 h 723"/>
                  <a:gd name="T10" fmla="*/ 0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</p:grpSp>
      <p:sp>
        <p:nvSpPr>
          <p:cNvPr id="104453" name="Rectangle 4">
            <a:extLst>
              <a:ext uri="{FF2B5EF4-FFF2-40B4-BE49-F238E27FC236}">
                <a16:creationId xmlns:a16="http://schemas.microsoft.com/office/drawing/2014/main" id="{B93A2A08-5338-4E34-9D00-E437B2C07FC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09563" y="228600"/>
            <a:ext cx="7772400" cy="819150"/>
          </a:xfrm>
        </p:spPr>
        <p:txBody>
          <a:bodyPr/>
          <a:lstStyle/>
          <a:p>
            <a:r>
              <a:rPr lang="en-US" altLang="zh-TW">
                <a:ea typeface="ＭＳ Ｐゴシック" panose="020B0600070205080204" pitchFamily="34" charset="-128"/>
              </a:rPr>
              <a:t>P2P architecture</a:t>
            </a:r>
          </a:p>
        </p:txBody>
      </p:sp>
      <p:sp>
        <p:nvSpPr>
          <p:cNvPr id="104454" name="Rectangle 5">
            <a:extLst>
              <a:ext uri="{FF2B5EF4-FFF2-40B4-BE49-F238E27FC236}">
                <a16:creationId xmlns:a16="http://schemas.microsoft.com/office/drawing/2014/main" id="{EBD1A975-62B8-4145-B1A0-0CDD7565227B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400050" y="1300163"/>
            <a:ext cx="4049713" cy="5241925"/>
          </a:xfrm>
        </p:spPr>
        <p:txBody>
          <a:bodyPr/>
          <a:lstStyle/>
          <a:p>
            <a:r>
              <a:rPr lang="en-US" altLang="zh-TW" sz="2400" i="1" dirty="0">
                <a:ea typeface="ＭＳ Ｐゴシック" panose="020B0600070205080204" pitchFamily="34" charset="-128"/>
              </a:rPr>
              <a:t>no</a:t>
            </a:r>
            <a:r>
              <a:rPr lang="en-US" altLang="zh-TW" sz="2400" dirty="0">
                <a:ea typeface="ＭＳ Ｐゴシック" panose="020B0600070205080204" pitchFamily="34" charset="-128"/>
              </a:rPr>
              <a:t> always-on server</a:t>
            </a:r>
          </a:p>
          <a:p>
            <a:r>
              <a:rPr lang="en-US" altLang="zh-TW" sz="24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arbitrary end systems directly communicate</a:t>
            </a:r>
          </a:p>
          <a:p>
            <a:r>
              <a:rPr lang="en-US" altLang="zh-TW" sz="2400" dirty="0">
                <a:ea typeface="ＭＳ Ｐゴシック" panose="020B0600070205080204" pitchFamily="34" charset="-128"/>
              </a:rPr>
              <a:t>peers request service from other peers, provide service in return to other peers</a:t>
            </a:r>
          </a:p>
          <a:p>
            <a:pPr lvl="1"/>
            <a:r>
              <a:rPr lang="en-US" altLang="zh-TW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self scalability</a:t>
            </a:r>
            <a:r>
              <a:rPr lang="en-US" altLang="zh-TW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 – new peers bring new service capacity, as well as new service demands</a:t>
            </a:r>
          </a:p>
          <a:p>
            <a:r>
              <a:rPr lang="en-US" altLang="zh-TW" sz="2400" dirty="0">
                <a:ea typeface="ＭＳ Ｐゴシック" panose="020B0600070205080204" pitchFamily="34" charset="-128"/>
              </a:rPr>
              <a:t>peers are intermittently connected and change IP addresses</a:t>
            </a:r>
          </a:p>
          <a:p>
            <a:pPr lvl="1"/>
            <a:r>
              <a:rPr lang="en-US" altLang="zh-TW" dirty="0">
                <a:ea typeface="ＭＳ Ｐゴシック" panose="020B0600070205080204" pitchFamily="34" charset="-128"/>
              </a:rPr>
              <a:t>complex management</a:t>
            </a:r>
          </a:p>
          <a:p>
            <a:endParaRPr lang="en-US" altLang="zh-TW" dirty="0">
              <a:solidFill>
                <a:srgbClr val="CC0000"/>
              </a:solidFill>
              <a:ea typeface="ＭＳ Ｐゴシック" panose="020B0600070205080204" pitchFamily="34" charset="-128"/>
            </a:endParaRPr>
          </a:p>
          <a:p>
            <a:endParaRPr lang="en-US" altLang="zh-TW" dirty="0">
              <a:ea typeface="ＭＳ Ｐゴシック" panose="020B0600070205080204" pitchFamily="34" charset="-128"/>
            </a:endParaRPr>
          </a:p>
        </p:txBody>
      </p:sp>
      <p:pic>
        <p:nvPicPr>
          <p:cNvPr id="104455" name="Picture 351" descr="underline_base">
            <a:extLst>
              <a:ext uri="{FF2B5EF4-FFF2-40B4-BE49-F238E27FC236}">
                <a16:creationId xmlns:a16="http://schemas.microsoft.com/office/drawing/2014/main" id="{3568AF4B-1601-4EE4-86AF-F752070CB606}"/>
              </a:ext>
            </a:extLst>
          </p:cNvPr>
          <p:cNvPicPr>
            <a:picLocks noChangeArrowheads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1950" y="852488"/>
            <a:ext cx="4011613" cy="193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4456" name="Line 1034">
            <a:extLst>
              <a:ext uri="{FF2B5EF4-FFF2-40B4-BE49-F238E27FC236}">
                <a16:creationId xmlns:a16="http://schemas.microsoft.com/office/drawing/2014/main" id="{88073DDB-8F3D-4EFB-AAA2-5C39BDED1D7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221413" y="1852613"/>
            <a:ext cx="503237" cy="1389062"/>
          </a:xfrm>
          <a:prstGeom prst="line">
            <a:avLst/>
          </a:prstGeom>
          <a:noFill/>
          <a:ln w="76200">
            <a:solidFill>
              <a:srgbClr val="CC0000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04457" name="Line 1035">
            <a:extLst>
              <a:ext uri="{FF2B5EF4-FFF2-40B4-BE49-F238E27FC236}">
                <a16:creationId xmlns:a16="http://schemas.microsoft.com/office/drawing/2014/main" id="{BCD5211D-1886-4058-9660-99FF88D22A77}"/>
              </a:ext>
            </a:extLst>
          </p:cNvPr>
          <p:cNvSpPr>
            <a:spLocks noChangeShapeType="1"/>
          </p:cNvSpPr>
          <p:nvPr/>
        </p:nvSpPr>
        <p:spPr bwMode="auto">
          <a:xfrm>
            <a:off x="5565775" y="2438400"/>
            <a:ext cx="238125" cy="2568575"/>
          </a:xfrm>
          <a:prstGeom prst="line">
            <a:avLst/>
          </a:prstGeom>
          <a:noFill/>
          <a:ln w="76200">
            <a:solidFill>
              <a:srgbClr val="CC0000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04458" name="Line 1036">
            <a:extLst>
              <a:ext uri="{FF2B5EF4-FFF2-40B4-BE49-F238E27FC236}">
                <a16:creationId xmlns:a16="http://schemas.microsoft.com/office/drawing/2014/main" id="{8B5084E9-78CB-4E1A-AAF7-9361D16ED0D0}"/>
              </a:ext>
            </a:extLst>
          </p:cNvPr>
          <p:cNvSpPr>
            <a:spLocks noChangeShapeType="1"/>
          </p:cNvSpPr>
          <p:nvPr/>
        </p:nvSpPr>
        <p:spPr bwMode="auto">
          <a:xfrm>
            <a:off x="6275388" y="3581400"/>
            <a:ext cx="1198562" cy="1997075"/>
          </a:xfrm>
          <a:prstGeom prst="line">
            <a:avLst/>
          </a:prstGeom>
          <a:noFill/>
          <a:ln w="76200">
            <a:solidFill>
              <a:srgbClr val="CC0000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04459" name="Text Box 1037">
            <a:extLst>
              <a:ext uri="{FF2B5EF4-FFF2-40B4-BE49-F238E27FC236}">
                <a16:creationId xmlns:a16="http://schemas.microsoft.com/office/drawing/2014/main" id="{3ED7A827-C6CB-4FE8-B69B-104FD087EA8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39000" y="1373188"/>
            <a:ext cx="1284288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CC0000"/>
                </a:solidFill>
                <a:latin typeface="Arial" panose="020B0604020202020204" pitchFamily="34" charset="0"/>
              </a:rPr>
              <a:t>peer-peer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98" name="Rectangle 7">
            <a:extLst>
              <a:ext uri="{FF2B5EF4-FFF2-40B4-BE49-F238E27FC236}">
                <a16:creationId xmlns:a16="http://schemas.microsoft.com/office/drawing/2014/main" id="{B1C6CD70-FA7B-497B-A0F1-359A80EA737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106499" name="Rectangle 8">
            <a:extLst>
              <a:ext uri="{FF2B5EF4-FFF2-40B4-BE49-F238E27FC236}">
                <a16:creationId xmlns:a16="http://schemas.microsoft.com/office/drawing/2014/main" id="{51E30678-9CD9-43C8-8666-05176D0AB4B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2-</a:t>
            </a:r>
            <a:fld id="{C4CF37E6-68A1-4523-8DF6-A885A7B732CA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8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106500" name="Rectangle 2">
            <a:extLst>
              <a:ext uri="{FF2B5EF4-FFF2-40B4-BE49-F238E27FC236}">
                <a16:creationId xmlns:a16="http://schemas.microsoft.com/office/drawing/2014/main" id="{9CEBF5F8-68BA-4A1A-933B-867D36C381C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00050" y="185738"/>
            <a:ext cx="7772400" cy="863600"/>
          </a:xfrm>
        </p:spPr>
        <p:txBody>
          <a:bodyPr/>
          <a:lstStyle/>
          <a:p>
            <a:r>
              <a:rPr lang="en-US" altLang="zh-TW">
                <a:ea typeface="ＭＳ Ｐゴシック" panose="020B0600070205080204" pitchFamily="34" charset="-128"/>
              </a:rPr>
              <a:t>Processes communicating</a:t>
            </a:r>
          </a:p>
        </p:txBody>
      </p:sp>
      <p:sp>
        <p:nvSpPr>
          <p:cNvPr id="106501" name="Rectangle 3">
            <a:extLst>
              <a:ext uri="{FF2B5EF4-FFF2-40B4-BE49-F238E27FC236}">
                <a16:creationId xmlns:a16="http://schemas.microsoft.com/office/drawing/2014/main" id="{E51F380B-E9D9-4C25-8C56-FED2D02F3D9B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33400" y="1544638"/>
            <a:ext cx="3989388" cy="4648200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i="1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process:</a:t>
            </a:r>
            <a:r>
              <a:rPr lang="en-US" altLang="zh-TW" dirty="0">
                <a:ea typeface="ＭＳ Ｐゴシック" panose="020B0600070205080204" pitchFamily="34" charset="-128"/>
              </a:rPr>
              <a:t> </a:t>
            </a:r>
            <a:r>
              <a:rPr lang="en-US" altLang="zh-TW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program</a:t>
            </a:r>
            <a:r>
              <a:rPr lang="en-US" altLang="zh-TW" dirty="0">
                <a:ea typeface="ＭＳ Ｐゴシック" panose="020B0600070205080204" pitchFamily="34" charset="-128"/>
              </a:rPr>
              <a:t> running within a host</a:t>
            </a:r>
          </a:p>
          <a:p>
            <a:pPr>
              <a:buFont typeface="Wingdings" panose="05000000000000000000" pitchFamily="2" charset="2"/>
              <a:buNone/>
            </a:pPr>
            <a:endParaRPr lang="en-US" altLang="zh-TW" dirty="0">
              <a:ea typeface="ＭＳ Ｐゴシック" panose="020B0600070205080204" pitchFamily="34" charset="-128"/>
            </a:endParaRPr>
          </a:p>
          <a:p>
            <a:pPr>
              <a:buFont typeface="Wingdings" panose="05000000000000000000" pitchFamily="2" charset="2"/>
              <a:buNone/>
            </a:pPr>
            <a:r>
              <a:rPr lang="en-US" altLang="zh-TW" dirty="0">
                <a:ea typeface="ＭＳ Ｐゴシック" panose="020B0600070205080204" pitchFamily="34" charset="-128"/>
              </a:rPr>
              <a:t>Process communications:</a:t>
            </a:r>
          </a:p>
          <a:p>
            <a:r>
              <a:rPr lang="en-US" altLang="zh-TW" sz="2400" dirty="0">
                <a:ea typeface="ＭＳ Ｐゴシック" panose="020B0600070205080204" pitchFamily="34" charset="-128"/>
              </a:rPr>
              <a:t>within </a:t>
            </a:r>
            <a:r>
              <a:rPr lang="en-US" altLang="zh-TW" sz="24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same host</a:t>
            </a:r>
            <a:r>
              <a:rPr lang="en-US" altLang="zh-TW" sz="2400" dirty="0">
                <a:ea typeface="ＭＳ Ｐゴシック" panose="020B0600070205080204" pitchFamily="34" charset="-128"/>
              </a:rPr>
              <a:t>, two processes communicate using  inter-process communication defined by operating system</a:t>
            </a:r>
          </a:p>
          <a:p>
            <a:r>
              <a:rPr lang="en-US" altLang="zh-TW" sz="2400" dirty="0">
                <a:ea typeface="ＭＳ Ｐゴシック" panose="020B0600070205080204" pitchFamily="34" charset="-128"/>
              </a:rPr>
              <a:t>processes in </a:t>
            </a:r>
            <a:r>
              <a:rPr lang="en-US" altLang="zh-TW" sz="24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different hosts </a:t>
            </a:r>
            <a:r>
              <a:rPr lang="en-US" altLang="zh-TW" sz="2400" dirty="0">
                <a:ea typeface="ＭＳ Ｐゴシック" panose="020B0600070205080204" pitchFamily="34" charset="-128"/>
              </a:rPr>
              <a:t>communicate by exchanging messages</a:t>
            </a:r>
            <a:r>
              <a:rPr lang="en-US" altLang="zh-TW" sz="2400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 (focus of this course)</a:t>
            </a:r>
          </a:p>
        </p:txBody>
      </p:sp>
      <p:sp>
        <p:nvSpPr>
          <p:cNvPr id="106502" name="Rectangle 4">
            <a:extLst>
              <a:ext uri="{FF2B5EF4-FFF2-40B4-BE49-F238E27FC236}">
                <a16:creationId xmlns:a16="http://schemas.microsoft.com/office/drawing/2014/main" id="{1E29D7EC-A7D6-47A7-AEF6-CB13878143D1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4903788" y="1979613"/>
            <a:ext cx="3810000" cy="2033587"/>
          </a:xfrm>
          <a:noFill/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client process:</a:t>
            </a:r>
            <a:r>
              <a:rPr lang="en-US" altLang="zh-TW" dirty="0">
                <a:ea typeface="ＭＳ Ｐゴシック" panose="020B0600070205080204" pitchFamily="34" charset="-128"/>
              </a:rPr>
              <a:t> </a:t>
            </a:r>
            <a:r>
              <a:rPr lang="en-US" altLang="zh-TW" sz="2400" dirty="0">
                <a:ea typeface="ＭＳ Ｐゴシック" panose="020B0600070205080204" pitchFamily="34" charset="-128"/>
              </a:rPr>
              <a:t>process that </a:t>
            </a:r>
            <a:r>
              <a:rPr lang="en-US" altLang="zh-TW" sz="24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initiates</a:t>
            </a:r>
            <a:r>
              <a:rPr lang="en-US" altLang="zh-TW" sz="2400" dirty="0">
                <a:ea typeface="ＭＳ Ｐゴシック" panose="020B0600070205080204" pitchFamily="34" charset="-128"/>
              </a:rPr>
              <a:t> communication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zh-TW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server process:</a:t>
            </a:r>
            <a:r>
              <a:rPr lang="en-US" altLang="zh-TW" dirty="0">
                <a:ea typeface="ＭＳ Ｐゴシック" panose="020B0600070205080204" pitchFamily="34" charset="-128"/>
              </a:rPr>
              <a:t> </a:t>
            </a:r>
            <a:r>
              <a:rPr lang="en-US" altLang="zh-TW" sz="2400" dirty="0">
                <a:ea typeface="ＭＳ Ｐゴシック" panose="020B0600070205080204" pitchFamily="34" charset="-128"/>
              </a:rPr>
              <a:t>process that waits to be contacted</a:t>
            </a:r>
            <a:endParaRPr lang="en-US" altLang="zh-TW" dirty="0">
              <a:ea typeface="ＭＳ Ｐゴシック" panose="020B0600070205080204" pitchFamily="34" charset="-128"/>
            </a:endParaRPr>
          </a:p>
          <a:p>
            <a:pPr>
              <a:buFont typeface="Wingdings" panose="05000000000000000000" pitchFamily="2" charset="2"/>
              <a:buNone/>
            </a:pPr>
            <a:endParaRPr lang="en-US" altLang="zh-TW" dirty="0">
              <a:ea typeface="ＭＳ Ｐゴシック" panose="020B0600070205080204" pitchFamily="34" charset="-128"/>
            </a:endParaRPr>
          </a:p>
        </p:txBody>
      </p:sp>
      <p:sp>
        <p:nvSpPr>
          <p:cNvPr id="106503" name="Rectangle 7">
            <a:extLst>
              <a:ext uri="{FF2B5EF4-FFF2-40B4-BE49-F238E27FC236}">
                <a16:creationId xmlns:a16="http://schemas.microsoft.com/office/drawing/2014/main" id="{B66E3C50-55CF-466A-953C-D9F4C331DB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91063" y="4238625"/>
            <a:ext cx="3989387" cy="1839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SzPct val="75000"/>
            </a:pPr>
            <a:r>
              <a:rPr lang="en-US" altLang="zh-TW" sz="2400" dirty="0"/>
              <a:t>Even applications with P2P architectures have client processes &amp; server processes</a:t>
            </a:r>
          </a:p>
        </p:txBody>
      </p:sp>
      <p:pic>
        <p:nvPicPr>
          <p:cNvPr id="106504" name="Picture 12" descr="underline_base">
            <a:extLst>
              <a:ext uri="{FF2B5EF4-FFF2-40B4-BE49-F238E27FC236}">
                <a16:creationId xmlns:a16="http://schemas.microsoft.com/office/drawing/2014/main" id="{B8806A29-9ABA-4C50-B22B-24715356DDE3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975" y="866775"/>
            <a:ext cx="63992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6505" name="Rectangle 13">
            <a:extLst>
              <a:ext uri="{FF2B5EF4-FFF2-40B4-BE49-F238E27FC236}">
                <a16:creationId xmlns:a16="http://schemas.microsoft.com/office/drawing/2014/main" id="{3D919821-1E83-4688-B465-73F656FCA9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49800" y="1762125"/>
            <a:ext cx="4092575" cy="2062163"/>
          </a:xfrm>
          <a:prstGeom prst="rect">
            <a:avLst/>
          </a:prstGeom>
          <a:noFill/>
          <a:ln w="28575">
            <a:solidFill>
              <a:srgbClr val="CC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endParaRPr lang="zh-TW" altLang="zh-TW" sz="2000"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5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5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5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5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5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5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46" name="Rectangle 7">
            <a:extLst>
              <a:ext uri="{FF2B5EF4-FFF2-40B4-BE49-F238E27FC236}">
                <a16:creationId xmlns:a16="http://schemas.microsoft.com/office/drawing/2014/main" id="{DB5C6E37-9D73-4EFB-B90A-6DA5E92A614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108547" name="Rectangle 8">
            <a:extLst>
              <a:ext uri="{FF2B5EF4-FFF2-40B4-BE49-F238E27FC236}">
                <a16:creationId xmlns:a16="http://schemas.microsoft.com/office/drawing/2014/main" id="{8B5DCA15-59BD-440C-8CA2-EC90031004B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2-</a:t>
            </a:r>
            <a:fld id="{469CE3F7-3813-4AC5-808E-73CB57578587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9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108548" name="Rectangle 2">
            <a:extLst>
              <a:ext uri="{FF2B5EF4-FFF2-40B4-BE49-F238E27FC236}">
                <a16:creationId xmlns:a16="http://schemas.microsoft.com/office/drawing/2014/main" id="{B34E2161-8F61-432B-9234-F2D1287F2F1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00050" y="123825"/>
            <a:ext cx="8077200" cy="896938"/>
          </a:xfrm>
        </p:spPr>
        <p:txBody>
          <a:bodyPr/>
          <a:lstStyle/>
          <a:p>
            <a:r>
              <a:rPr lang="en-US" altLang="zh-TW">
                <a:ea typeface="ＭＳ Ｐゴシック" panose="020B0600070205080204" pitchFamily="34" charset="-128"/>
              </a:rPr>
              <a:t>Sockets</a:t>
            </a:r>
          </a:p>
        </p:txBody>
      </p:sp>
      <p:sp>
        <p:nvSpPr>
          <p:cNvPr id="108549" name="Rectangle 3">
            <a:extLst>
              <a:ext uri="{FF2B5EF4-FFF2-40B4-BE49-F238E27FC236}">
                <a16:creationId xmlns:a16="http://schemas.microsoft.com/office/drawing/2014/main" id="{39671C60-4D99-4479-992D-EC719972EDEE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349250" y="1208088"/>
            <a:ext cx="8232775" cy="2328862"/>
          </a:xfrm>
        </p:spPr>
        <p:txBody>
          <a:bodyPr/>
          <a:lstStyle/>
          <a:p>
            <a:r>
              <a:rPr lang="en-US" altLang="zh-TW" sz="2400" dirty="0">
                <a:ea typeface="ＭＳ Ｐゴシック" panose="020B0600070205080204" pitchFamily="34" charset="-128"/>
              </a:rPr>
              <a:t>A </a:t>
            </a:r>
            <a:r>
              <a:rPr lang="en-US" altLang="zh-TW" sz="2400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socket </a:t>
            </a:r>
            <a:r>
              <a:rPr lang="en-US" altLang="zh-TW" sz="2400" dirty="0">
                <a:ea typeface="ＭＳ Ｐゴシック" panose="020B0600070205080204" pitchFamily="34" charset="-128"/>
              </a:rPr>
              <a:t>is</a:t>
            </a:r>
            <a:r>
              <a:rPr lang="en-US" altLang="zh-TW" sz="2400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 </a:t>
            </a:r>
            <a:r>
              <a:rPr lang="en-US" altLang="zh-TW" sz="2400" dirty="0">
                <a:ea typeface="ＭＳ Ｐゴシック" panose="020B0600070205080204" pitchFamily="34" charset="-128"/>
              </a:rPr>
              <a:t>a </a:t>
            </a:r>
            <a:r>
              <a:rPr lang="en-US" altLang="zh-TW" sz="24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software interface</a:t>
            </a:r>
            <a:r>
              <a:rPr lang="en-US" altLang="zh-TW" sz="2400" dirty="0">
                <a:ea typeface="ＭＳ Ｐゴシック" panose="020B0600070205080204" pitchFamily="34" charset="-128"/>
              </a:rPr>
              <a:t> through which a process sends/receives messages to/from the network.</a:t>
            </a:r>
            <a:endParaRPr lang="en-US" altLang="zh-TW" sz="2400" dirty="0">
              <a:solidFill>
                <a:srgbClr val="CC0000"/>
              </a:solidFill>
              <a:ea typeface="ＭＳ Ｐゴシック" panose="020B0600070205080204" pitchFamily="34" charset="-128"/>
            </a:endParaRPr>
          </a:p>
          <a:p>
            <a:r>
              <a:rPr lang="en-US" altLang="zh-TW" sz="2400" dirty="0">
                <a:ea typeface="ＭＳ Ｐゴシック" panose="020B0600070205080204" pitchFamily="34" charset="-128"/>
              </a:rPr>
              <a:t>socket analogous to door</a:t>
            </a:r>
          </a:p>
          <a:p>
            <a:pPr lvl="1"/>
            <a:r>
              <a:rPr lang="en-US" altLang="zh-TW" dirty="0">
                <a:ea typeface="ＭＳ Ｐゴシック" panose="020B0600070205080204" pitchFamily="34" charset="-128"/>
              </a:rPr>
              <a:t>sending process shoves message out door</a:t>
            </a:r>
          </a:p>
          <a:p>
            <a:pPr lvl="1"/>
            <a:r>
              <a:rPr lang="en-US" altLang="zh-TW" dirty="0">
                <a:ea typeface="ＭＳ Ｐゴシック" panose="020B0600070205080204" pitchFamily="34" charset="-128"/>
              </a:rPr>
              <a:t>sending process relies on transport infrastructure on other side of door to deliver message to socket at receiving process</a:t>
            </a:r>
          </a:p>
        </p:txBody>
      </p:sp>
      <p:pic>
        <p:nvPicPr>
          <p:cNvPr id="108550" name="Picture 43" descr="underline_base">
            <a:extLst>
              <a:ext uri="{FF2B5EF4-FFF2-40B4-BE49-F238E27FC236}">
                <a16:creationId xmlns:a16="http://schemas.microsoft.com/office/drawing/2014/main" id="{1D561A37-C4FF-42E8-9288-7C979B30756A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5613" y="800100"/>
            <a:ext cx="19161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8551" name="Freeform 66">
            <a:extLst>
              <a:ext uri="{FF2B5EF4-FFF2-40B4-BE49-F238E27FC236}">
                <a16:creationId xmlns:a16="http://schemas.microsoft.com/office/drawing/2014/main" id="{F9103BAD-8398-46B0-8F58-270C97C802A6}"/>
              </a:ext>
            </a:extLst>
          </p:cNvPr>
          <p:cNvSpPr>
            <a:spLocks/>
          </p:cNvSpPr>
          <p:nvPr/>
        </p:nvSpPr>
        <p:spPr bwMode="auto">
          <a:xfrm>
            <a:off x="6948488" y="3751263"/>
            <a:ext cx="736600" cy="1998662"/>
          </a:xfrm>
          <a:custGeom>
            <a:avLst/>
            <a:gdLst>
              <a:gd name="T0" fmla="*/ 2147483646 w 464"/>
              <a:gd name="T1" fmla="*/ 2147483646 h 1259"/>
              <a:gd name="T2" fmla="*/ 0 w 464"/>
              <a:gd name="T3" fmla="*/ 0 h 1259"/>
              <a:gd name="T4" fmla="*/ 2147483646 w 464"/>
              <a:gd name="T5" fmla="*/ 2147483646 h 1259"/>
              <a:gd name="T6" fmla="*/ 2147483646 w 464"/>
              <a:gd name="T7" fmla="*/ 2147483646 h 1259"/>
              <a:gd name="T8" fmla="*/ 2147483646 w 464"/>
              <a:gd name="T9" fmla="*/ 2147483646 h 12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464"/>
              <a:gd name="T16" fmla="*/ 0 h 1259"/>
              <a:gd name="T17" fmla="*/ 464 w 464"/>
              <a:gd name="T18" fmla="*/ 1259 h 12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464" h="1259">
                <a:moveTo>
                  <a:pt x="464" y="1060"/>
                </a:moveTo>
                <a:lnTo>
                  <a:pt x="0" y="0"/>
                </a:lnTo>
                <a:lnTo>
                  <a:pt x="6" y="1258"/>
                </a:lnTo>
                <a:lnTo>
                  <a:pt x="382" y="1259"/>
                </a:lnTo>
                <a:lnTo>
                  <a:pt x="464" y="1060"/>
                </a:lnTo>
                <a:close/>
              </a:path>
            </a:pathLst>
          </a:custGeom>
          <a:gradFill rotWithShape="1">
            <a:gsLst>
              <a:gs pos="0">
                <a:schemeClr val="bg1"/>
              </a:gs>
              <a:gs pos="100000">
                <a:schemeClr val="folHlink"/>
              </a:gs>
            </a:gsLst>
            <a:lin ang="0" scaled="1"/>
          </a:gradFill>
          <a:ln w="9525">
            <a:solidFill>
              <a:srgbClr val="DDDDDD"/>
            </a:solidFill>
            <a:round/>
            <a:headEnd/>
            <a:tailEnd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108552" name="Freeform 7">
            <a:extLst>
              <a:ext uri="{FF2B5EF4-FFF2-40B4-BE49-F238E27FC236}">
                <a16:creationId xmlns:a16="http://schemas.microsoft.com/office/drawing/2014/main" id="{EB8C6235-5BAC-40FF-921E-7EBBAF926F00}"/>
              </a:ext>
            </a:extLst>
          </p:cNvPr>
          <p:cNvSpPr>
            <a:spLocks/>
          </p:cNvSpPr>
          <p:nvPr/>
        </p:nvSpPr>
        <p:spPr bwMode="auto">
          <a:xfrm>
            <a:off x="3633788" y="5048250"/>
            <a:ext cx="1808162" cy="1031875"/>
          </a:xfrm>
          <a:custGeom>
            <a:avLst/>
            <a:gdLst>
              <a:gd name="T0" fmla="*/ 2147483646 w 2135"/>
              <a:gd name="T1" fmla="*/ 2147483646 h 1662"/>
              <a:gd name="T2" fmla="*/ 2147483646 w 2135"/>
              <a:gd name="T3" fmla="*/ 2147483646 h 1662"/>
              <a:gd name="T4" fmla="*/ 2147483646 w 2135"/>
              <a:gd name="T5" fmla="*/ 2147483646 h 1662"/>
              <a:gd name="T6" fmla="*/ 2147483646 w 2135"/>
              <a:gd name="T7" fmla="*/ 2147483646 h 1662"/>
              <a:gd name="T8" fmla="*/ 2147483646 w 2135"/>
              <a:gd name="T9" fmla="*/ 2147483646 h 1662"/>
              <a:gd name="T10" fmla="*/ 2147483646 w 2135"/>
              <a:gd name="T11" fmla="*/ 2147483646 h 1662"/>
              <a:gd name="T12" fmla="*/ 2147483646 w 2135"/>
              <a:gd name="T13" fmla="*/ 2147483646 h 1662"/>
              <a:gd name="T14" fmla="*/ 2147483646 w 2135"/>
              <a:gd name="T15" fmla="*/ 2147483646 h 1662"/>
              <a:gd name="T16" fmla="*/ 2147483646 w 2135"/>
              <a:gd name="T17" fmla="*/ 2147483646 h 1662"/>
              <a:gd name="T18" fmla="*/ 2147483646 w 2135"/>
              <a:gd name="T19" fmla="*/ 2147483646 h 1662"/>
              <a:gd name="T20" fmla="*/ 2147483646 w 2135"/>
              <a:gd name="T21" fmla="*/ 2147483646 h 1662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w 2135"/>
              <a:gd name="T34" fmla="*/ 0 h 1662"/>
              <a:gd name="T35" fmla="*/ 2135 w 2135"/>
              <a:gd name="T36" fmla="*/ 1662 h 1662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T33" t="T34" r="T35" b="T36"/>
            <a:pathLst>
              <a:path w="2135" h="1662">
                <a:moveTo>
                  <a:pt x="27" y="652"/>
                </a:moveTo>
                <a:cubicBezTo>
                  <a:pt x="14" y="487"/>
                  <a:pt x="0" y="152"/>
                  <a:pt x="105" y="76"/>
                </a:cubicBezTo>
                <a:cubicBezTo>
                  <a:pt x="210" y="0"/>
                  <a:pt x="473" y="192"/>
                  <a:pt x="657" y="196"/>
                </a:cubicBezTo>
                <a:cubicBezTo>
                  <a:pt x="841" y="200"/>
                  <a:pt x="985" y="65"/>
                  <a:pt x="1209" y="100"/>
                </a:cubicBezTo>
                <a:cubicBezTo>
                  <a:pt x="1433" y="135"/>
                  <a:pt x="1867" y="232"/>
                  <a:pt x="2001" y="406"/>
                </a:cubicBezTo>
                <a:cubicBezTo>
                  <a:pt x="2135" y="580"/>
                  <a:pt x="2083" y="945"/>
                  <a:pt x="2013" y="1144"/>
                </a:cubicBezTo>
                <a:cubicBezTo>
                  <a:pt x="1943" y="1343"/>
                  <a:pt x="1781" y="1538"/>
                  <a:pt x="1581" y="1600"/>
                </a:cubicBezTo>
                <a:cubicBezTo>
                  <a:pt x="1381" y="1662"/>
                  <a:pt x="993" y="1571"/>
                  <a:pt x="813" y="1516"/>
                </a:cubicBezTo>
                <a:cubicBezTo>
                  <a:pt x="633" y="1461"/>
                  <a:pt x="606" y="1345"/>
                  <a:pt x="501" y="1270"/>
                </a:cubicBezTo>
                <a:cubicBezTo>
                  <a:pt x="396" y="1195"/>
                  <a:pt x="262" y="1169"/>
                  <a:pt x="183" y="1066"/>
                </a:cubicBezTo>
                <a:cubicBezTo>
                  <a:pt x="104" y="963"/>
                  <a:pt x="25" y="819"/>
                  <a:pt x="27" y="652"/>
                </a:cubicBezTo>
                <a:close/>
              </a:path>
            </a:pathLst>
          </a:custGeom>
          <a:solidFill>
            <a:srgbClr val="33CCCC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08553" name="Text Box 51">
            <a:extLst>
              <a:ext uri="{FF2B5EF4-FFF2-40B4-BE49-F238E27FC236}">
                <a16:creationId xmlns:a16="http://schemas.microsoft.com/office/drawing/2014/main" id="{82985B7C-B1B2-4D97-A4E2-BCF73570D4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71938" y="5180013"/>
            <a:ext cx="874712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Internet</a:t>
            </a:r>
          </a:p>
        </p:txBody>
      </p:sp>
      <p:sp>
        <p:nvSpPr>
          <p:cNvPr id="108554" name="Line 52">
            <a:extLst>
              <a:ext uri="{FF2B5EF4-FFF2-40B4-BE49-F238E27FC236}">
                <a16:creationId xmlns:a16="http://schemas.microsoft.com/office/drawing/2014/main" id="{8EA4582A-34C9-4AC9-9DDE-46645A0F20B8}"/>
              </a:ext>
            </a:extLst>
          </p:cNvPr>
          <p:cNvSpPr>
            <a:spLocks noChangeShapeType="1"/>
          </p:cNvSpPr>
          <p:nvPr/>
        </p:nvSpPr>
        <p:spPr bwMode="auto">
          <a:xfrm>
            <a:off x="3392488" y="5591175"/>
            <a:ext cx="22113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08555" name="Text Box 53">
            <a:extLst>
              <a:ext uri="{FF2B5EF4-FFF2-40B4-BE49-F238E27FC236}">
                <a16:creationId xmlns:a16="http://schemas.microsoft.com/office/drawing/2014/main" id="{D1E45342-846F-44CA-9C46-708287D15A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13625" y="4816475"/>
            <a:ext cx="1063625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CC0000"/>
                </a:solidFill>
                <a:latin typeface="Arial" panose="020B0604020202020204" pitchFamily="34" charset="0"/>
              </a:rPr>
              <a:t>controlled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CC0000"/>
                </a:solidFill>
                <a:latin typeface="Arial" panose="020B0604020202020204" pitchFamily="34" charset="0"/>
              </a:rPr>
              <a:t>by OS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1600">
              <a:solidFill>
                <a:srgbClr val="CC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108556" name="Text Box 56">
            <a:extLst>
              <a:ext uri="{FF2B5EF4-FFF2-40B4-BE49-F238E27FC236}">
                <a16:creationId xmlns:a16="http://schemas.microsoft.com/office/drawing/2014/main" id="{43E80A87-B5D7-4FE1-915A-D88F4FCA707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91400" y="3916363"/>
            <a:ext cx="1470025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dirty="0">
                <a:solidFill>
                  <a:srgbClr val="CC0000"/>
                </a:solidFill>
                <a:latin typeface="Arial" panose="020B0604020202020204" pitchFamily="34" charset="0"/>
              </a:rPr>
              <a:t>controlled by</a:t>
            </a:r>
          </a:p>
          <a:p>
            <a:pPr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dirty="0">
                <a:solidFill>
                  <a:srgbClr val="CC0000"/>
                </a:solidFill>
                <a:latin typeface="Arial" panose="020B0604020202020204" pitchFamily="34" charset="0"/>
              </a:rPr>
              <a:t>app developer</a:t>
            </a:r>
          </a:p>
        </p:txBody>
      </p:sp>
      <p:sp>
        <p:nvSpPr>
          <p:cNvPr id="108557" name="Freeform 45">
            <a:extLst>
              <a:ext uri="{FF2B5EF4-FFF2-40B4-BE49-F238E27FC236}">
                <a16:creationId xmlns:a16="http://schemas.microsoft.com/office/drawing/2014/main" id="{6110ED32-31F2-49A2-B1E5-9897D02AFC86}"/>
              </a:ext>
            </a:extLst>
          </p:cNvPr>
          <p:cNvSpPr>
            <a:spLocks/>
          </p:cNvSpPr>
          <p:nvPr/>
        </p:nvSpPr>
        <p:spPr bwMode="auto">
          <a:xfrm>
            <a:off x="1208088" y="3814763"/>
            <a:ext cx="758825" cy="1997075"/>
          </a:xfrm>
          <a:custGeom>
            <a:avLst/>
            <a:gdLst>
              <a:gd name="T0" fmla="*/ 0 w 478"/>
              <a:gd name="T1" fmla="*/ 2147483646 h 1258"/>
              <a:gd name="T2" fmla="*/ 2147483646 w 478"/>
              <a:gd name="T3" fmla="*/ 0 h 1258"/>
              <a:gd name="T4" fmla="*/ 2147483646 w 478"/>
              <a:gd name="T5" fmla="*/ 2147483646 h 1258"/>
              <a:gd name="T6" fmla="*/ 2147483646 w 478"/>
              <a:gd name="T7" fmla="*/ 2147483646 h 1258"/>
              <a:gd name="T8" fmla="*/ 0 w 478"/>
              <a:gd name="T9" fmla="*/ 2147483646 h 125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478"/>
              <a:gd name="T16" fmla="*/ 0 h 1258"/>
              <a:gd name="T17" fmla="*/ 478 w 478"/>
              <a:gd name="T18" fmla="*/ 1258 h 125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478" h="1258">
                <a:moveTo>
                  <a:pt x="0" y="1040"/>
                </a:moveTo>
                <a:lnTo>
                  <a:pt x="478" y="0"/>
                </a:lnTo>
                <a:lnTo>
                  <a:pt x="472" y="1258"/>
                </a:lnTo>
                <a:lnTo>
                  <a:pt x="41" y="1246"/>
                </a:lnTo>
                <a:lnTo>
                  <a:pt x="0" y="1040"/>
                </a:lnTo>
                <a:close/>
              </a:path>
            </a:pathLst>
          </a:custGeom>
          <a:gradFill rotWithShape="1">
            <a:gsLst>
              <a:gs pos="0">
                <a:schemeClr val="bg1"/>
              </a:gs>
              <a:gs pos="100000">
                <a:schemeClr val="folHlink"/>
              </a:gs>
            </a:gsLst>
            <a:lin ang="0" scaled="1"/>
          </a:gradFill>
          <a:ln w="9525">
            <a:solidFill>
              <a:srgbClr val="DDDDDD"/>
            </a:solidFill>
            <a:round/>
            <a:headEnd/>
            <a:tailEnd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108558" name="Rectangle 23">
            <a:extLst>
              <a:ext uri="{FF2B5EF4-FFF2-40B4-BE49-F238E27FC236}">
                <a16:creationId xmlns:a16="http://schemas.microsoft.com/office/drawing/2014/main" id="{46C4E38E-AFAD-441E-9ED1-112DEFD477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11363" y="3770313"/>
            <a:ext cx="1296987" cy="1981200"/>
          </a:xfrm>
          <a:prstGeom prst="rect">
            <a:avLst/>
          </a:pr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Times New Roman" panose="02020603050405020304" pitchFamily="18" charset="0"/>
            </a:endParaRPr>
          </a:p>
        </p:txBody>
      </p:sp>
      <p:sp>
        <p:nvSpPr>
          <p:cNvPr id="108559" name="Rectangle 24">
            <a:extLst>
              <a:ext uri="{FF2B5EF4-FFF2-40B4-BE49-F238E27FC236}">
                <a16:creationId xmlns:a16="http://schemas.microsoft.com/office/drawing/2014/main" id="{6DA119E8-8AAD-4806-9461-3350AC10E8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73263" y="3824288"/>
            <a:ext cx="1273175" cy="1979612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Times New Roman" panose="02020603050405020304" pitchFamily="18" charset="0"/>
            </a:endParaRPr>
          </a:p>
        </p:txBody>
      </p:sp>
      <p:sp>
        <p:nvSpPr>
          <p:cNvPr id="108560" name="Line 25">
            <a:extLst>
              <a:ext uri="{FF2B5EF4-FFF2-40B4-BE49-F238E27FC236}">
                <a16:creationId xmlns:a16="http://schemas.microsoft.com/office/drawing/2014/main" id="{1EC220C5-DBEC-4148-8D8C-76AA39088211}"/>
              </a:ext>
            </a:extLst>
          </p:cNvPr>
          <p:cNvSpPr>
            <a:spLocks noChangeShapeType="1"/>
          </p:cNvSpPr>
          <p:nvPr/>
        </p:nvSpPr>
        <p:spPr bwMode="auto">
          <a:xfrm>
            <a:off x="1982788" y="4584700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08561" name="Text Box 26">
            <a:extLst>
              <a:ext uri="{FF2B5EF4-FFF2-40B4-BE49-F238E27FC236}">
                <a16:creationId xmlns:a16="http://schemas.microsoft.com/office/drawing/2014/main" id="{8C02BFF6-1B20-4E59-BCC0-810F6DD8995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39925" y="4567238"/>
            <a:ext cx="1317625" cy="325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solidFill>
                  <a:srgbClr val="969696"/>
                </a:solidFill>
                <a:latin typeface="Tahoma" panose="020B0604030504040204" pitchFamily="34" charset="0"/>
              </a:rPr>
              <a:t>transport</a:t>
            </a:r>
          </a:p>
        </p:txBody>
      </p:sp>
      <p:sp>
        <p:nvSpPr>
          <p:cNvPr id="108562" name="Line 27">
            <a:extLst>
              <a:ext uri="{FF2B5EF4-FFF2-40B4-BE49-F238E27FC236}">
                <a16:creationId xmlns:a16="http://schemas.microsoft.com/office/drawing/2014/main" id="{D8269A26-A218-47F7-B9C6-C439DC974FFF}"/>
              </a:ext>
            </a:extLst>
          </p:cNvPr>
          <p:cNvSpPr>
            <a:spLocks noChangeShapeType="1"/>
          </p:cNvSpPr>
          <p:nvPr/>
        </p:nvSpPr>
        <p:spPr bwMode="auto">
          <a:xfrm>
            <a:off x="1990725" y="4905375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08563" name="Line 28">
            <a:extLst>
              <a:ext uri="{FF2B5EF4-FFF2-40B4-BE49-F238E27FC236}">
                <a16:creationId xmlns:a16="http://schemas.microsoft.com/office/drawing/2014/main" id="{AE089C72-C62F-4177-8474-5584EDF422C1}"/>
              </a:ext>
            </a:extLst>
          </p:cNvPr>
          <p:cNvSpPr>
            <a:spLocks noChangeShapeType="1"/>
          </p:cNvSpPr>
          <p:nvPr/>
        </p:nvSpPr>
        <p:spPr bwMode="auto">
          <a:xfrm>
            <a:off x="1976438" y="5214938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08564" name="Line 29">
            <a:extLst>
              <a:ext uri="{FF2B5EF4-FFF2-40B4-BE49-F238E27FC236}">
                <a16:creationId xmlns:a16="http://schemas.microsoft.com/office/drawing/2014/main" id="{4F62DFB4-189E-48F4-A10F-13ACDBC9280B}"/>
              </a:ext>
            </a:extLst>
          </p:cNvPr>
          <p:cNvSpPr>
            <a:spLocks noChangeShapeType="1"/>
          </p:cNvSpPr>
          <p:nvPr/>
        </p:nvSpPr>
        <p:spPr bwMode="auto">
          <a:xfrm>
            <a:off x="1976438" y="5500688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08565" name="Text Box 26">
            <a:extLst>
              <a:ext uri="{FF2B5EF4-FFF2-40B4-BE49-F238E27FC236}">
                <a16:creationId xmlns:a16="http://schemas.microsoft.com/office/drawing/2014/main" id="{B4EE04D6-0AF7-482E-9A78-ABF1961EC55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74850" y="3814763"/>
            <a:ext cx="1317625" cy="325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application</a:t>
            </a:r>
          </a:p>
        </p:txBody>
      </p:sp>
      <p:sp>
        <p:nvSpPr>
          <p:cNvPr id="108566" name="Text Box 26">
            <a:extLst>
              <a:ext uri="{FF2B5EF4-FFF2-40B4-BE49-F238E27FC236}">
                <a16:creationId xmlns:a16="http://schemas.microsoft.com/office/drawing/2014/main" id="{93FFCEB7-CF0B-4F10-9529-3CFE0069B10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30400" y="5472113"/>
            <a:ext cx="1317625" cy="325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solidFill>
                  <a:srgbClr val="969696"/>
                </a:solidFill>
                <a:latin typeface="Tahoma" panose="020B0604030504040204" pitchFamily="34" charset="0"/>
              </a:rPr>
              <a:t>physical</a:t>
            </a:r>
          </a:p>
        </p:txBody>
      </p:sp>
      <p:sp>
        <p:nvSpPr>
          <p:cNvPr id="108567" name="Text Box 26">
            <a:extLst>
              <a:ext uri="{FF2B5EF4-FFF2-40B4-BE49-F238E27FC236}">
                <a16:creationId xmlns:a16="http://schemas.microsoft.com/office/drawing/2014/main" id="{CB318369-F068-4689-BE4B-D9CA0F10301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49450" y="5186363"/>
            <a:ext cx="1317625" cy="325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solidFill>
                  <a:srgbClr val="969696"/>
                </a:solidFill>
                <a:latin typeface="Tahoma" panose="020B0604030504040204" pitchFamily="34" charset="0"/>
              </a:rPr>
              <a:t>link</a:t>
            </a:r>
          </a:p>
        </p:txBody>
      </p:sp>
      <p:sp>
        <p:nvSpPr>
          <p:cNvPr id="108568" name="Text Box 26">
            <a:extLst>
              <a:ext uri="{FF2B5EF4-FFF2-40B4-BE49-F238E27FC236}">
                <a16:creationId xmlns:a16="http://schemas.microsoft.com/office/drawing/2014/main" id="{2FBAAA90-3A50-4144-A31C-5AAEC4C9A1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39925" y="4891088"/>
            <a:ext cx="1317625" cy="325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solidFill>
                  <a:srgbClr val="969696"/>
                </a:solidFill>
                <a:latin typeface="Tahoma" panose="020B0604030504040204" pitchFamily="34" charset="0"/>
              </a:rPr>
              <a:t>network</a:t>
            </a:r>
          </a:p>
        </p:txBody>
      </p:sp>
      <p:sp>
        <p:nvSpPr>
          <p:cNvPr id="108569" name="Oval 57">
            <a:extLst>
              <a:ext uri="{FF2B5EF4-FFF2-40B4-BE49-F238E27FC236}">
                <a16:creationId xmlns:a16="http://schemas.microsoft.com/office/drawing/2014/main" id="{74902CE4-F830-4BF4-8430-A9DE0D7470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08200" y="4089400"/>
            <a:ext cx="990600" cy="304800"/>
          </a:xfrm>
          <a:prstGeom prst="ellipse">
            <a:avLst/>
          </a:prstGeom>
          <a:solidFill>
            <a:srgbClr val="CCFFFF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process</a:t>
            </a:r>
          </a:p>
        </p:txBody>
      </p:sp>
      <p:grpSp>
        <p:nvGrpSpPr>
          <p:cNvPr id="108570" name="Group 58">
            <a:extLst>
              <a:ext uri="{FF2B5EF4-FFF2-40B4-BE49-F238E27FC236}">
                <a16:creationId xmlns:a16="http://schemas.microsoft.com/office/drawing/2014/main" id="{71914368-0817-4C2E-BE0C-7E346CFBF494}"/>
              </a:ext>
            </a:extLst>
          </p:cNvPr>
          <p:cNvGrpSpPr>
            <a:grpSpLocks/>
          </p:cNvGrpSpPr>
          <p:nvPr/>
        </p:nvGrpSpPr>
        <p:grpSpPr bwMode="auto">
          <a:xfrm>
            <a:off x="2355850" y="4449763"/>
            <a:ext cx="546100" cy="225425"/>
            <a:chOff x="1287" y="2524"/>
            <a:chExt cx="260" cy="100"/>
          </a:xfrm>
        </p:grpSpPr>
        <p:sp>
          <p:nvSpPr>
            <p:cNvPr id="108600" name="Rectangle 59">
              <a:extLst>
                <a:ext uri="{FF2B5EF4-FFF2-40B4-BE49-F238E27FC236}">
                  <a16:creationId xmlns:a16="http://schemas.microsoft.com/office/drawing/2014/main" id="{2EE79D15-4EDC-4647-9BAE-A6213391F5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87" y="2524"/>
              <a:ext cx="260" cy="100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08601" name="Rectangle 60">
              <a:extLst>
                <a:ext uri="{FF2B5EF4-FFF2-40B4-BE49-F238E27FC236}">
                  <a16:creationId xmlns:a16="http://schemas.microsoft.com/office/drawing/2014/main" id="{DE0D0F2E-31FE-4EA8-BCAC-8DEE26D8C6A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38" y="2537"/>
              <a:ext cx="156" cy="7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08602" name="Rectangle 61">
              <a:extLst>
                <a:ext uri="{FF2B5EF4-FFF2-40B4-BE49-F238E27FC236}">
                  <a16:creationId xmlns:a16="http://schemas.microsoft.com/office/drawing/2014/main" id="{46ACCF4E-F49A-4511-BAB9-22C3865819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03" y="2582"/>
              <a:ext cx="27" cy="27"/>
            </a:xfrm>
            <a:prstGeom prst="rect">
              <a:avLst/>
            </a:prstGeom>
            <a:solidFill>
              <a:srgbClr val="CC9900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08603" name="Rectangle 62">
              <a:extLst>
                <a:ext uri="{FF2B5EF4-FFF2-40B4-BE49-F238E27FC236}">
                  <a16:creationId xmlns:a16="http://schemas.microsoft.com/office/drawing/2014/main" id="{AF8BAB80-9909-4FA0-8F61-4655F4D3C1C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98" y="2583"/>
              <a:ext cx="26" cy="27"/>
            </a:xfrm>
            <a:prstGeom prst="rect">
              <a:avLst/>
            </a:prstGeom>
            <a:solidFill>
              <a:srgbClr val="CC9900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</p:grpSp>
      <p:sp>
        <p:nvSpPr>
          <p:cNvPr id="108571" name="Rectangle 23">
            <a:extLst>
              <a:ext uri="{FF2B5EF4-FFF2-40B4-BE49-F238E27FC236}">
                <a16:creationId xmlns:a16="http://schemas.microsoft.com/office/drawing/2014/main" id="{E2568207-0CAF-44CB-A340-B50428A694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73725" y="3741738"/>
            <a:ext cx="1296988" cy="1981200"/>
          </a:xfrm>
          <a:prstGeom prst="rect">
            <a:avLst/>
          </a:pr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Times New Roman" panose="02020603050405020304" pitchFamily="18" charset="0"/>
            </a:endParaRPr>
          </a:p>
        </p:txBody>
      </p:sp>
      <p:sp>
        <p:nvSpPr>
          <p:cNvPr id="108572" name="Rectangle 24">
            <a:extLst>
              <a:ext uri="{FF2B5EF4-FFF2-40B4-BE49-F238E27FC236}">
                <a16:creationId xmlns:a16="http://schemas.microsoft.com/office/drawing/2014/main" id="{C48418E9-8EFE-4C88-8B32-FF76DD703E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5625" y="3795713"/>
            <a:ext cx="1273175" cy="1979612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Times New Roman" panose="02020603050405020304" pitchFamily="18" charset="0"/>
            </a:endParaRPr>
          </a:p>
        </p:txBody>
      </p:sp>
      <p:sp>
        <p:nvSpPr>
          <p:cNvPr id="108573" name="Line 25">
            <a:extLst>
              <a:ext uri="{FF2B5EF4-FFF2-40B4-BE49-F238E27FC236}">
                <a16:creationId xmlns:a16="http://schemas.microsoft.com/office/drawing/2014/main" id="{0C18F28B-3EDC-4BA0-89A5-47C0EBFB855A}"/>
              </a:ext>
            </a:extLst>
          </p:cNvPr>
          <p:cNvSpPr>
            <a:spLocks noChangeShapeType="1"/>
          </p:cNvSpPr>
          <p:nvPr/>
        </p:nvSpPr>
        <p:spPr bwMode="auto">
          <a:xfrm>
            <a:off x="5645150" y="4556125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08574" name="Text Box 26">
            <a:extLst>
              <a:ext uri="{FF2B5EF4-FFF2-40B4-BE49-F238E27FC236}">
                <a16:creationId xmlns:a16="http://schemas.microsoft.com/office/drawing/2014/main" id="{398740EE-EB08-4950-B766-1B79D97565A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02288" y="4538663"/>
            <a:ext cx="1317625" cy="325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solidFill>
                  <a:srgbClr val="969696"/>
                </a:solidFill>
                <a:latin typeface="Tahoma" panose="020B0604030504040204" pitchFamily="34" charset="0"/>
              </a:rPr>
              <a:t>transport</a:t>
            </a:r>
          </a:p>
        </p:txBody>
      </p:sp>
      <p:sp>
        <p:nvSpPr>
          <p:cNvPr id="108575" name="Line 27">
            <a:extLst>
              <a:ext uri="{FF2B5EF4-FFF2-40B4-BE49-F238E27FC236}">
                <a16:creationId xmlns:a16="http://schemas.microsoft.com/office/drawing/2014/main" id="{5226ADC9-0163-4697-B1F0-8E27A5EDAD8D}"/>
              </a:ext>
            </a:extLst>
          </p:cNvPr>
          <p:cNvSpPr>
            <a:spLocks noChangeShapeType="1"/>
          </p:cNvSpPr>
          <p:nvPr/>
        </p:nvSpPr>
        <p:spPr bwMode="auto">
          <a:xfrm>
            <a:off x="5653088" y="4876800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08576" name="Line 28">
            <a:extLst>
              <a:ext uri="{FF2B5EF4-FFF2-40B4-BE49-F238E27FC236}">
                <a16:creationId xmlns:a16="http://schemas.microsoft.com/office/drawing/2014/main" id="{FE8DD51E-4104-4A0F-9869-7E862AE39BA2}"/>
              </a:ext>
            </a:extLst>
          </p:cNvPr>
          <p:cNvSpPr>
            <a:spLocks noChangeShapeType="1"/>
          </p:cNvSpPr>
          <p:nvPr/>
        </p:nvSpPr>
        <p:spPr bwMode="auto">
          <a:xfrm>
            <a:off x="5638800" y="5186363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08577" name="Line 29">
            <a:extLst>
              <a:ext uri="{FF2B5EF4-FFF2-40B4-BE49-F238E27FC236}">
                <a16:creationId xmlns:a16="http://schemas.microsoft.com/office/drawing/2014/main" id="{2C8A4A33-3B8F-468F-828D-177A9699B838}"/>
              </a:ext>
            </a:extLst>
          </p:cNvPr>
          <p:cNvSpPr>
            <a:spLocks noChangeShapeType="1"/>
          </p:cNvSpPr>
          <p:nvPr/>
        </p:nvSpPr>
        <p:spPr bwMode="auto">
          <a:xfrm>
            <a:off x="5638800" y="5472113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08578" name="Text Box 26">
            <a:extLst>
              <a:ext uri="{FF2B5EF4-FFF2-40B4-BE49-F238E27FC236}">
                <a16:creationId xmlns:a16="http://schemas.microsoft.com/office/drawing/2014/main" id="{ECA6037B-868C-4668-ABFD-66AA3EA6AA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37213" y="3786188"/>
            <a:ext cx="1317625" cy="325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application</a:t>
            </a:r>
          </a:p>
        </p:txBody>
      </p:sp>
      <p:sp>
        <p:nvSpPr>
          <p:cNvPr id="108579" name="Text Box 26">
            <a:extLst>
              <a:ext uri="{FF2B5EF4-FFF2-40B4-BE49-F238E27FC236}">
                <a16:creationId xmlns:a16="http://schemas.microsoft.com/office/drawing/2014/main" id="{417592EF-8A9E-480C-B84B-2F7E063D552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92763" y="5443538"/>
            <a:ext cx="1317625" cy="325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solidFill>
                  <a:srgbClr val="969696"/>
                </a:solidFill>
                <a:latin typeface="Tahoma" panose="020B0604030504040204" pitchFamily="34" charset="0"/>
              </a:rPr>
              <a:t>physical</a:t>
            </a:r>
          </a:p>
        </p:txBody>
      </p:sp>
      <p:sp>
        <p:nvSpPr>
          <p:cNvPr id="108580" name="Text Box 26">
            <a:extLst>
              <a:ext uri="{FF2B5EF4-FFF2-40B4-BE49-F238E27FC236}">
                <a16:creationId xmlns:a16="http://schemas.microsoft.com/office/drawing/2014/main" id="{642F4A4E-6034-404D-95EA-63AC413233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11813" y="5157788"/>
            <a:ext cx="1317625" cy="325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solidFill>
                  <a:srgbClr val="969696"/>
                </a:solidFill>
                <a:latin typeface="Tahoma" panose="020B0604030504040204" pitchFamily="34" charset="0"/>
              </a:rPr>
              <a:t>link</a:t>
            </a:r>
          </a:p>
        </p:txBody>
      </p:sp>
      <p:sp>
        <p:nvSpPr>
          <p:cNvPr id="108581" name="Text Box 26">
            <a:extLst>
              <a:ext uri="{FF2B5EF4-FFF2-40B4-BE49-F238E27FC236}">
                <a16:creationId xmlns:a16="http://schemas.microsoft.com/office/drawing/2014/main" id="{000DBC9E-CEB5-4A8B-8CB0-F16B65D4D5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02288" y="4862513"/>
            <a:ext cx="1317625" cy="325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solidFill>
                  <a:srgbClr val="969696"/>
                </a:solidFill>
                <a:latin typeface="Tahoma" panose="020B0604030504040204" pitchFamily="34" charset="0"/>
              </a:rPr>
              <a:t>network</a:t>
            </a:r>
          </a:p>
        </p:txBody>
      </p:sp>
      <p:sp>
        <p:nvSpPr>
          <p:cNvPr id="108582" name="Oval 78">
            <a:extLst>
              <a:ext uri="{FF2B5EF4-FFF2-40B4-BE49-F238E27FC236}">
                <a16:creationId xmlns:a16="http://schemas.microsoft.com/office/drawing/2014/main" id="{3576F6D1-6856-43CE-8C80-C6B63FCFDC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70563" y="4060825"/>
            <a:ext cx="990600" cy="304800"/>
          </a:xfrm>
          <a:prstGeom prst="ellipse">
            <a:avLst/>
          </a:prstGeom>
          <a:solidFill>
            <a:srgbClr val="CCFFFF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process</a:t>
            </a:r>
          </a:p>
        </p:txBody>
      </p:sp>
      <p:grpSp>
        <p:nvGrpSpPr>
          <p:cNvPr id="108583" name="Group 79">
            <a:extLst>
              <a:ext uri="{FF2B5EF4-FFF2-40B4-BE49-F238E27FC236}">
                <a16:creationId xmlns:a16="http://schemas.microsoft.com/office/drawing/2014/main" id="{B444AF05-7968-4DEF-B00B-0723827A80F6}"/>
              </a:ext>
            </a:extLst>
          </p:cNvPr>
          <p:cNvGrpSpPr>
            <a:grpSpLocks/>
          </p:cNvGrpSpPr>
          <p:nvPr/>
        </p:nvGrpSpPr>
        <p:grpSpPr bwMode="auto">
          <a:xfrm>
            <a:off x="6018213" y="4421188"/>
            <a:ext cx="546100" cy="225425"/>
            <a:chOff x="1287" y="2524"/>
            <a:chExt cx="260" cy="100"/>
          </a:xfrm>
        </p:grpSpPr>
        <p:sp>
          <p:nvSpPr>
            <p:cNvPr id="108596" name="Rectangle 80">
              <a:extLst>
                <a:ext uri="{FF2B5EF4-FFF2-40B4-BE49-F238E27FC236}">
                  <a16:creationId xmlns:a16="http://schemas.microsoft.com/office/drawing/2014/main" id="{F4D90EC2-1322-404D-976E-CE301631F1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87" y="2524"/>
              <a:ext cx="260" cy="100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08597" name="Rectangle 81">
              <a:extLst>
                <a:ext uri="{FF2B5EF4-FFF2-40B4-BE49-F238E27FC236}">
                  <a16:creationId xmlns:a16="http://schemas.microsoft.com/office/drawing/2014/main" id="{9208AA98-4916-4C33-9747-5417561642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38" y="2537"/>
              <a:ext cx="156" cy="7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08598" name="Rectangle 82">
              <a:extLst>
                <a:ext uri="{FF2B5EF4-FFF2-40B4-BE49-F238E27FC236}">
                  <a16:creationId xmlns:a16="http://schemas.microsoft.com/office/drawing/2014/main" id="{F215A1AB-8F6B-4DE3-8F89-4A1B3DFF6C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03" y="2582"/>
              <a:ext cx="27" cy="27"/>
            </a:xfrm>
            <a:prstGeom prst="rect">
              <a:avLst/>
            </a:prstGeom>
            <a:solidFill>
              <a:srgbClr val="CC9900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08599" name="Rectangle 83">
              <a:extLst>
                <a:ext uri="{FF2B5EF4-FFF2-40B4-BE49-F238E27FC236}">
                  <a16:creationId xmlns:a16="http://schemas.microsoft.com/office/drawing/2014/main" id="{12A2089E-8BA8-433A-9D4C-1EA557B2C6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98" y="2583"/>
              <a:ext cx="26" cy="27"/>
            </a:xfrm>
            <a:prstGeom prst="rect">
              <a:avLst/>
            </a:prstGeom>
            <a:solidFill>
              <a:srgbClr val="CC9900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</p:grpSp>
      <p:sp>
        <p:nvSpPr>
          <p:cNvPr id="108584" name="Line 88">
            <a:extLst>
              <a:ext uri="{FF2B5EF4-FFF2-40B4-BE49-F238E27FC236}">
                <a16:creationId xmlns:a16="http://schemas.microsoft.com/office/drawing/2014/main" id="{8692165A-BF67-4126-8092-5548A7A32CD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827838" y="4192588"/>
            <a:ext cx="609600" cy="0"/>
          </a:xfrm>
          <a:prstGeom prst="line">
            <a:avLst/>
          </a:prstGeom>
          <a:noFill/>
          <a:ln w="19050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08585" name="Line 89">
            <a:extLst>
              <a:ext uri="{FF2B5EF4-FFF2-40B4-BE49-F238E27FC236}">
                <a16:creationId xmlns:a16="http://schemas.microsoft.com/office/drawing/2014/main" id="{DCDFE719-118E-45A8-8D0F-DB8A9F2E0482}"/>
              </a:ext>
            </a:extLst>
          </p:cNvPr>
          <p:cNvSpPr>
            <a:spLocks noChangeShapeType="1"/>
          </p:cNvSpPr>
          <p:nvPr/>
        </p:nvSpPr>
        <p:spPr bwMode="auto">
          <a:xfrm>
            <a:off x="7053263" y="4618038"/>
            <a:ext cx="0" cy="1022350"/>
          </a:xfrm>
          <a:prstGeom prst="line">
            <a:avLst/>
          </a:prstGeom>
          <a:noFill/>
          <a:ln w="19050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08586" name="Line 90">
            <a:extLst>
              <a:ext uri="{FF2B5EF4-FFF2-40B4-BE49-F238E27FC236}">
                <a16:creationId xmlns:a16="http://schemas.microsoft.com/office/drawing/2014/main" id="{526CCF71-A530-4615-BE03-5EAEF99C890A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077075" y="5118100"/>
            <a:ext cx="609600" cy="0"/>
          </a:xfrm>
          <a:prstGeom prst="line">
            <a:avLst/>
          </a:prstGeom>
          <a:noFill/>
          <a:ln w="19050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08587" name="Text Box 56">
            <a:extLst>
              <a:ext uri="{FF2B5EF4-FFF2-40B4-BE49-F238E27FC236}">
                <a16:creationId xmlns:a16="http://schemas.microsoft.com/office/drawing/2014/main" id="{48A8573F-D609-4F1B-B155-84A85B99CE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90975" y="3873500"/>
            <a:ext cx="917575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i="1">
                <a:solidFill>
                  <a:srgbClr val="CC0000"/>
                </a:solidFill>
                <a:latin typeface="Arial" panose="020B0604020202020204" pitchFamily="34" charset="0"/>
              </a:rPr>
              <a:t>socket</a:t>
            </a:r>
          </a:p>
        </p:txBody>
      </p:sp>
      <p:sp>
        <p:nvSpPr>
          <p:cNvPr id="108588" name="Line 92">
            <a:extLst>
              <a:ext uri="{FF2B5EF4-FFF2-40B4-BE49-F238E27FC236}">
                <a16:creationId xmlns:a16="http://schemas.microsoft.com/office/drawing/2014/main" id="{91D0EEFE-FEBF-4F22-85C3-F493A032B6D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994025" y="4073525"/>
            <a:ext cx="968375" cy="434975"/>
          </a:xfrm>
          <a:prstGeom prst="line">
            <a:avLst/>
          </a:prstGeom>
          <a:noFill/>
          <a:ln w="19050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08589" name="Line 93">
            <a:extLst>
              <a:ext uri="{FF2B5EF4-FFF2-40B4-BE49-F238E27FC236}">
                <a16:creationId xmlns:a16="http://schemas.microsoft.com/office/drawing/2014/main" id="{0F3E9247-EEE3-498F-9A3A-7314FE3629DF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4929188" y="4062413"/>
            <a:ext cx="968375" cy="434975"/>
          </a:xfrm>
          <a:prstGeom prst="line">
            <a:avLst/>
          </a:prstGeom>
          <a:noFill/>
          <a:ln w="19050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108590" name="Group 96">
            <a:extLst>
              <a:ext uri="{FF2B5EF4-FFF2-40B4-BE49-F238E27FC236}">
                <a16:creationId xmlns:a16="http://schemas.microsoft.com/office/drawing/2014/main" id="{A3A0C0EA-3D3D-42AB-91E2-64C4C6B35841}"/>
              </a:ext>
            </a:extLst>
          </p:cNvPr>
          <p:cNvGrpSpPr>
            <a:grpSpLocks/>
          </p:cNvGrpSpPr>
          <p:nvPr/>
        </p:nvGrpSpPr>
        <p:grpSpPr bwMode="auto">
          <a:xfrm>
            <a:off x="784225" y="5127625"/>
            <a:ext cx="719138" cy="773113"/>
            <a:chOff x="-44" y="1473"/>
            <a:chExt cx="981" cy="1105"/>
          </a:xfrm>
        </p:grpSpPr>
        <p:pic>
          <p:nvPicPr>
            <p:cNvPr id="108594" name="Picture 97" descr="desktop_computer_stylized_medium">
              <a:extLst>
                <a:ext uri="{FF2B5EF4-FFF2-40B4-BE49-F238E27FC236}">
                  <a16:creationId xmlns:a16="http://schemas.microsoft.com/office/drawing/2014/main" id="{E7A82956-DF06-4A58-B0C6-C866900A3C0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08595" name="Freeform 98">
              <a:extLst>
                <a:ext uri="{FF2B5EF4-FFF2-40B4-BE49-F238E27FC236}">
                  <a16:creationId xmlns:a16="http://schemas.microsoft.com/office/drawing/2014/main" id="{6CD87F9C-A4A5-431D-A060-685872251801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5089652 w 356"/>
                <a:gd name="T3" fmla="*/ 1851256 h 368"/>
                <a:gd name="T4" fmla="*/ 17900690 w 356"/>
                <a:gd name="T5" fmla="*/ 38567519 h 368"/>
                <a:gd name="T6" fmla="*/ 3945041 w 356"/>
                <a:gd name="T7" fmla="*/ 48232874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108591" name="Group 99">
            <a:extLst>
              <a:ext uri="{FF2B5EF4-FFF2-40B4-BE49-F238E27FC236}">
                <a16:creationId xmlns:a16="http://schemas.microsoft.com/office/drawing/2014/main" id="{2D0ED66F-D7A3-4C6C-8E2B-945F07B51D38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480300" y="5322888"/>
            <a:ext cx="719138" cy="773112"/>
            <a:chOff x="-44" y="1473"/>
            <a:chExt cx="981" cy="1105"/>
          </a:xfrm>
        </p:grpSpPr>
        <p:pic>
          <p:nvPicPr>
            <p:cNvPr id="108592" name="Picture 100" descr="desktop_computer_stylized_medium">
              <a:extLst>
                <a:ext uri="{FF2B5EF4-FFF2-40B4-BE49-F238E27FC236}">
                  <a16:creationId xmlns:a16="http://schemas.microsoft.com/office/drawing/2014/main" id="{2832CFB2-CA10-447C-B272-06366627B0F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08593" name="Freeform 101">
              <a:extLst>
                <a:ext uri="{FF2B5EF4-FFF2-40B4-BE49-F238E27FC236}">
                  <a16:creationId xmlns:a16="http://schemas.microsoft.com/office/drawing/2014/main" id="{3D978061-335F-4C52-9679-D17053D550B0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5089652 w 356"/>
                <a:gd name="T3" fmla="*/ 1851256 h 368"/>
                <a:gd name="T4" fmla="*/ 17900690 w 356"/>
                <a:gd name="T5" fmla="*/ 38567519 h 368"/>
                <a:gd name="T6" fmla="*/ 3945041 w 356"/>
                <a:gd name="T7" fmla="*/ 48232874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8555" grpId="0"/>
      <p:bldP spid="108556" grpId="0"/>
      <p:bldP spid="108584" grpId="0" animBg="1"/>
      <p:bldP spid="108585" grpId="0" animBg="1"/>
      <p:bldP spid="10858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94" name="Rectangle 7">
            <a:extLst>
              <a:ext uri="{FF2B5EF4-FFF2-40B4-BE49-F238E27FC236}">
                <a16:creationId xmlns:a16="http://schemas.microsoft.com/office/drawing/2014/main" id="{1D2D9BFA-3C54-4462-8F21-CE4A6940582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200">
                <a:latin typeface="Tahoma" panose="020B0604030504040204" pitchFamily="34" charset="0"/>
                <a:cs typeface="Arial" panose="020B0604020202020204" pitchFamily="34" charset="0"/>
              </a:rPr>
              <a:t>Application Layer</a:t>
            </a:r>
          </a:p>
        </p:txBody>
      </p:sp>
      <p:sp>
        <p:nvSpPr>
          <p:cNvPr id="110595" name="Rectangle 8">
            <a:extLst>
              <a:ext uri="{FF2B5EF4-FFF2-40B4-BE49-F238E27FC236}">
                <a16:creationId xmlns:a16="http://schemas.microsoft.com/office/drawing/2014/main" id="{4AE92ADA-A646-44E8-800A-90A4A3CCE33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200">
                <a:latin typeface="Tahoma" panose="020B0604030504040204" pitchFamily="34" charset="0"/>
                <a:cs typeface="Arial" panose="020B0604020202020204" pitchFamily="34" charset="0"/>
              </a:rPr>
              <a:t>2-</a:t>
            </a:r>
            <a:fld id="{4057797F-F567-42A0-AEA0-ECD3B3C9A87A}" type="slidenum">
              <a:rPr lang="en-US" altLang="en-US" sz="1200" smtClean="0">
                <a:latin typeface="Tahoma" panose="020B0604030504040204" pitchFamily="34" charset="0"/>
                <a:cs typeface="Arial" panose="020B060402020202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10</a:t>
            </a:fld>
            <a:endParaRPr lang="en-US" altLang="en-US" sz="1200">
              <a:latin typeface="Tahoma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110596" name="Rectangle 2">
            <a:extLst>
              <a:ext uri="{FF2B5EF4-FFF2-40B4-BE49-F238E27FC236}">
                <a16:creationId xmlns:a16="http://schemas.microsoft.com/office/drawing/2014/main" id="{7A162B9B-7C77-4BEA-8D20-425DDD96AFB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00050" y="123825"/>
            <a:ext cx="8077200" cy="896938"/>
          </a:xfrm>
        </p:spPr>
        <p:txBody>
          <a:bodyPr/>
          <a:lstStyle/>
          <a:p>
            <a:r>
              <a:rPr lang="en-US" altLang="en-US">
                <a:ea typeface="ＭＳ Ｐゴシック" panose="020B0600070205080204" pitchFamily="34" charset="-128"/>
              </a:rPr>
              <a:t>Sockets</a:t>
            </a:r>
          </a:p>
        </p:txBody>
      </p:sp>
      <p:sp>
        <p:nvSpPr>
          <p:cNvPr id="110597" name="Rectangle 3">
            <a:extLst>
              <a:ext uri="{FF2B5EF4-FFF2-40B4-BE49-F238E27FC236}">
                <a16:creationId xmlns:a16="http://schemas.microsoft.com/office/drawing/2014/main" id="{655B834E-C4CB-48CB-B78B-550F88F20839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349250" y="1208088"/>
            <a:ext cx="8232775" cy="841375"/>
          </a:xfrm>
        </p:spPr>
        <p:txBody>
          <a:bodyPr/>
          <a:lstStyle/>
          <a:p>
            <a:r>
              <a:rPr lang="en-US" altLang="en-US" sz="2400">
                <a:ea typeface="ＭＳ Ｐゴシック" panose="020B0600070205080204" pitchFamily="34" charset="-128"/>
              </a:rPr>
              <a:t>Accessing transport services via sockets API:</a:t>
            </a:r>
          </a:p>
        </p:txBody>
      </p:sp>
      <p:pic>
        <p:nvPicPr>
          <p:cNvPr id="110598" name="Picture 43" descr="underline_base">
            <a:extLst>
              <a:ext uri="{FF2B5EF4-FFF2-40B4-BE49-F238E27FC236}">
                <a16:creationId xmlns:a16="http://schemas.microsoft.com/office/drawing/2014/main" id="{19A43BF4-4C7F-44A0-8F8F-66B2D88B5B36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5613" y="800100"/>
            <a:ext cx="19161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0599" name="Rectangle 4">
            <a:extLst>
              <a:ext uri="{FF2B5EF4-FFF2-40B4-BE49-F238E27FC236}">
                <a16:creationId xmlns:a16="http://schemas.microsoft.com/office/drawing/2014/main" id="{D3B5DE54-88C3-44DF-A13F-2972ABFE0D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12850" y="2506663"/>
            <a:ext cx="1371600" cy="381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 type="none" w="sm" len="sm"/>
            <a:tailEnd type="non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200">
                <a:cs typeface="Arial" panose="020B0604020202020204" pitchFamily="34" charset="0"/>
              </a:rPr>
              <a:t>HTTP</a:t>
            </a:r>
          </a:p>
        </p:txBody>
      </p:sp>
      <p:sp>
        <p:nvSpPr>
          <p:cNvPr id="110600" name="Rectangle 5">
            <a:extLst>
              <a:ext uri="{FF2B5EF4-FFF2-40B4-BE49-F238E27FC236}">
                <a16:creationId xmlns:a16="http://schemas.microsoft.com/office/drawing/2014/main" id="{804A6566-CF0A-4B23-B30E-D4BB4C5A3D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12850" y="5008563"/>
            <a:ext cx="1371600" cy="381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 type="none" w="sm" len="sm"/>
            <a:tailEnd type="non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200">
                <a:cs typeface="Arial" panose="020B0604020202020204" pitchFamily="34" charset="0"/>
              </a:rPr>
              <a:t>TCP</a:t>
            </a:r>
          </a:p>
        </p:txBody>
      </p:sp>
      <p:sp>
        <p:nvSpPr>
          <p:cNvPr id="110601" name="AutoShape 20">
            <a:extLst>
              <a:ext uri="{FF2B5EF4-FFF2-40B4-BE49-F238E27FC236}">
                <a16:creationId xmlns:a16="http://schemas.microsoft.com/office/drawing/2014/main" id="{B839848F-92F5-4D43-963B-FF03EB0A8B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4250" y="2049463"/>
            <a:ext cx="1828800" cy="914400"/>
          </a:xfrm>
          <a:prstGeom prst="roundRect">
            <a:avLst>
              <a:gd name="adj" fmla="val 16667"/>
            </a:avLst>
          </a:prstGeom>
          <a:noFill/>
          <a:ln w="12700">
            <a:solidFill>
              <a:schemeClr val="tx1"/>
            </a:solidFill>
            <a:prstDash val="dash"/>
            <a:round/>
            <a:headEnd type="none" w="sm" len="sm"/>
            <a:tailEnd type="non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en-US" sz="1200">
              <a:cs typeface="Arial" panose="020B0604020202020204" pitchFamily="34" charset="0"/>
            </a:endParaRPr>
          </a:p>
        </p:txBody>
      </p:sp>
      <p:sp>
        <p:nvSpPr>
          <p:cNvPr id="110602" name="Text Box 21">
            <a:extLst>
              <a:ext uri="{FF2B5EF4-FFF2-40B4-BE49-F238E27FC236}">
                <a16:creationId xmlns:a16="http://schemas.microsoft.com/office/drawing/2014/main" id="{7B736F7A-C52A-4D22-A924-F1B1D727421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04913" y="2052638"/>
            <a:ext cx="1379537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200">
                <a:cs typeface="Arial" panose="020B0604020202020204" pitchFamily="34" charset="0"/>
              </a:rPr>
              <a:t>Application</a:t>
            </a:r>
          </a:p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200">
                <a:cs typeface="Arial" panose="020B0604020202020204" pitchFamily="34" charset="0"/>
              </a:rPr>
              <a:t>(e.g., web browser)</a:t>
            </a:r>
          </a:p>
        </p:txBody>
      </p:sp>
      <p:sp>
        <p:nvSpPr>
          <p:cNvPr id="110603" name="Line 22">
            <a:extLst>
              <a:ext uri="{FF2B5EF4-FFF2-40B4-BE49-F238E27FC236}">
                <a16:creationId xmlns:a16="http://schemas.microsoft.com/office/drawing/2014/main" id="{DAF759AF-1853-4E7B-B9EE-27F0CE67CF7B}"/>
              </a:ext>
            </a:extLst>
          </p:cNvPr>
          <p:cNvSpPr>
            <a:spLocks noChangeShapeType="1"/>
          </p:cNvSpPr>
          <p:nvPr/>
        </p:nvSpPr>
        <p:spPr bwMode="auto">
          <a:xfrm>
            <a:off x="1670050" y="2887663"/>
            <a:ext cx="0" cy="2120900"/>
          </a:xfrm>
          <a:prstGeom prst="line">
            <a:avLst/>
          </a:prstGeom>
          <a:noFill/>
          <a:ln w="12700">
            <a:solidFill>
              <a:srgbClr val="FF6600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10604" name="Line 23">
            <a:extLst>
              <a:ext uri="{FF2B5EF4-FFF2-40B4-BE49-F238E27FC236}">
                <a16:creationId xmlns:a16="http://schemas.microsoft.com/office/drawing/2014/main" id="{58389302-C970-4A6B-ADF2-3EDAB295942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051050" y="2887663"/>
            <a:ext cx="0" cy="2120900"/>
          </a:xfrm>
          <a:prstGeom prst="line">
            <a:avLst/>
          </a:prstGeom>
          <a:noFill/>
          <a:ln w="12700">
            <a:solidFill>
              <a:srgbClr val="FF6600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10605" name="AutoShape 24">
            <a:extLst>
              <a:ext uri="{FF2B5EF4-FFF2-40B4-BE49-F238E27FC236}">
                <a16:creationId xmlns:a16="http://schemas.microsoft.com/office/drawing/2014/main" id="{20CA1273-6707-4DE7-BE4A-D7795A56BD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4250" y="4932363"/>
            <a:ext cx="1828800" cy="914400"/>
          </a:xfrm>
          <a:prstGeom prst="roundRect">
            <a:avLst>
              <a:gd name="adj" fmla="val 16667"/>
            </a:avLst>
          </a:prstGeom>
          <a:noFill/>
          <a:ln w="12700">
            <a:solidFill>
              <a:schemeClr val="tx1"/>
            </a:solidFill>
            <a:prstDash val="dash"/>
            <a:round/>
            <a:headEnd type="none" w="sm" len="sm"/>
            <a:tailEnd type="non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en-US" sz="1200">
              <a:cs typeface="Arial" panose="020B0604020202020204" pitchFamily="34" charset="0"/>
            </a:endParaRPr>
          </a:p>
        </p:txBody>
      </p:sp>
      <p:sp>
        <p:nvSpPr>
          <p:cNvPr id="110606" name="Text Box 25">
            <a:extLst>
              <a:ext uri="{FF2B5EF4-FFF2-40B4-BE49-F238E27FC236}">
                <a16:creationId xmlns:a16="http://schemas.microsoft.com/office/drawing/2014/main" id="{488C32BC-17D3-4BF5-9C96-192915BA299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73175" y="5584825"/>
            <a:ext cx="1300163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200">
                <a:cs typeface="Arial" panose="020B0604020202020204" pitchFamily="34" charset="0"/>
              </a:rPr>
              <a:t>Operating System</a:t>
            </a:r>
          </a:p>
        </p:txBody>
      </p:sp>
      <p:sp>
        <p:nvSpPr>
          <p:cNvPr id="110607" name="Text Box 27">
            <a:extLst>
              <a:ext uri="{FF2B5EF4-FFF2-40B4-BE49-F238E27FC236}">
                <a16:creationId xmlns:a16="http://schemas.microsoft.com/office/drawing/2014/main" id="{1E3CAE25-71B8-44FC-8F0F-233A1D05AD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65450" y="2697163"/>
            <a:ext cx="4202113" cy="277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200">
                <a:cs typeface="Arial" panose="020B0604020202020204" pitchFamily="34" charset="0"/>
              </a:rPr>
              <a:t>Network Application Programming Interface (API) (e.g., Sockets)</a:t>
            </a:r>
          </a:p>
        </p:txBody>
      </p:sp>
      <p:sp>
        <p:nvSpPr>
          <p:cNvPr id="110608" name="Rectangle 4">
            <a:extLst>
              <a:ext uri="{FF2B5EF4-FFF2-40B4-BE49-F238E27FC236}">
                <a16:creationId xmlns:a16="http://schemas.microsoft.com/office/drawing/2014/main" id="{96C1A420-A70B-47B4-AB50-7A6C70F1D0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22600" y="2978150"/>
            <a:ext cx="4783138" cy="1939925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92075" tIns="46038" rIns="92075" bIns="46038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800">
                <a:latin typeface="Courier New" panose="02070309020205020404" pitchFamily="49" charset="0"/>
                <a:cs typeface="Arial" panose="020B0604020202020204" pitchFamily="34" charset="0"/>
              </a:rPr>
              <a:t>// Prepare address structures //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800">
                <a:latin typeface="Courier New" panose="02070309020205020404" pitchFamily="49" charset="0"/>
                <a:cs typeface="Arial" panose="020B0604020202020204" pitchFamily="34" charset="0"/>
              </a:rPr>
              <a:t>TCP_PeerAddr         = new sockaddr_in;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800">
                <a:latin typeface="Courier New" panose="02070309020205020404" pitchFamily="49" charset="0"/>
                <a:cs typeface="Arial" panose="020B0604020202020204" pitchFamily="34" charset="0"/>
              </a:rPr>
              <a:t>memset (TCP_PeerAddr, 0, sizeof(struct sockaddr_in));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800">
                <a:latin typeface="Courier New" panose="02070309020205020404" pitchFamily="49" charset="0"/>
                <a:cs typeface="Arial" panose="020B0604020202020204" pitchFamily="34" charset="0"/>
              </a:rPr>
              <a:t>TCP_PeerAddr-&gt;sin_family 		= AF_INET;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800">
                <a:latin typeface="Courier New" panose="02070309020205020404" pitchFamily="49" charset="0"/>
                <a:cs typeface="Arial" panose="020B0604020202020204" pitchFamily="34" charset="0"/>
              </a:rPr>
              <a:t>TCP_PeerAddr-&gt;sin_port   		= htons(0x4747);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800">
                <a:latin typeface="Courier New" panose="02070309020205020404" pitchFamily="49" charset="0"/>
                <a:cs typeface="Arial" panose="020B0604020202020204" pitchFamily="34" charset="0"/>
              </a:rPr>
              <a:t>TCP_PeerAddr-&gt;sin_addr.s_addr   	= </a:t>
            </a:r>
            <a:r>
              <a:rPr lang="en-US" altLang="en-US" sz="800" b="1">
                <a:solidFill>
                  <a:srgbClr val="FF6600"/>
                </a:solidFill>
                <a:latin typeface="Courier New" panose="02070309020205020404" pitchFamily="49" charset="0"/>
                <a:cs typeface="Arial" panose="020B0604020202020204" pitchFamily="34" charset="0"/>
              </a:rPr>
              <a:t>inet_addr</a:t>
            </a:r>
            <a:r>
              <a:rPr lang="en-US" altLang="en-US" sz="800">
                <a:latin typeface="Courier New" panose="02070309020205020404" pitchFamily="49" charset="0"/>
                <a:cs typeface="Arial" panose="020B0604020202020204" pitchFamily="34" charset="0"/>
              </a:rPr>
              <a:t>(“137.189.97.120”);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en-US" sz="800">
              <a:latin typeface="Courier New" panose="02070309020205020404" pitchFamily="49" charset="0"/>
              <a:cs typeface="Arial" panose="020B0604020202020204" pitchFamily="34" charset="0"/>
            </a:endParaRP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800">
                <a:latin typeface="Courier New" panose="02070309020205020404" pitchFamily="49" charset="0"/>
                <a:cs typeface="Arial" panose="020B0604020202020204" pitchFamily="34" charset="0"/>
              </a:rPr>
              <a:t>// Create a socket and accept for incoming connection //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800">
                <a:latin typeface="Courier New" panose="02070309020205020404" pitchFamily="49" charset="0"/>
                <a:cs typeface="Arial" panose="020B0604020202020204" pitchFamily="34" charset="0"/>
              </a:rPr>
              <a:t>SOCKET Sockfd = </a:t>
            </a:r>
            <a:r>
              <a:rPr lang="en-US" altLang="en-US" sz="800" b="1">
                <a:solidFill>
                  <a:srgbClr val="FF6600"/>
                </a:solidFill>
                <a:latin typeface="Courier New" panose="02070309020205020404" pitchFamily="49" charset="0"/>
                <a:cs typeface="Arial" panose="020B0604020202020204" pitchFamily="34" charset="0"/>
              </a:rPr>
              <a:t>socket</a:t>
            </a:r>
            <a:r>
              <a:rPr lang="en-US" altLang="en-US" sz="800">
                <a:latin typeface="Courier New" panose="02070309020205020404" pitchFamily="49" charset="0"/>
                <a:cs typeface="Arial" panose="020B0604020202020204" pitchFamily="34" charset="0"/>
              </a:rPr>
              <a:t>(AF_INET, SOCK_STREAM, 0);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800">
                <a:latin typeface="Courier New" panose="02070309020205020404" pitchFamily="49" charset="0"/>
                <a:cs typeface="Arial" panose="020B0604020202020204" pitchFamily="34" charset="0"/>
              </a:rPr>
              <a:t>int retval = </a:t>
            </a:r>
            <a:r>
              <a:rPr lang="en-US" altLang="en-US" sz="800" b="1">
                <a:solidFill>
                  <a:srgbClr val="FF6600"/>
                </a:solidFill>
                <a:latin typeface="Courier New" panose="02070309020205020404" pitchFamily="49" charset="0"/>
                <a:cs typeface="Arial" panose="020B0604020202020204" pitchFamily="34" charset="0"/>
              </a:rPr>
              <a:t>connect</a:t>
            </a:r>
            <a:r>
              <a:rPr lang="en-US" altLang="en-US" sz="800">
                <a:latin typeface="Courier New" panose="02070309020205020404" pitchFamily="49" charset="0"/>
                <a:cs typeface="Arial" panose="020B0604020202020204" pitchFamily="34" charset="0"/>
              </a:rPr>
              <a:t>(Sockfd, (struct sockaddr *)TCP_PeerAddr, 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800">
                <a:latin typeface="Courier New" panose="02070309020205020404" pitchFamily="49" charset="0"/>
                <a:cs typeface="Arial" panose="020B0604020202020204" pitchFamily="34" charset="0"/>
              </a:rPr>
              <a:t>	      sizeof(struct sockaddr_in));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800">
                <a:latin typeface="Courier New" panose="02070309020205020404" pitchFamily="49" charset="0"/>
                <a:cs typeface="Arial" panose="020B0604020202020204" pitchFamily="34" charset="0"/>
              </a:rPr>
              <a:t>if (retval == SOCKET_ERROR)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800">
                <a:latin typeface="Courier New" panose="02070309020205020404" pitchFamily="49" charset="0"/>
                <a:cs typeface="Arial" panose="020B0604020202020204" pitchFamily="34" charset="0"/>
              </a:rPr>
              <a:t>   // connect error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800">
                <a:latin typeface="Courier New" panose="02070309020205020404" pitchFamily="49" charset="0"/>
                <a:cs typeface="Arial" panose="020B0604020202020204" pitchFamily="34" charset="0"/>
              </a:rPr>
              <a:t>else // (retval == 0)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800">
                <a:latin typeface="Courier New" panose="02070309020205020404" pitchFamily="49" charset="0"/>
                <a:cs typeface="Arial" panose="020B0604020202020204" pitchFamily="34" charset="0"/>
              </a:rPr>
              <a:t>   // connect successful ...</a:t>
            </a:r>
          </a:p>
        </p:txBody>
      </p:sp>
      <p:sp>
        <p:nvSpPr>
          <p:cNvPr id="110609" name="Oval 1">
            <a:extLst>
              <a:ext uri="{FF2B5EF4-FFF2-40B4-BE49-F238E27FC236}">
                <a16:creationId xmlns:a16="http://schemas.microsoft.com/office/drawing/2014/main" id="{812E10C5-7093-41AA-9536-7E4301B3F9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2238" y="3649663"/>
            <a:ext cx="914400" cy="381000"/>
          </a:xfrm>
          <a:prstGeom prst="ellipse">
            <a:avLst/>
          </a:prstGeom>
          <a:noFill/>
          <a:ln w="12700" algn="ctr">
            <a:solidFill>
              <a:schemeClr val="tx1"/>
            </a:solidFill>
            <a:prstDash val="sysDash"/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en-US" sz="1200">
              <a:cs typeface="Arial" panose="020B0604020202020204" pitchFamily="34" charset="0"/>
            </a:endParaRPr>
          </a:p>
        </p:txBody>
      </p:sp>
      <p:cxnSp>
        <p:nvCxnSpPr>
          <p:cNvPr id="110610" name="Straight Arrow Connector 3">
            <a:extLst>
              <a:ext uri="{FF2B5EF4-FFF2-40B4-BE49-F238E27FC236}">
                <a16:creationId xmlns:a16="http://schemas.microsoft.com/office/drawing/2014/main" id="{9EF5CF13-112F-4C3C-A46C-04D9F18846AE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2328863" y="3840163"/>
            <a:ext cx="663575" cy="0"/>
          </a:xfrm>
          <a:prstGeom prst="straightConnector1">
            <a:avLst/>
          </a:prstGeom>
          <a:noFill/>
          <a:ln w="12700" algn="ctr">
            <a:solidFill>
              <a:schemeClr val="tx1"/>
            </a:solidFill>
            <a:prstDash val="sysDash"/>
            <a:round/>
            <a:headEnd type="none" w="sm" len="sm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Rectangle 7">
            <a:extLst>
              <a:ext uri="{FF2B5EF4-FFF2-40B4-BE49-F238E27FC236}">
                <a16:creationId xmlns:a16="http://schemas.microsoft.com/office/drawing/2014/main" id="{5DF03CB1-8F29-4961-8B9D-AF0BDF5A36F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114691" name="Rectangle 8">
            <a:extLst>
              <a:ext uri="{FF2B5EF4-FFF2-40B4-BE49-F238E27FC236}">
                <a16:creationId xmlns:a16="http://schemas.microsoft.com/office/drawing/2014/main" id="{F932B25F-5200-4280-877A-BFDAF3C391A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2-</a:t>
            </a:r>
            <a:fld id="{85EF8BF1-D04B-4B2D-81F6-F25B53DE9AF3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11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114692" name="Picture 10" descr="underline_base">
            <a:extLst>
              <a:ext uri="{FF2B5EF4-FFF2-40B4-BE49-F238E27FC236}">
                <a16:creationId xmlns:a16="http://schemas.microsoft.com/office/drawing/2014/main" id="{C2D4A1E6-A1AB-45DB-B310-1F562DEB7B3A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2425" y="911225"/>
            <a:ext cx="63992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4693" name="Rectangle 2">
            <a:extLst>
              <a:ext uri="{FF2B5EF4-FFF2-40B4-BE49-F238E27FC236}">
                <a16:creationId xmlns:a16="http://schemas.microsoft.com/office/drawing/2014/main" id="{C20BB017-6F33-40EF-B329-B9EB0D59393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36550" y="239713"/>
            <a:ext cx="7772400" cy="860425"/>
          </a:xfrm>
        </p:spPr>
        <p:txBody>
          <a:bodyPr/>
          <a:lstStyle/>
          <a:p>
            <a:r>
              <a:rPr lang="en-US" altLang="zh-TW" sz="4400" dirty="0">
                <a:ea typeface="ＭＳ Ｐゴシック" panose="020B0600070205080204" pitchFamily="34" charset="-128"/>
              </a:rPr>
              <a:t>Addressing processes</a:t>
            </a:r>
            <a:endParaRPr lang="en-US" altLang="zh-TW" dirty="0">
              <a:ea typeface="ＭＳ Ｐゴシック" panose="020B0600070205080204" pitchFamily="34" charset="-128"/>
            </a:endParaRPr>
          </a:p>
        </p:txBody>
      </p:sp>
      <p:sp>
        <p:nvSpPr>
          <p:cNvPr id="114694" name="Rectangle 3">
            <a:extLst>
              <a:ext uri="{FF2B5EF4-FFF2-40B4-BE49-F238E27FC236}">
                <a16:creationId xmlns:a16="http://schemas.microsoft.com/office/drawing/2014/main" id="{223317FF-8C01-47A9-B337-E94413A44448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01650" y="1393825"/>
            <a:ext cx="3973513" cy="4648200"/>
          </a:xfrm>
        </p:spPr>
        <p:txBody>
          <a:bodyPr/>
          <a:lstStyle/>
          <a:p>
            <a:pPr>
              <a:buFont typeface="Wingdings" panose="05000000000000000000" pitchFamily="2" charset="2"/>
              <a:buChar char="l"/>
            </a:pPr>
            <a:r>
              <a:rPr lang="en-US" altLang="zh-TW" sz="2400" dirty="0">
                <a:ea typeface="ＭＳ Ｐゴシック" panose="020B0600070205080204" pitchFamily="34" charset="-128"/>
              </a:rPr>
              <a:t>In order for a process running on one host to send packets to a process running on another host, the receiving process needs to have an </a:t>
            </a:r>
            <a:r>
              <a:rPr lang="en-US" altLang="zh-TW" sz="24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address</a:t>
            </a:r>
            <a:r>
              <a:rPr lang="en-US" altLang="zh-TW" sz="2400" dirty="0">
                <a:ea typeface="ＭＳ Ｐゴシック" panose="020B0600070205080204" pitchFamily="34" charset="-128"/>
              </a:rPr>
              <a:t>.</a:t>
            </a:r>
          </a:p>
          <a:p>
            <a:pPr>
              <a:buFont typeface="Wingdings" panose="05000000000000000000" pitchFamily="2" charset="2"/>
              <a:buChar char="l"/>
            </a:pPr>
            <a:r>
              <a:rPr lang="en-US" altLang="zh-TW" sz="2400" dirty="0">
                <a:ea typeface="ＭＳ Ｐゴシック" panose="020B0600070205080204" pitchFamily="34" charset="-128"/>
              </a:rPr>
              <a:t>To identify the receiving process, we need to </a:t>
            </a:r>
            <a:r>
              <a:rPr lang="en-US" altLang="zh-TW" sz="24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specify two info: </a:t>
            </a:r>
            <a:r>
              <a:rPr lang="en-US" altLang="zh-TW" sz="2400" dirty="0">
                <a:ea typeface="ＭＳ Ｐゴシック" panose="020B0600070205080204" pitchFamily="34" charset="-128"/>
              </a:rPr>
              <a:t>(1) the address of the host: unique </a:t>
            </a:r>
            <a:r>
              <a:rPr lang="en-US" altLang="zh-TW" sz="24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32-bit IP address</a:t>
            </a:r>
            <a:r>
              <a:rPr lang="en-US" altLang="zh-TW" sz="2400" dirty="0">
                <a:ea typeface="ＭＳ Ｐゴシック" panose="020B0600070205080204" pitchFamily="34" charset="-128"/>
              </a:rPr>
              <a:t>.</a:t>
            </a:r>
          </a:p>
          <a:p>
            <a:pPr>
              <a:buFont typeface="Wingdings" panose="05000000000000000000" pitchFamily="2" charset="2"/>
              <a:buChar char="l"/>
            </a:pPr>
            <a:r>
              <a:rPr lang="en-US" altLang="zh-TW" sz="2400" dirty="0">
                <a:ea typeface="ＭＳ Ｐゴシック" panose="020B0600070205080204" pitchFamily="34" charset="-128"/>
              </a:rPr>
              <a:t>(2) an identifier that specifies the receiving process in the destination host: </a:t>
            </a:r>
            <a:r>
              <a:rPr lang="en-US" altLang="zh-TW" sz="24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port number</a:t>
            </a:r>
          </a:p>
          <a:p>
            <a:pPr>
              <a:buFont typeface="Wingdings" panose="05000000000000000000" pitchFamily="2" charset="2"/>
              <a:buChar char="l"/>
            </a:pPr>
            <a:endParaRPr lang="en-US" altLang="zh-TW" sz="2400" dirty="0">
              <a:ea typeface="ＭＳ Ｐゴシック" panose="020B0600070205080204" pitchFamily="34" charset="-128"/>
            </a:endParaRPr>
          </a:p>
        </p:txBody>
      </p:sp>
      <p:sp>
        <p:nvSpPr>
          <p:cNvPr id="44038" name="Rectangle 4">
            <a:extLst>
              <a:ext uri="{FF2B5EF4-FFF2-40B4-BE49-F238E27FC236}">
                <a16:creationId xmlns:a16="http://schemas.microsoft.com/office/drawing/2014/main" id="{96379757-3B74-4CEA-87CD-5D6BFB51B801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4857750" y="1408113"/>
            <a:ext cx="3810000" cy="4648200"/>
          </a:xfrm>
        </p:spPr>
        <p:txBody>
          <a:bodyPr/>
          <a:lstStyle/>
          <a:p>
            <a:r>
              <a:rPr lang="en-US" altLang="zh-TW" sz="2400" dirty="0">
                <a:ea typeface="ＭＳ Ｐゴシック" panose="020B0600070205080204" pitchFamily="34" charset="-128"/>
              </a:rPr>
              <a:t>Example port numbers:</a:t>
            </a:r>
          </a:p>
          <a:p>
            <a:pPr lvl="1"/>
            <a:r>
              <a:rPr lang="en-US" altLang="zh-TW" sz="2000" dirty="0">
                <a:ea typeface="ＭＳ Ｐゴシック" panose="020B0600070205080204" pitchFamily="34" charset="-128"/>
              </a:rPr>
              <a:t>HTTP server: 80</a:t>
            </a:r>
          </a:p>
          <a:p>
            <a:pPr lvl="1"/>
            <a:r>
              <a:rPr lang="en-US" altLang="zh-TW" sz="2000" dirty="0">
                <a:ea typeface="ＭＳ Ｐゴシック" panose="020B0600070205080204" pitchFamily="34" charset="-128"/>
              </a:rPr>
              <a:t>mail server: 25</a:t>
            </a:r>
          </a:p>
          <a:p>
            <a:r>
              <a:rPr lang="en-US" altLang="zh-TW" sz="2400" dirty="0">
                <a:ea typeface="ＭＳ Ｐゴシック" panose="020B0600070205080204" pitchFamily="34" charset="-128"/>
              </a:rPr>
              <a:t>E.g., to send HTTP message to gaia.cs.umass.edu web server:</a:t>
            </a:r>
          </a:p>
          <a:p>
            <a:pPr lvl="1"/>
            <a:r>
              <a:rPr lang="en-US" altLang="zh-TW" sz="2000" dirty="0">
                <a:ea typeface="ＭＳ Ｐゴシック" panose="020B0600070205080204" pitchFamily="34" charset="-128"/>
              </a:rPr>
              <a:t>IP address: 128.119.245.12</a:t>
            </a:r>
          </a:p>
          <a:p>
            <a:pPr lvl="1"/>
            <a:r>
              <a:rPr lang="en-US" altLang="zh-TW" sz="2000" dirty="0">
                <a:ea typeface="ＭＳ Ｐゴシック" panose="020B0600070205080204" pitchFamily="34" charset="-128"/>
              </a:rPr>
              <a:t>port number: 80</a:t>
            </a:r>
          </a:p>
          <a:p>
            <a:pPr>
              <a:buFont typeface="Wingdings" panose="05000000000000000000" pitchFamily="2" charset="2"/>
              <a:buChar char="l"/>
            </a:pPr>
            <a:r>
              <a:rPr lang="en-US" altLang="zh-TW" sz="2400" i="1" u="sng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Q:</a:t>
            </a:r>
            <a:r>
              <a:rPr lang="en-US" altLang="zh-TW" sz="2400" dirty="0">
                <a:ea typeface="ＭＳ Ｐゴシック" panose="020B0600070205080204" pitchFamily="34" charset="-128"/>
              </a:rPr>
              <a:t> does  IP address of host on which process runs suffice for identifying the process?</a:t>
            </a:r>
          </a:p>
          <a:p>
            <a:pPr>
              <a:buFont typeface="Wingdings" panose="05000000000000000000" pitchFamily="2" charset="2"/>
              <a:buChar char="l"/>
              <a:defRPr/>
            </a:pPr>
            <a:r>
              <a:rPr lang="en-US" altLang="zh-TW" sz="2400" i="1" u="sng" dirty="0">
                <a:solidFill>
                  <a:srgbClr val="CC0000"/>
                </a:solidFill>
              </a:rPr>
              <a:t>A:</a:t>
            </a:r>
            <a:r>
              <a:rPr lang="en-US" altLang="zh-TW" sz="2400" dirty="0"/>
              <a:t> no, </a:t>
            </a:r>
            <a:r>
              <a:rPr lang="en-US" altLang="zh-TW" sz="2400" i="1" dirty="0">
                <a:solidFill>
                  <a:srgbClr val="0070C0"/>
                </a:solidFill>
              </a:rPr>
              <a:t>many</a:t>
            </a:r>
            <a:r>
              <a:rPr lang="en-US" altLang="zh-TW" sz="2400" dirty="0">
                <a:solidFill>
                  <a:srgbClr val="0070C0"/>
                </a:solidFill>
              </a:rPr>
              <a:t> processes can be running on same host</a:t>
            </a:r>
          </a:p>
          <a:p>
            <a:endParaRPr lang="en-US" altLang="zh-TW" sz="2400" dirty="0">
              <a:solidFill>
                <a:srgbClr val="C00000"/>
              </a:solidFill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138408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69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69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Rectangle 7">
            <a:extLst>
              <a:ext uri="{FF2B5EF4-FFF2-40B4-BE49-F238E27FC236}">
                <a16:creationId xmlns:a16="http://schemas.microsoft.com/office/drawing/2014/main" id="{5DF03CB1-8F29-4961-8B9D-AF0BDF5A36F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114691" name="Rectangle 8">
            <a:extLst>
              <a:ext uri="{FF2B5EF4-FFF2-40B4-BE49-F238E27FC236}">
                <a16:creationId xmlns:a16="http://schemas.microsoft.com/office/drawing/2014/main" id="{F932B25F-5200-4280-877A-BFDAF3C391A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2-</a:t>
            </a:r>
            <a:fld id="{85EF8BF1-D04B-4B2D-81F6-F25B53DE9AF3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12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114692" name="Picture 10" descr="underline_base">
            <a:extLst>
              <a:ext uri="{FF2B5EF4-FFF2-40B4-BE49-F238E27FC236}">
                <a16:creationId xmlns:a16="http://schemas.microsoft.com/office/drawing/2014/main" id="{C2D4A1E6-A1AB-45DB-B310-1F562DEB7B3A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2425" y="911225"/>
            <a:ext cx="63992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4693" name="Rectangle 2">
            <a:extLst>
              <a:ext uri="{FF2B5EF4-FFF2-40B4-BE49-F238E27FC236}">
                <a16:creationId xmlns:a16="http://schemas.microsoft.com/office/drawing/2014/main" id="{C20BB017-6F33-40EF-B329-B9EB0D59393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36550" y="239713"/>
            <a:ext cx="7772400" cy="860425"/>
          </a:xfrm>
        </p:spPr>
        <p:txBody>
          <a:bodyPr/>
          <a:lstStyle/>
          <a:p>
            <a:r>
              <a:rPr lang="en-US" altLang="zh-TW" dirty="0">
                <a:ea typeface="ＭＳ Ｐゴシック" panose="020B0600070205080204" pitchFamily="34" charset="-128"/>
              </a:rPr>
              <a:t>App-layer protocol defines</a:t>
            </a:r>
          </a:p>
        </p:txBody>
      </p:sp>
      <p:sp>
        <p:nvSpPr>
          <p:cNvPr id="114694" name="Rectangle 3">
            <a:extLst>
              <a:ext uri="{FF2B5EF4-FFF2-40B4-BE49-F238E27FC236}">
                <a16:creationId xmlns:a16="http://schemas.microsoft.com/office/drawing/2014/main" id="{223317FF-8C01-47A9-B337-E94413A44448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01650" y="1393825"/>
            <a:ext cx="3973513" cy="4648200"/>
          </a:xfrm>
        </p:spPr>
        <p:txBody>
          <a:bodyPr/>
          <a:lstStyle/>
          <a:p>
            <a:pPr marL="457200" indent="-457200">
              <a:buFont typeface="Comic Sans MS" panose="030F0702030302020204" pitchFamily="66" charset="0"/>
              <a:buAutoNum type="arabicPeriod"/>
            </a:pPr>
            <a:r>
              <a:rPr lang="en-US" altLang="zh-TW" sz="2400">
                <a:solidFill>
                  <a:srgbClr val="CC0000"/>
                </a:solidFill>
                <a:ea typeface="ＭＳ Ｐゴシック" panose="020B0600070205080204" pitchFamily="34" charset="-128"/>
              </a:rPr>
              <a:t>types of messages exchanged,</a:t>
            </a:r>
            <a:r>
              <a:rPr lang="en-US" altLang="zh-TW" sz="2400">
                <a:ea typeface="ＭＳ Ｐゴシック" panose="020B0600070205080204" pitchFamily="34" charset="-128"/>
              </a:rPr>
              <a:t> </a:t>
            </a:r>
          </a:p>
          <a:p>
            <a:pPr lvl="1"/>
            <a:r>
              <a:rPr lang="en-US" altLang="zh-TW">
                <a:ea typeface="ＭＳ Ｐゴシック" panose="020B0600070205080204" pitchFamily="34" charset="-128"/>
              </a:rPr>
              <a:t>e.g., request, response </a:t>
            </a:r>
          </a:p>
          <a:p>
            <a:pPr marL="457200" indent="-457200">
              <a:buFont typeface="Comic Sans MS" panose="030F0702030302020204" pitchFamily="66" charset="0"/>
              <a:buAutoNum type="arabicPeriod"/>
            </a:pPr>
            <a:r>
              <a:rPr lang="en-US" altLang="zh-TW" sz="2400">
                <a:solidFill>
                  <a:srgbClr val="CC0000"/>
                </a:solidFill>
                <a:ea typeface="ＭＳ Ｐゴシック" panose="020B0600070205080204" pitchFamily="34" charset="-128"/>
              </a:rPr>
              <a:t>message syntax:</a:t>
            </a:r>
          </a:p>
          <a:p>
            <a:pPr lvl="1"/>
            <a:r>
              <a:rPr lang="en-US" altLang="zh-TW">
                <a:ea typeface="ＭＳ Ｐゴシック" panose="020B0600070205080204" pitchFamily="34" charset="-128"/>
              </a:rPr>
              <a:t>what fields in messages &amp; how fields are delineated</a:t>
            </a:r>
          </a:p>
          <a:p>
            <a:pPr marL="457200" indent="-457200">
              <a:buFont typeface="Comic Sans MS" panose="030F0702030302020204" pitchFamily="66" charset="0"/>
              <a:buAutoNum type="arabicPeriod"/>
            </a:pPr>
            <a:r>
              <a:rPr lang="en-US" altLang="zh-TW" sz="2400">
                <a:solidFill>
                  <a:srgbClr val="CC0000"/>
                </a:solidFill>
                <a:ea typeface="ＭＳ Ｐゴシック" panose="020B0600070205080204" pitchFamily="34" charset="-128"/>
              </a:rPr>
              <a:t>message semantics</a:t>
            </a:r>
            <a:r>
              <a:rPr lang="en-US" altLang="zh-TW" sz="2400">
                <a:ea typeface="ＭＳ Ｐゴシック" panose="020B0600070205080204" pitchFamily="34" charset="-128"/>
              </a:rPr>
              <a:t> </a:t>
            </a:r>
          </a:p>
          <a:p>
            <a:pPr lvl="1"/>
            <a:r>
              <a:rPr lang="en-US" altLang="zh-TW">
                <a:ea typeface="ＭＳ Ｐゴシック" panose="020B0600070205080204" pitchFamily="34" charset="-128"/>
              </a:rPr>
              <a:t>meaning of information in fields</a:t>
            </a:r>
          </a:p>
          <a:p>
            <a:pPr marL="457200" indent="-457200">
              <a:buFont typeface="Comic Sans MS" panose="030F0702030302020204" pitchFamily="66" charset="0"/>
              <a:buAutoNum type="arabicPeriod"/>
            </a:pPr>
            <a:r>
              <a:rPr lang="en-US" altLang="zh-TW" sz="2400">
                <a:solidFill>
                  <a:srgbClr val="CC0000"/>
                </a:solidFill>
                <a:ea typeface="ＭＳ Ｐゴシック" panose="020B0600070205080204" pitchFamily="34" charset="-128"/>
              </a:rPr>
              <a:t>rules</a:t>
            </a:r>
            <a:r>
              <a:rPr lang="en-US" altLang="zh-TW" sz="2400">
                <a:ea typeface="ＭＳ Ｐゴシック" panose="020B0600070205080204" pitchFamily="34" charset="-128"/>
              </a:rPr>
              <a:t> for when and how processes send &amp; respond to messages</a:t>
            </a:r>
          </a:p>
        </p:txBody>
      </p:sp>
      <p:sp>
        <p:nvSpPr>
          <p:cNvPr id="44038" name="Rectangle 4">
            <a:extLst>
              <a:ext uri="{FF2B5EF4-FFF2-40B4-BE49-F238E27FC236}">
                <a16:creationId xmlns:a16="http://schemas.microsoft.com/office/drawing/2014/main" id="{96379757-3B74-4CEA-87CD-5D6BFB51B801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4857750" y="1408113"/>
            <a:ext cx="3810000" cy="4648200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  <a:defRPr/>
            </a:pPr>
            <a:r>
              <a:rPr lang="en-US" altLang="zh-TW" sz="2400" dirty="0">
                <a:solidFill>
                  <a:srgbClr val="0070C0"/>
                </a:solidFill>
                <a:ea typeface="ＭＳ Ｐゴシック" pitchFamily="34" charset="-128"/>
              </a:rPr>
              <a:t>Two main types of app-layer protocols:</a:t>
            </a:r>
          </a:p>
          <a:p>
            <a:pPr marL="457200" indent="-457200">
              <a:buFont typeface="+mj-lt"/>
              <a:buAutoNum type="arabicPeriod"/>
              <a:defRPr/>
            </a:pPr>
            <a:r>
              <a:rPr lang="en-US" altLang="zh-TW" sz="2400" dirty="0">
                <a:solidFill>
                  <a:srgbClr val="FF0000"/>
                </a:solidFill>
                <a:ea typeface="ＭＳ Ｐゴシック" pitchFamily="34" charset="-128"/>
              </a:rPr>
              <a:t>open protocols:</a:t>
            </a:r>
          </a:p>
          <a:p>
            <a:pPr>
              <a:defRPr/>
            </a:pPr>
            <a:r>
              <a:rPr lang="en-US" altLang="zh-TW" sz="2400" dirty="0">
                <a:ea typeface="ＭＳ Ｐゴシック" pitchFamily="34" charset="-128"/>
              </a:rPr>
              <a:t>defined in RFCs</a:t>
            </a:r>
          </a:p>
          <a:p>
            <a:pPr>
              <a:defRPr/>
            </a:pPr>
            <a:r>
              <a:rPr lang="en-US" altLang="zh-TW" sz="2400" dirty="0">
                <a:ea typeface="ＭＳ Ｐゴシック" pitchFamily="34" charset="-128"/>
              </a:rPr>
              <a:t>allows for interoperability</a:t>
            </a:r>
          </a:p>
          <a:p>
            <a:pPr>
              <a:defRPr/>
            </a:pPr>
            <a:r>
              <a:rPr lang="en-US" altLang="zh-TW" sz="2400" dirty="0">
                <a:ea typeface="ＭＳ Ｐゴシック" pitchFamily="34" charset="-128"/>
              </a:rPr>
              <a:t>e.g., HTTP, SMTP</a:t>
            </a:r>
          </a:p>
          <a:p>
            <a:pPr marL="457200" indent="-457200">
              <a:buFont typeface="+mj-lt"/>
              <a:buAutoNum type="arabicPeriod" startAt="2"/>
              <a:defRPr/>
            </a:pPr>
            <a:r>
              <a:rPr lang="en-US" altLang="zh-TW" sz="2400" dirty="0">
                <a:solidFill>
                  <a:srgbClr val="FF0000"/>
                </a:solidFill>
                <a:ea typeface="ＭＳ Ｐゴシック" pitchFamily="34" charset="-128"/>
              </a:rPr>
              <a:t>proprietary protocols:</a:t>
            </a:r>
          </a:p>
          <a:p>
            <a:pPr>
              <a:defRPr/>
            </a:pPr>
            <a:r>
              <a:rPr lang="en-US" altLang="zh-TW" sz="2400" dirty="0">
                <a:ea typeface="ＭＳ Ｐゴシック" pitchFamily="34" charset="-128"/>
              </a:rPr>
              <a:t>Not defined in RFCs or elsewhere</a:t>
            </a:r>
          </a:p>
          <a:p>
            <a:pPr>
              <a:defRPr/>
            </a:pPr>
            <a:r>
              <a:rPr lang="en-US" altLang="zh-TW" sz="2400" dirty="0"/>
              <a:t>A single development team has complete control over what goes in the code</a:t>
            </a:r>
            <a:endParaRPr lang="en-US" altLang="zh-TW" sz="2400" dirty="0">
              <a:ea typeface="ＭＳ Ｐゴシック" pitchFamily="34" charset="-128"/>
            </a:endParaRPr>
          </a:p>
          <a:p>
            <a:pPr>
              <a:defRPr/>
            </a:pPr>
            <a:r>
              <a:rPr lang="en-US" altLang="zh-TW" sz="2400" dirty="0">
                <a:ea typeface="ＭＳ Ｐゴシック" pitchFamily="34" charset="-128"/>
              </a:rPr>
              <a:t>e.g., Skype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38" name="Rectangle 7">
            <a:extLst>
              <a:ext uri="{FF2B5EF4-FFF2-40B4-BE49-F238E27FC236}">
                <a16:creationId xmlns:a16="http://schemas.microsoft.com/office/drawing/2014/main" id="{E71CF396-1EC8-4F4B-8AF2-870D8DD8E40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116739" name="Rectangle 8">
            <a:extLst>
              <a:ext uri="{FF2B5EF4-FFF2-40B4-BE49-F238E27FC236}">
                <a16:creationId xmlns:a16="http://schemas.microsoft.com/office/drawing/2014/main" id="{4395F99C-1D45-41A5-B364-DC2039E9DC4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2-</a:t>
            </a:r>
            <a:fld id="{5E610C08-DCF8-47E8-BB16-0453DBFAAC01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13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116740" name="Rectangle 2">
            <a:extLst>
              <a:ext uri="{FF2B5EF4-FFF2-40B4-BE49-F238E27FC236}">
                <a16:creationId xmlns:a16="http://schemas.microsoft.com/office/drawing/2014/main" id="{8913C61D-221C-4E62-8BE8-135948F9558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77825" y="-11113"/>
            <a:ext cx="8305800" cy="1143001"/>
          </a:xfrm>
        </p:spPr>
        <p:txBody>
          <a:bodyPr/>
          <a:lstStyle/>
          <a:p>
            <a:r>
              <a:rPr lang="en-US" altLang="zh-TW" sz="3600">
                <a:ea typeface="ＭＳ Ｐゴシック" panose="020B0600070205080204" pitchFamily="34" charset="-128"/>
              </a:rPr>
              <a:t>What transport service does an app need?</a:t>
            </a:r>
            <a:endParaRPr lang="en-US" altLang="zh-TW">
              <a:ea typeface="ＭＳ Ｐゴシック" panose="020B0600070205080204" pitchFamily="34" charset="-128"/>
            </a:endParaRPr>
          </a:p>
        </p:txBody>
      </p:sp>
      <p:sp>
        <p:nvSpPr>
          <p:cNvPr id="116741" name="Rectangle 3">
            <a:extLst>
              <a:ext uri="{FF2B5EF4-FFF2-40B4-BE49-F238E27FC236}">
                <a16:creationId xmlns:a16="http://schemas.microsoft.com/office/drawing/2014/main" id="{22A952BF-35EB-4ECE-B8C5-09A6832E8322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379413" y="1141413"/>
            <a:ext cx="4316412" cy="2797175"/>
          </a:xfrm>
        </p:spPr>
        <p:txBody>
          <a:bodyPr/>
          <a:lstStyle/>
          <a:p>
            <a:pPr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US" altLang="zh-TW" sz="2400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data integrity</a:t>
            </a:r>
          </a:p>
          <a:p>
            <a:pPr>
              <a:lnSpc>
                <a:spcPct val="90000"/>
              </a:lnSpc>
            </a:pPr>
            <a:r>
              <a:rPr lang="en-US" altLang="zh-TW" sz="2400" dirty="0">
                <a:ea typeface="ＭＳ Ｐゴシック" panose="020B0600070205080204" pitchFamily="34" charset="-128"/>
              </a:rPr>
              <a:t>some apps (e.g., file transfer, web transactions) require </a:t>
            </a:r>
            <a:r>
              <a:rPr lang="en-US" altLang="zh-TW" sz="24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100% reliable </a:t>
            </a:r>
            <a:r>
              <a:rPr lang="en-US" altLang="zh-TW" sz="2400" dirty="0">
                <a:ea typeface="ＭＳ Ｐゴシック" panose="020B0600070205080204" pitchFamily="34" charset="-128"/>
              </a:rPr>
              <a:t>data transfer</a:t>
            </a:r>
            <a:r>
              <a:rPr lang="en-US" altLang="zh-TW" dirty="0">
                <a:ea typeface="ＭＳ Ｐゴシック" panose="020B0600070205080204" pitchFamily="34" charset="-128"/>
              </a:rPr>
              <a:t> </a:t>
            </a:r>
          </a:p>
          <a:p>
            <a:pPr>
              <a:lnSpc>
                <a:spcPct val="90000"/>
              </a:lnSpc>
            </a:pPr>
            <a:r>
              <a:rPr lang="en-US" altLang="zh-TW" sz="2400" dirty="0">
                <a:ea typeface="ＭＳ Ｐゴシック" panose="020B0600070205080204" pitchFamily="34" charset="-128"/>
              </a:rPr>
              <a:t>other apps (e.g., audio) can </a:t>
            </a:r>
            <a:r>
              <a:rPr lang="en-US" altLang="zh-TW" sz="24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tolerate some loss</a:t>
            </a:r>
          </a:p>
          <a:p>
            <a:pPr>
              <a:lnSpc>
                <a:spcPct val="90000"/>
              </a:lnSpc>
            </a:pPr>
            <a:endParaRPr lang="en-US" altLang="zh-TW" dirty="0">
              <a:ea typeface="ＭＳ Ｐゴシック" panose="020B0600070205080204" pitchFamily="34" charset="-128"/>
            </a:endParaRPr>
          </a:p>
        </p:txBody>
      </p:sp>
      <p:sp>
        <p:nvSpPr>
          <p:cNvPr id="45062" name="Rectangle 4">
            <a:extLst>
              <a:ext uri="{FF2B5EF4-FFF2-40B4-BE49-F238E27FC236}">
                <a16:creationId xmlns:a16="http://schemas.microsoft.com/office/drawing/2014/main" id="{10D09823-61BC-46A8-A1DB-1C09CC4DAD9C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404813" y="3724275"/>
            <a:ext cx="3810000" cy="2443163"/>
          </a:xfrm>
        </p:spPr>
        <p:txBody>
          <a:bodyPr/>
          <a:lstStyle/>
          <a:p>
            <a:pPr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US" altLang="zh-TW" sz="2400">
                <a:solidFill>
                  <a:srgbClr val="CC0000"/>
                </a:solidFill>
                <a:ea typeface="ＭＳ Ｐゴシック" panose="020B0600070205080204" pitchFamily="34" charset="-128"/>
              </a:rPr>
              <a:t>timing</a:t>
            </a:r>
          </a:p>
          <a:p>
            <a:pPr>
              <a:lnSpc>
                <a:spcPct val="90000"/>
              </a:lnSpc>
            </a:pPr>
            <a:r>
              <a:rPr lang="en-US" altLang="zh-TW" sz="2400">
                <a:ea typeface="ＭＳ Ｐゴシック" panose="020B0600070205080204" pitchFamily="34" charset="-128"/>
              </a:rPr>
              <a:t>some apps (e.g., Internet telephony, interactive games) require low </a:t>
            </a:r>
            <a:r>
              <a:rPr lang="en-US" altLang="zh-TW" sz="2400">
                <a:solidFill>
                  <a:srgbClr val="0070C0"/>
                </a:solidFill>
                <a:ea typeface="ＭＳ Ｐゴシック" panose="020B0600070205080204" pitchFamily="34" charset="-128"/>
              </a:rPr>
              <a:t>delay</a:t>
            </a:r>
            <a:r>
              <a:rPr lang="en-US" altLang="zh-TW" sz="2400">
                <a:ea typeface="ＭＳ Ｐゴシック" panose="020B0600070205080204" pitchFamily="34" charset="-128"/>
              </a:rPr>
              <a:t> to be </a:t>
            </a:r>
            <a:r>
              <a:rPr lang="ja-JP" altLang="en-US" sz="2400">
                <a:ea typeface="ＭＳ Ｐゴシック" panose="020B0600070205080204" pitchFamily="34" charset="-128"/>
              </a:rPr>
              <a:t>“</a:t>
            </a:r>
            <a:r>
              <a:rPr lang="en-US" altLang="ja-JP" sz="2400">
                <a:ea typeface="ＭＳ Ｐゴシック" panose="020B0600070205080204" pitchFamily="34" charset="-128"/>
              </a:rPr>
              <a:t>effective</a:t>
            </a:r>
            <a:r>
              <a:rPr lang="ja-JP" altLang="en-US" sz="2400">
                <a:ea typeface="ＭＳ Ｐゴシック" panose="020B0600070205080204" pitchFamily="34" charset="-128"/>
              </a:rPr>
              <a:t>”</a:t>
            </a:r>
            <a:endParaRPr lang="en-US" altLang="zh-TW" sz="2400">
              <a:ea typeface="ＭＳ Ｐゴシック" panose="020B0600070205080204" pitchFamily="34" charset="-128"/>
            </a:endParaRPr>
          </a:p>
        </p:txBody>
      </p:sp>
      <p:sp>
        <p:nvSpPr>
          <p:cNvPr id="45063" name="Rectangle 5">
            <a:extLst>
              <a:ext uri="{FF2B5EF4-FFF2-40B4-BE49-F238E27FC236}">
                <a16:creationId xmlns:a16="http://schemas.microsoft.com/office/drawing/2014/main" id="{F4F1B86A-1686-40B4-8A86-48112284E5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5375" y="1101725"/>
            <a:ext cx="3935413" cy="3362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zh-TW" sz="2400" dirty="0">
                <a:solidFill>
                  <a:srgbClr val="CC0000"/>
                </a:solidFill>
              </a:rPr>
              <a:t>throughput</a:t>
            </a:r>
          </a:p>
          <a:p>
            <a:pPr>
              <a:lnSpc>
                <a:spcPct val="90000"/>
              </a:lnSpc>
              <a:buSzPct val="75000"/>
            </a:pPr>
            <a:r>
              <a:rPr lang="en-US" altLang="zh-TW" sz="2400" dirty="0"/>
              <a:t>some apps (e.g., multimedia) require </a:t>
            </a:r>
            <a:r>
              <a:rPr lang="en-US" altLang="zh-TW" sz="2400" dirty="0">
                <a:solidFill>
                  <a:srgbClr val="0070C0"/>
                </a:solidFill>
              </a:rPr>
              <a:t>minimum amount of throughput</a:t>
            </a:r>
            <a:r>
              <a:rPr lang="en-US" altLang="zh-TW" sz="2400" dirty="0"/>
              <a:t> to be </a:t>
            </a:r>
            <a:r>
              <a:rPr lang="ja-JP" altLang="en-US" sz="2400" dirty="0"/>
              <a:t>“</a:t>
            </a:r>
            <a:r>
              <a:rPr lang="en-US" altLang="ja-JP" sz="2400" dirty="0"/>
              <a:t>effective</a:t>
            </a:r>
            <a:r>
              <a:rPr lang="ja-JP" altLang="en-US" sz="2400" dirty="0"/>
              <a:t>”</a:t>
            </a:r>
            <a:endParaRPr lang="en-US" altLang="ja-JP" sz="2400" dirty="0"/>
          </a:p>
          <a:p>
            <a:pPr>
              <a:lnSpc>
                <a:spcPct val="90000"/>
              </a:lnSpc>
              <a:buSzPct val="75000"/>
            </a:pPr>
            <a:r>
              <a:rPr lang="en-US" altLang="zh-TW" sz="2400" dirty="0"/>
              <a:t>other apps (</a:t>
            </a:r>
            <a:r>
              <a:rPr lang="ja-JP" altLang="en-US" sz="2400" dirty="0"/>
              <a:t>“</a:t>
            </a:r>
            <a:r>
              <a:rPr lang="en-US" altLang="ja-JP" sz="2400" dirty="0">
                <a:solidFill>
                  <a:srgbClr val="0070C0"/>
                </a:solidFill>
              </a:rPr>
              <a:t>elastic</a:t>
            </a:r>
            <a:r>
              <a:rPr lang="en-US" altLang="ja-JP" sz="2400" dirty="0"/>
              <a:t> apps</a:t>
            </a:r>
            <a:r>
              <a:rPr lang="ja-JP" altLang="en-US" sz="2400" dirty="0"/>
              <a:t>”</a:t>
            </a:r>
            <a:r>
              <a:rPr lang="en-US" altLang="ja-JP" sz="2400" dirty="0"/>
              <a:t>) make use of whatever throughput they get </a:t>
            </a:r>
            <a:endParaRPr lang="en-US" altLang="zh-TW" sz="2400" dirty="0"/>
          </a:p>
        </p:txBody>
      </p:sp>
      <p:pic>
        <p:nvPicPr>
          <p:cNvPr id="116744" name="Picture 13" descr="underline_base">
            <a:extLst>
              <a:ext uri="{FF2B5EF4-FFF2-40B4-BE49-F238E27FC236}">
                <a16:creationId xmlns:a16="http://schemas.microsoft.com/office/drawing/2014/main" id="{DDF2DB4E-B2F0-4DCB-9D4B-06229BB02A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4825" y="763588"/>
            <a:ext cx="8228013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5070" name="Rectangle 5">
            <a:extLst>
              <a:ext uri="{FF2B5EF4-FFF2-40B4-BE49-F238E27FC236}">
                <a16:creationId xmlns:a16="http://schemas.microsoft.com/office/drawing/2014/main" id="{CA218C3F-9273-4381-B78A-87365ECA2D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59350" y="4554538"/>
            <a:ext cx="3935413" cy="12715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zh-TW" sz="2400">
                <a:solidFill>
                  <a:srgbClr val="CC0000"/>
                </a:solidFill>
              </a:rPr>
              <a:t>security</a:t>
            </a:r>
          </a:p>
          <a:p>
            <a:pPr>
              <a:lnSpc>
                <a:spcPct val="100000"/>
              </a:lnSpc>
              <a:buSzPct val="75000"/>
            </a:pPr>
            <a:r>
              <a:rPr lang="en-US" altLang="zh-TW" sz="2400"/>
              <a:t>encryption, data integrity, …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6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506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6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506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50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 nodeType="clickPar">
                      <p:stCondLst>
                        <p:cond delay="indefinite"/>
                      </p:stCondLst>
                      <p:childTnLst>
                        <p:par>
                          <p:cTn id="1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450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450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063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6" name="Rectangle 7">
            <a:extLst>
              <a:ext uri="{FF2B5EF4-FFF2-40B4-BE49-F238E27FC236}">
                <a16:creationId xmlns:a16="http://schemas.microsoft.com/office/drawing/2014/main" id="{3198667F-1E87-4301-972F-F5C6A2A235E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118787" name="Rectangle 8">
            <a:extLst>
              <a:ext uri="{FF2B5EF4-FFF2-40B4-BE49-F238E27FC236}">
                <a16:creationId xmlns:a16="http://schemas.microsoft.com/office/drawing/2014/main" id="{9B42C05A-2FEB-4734-B718-0EE352C117E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2-</a:t>
            </a:r>
            <a:fld id="{C2D205ED-6BCA-4D6B-9F74-0A9D57A7F8C2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14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118788" name="Picture 20" descr="underline_base">
            <a:extLst>
              <a:ext uri="{FF2B5EF4-FFF2-40B4-BE49-F238E27FC236}">
                <a16:creationId xmlns:a16="http://schemas.microsoft.com/office/drawing/2014/main" id="{551924F5-21E5-405E-A84E-B6EAB168F5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5438" y="806450"/>
            <a:ext cx="82280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8789" name="Rectangle 2">
            <a:extLst>
              <a:ext uri="{FF2B5EF4-FFF2-40B4-BE49-F238E27FC236}">
                <a16:creationId xmlns:a16="http://schemas.microsoft.com/office/drawing/2014/main" id="{94B184F7-55F2-436D-B27A-2FCC3CC0358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15913" y="227013"/>
            <a:ext cx="8201025" cy="815975"/>
          </a:xfrm>
        </p:spPr>
        <p:txBody>
          <a:bodyPr/>
          <a:lstStyle/>
          <a:p>
            <a:r>
              <a:rPr lang="en-US" altLang="zh-TW" sz="3200">
                <a:ea typeface="ＭＳ Ｐゴシック" panose="020B0600070205080204" pitchFamily="34" charset="-128"/>
              </a:rPr>
              <a:t>Transport service requirements: common apps</a:t>
            </a:r>
            <a:endParaRPr lang="en-US" altLang="zh-TW">
              <a:ea typeface="ＭＳ Ｐゴシック" panose="020B0600070205080204" pitchFamily="34" charset="-128"/>
            </a:endParaRPr>
          </a:p>
        </p:txBody>
      </p:sp>
      <p:sp>
        <p:nvSpPr>
          <p:cNvPr id="118790" name="Text Box 3">
            <a:extLst>
              <a:ext uri="{FF2B5EF4-FFF2-40B4-BE49-F238E27FC236}">
                <a16:creationId xmlns:a16="http://schemas.microsoft.com/office/drawing/2014/main" id="{EAABBE8B-40B3-4F17-8B38-336BEF3EF3B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1450" y="1749425"/>
            <a:ext cx="2541588" cy="3140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b="1">
                <a:latin typeface="Arial" panose="020B0604020202020204" pitchFamily="34" charset="0"/>
              </a:rPr>
              <a:t>application</a:t>
            </a:r>
            <a:endParaRPr lang="en-US" altLang="zh-TW" sz="2000">
              <a:latin typeface="Arial" panose="020B0604020202020204" pitchFamily="34" charset="0"/>
            </a:endParaRPr>
          </a:p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2000">
              <a:latin typeface="Arial" panose="020B0604020202020204" pitchFamily="34" charset="0"/>
            </a:endParaRPr>
          </a:p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file transfer</a:t>
            </a:r>
          </a:p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e-mail</a:t>
            </a:r>
          </a:p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Web documents</a:t>
            </a:r>
          </a:p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real-time audio/video</a:t>
            </a:r>
          </a:p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2000">
              <a:latin typeface="Arial" panose="020B0604020202020204" pitchFamily="34" charset="0"/>
            </a:endParaRPr>
          </a:p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stored audio/video</a:t>
            </a:r>
          </a:p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interactive games</a:t>
            </a:r>
          </a:p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text messaging</a:t>
            </a:r>
            <a:endParaRPr lang="en-US" altLang="zh-TW" sz="2400">
              <a:latin typeface="Times New Roman" panose="02020603050405020304" pitchFamily="18" charset="0"/>
            </a:endParaRPr>
          </a:p>
        </p:txBody>
      </p:sp>
      <p:sp>
        <p:nvSpPr>
          <p:cNvPr id="118791" name="Text Box 4">
            <a:extLst>
              <a:ext uri="{FF2B5EF4-FFF2-40B4-BE49-F238E27FC236}">
                <a16:creationId xmlns:a16="http://schemas.microsoft.com/office/drawing/2014/main" id="{3EE13407-E338-4534-898A-870B63AD61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16225" y="1752600"/>
            <a:ext cx="1566863" cy="3140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b="1">
                <a:latin typeface="Arial" panose="020B0604020202020204" pitchFamily="34" charset="0"/>
              </a:rPr>
              <a:t>data loss</a:t>
            </a:r>
            <a:endParaRPr lang="en-US" altLang="zh-TW" sz="2000">
              <a:latin typeface="Arial" panose="020B0604020202020204" pitchFamily="34" charset="0"/>
            </a:endParaRP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2000">
              <a:latin typeface="Arial" panose="020B0604020202020204" pitchFamily="34" charset="0"/>
            </a:endParaRP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no loss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no loss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no loss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loss-tolerant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2000">
              <a:latin typeface="Arial" panose="020B0604020202020204" pitchFamily="34" charset="0"/>
            </a:endParaRP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loss-tolerant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loss-tolerant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no loss</a:t>
            </a:r>
            <a:endParaRPr lang="en-US" altLang="zh-TW" sz="2400">
              <a:latin typeface="Times New Roman" panose="02020603050405020304" pitchFamily="18" charset="0"/>
            </a:endParaRPr>
          </a:p>
        </p:txBody>
      </p:sp>
      <p:sp>
        <p:nvSpPr>
          <p:cNvPr id="118792" name="Text Box 5">
            <a:extLst>
              <a:ext uri="{FF2B5EF4-FFF2-40B4-BE49-F238E27FC236}">
                <a16:creationId xmlns:a16="http://schemas.microsoft.com/office/drawing/2014/main" id="{43D5970C-5A36-4B53-B0FA-3F00EA84435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35488" y="1751013"/>
            <a:ext cx="2574925" cy="3140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b="1">
                <a:latin typeface="Arial" panose="020B0604020202020204" pitchFamily="34" charset="0"/>
              </a:rPr>
              <a:t>throughput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2000">
              <a:latin typeface="Arial" panose="020B0604020202020204" pitchFamily="34" charset="0"/>
            </a:endParaRP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elastic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elastic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elastic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audio: 5kbps-1Mbps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video:10kbps-5Mbps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same as above 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few kbps up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elastic</a:t>
            </a:r>
          </a:p>
        </p:txBody>
      </p:sp>
      <p:sp>
        <p:nvSpPr>
          <p:cNvPr id="118793" name="Text Box 6">
            <a:extLst>
              <a:ext uri="{FF2B5EF4-FFF2-40B4-BE49-F238E27FC236}">
                <a16:creationId xmlns:a16="http://schemas.microsoft.com/office/drawing/2014/main" id="{E0972820-571A-4BA2-AF79-9367C57D75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35788" y="1752600"/>
            <a:ext cx="2208212" cy="3140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b="1" dirty="0">
                <a:latin typeface="Arial" panose="020B0604020202020204" pitchFamily="34" charset="0"/>
              </a:rPr>
              <a:t>time sensitive</a:t>
            </a:r>
            <a:endParaRPr lang="en-US" altLang="zh-TW" sz="2000" dirty="0">
              <a:latin typeface="Arial" panose="020B0604020202020204" pitchFamily="34" charset="0"/>
            </a:endParaRP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2000" dirty="0">
              <a:latin typeface="Arial" panose="020B0604020202020204" pitchFamily="34" charset="0"/>
            </a:endParaRP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dirty="0">
                <a:latin typeface="Arial" panose="020B0604020202020204" pitchFamily="34" charset="0"/>
              </a:rPr>
              <a:t>no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dirty="0">
                <a:latin typeface="Arial" panose="020B0604020202020204" pitchFamily="34" charset="0"/>
              </a:rPr>
              <a:t>no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dirty="0">
                <a:latin typeface="Arial" panose="020B0604020202020204" pitchFamily="34" charset="0"/>
              </a:rPr>
              <a:t>no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dirty="0">
                <a:latin typeface="Arial" panose="020B0604020202020204" pitchFamily="34" charset="0"/>
              </a:rPr>
              <a:t>yes, 100</a:t>
            </a:r>
            <a:r>
              <a:rPr lang="ja-JP" altLang="en-US" sz="2000" dirty="0">
                <a:latin typeface="Arial" panose="020B0604020202020204" pitchFamily="34" charset="0"/>
              </a:rPr>
              <a:t>’</a:t>
            </a:r>
            <a:r>
              <a:rPr lang="en-US" altLang="ja-JP" sz="2000" dirty="0">
                <a:latin typeface="Arial" panose="020B0604020202020204" pitchFamily="34" charset="0"/>
              </a:rPr>
              <a:t>s msec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2000" dirty="0">
              <a:latin typeface="Arial" panose="020B0604020202020204" pitchFamily="34" charset="0"/>
            </a:endParaRP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dirty="0">
                <a:latin typeface="Arial" panose="020B0604020202020204" pitchFamily="34" charset="0"/>
              </a:rPr>
              <a:t>yes, few secs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dirty="0">
                <a:latin typeface="Arial" panose="020B0604020202020204" pitchFamily="34" charset="0"/>
              </a:rPr>
              <a:t>yes, 100</a:t>
            </a:r>
            <a:r>
              <a:rPr lang="ja-JP" altLang="en-US" sz="2000" dirty="0">
                <a:latin typeface="Arial" panose="020B0604020202020204" pitchFamily="34" charset="0"/>
              </a:rPr>
              <a:t>’</a:t>
            </a:r>
            <a:r>
              <a:rPr lang="en-US" altLang="ja-JP" sz="2000" dirty="0">
                <a:latin typeface="Arial" panose="020B0604020202020204" pitchFamily="34" charset="0"/>
              </a:rPr>
              <a:t>s msec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dirty="0">
                <a:latin typeface="Arial" panose="020B0604020202020204" pitchFamily="34" charset="0"/>
              </a:rPr>
              <a:t>yes and no</a:t>
            </a:r>
          </a:p>
        </p:txBody>
      </p:sp>
      <p:sp>
        <p:nvSpPr>
          <p:cNvPr id="118794" name="Line 7">
            <a:extLst>
              <a:ext uri="{FF2B5EF4-FFF2-40B4-BE49-F238E27FC236}">
                <a16:creationId xmlns:a16="http://schemas.microsoft.com/office/drawing/2014/main" id="{7AB01183-4F9B-49C4-B56F-0B3ACB5D2AB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84238" y="2133600"/>
            <a:ext cx="7562850" cy="9525"/>
          </a:xfrm>
          <a:prstGeom prst="line">
            <a:avLst/>
          </a:prstGeom>
          <a:noFill/>
          <a:ln w="28575">
            <a:solidFill>
              <a:srgbClr val="00009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18795" name="Line 8">
            <a:extLst>
              <a:ext uri="{FF2B5EF4-FFF2-40B4-BE49-F238E27FC236}">
                <a16:creationId xmlns:a16="http://schemas.microsoft.com/office/drawing/2014/main" id="{0C983EAE-1F76-4F9D-A79B-B8D18E10842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47725" y="2733675"/>
            <a:ext cx="7629525" cy="0"/>
          </a:xfrm>
          <a:prstGeom prst="line">
            <a:avLst/>
          </a:prstGeom>
          <a:noFill/>
          <a:ln w="12700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18796" name="Line 9">
            <a:extLst>
              <a:ext uri="{FF2B5EF4-FFF2-40B4-BE49-F238E27FC236}">
                <a16:creationId xmlns:a16="http://schemas.microsoft.com/office/drawing/2014/main" id="{63EDB77A-DC13-458F-8DB5-E8F5449319A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57250" y="3028950"/>
            <a:ext cx="7629525" cy="0"/>
          </a:xfrm>
          <a:prstGeom prst="line">
            <a:avLst/>
          </a:prstGeom>
          <a:noFill/>
          <a:ln w="12700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18797" name="Line 10">
            <a:extLst>
              <a:ext uri="{FF2B5EF4-FFF2-40B4-BE49-F238E27FC236}">
                <a16:creationId xmlns:a16="http://schemas.microsoft.com/office/drawing/2014/main" id="{5C5920DC-EC22-481A-900C-4048673EE67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66775" y="3324225"/>
            <a:ext cx="7629525" cy="0"/>
          </a:xfrm>
          <a:prstGeom prst="line">
            <a:avLst/>
          </a:prstGeom>
          <a:noFill/>
          <a:ln w="12700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18798" name="Line 11">
            <a:extLst>
              <a:ext uri="{FF2B5EF4-FFF2-40B4-BE49-F238E27FC236}">
                <a16:creationId xmlns:a16="http://schemas.microsoft.com/office/drawing/2014/main" id="{FFA98703-C10E-4CEE-B881-EF2C8EE437B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85825" y="3933825"/>
            <a:ext cx="7629525" cy="0"/>
          </a:xfrm>
          <a:prstGeom prst="line">
            <a:avLst/>
          </a:prstGeom>
          <a:noFill/>
          <a:ln w="12700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18799" name="Line 12">
            <a:extLst>
              <a:ext uri="{FF2B5EF4-FFF2-40B4-BE49-F238E27FC236}">
                <a16:creationId xmlns:a16="http://schemas.microsoft.com/office/drawing/2014/main" id="{288F3242-9D28-4DD8-8583-4DDA5BEE27D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38200" y="4248150"/>
            <a:ext cx="7629525" cy="0"/>
          </a:xfrm>
          <a:prstGeom prst="line">
            <a:avLst/>
          </a:prstGeom>
          <a:noFill/>
          <a:ln w="12700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18800" name="Line 13">
            <a:extLst>
              <a:ext uri="{FF2B5EF4-FFF2-40B4-BE49-F238E27FC236}">
                <a16:creationId xmlns:a16="http://schemas.microsoft.com/office/drawing/2014/main" id="{0CA92F73-3666-430C-8AFC-1F95AB56BD3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38200" y="4572000"/>
            <a:ext cx="7629525" cy="0"/>
          </a:xfrm>
          <a:prstGeom prst="line">
            <a:avLst/>
          </a:prstGeom>
          <a:noFill/>
          <a:ln w="12700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18801" name="Line 14">
            <a:extLst>
              <a:ext uri="{FF2B5EF4-FFF2-40B4-BE49-F238E27FC236}">
                <a16:creationId xmlns:a16="http://schemas.microsoft.com/office/drawing/2014/main" id="{B6A1309F-1C11-45D5-9AF0-B8195496E2E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00100" y="4883150"/>
            <a:ext cx="7629525" cy="0"/>
          </a:xfrm>
          <a:prstGeom prst="line">
            <a:avLst/>
          </a:prstGeom>
          <a:noFill/>
          <a:ln w="12700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11793006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7">
            <a:extLst>
              <a:ext uri="{FF2B5EF4-FFF2-40B4-BE49-F238E27FC236}">
                <a16:creationId xmlns:a16="http://schemas.microsoft.com/office/drawing/2014/main" id="{0396353C-5E16-472B-A0B0-752C748A1E8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120835" name="Rectangle 8">
            <a:extLst>
              <a:ext uri="{FF2B5EF4-FFF2-40B4-BE49-F238E27FC236}">
                <a16:creationId xmlns:a16="http://schemas.microsoft.com/office/drawing/2014/main" id="{C946F8EA-5C33-46AA-BD7C-A1630765920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2-</a:t>
            </a:r>
            <a:fld id="{559C6AB8-C7E6-45FD-9C64-2CEC5E39652E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15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120836" name="Rectangle 2">
            <a:extLst>
              <a:ext uri="{FF2B5EF4-FFF2-40B4-BE49-F238E27FC236}">
                <a16:creationId xmlns:a16="http://schemas.microsoft.com/office/drawing/2014/main" id="{24A163D4-76BC-49BC-BCD6-EAF4F513C3B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44488" y="268288"/>
            <a:ext cx="7772400" cy="858837"/>
          </a:xfrm>
        </p:spPr>
        <p:txBody>
          <a:bodyPr/>
          <a:lstStyle/>
          <a:p>
            <a:r>
              <a:rPr lang="en-US" altLang="zh-TW" sz="3600">
                <a:ea typeface="ＭＳ Ｐゴシック" panose="020B0600070205080204" pitchFamily="34" charset="-128"/>
              </a:rPr>
              <a:t>Internet transport protocols services</a:t>
            </a:r>
            <a:endParaRPr lang="en-US" altLang="zh-TW">
              <a:ea typeface="ＭＳ Ｐゴシック" panose="020B0600070205080204" pitchFamily="34" charset="-128"/>
            </a:endParaRPr>
          </a:p>
        </p:txBody>
      </p:sp>
      <p:sp>
        <p:nvSpPr>
          <p:cNvPr id="120837" name="Rectangle 3">
            <a:extLst>
              <a:ext uri="{FF2B5EF4-FFF2-40B4-BE49-F238E27FC236}">
                <a16:creationId xmlns:a16="http://schemas.microsoft.com/office/drawing/2014/main" id="{6257AD95-D033-41FC-99F7-EB78E884CAF0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33400" y="1533525"/>
            <a:ext cx="4095750" cy="4648200"/>
          </a:xfrm>
        </p:spPr>
        <p:txBody>
          <a:bodyPr/>
          <a:lstStyle/>
          <a:p>
            <a:pPr>
              <a:lnSpc>
                <a:spcPct val="75000"/>
              </a:lnSpc>
              <a:buFont typeface="Wingdings" panose="05000000000000000000" pitchFamily="2" charset="2"/>
              <a:buNone/>
            </a:pPr>
            <a:r>
              <a:rPr lang="en-US" altLang="zh-TW" i="1">
                <a:solidFill>
                  <a:srgbClr val="000099"/>
                </a:solidFill>
                <a:ea typeface="ＭＳ Ｐゴシック" panose="020B0600070205080204" pitchFamily="34" charset="-128"/>
              </a:rPr>
              <a:t>TCP service:</a:t>
            </a:r>
          </a:p>
          <a:p>
            <a:pPr>
              <a:lnSpc>
                <a:spcPct val="75000"/>
              </a:lnSpc>
            </a:pPr>
            <a:r>
              <a:rPr lang="en-US" altLang="zh-TW" sz="2400" i="1">
                <a:solidFill>
                  <a:srgbClr val="CC0000"/>
                </a:solidFill>
                <a:ea typeface="ＭＳ Ｐゴシック" panose="020B0600070205080204" pitchFamily="34" charset="-128"/>
              </a:rPr>
              <a:t>reliable transport</a:t>
            </a:r>
            <a:r>
              <a:rPr lang="en-US" altLang="zh-TW" sz="2400" i="1">
                <a:solidFill>
                  <a:schemeClr val="accent2"/>
                </a:solidFill>
                <a:ea typeface="ＭＳ Ｐゴシック" panose="020B0600070205080204" pitchFamily="34" charset="-128"/>
              </a:rPr>
              <a:t> </a:t>
            </a:r>
            <a:r>
              <a:rPr lang="en-US" altLang="zh-TW" sz="2400">
                <a:ea typeface="ＭＳ Ｐゴシック" panose="020B0600070205080204" pitchFamily="34" charset="-128"/>
              </a:rPr>
              <a:t>between sending and receiving process</a:t>
            </a:r>
            <a:endParaRPr lang="en-US" altLang="zh-TW" sz="2400">
              <a:solidFill>
                <a:schemeClr val="accent2"/>
              </a:solidFill>
              <a:ea typeface="ＭＳ Ｐゴシック" panose="020B0600070205080204" pitchFamily="34" charset="-128"/>
            </a:endParaRPr>
          </a:p>
          <a:p>
            <a:pPr>
              <a:lnSpc>
                <a:spcPct val="75000"/>
              </a:lnSpc>
            </a:pPr>
            <a:r>
              <a:rPr lang="en-US" altLang="zh-TW" sz="2400" i="1">
                <a:solidFill>
                  <a:srgbClr val="CC0000"/>
                </a:solidFill>
                <a:ea typeface="ＭＳ Ｐゴシック" panose="020B0600070205080204" pitchFamily="34" charset="-128"/>
              </a:rPr>
              <a:t>flow control:</a:t>
            </a:r>
            <a:r>
              <a:rPr lang="en-US" altLang="zh-TW" sz="2400">
                <a:ea typeface="ＭＳ Ｐゴシック" panose="020B0600070205080204" pitchFamily="34" charset="-128"/>
              </a:rPr>
              <a:t> sender won</a:t>
            </a:r>
            <a:r>
              <a:rPr lang="ja-JP" altLang="en-US" sz="2400">
                <a:ea typeface="ＭＳ Ｐゴシック" panose="020B0600070205080204" pitchFamily="34" charset="-128"/>
              </a:rPr>
              <a:t>’</a:t>
            </a:r>
            <a:r>
              <a:rPr lang="en-US" altLang="ja-JP" sz="2400">
                <a:ea typeface="ＭＳ Ｐゴシック" panose="020B0600070205080204" pitchFamily="34" charset="-128"/>
              </a:rPr>
              <a:t>t overwhelm </a:t>
            </a:r>
            <a:r>
              <a:rPr lang="en-US" altLang="ja-JP" sz="2400">
                <a:solidFill>
                  <a:srgbClr val="0070C0"/>
                </a:solidFill>
                <a:ea typeface="ＭＳ Ｐゴシック" panose="020B0600070205080204" pitchFamily="34" charset="-128"/>
              </a:rPr>
              <a:t>receiver</a:t>
            </a:r>
            <a:r>
              <a:rPr lang="en-US" altLang="ja-JP" sz="2400">
                <a:ea typeface="ＭＳ Ｐゴシック" panose="020B0600070205080204" pitchFamily="34" charset="-128"/>
              </a:rPr>
              <a:t> </a:t>
            </a:r>
          </a:p>
          <a:p>
            <a:pPr>
              <a:lnSpc>
                <a:spcPct val="75000"/>
              </a:lnSpc>
            </a:pPr>
            <a:r>
              <a:rPr lang="en-US" altLang="zh-TW" sz="2400" i="1">
                <a:solidFill>
                  <a:srgbClr val="CC0000"/>
                </a:solidFill>
                <a:ea typeface="ＭＳ Ｐゴシック" panose="020B0600070205080204" pitchFamily="34" charset="-128"/>
              </a:rPr>
              <a:t>congestion control:</a:t>
            </a:r>
            <a:r>
              <a:rPr lang="en-US" altLang="zh-TW" sz="2400">
                <a:ea typeface="ＭＳ Ｐゴシック" panose="020B0600070205080204" pitchFamily="34" charset="-128"/>
              </a:rPr>
              <a:t> throttle sender when </a:t>
            </a:r>
            <a:r>
              <a:rPr lang="en-US" altLang="zh-TW" sz="2400">
                <a:solidFill>
                  <a:srgbClr val="0070C0"/>
                </a:solidFill>
                <a:ea typeface="ＭＳ Ｐゴシック" panose="020B0600070205080204" pitchFamily="34" charset="-128"/>
              </a:rPr>
              <a:t>network</a:t>
            </a:r>
            <a:r>
              <a:rPr lang="en-US" altLang="zh-TW" sz="2400">
                <a:ea typeface="ＭＳ Ｐゴシック" panose="020B0600070205080204" pitchFamily="34" charset="-128"/>
              </a:rPr>
              <a:t> overloaded</a:t>
            </a:r>
          </a:p>
          <a:p>
            <a:pPr>
              <a:lnSpc>
                <a:spcPct val="75000"/>
              </a:lnSpc>
            </a:pPr>
            <a:r>
              <a:rPr lang="en-US" altLang="zh-TW" sz="2400" i="1">
                <a:solidFill>
                  <a:srgbClr val="CC0000"/>
                </a:solidFill>
                <a:ea typeface="ＭＳ Ｐゴシック" panose="020B0600070205080204" pitchFamily="34" charset="-128"/>
              </a:rPr>
              <a:t>does not provide:</a:t>
            </a:r>
            <a:r>
              <a:rPr lang="en-US" altLang="zh-TW" sz="2400">
                <a:ea typeface="ＭＳ Ｐゴシック" panose="020B0600070205080204" pitchFamily="34" charset="-128"/>
              </a:rPr>
              <a:t> timing, minimum throughput guarantee, security</a:t>
            </a:r>
          </a:p>
          <a:p>
            <a:pPr>
              <a:lnSpc>
                <a:spcPct val="75000"/>
              </a:lnSpc>
            </a:pPr>
            <a:r>
              <a:rPr lang="en-US" altLang="zh-TW" sz="2400" i="1">
                <a:solidFill>
                  <a:srgbClr val="CC0000"/>
                </a:solidFill>
                <a:ea typeface="ＭＳ Ｐゴシック" panose="020B0600070205080204" pitchFamily="34" charset="-128"/>
              </a:rPr>
              <a:t>connection-oriented:</a:t>
            </a:r>
            <a:r>
              <a:rPr lang="en-US" altLang="zh-TW" sz="2400">
                <a:ea typeface="ＭＳ Ｐゴシック" panose="020B0600070205080204" pitchFamily="34" charset="-128"/>
              </a:rPr>
              <a:t> setup required between client and server processes</a:t>
            </a:r>
          </a:p>
          <a:p>
            <a:pPr>
              <a:lnSpc>
                <a:spcPct val="75000"/>
              </a:lnSpc>
            </a:pPr>
            <a:endParaRPr lang="en-US" altLang="zh-TW">
              <a:ea typeface="ＭＳ Ｐゴシック" panose="020B0600070205080204" pitchFamily="34" charset="-128"/>
            </a:endParaRPr>
          </a:p>
        </p:txBody>
      </p:sp>
      <p:sp>
        <p:nvSpPr>
          <p:cNvPr id="120838" name="Rectangle 4">
            <a:extLst>
              <a:ext uri="{FF2B5EF4-FFF2-40B4-BE49-F238E27FC236}">
                <a16:creationId xmlns:a16="http://schemas.microsoft.com/office/drawing/2014/main" id="{6D217E05-126F-4704-9581-DD3F7E2932EA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4733925" y="1484313"/>
            <a:ext cx="3667125" cy="4648200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i="1" dirty="0">
                <a:solidFill>
                  <a:srgbClr val="000099"/>
                </a:solidFill>
                <a:ea typeface="ＭＳ Ｐゴシック" panose="020B0600070205080204" pitchFamily="34" charset="-128"/>
              </a:rPr>
              <a:t>UDP service:</a:t>
            </a:r>
          </a:p>
          <a:p>
            <a:r>
              <a:rPr lang="en-US" altLang="zh-TW" sz="2400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unreliable data transfer</a:t>
            </a:r>
            <a:r>
              <a:rPr lang="en-US" altLang="zh-TW" sz="2400" dirty="0">
                <a:ea typeface="ＭＳ Ｐゴシック" panose="020B0600070205080204" pitchFamily="34" charset="-128"/>
              </a:rPr>
              <a:t> between sending and receiving process</a:t>
            </a:r>
          </a:p>
          <a:p>
            <a:r>
              <a:rPr lang="en-US" altLang="zh-TW" sz="2400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does not provide:</a:t>
            </a:r>
            <a:r>
              <a:rPr lang="en-US" altLang="zh-TW" sz="2400" dirty="0">
                <a:ea typeface="ＭＳ Ｐゴシック" panose="020B0600070205080204" pitchFamily="34" charset="-128"/>
              </a:rPr>
              <a:t> reliability, flow control, congestion control, timing, throughput guarantee, security, or connection setup, </a:t>
            </a:r>
          </a:p>
          <a:p>
            <a:endParaRPr lang="en-US" altLang="zh-TW" sz="2400" dirty="0">
              <a:ea typeface="ＭＳ Ｐゴシック" panose="020B0600070205080204" pitchFamily="34" charset="-128"/>
            </a:endParaRPr>
          </a:p>
          <a:p>
            <a:pPr>
              <a:buFont typeface="Wingdings" panose="05000000000000000000" pitchFamily="2" charset="2"/>
              <a:buNone/>
            </a:pPr>
            <a:r>
              <a:rPr lang="en-US" altLang="zh-TW" sz="2400" u="sng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Q:</a:t>
            </a:r>
            <a:r>
              <a:rPr lang="en-US" altLang="zh-TW" sz="2400" dirty="0">
                <a:ea typeface="ＭＳ Ｐゴシック" panose="020B0600070205080204" pitchFamily="34" charset="-128"/>
              </a:rPr>
              <a:t> why bother?  Why is there a UDP?</a:t>
            </a:r>
          </a:p>
        </p:txBody>
      </p:sp>
      <p:pic>
        <p:nvPicPr>
          <p:cNvPr id="120839" name="Picture 11" descr="underline_base">
            <a:extLst>
              <a:ext uri="{FF2B5EF4-FFF2-40B4-BE49-F238E27FC236}">
                <a16:creationId xmlns:a16="http://schemas.microsoft.com/office/drawing/2014/main" id="{77ED406A-577F-4A9B-A594-CE7CE80AFDB2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638" y="944563"/>
            <a:ext cx="73136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3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82" name="Rectangle 7">
            <a:extLst>
              <a:ext uri="{FF2B5EF4-FFF2-40B4-BE49-F238E27FC236}">
                <a16:creationId xmlns:a16="http://schemas.microsoft.com/office/drawing/2014/main" id="{276F7018-1373-42D8-B801-AABF46344CB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122883" name="Rectangle 8">
            <a:extLst>
              <a:ext uri="{FF2B5EF4-FFF2-40B4-BE49-F238E27FC236}">
                <a16:creationId xmlns:a16="http://schemas.microsoft.com/office/drawing/2014/main" id="{26D45535-B806-4A30-93AB-68BC22BFD16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2-</a:t>
            </a:r>
            <a:fld id="{2272C05D-49A5-4921-967C-19B1BA98A501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16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122884" name="Picture 18" descr="underline_base">
            <a:extLst>
              <a:ext uri="{FF2B5EF4-FFF2-40B4-BE49-F238E27FC236}">
                <a16:creationId xmlns:a16="http://schemas.microsoft.com/office/drawing/2014/main" id="{4CC96B18-798D-4939-8B6B-A713D788DEB2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875" y="876300"/>
            <a:ext cx="7769225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2885" name="Rectangle 2">
            <a:extLst>
              <a:ext uri="{FF2B5EF4-FFF2-40B4-BE49-F238E27FC236}">
                <a16:creationId xmlns:a16="http://schemas.microsoft.com/office/drawing/2014/main" id="{80245B20-AC60-4045-9C32-6E252671CF8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15900" y="261938"/>
            <a:ext cx="8747125" cy="838200"/>
          </a:xfrm>
        </p:spPr>
        <p:txBody>
          <a:bodyPr/>
          <a:lstStyle/>
          <a:p>
            <a:r>
              <a:rPr lang="en-US" altLang="zh-TW" sz="3200">
                <a:ea typeface="ＭＳ Ｐゴシック" panose="020B0600070205080204" pitchFamily="34" charset="-128"/>
              </a:rPr>
              <a:t>Internet apps:  application, transport protocols</a:t>
            </a:r>
            <a:endParaRPr lang="en-US" altLang="zh-TW">
              <a:ea typeface="ＭＳ Ｐゴシック" panose="020B0600070205080204" pitchFamily="34" charset="-128"/>
            </a:endParaRPr>
          </a:p>
        </p:txBody>
      </p:sp>
      <p:sp>
        <p:nvSpPr>
          <p:cNvPr id="122886" name="Text Box 3">
            <a:extLst>
              <a:ext uri="{FF2B5EF4-FFF2-40B4-BE49-F238E27FC236}">
                <a16:creationId xmlns:a16="http://schemas.microsoft.com/office/drawing/2014/main" id="{2B277B13-C51E-4E03-85FA-3A3D99CA8A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5900" y="1773238"/>
            <a:ext cx="2806700" cy="3200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b="1">
                <a:latin typeface="Arial" panose="020B0604020202020204" pitchFamily="34" charset="0"/>
              </a:rPr>
              <a:t>application</a:t>
            </a:r>
            <a:endParaRPr lang="en-US" altLang="zh-TW" sz="2000">
              <a:latin typeface="Arial" panose="020B0604020202020204" pitchFamily="34" charset="0"/>
            </a:endParaRPr>
          </a:p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2000">
              <a:latin typeface="Arial" panose="020B0604020202020204" pitchFamily="34" charset="0"/>
            </a:endParaRPr>
          </a:p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e-mail</a:t>
            </a:r>
          </a:p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remote terminal access</a:t>
            </a:r>
          </a:p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Web </a:t>
            </a:r>
          </a:p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file transfer</a:t>
            </a:r>
          </a:p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streaming multimedia</a:t>
            </a:r>
          </a:p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2000">
              <a:latin typeface="Arial" panose="020B0604020202020204" pitchFamily="34" charset="0"/>
            </a:endParaRPr>
          </a:p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Internet telephony</a:t>
            </a:r>
          </a:p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2400">
              <a:latin typeface="Times New Roman" panose="02020603050405020304" pitchFamily="18" charset="0"/>
            </a:endParaRPr>
          </a:p>
        </p:txBody>
      </p:sp>
      <p:sp>
        <p:nvSpPr>
          <p:cNvPr id="122887" name="Text Box 4">
            <a:extLst>
              <a:ext uri="{FF2B5EF4-FFF2-40B4-BE49-F238E27FC236}">
                <a16:creationId xmlns:a16="http://schemas.microsoft.com/office/drawing/2014/main" id="{ABBA3996-110E-48A5-AF61-CAD73B485EB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01988" y="1458913"/>
            <a:ext cx="2820987" cy="3444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b="1">
                <a:latin typeface="Arial" panose="020B0604020202020204" pitchFamily="34" charset="0"/>
              </a:rPr>
              <a:t>application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b="1">
                <a:latin typeface="Arial" panose="020B0604020202020204" pitchFamily="34" charset="0"/>
              </a:rPr>
              <a:t>layer protocol</a:t>
            </a:r>
            <a:endParaRPr lang="en-US" altLang="zh-TW" sz="2000">
              <a:latin typeface="Arial" panose="020B0604020202020204" pitchFamily="34" charset="0"/>
            </a:endParaRP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2000">
              <a:latin typeface="Arial" panose="020B0604020202020204" pitchFamily="34" charset="0"/>
            </a:endParaRP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SMTP [RFC 2821]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Telnet [RFC 854]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HTTP [RFC 2616]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FTP [RFC 959]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HTTP (e.g., YouTube), </a:t>
            </a:r>
            <a:br>
              <a:rPr lang="en-US" altLang="zh-TW" sz="2000">
                <a:latin typeface="Arial" panose="020B0604020202020204" pitchFamily="34" charset="0"/>
              </a:rPr>
            </a:br>
            <a:r>
              <a:rPr lang="en-US" altLang="zh-TW" sz="2000">
                <a:latin typeface="Arial" panose="020B0604020202020204" pitchFamily="34" charset="0"/>
              </a:rPr>
              <a:t>RTP [RFC 1889]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SIP, RTP, proprietary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(e.g., Skype)</a:t>
            </a:r>
            <a:endParaRPr lang="en-US" altLang="zh-TW" sz="2400">
              <a:latin typeface="Times New Roman" panose="02020603050405020304" pitchFamily="18" charset="0"/>
            </a:endParaRPr>
          </a:p>
        </p:txBody>
      </p:sp>
      <p:sp>
        <p:nvSpPr>
          <p:cNvPr id="122888" name="Text Box 5">
            <a:extLst>
              <a:ext uri="{FF2B5EF4-FFF2-40B4-BE49-F238E27FC236}">
                <a16:creationId xmlns:a16="http://schemas.microsoft.com/office/drawing/2014/main" id="{8152E97B-4C24-4F36-A6A7-7B0B5B4DC4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30913" y="1477963"/>
            <a:ext cx="2624137" cy="3444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b="1">
                <a:latin typeface="Arial" panose="020B0604020202020204" pitchFamily="34" charset="0"/>
              </a:rPr>
              <a:t>underlying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b="1">
                <a:latin typeface="Arial" panose="020B0604020202020204" pitchFamily="34" charset="0"/>
              </a:rPr>
              <a:t>transport protocol</a:t>
            </a:r>
            <a:endParaRPr lang="en-US" altLang="zh-TW" sz="2000">
              <a:latin typeface="Arial" panose="020B0604020202020204" pitchFamily="34" charset="0"/>
            </a:endParaRP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2000">
              <a:latin typeface="Arial" panose="020B0604020202020204" pitchFamily="34" charset="0"/>
            </a:endParaRP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TCP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TCP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TCP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TCP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TCP or UDP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2000">
              <a:latin typeface="Arial" panose="020B0604020202020204" pitchFamily="34" charset="0"/>
            </a:endParaRP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2000">
              <a:latin typeface="Arial" panose="020B0604020202020204" pitchFamily="34" charset="0"/>
            </a:endParaRP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TCP or UDP</a:t>
            </a:r>
          </a:p>
        </p:txBody>
      </p:sp>
      <p:sp>
        <p:nvSpPr>
          <p:cNvPr id="122889" name="Line 7">
            <a:extLst>
              <a:ext uri="{FF2B5EF4-FFF2-40B4-BE49-F238E27FC236}">
                <a16:creationId xmlns:a16="http://schemas.microsoft.com/office/drawing/2014/main" id="{A09A427E-3FB9-4B25-9B24-633703C9D4A0}"/>
              </a:ext>
            </a:extLst>
          </p:cNvPr>
          <p:cNvSpPr>
            <a:spLocks noChangeShapeType="1"/>
          </p:cNvSpPr>
          <p:nvPr/>
        </p:nvSpPr>
        <p:spPr bwMode="auto">
          <a:xfrm>
            <a:off x="1071563" y="2152650"/>
            <a:ext cx="7334250" cy="9525"/>
          </a:xfrm>
          <a:prstGeom prst="line">
            <a:avLst/>
          </a:prstGeom>
          <a:noFill/>
          <a:ln w="28575">
            <a:solidFill>
              <a:srgbClr val="00009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22890" name="Line 8">
            <a:extLst>
              <a:ext uri="{FF2B5EF4-FFF2-40B4-BE49-F238E27FC236}">
                <a16:creationId xmlns:a16="http://schemas.microsoft.com/office/drawing/2014/main" id="{CE5838E5-C31E-4AA6-9334-6A21F3D5D11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023938" y="2743200"/>
            <a:ext cx="7324725" cy="0"/>
          </a:xfrm>
          <a:prstGeom prst="line">
            <a:avLst/>
          </a:prstGeom>
          <a:noFill/>
          <a:ln w="12700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22891" name="Line 9">
            <a:extLst>
              <a:ext uri="{FF2B5EF4-FFF2-40B4-BE49-F238E27FC236}">
                <a16:creationId xmlns:a16="http://schemas.microsoft.com/office/drawing/2014/main" id="{7DEC0D75-C4AE-4DDF-8133-A0FE229F768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044575" y="3038475"/>
            <a:ext cx="7296150" cy="0"/>
          </a:xfrm>
          <a:prstGeom prst="line">
            <a:avLst/>
          </a:prstGeom>
          <a:noFill/>
          <a:ln w="12700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22892" name="Line 10">
            <a:extLst>
              <a:ext uri="{FF2B5EF4-FFF2-40B4-BE49-F238E27FC236}">
                <a16:creationId xmlns:a16="http://schemas.microsoft.com/office/drawing/2014/main" id="{9BACE50F-203F-49C5-8E28-C3CA8CA05A0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042988" y="3333750"/>
            <a:ext cx="7277100" cy="0"/>
          </a:xfrm>
          <a:prstGeom prst="line">
            <a:avLst/>
          </a:prstGeom>
          <a:noFill/>
          <a:ln w="12700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22893" name="Line 11">
            <a:extLst>
              <a:ext uri="{FF2B5EF4-FFF2-40B4-BE49-F238E27FC236}">
                <a16:creationId xmlns:a16="http://schemas.microsoft.com/office/drawing/2014/main" id="{F75797DE-0E94-43C0-B51F-F0CFCD9F53B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073150" y="3657600"/>
            <a:ext cx="7258050" cy="9525"/>
          </a:xfrm>
          <a:prstGeom prst="line">
            <a:avLst/>
          </a:prstGeom>
          <a:noFill/>
          <a:ln w="12700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22894" name="Line 12">
            <a:extLst>
              <a:ext uri="{FF2B5EF4-FFF2-40B4-BE49-F238E27FC236}">
                <a16:creationId xmlns:a16="http://schemas.microsoft.com/office/drawing/2014/main" id="{1244F1C6-78E0-4EEA-8EF0-049BFFD7909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014413" y="4257675"/>
            <a:ext cx="7315200" cy="0"/>
          </a:xfrm>
          <a:prstGeom prst="line">
            <a:avLst/>
          </a:prstGeom>
          <a:noFill/>
          <a:ln w="12700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22895" name="Line 14">
            <a:extLst>
              <a:ext uri="{FF2B5EF4-FFF2-40B4-BE49-F238E27FC236}">
                <a16:creationId xmlns:a16="http://schemas.microsoft.com/office/drawing/2014/main" id="{51511C4D-CF43-483E-A0EE-0ADF85F9A95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39788" y="4881563"/>
            <a:ext cx="7343775" cy="0"/>
          </a:xfrm>
          <a:prstGeom prst="line">
            <a:avLst/>
          </a:prstGeom>
          <a:noFill/>
          <a:ln w="12700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930" name="Title 1">
            <a:extLst>
              <a:ext uri="{FF2B5EF4-FFF2-40B4-BE49-F238E27FC236}">
                <a16:creationId xmlns:a16="http://schemas.microsoft.com/office/drawing/2014/main" id="{D278D6EE-C7BE-43BA-AED0-6C66D278055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sz="3600" dirty="0">
                <a:ea typeface="ＭＳ Ｐゴシック" panose="020B0600070205080204" pitchFamily="34" charset="-128"/>
              </a:rPr>
              <a:t>Securing TCP</a:t>
            </a:r>
          </a:p>
        </p:txBody>
      </p:sp>
      <p:sp>
        <p:nvSpPr>
          <p:cNvPr id="124931" name="Content Placeholder 6">
            <a:extLst>
              <a:ext uri="{FF2B5EF4-FFF2-40B4-BE49-F238E27FC236}">
                <a16:creationId xmlns:a16="http://schemas.microsoft.com/office/drawing/2014/main" id="{675F7F68-5941-4E1C-AD10-9CB8D170CB14}"/>
              </a:ext>
            </a:extLst>
          </p:cNvPr>
          <p:cNvSpPr>
            <a:spLocks noGrp="1" noChangeArrowheads="1"/>
          </p:cNvSpPr>
          <p:nvPr>
            <p:ph sz="half" idx="1"/>
          </p:nvPr>
        </p:nvSpPr>
        <p:spPr>
          <a:xfrm>
            <a:off x="415925" y="1600200"/>
            <a:ext cx="4125913" cy="4648200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>
                <a:solidFill>
                  <a:srgbClr val="0070C0"/>
                </a:solidFill>
                <a:ea typeface="ＭＳ Ｐゴシック" panose="020B0600070205080204" pitchFamily="34" charset="-128"/>
              </a:rPr>
              <a:t>Problem</a:t>
            </a:r>
            <a:r>
              <a:rPr lang="en-US" altLang="zh-TW">
                <a:ea typeface="ＭＳ Ｐゴシック" panose="020B0600070205080204" pitchFamily="34" charset="-128"/>
              </a:rPr>
              <a:t> of TCP &amp; UDP: </a:t>
            </a:r>
            <a:r>
              <a:rPr lang="en-US" altLang="zh-TW">
                <a:solidFill>
                  <a:srgbClr val="FF0000"/>
                </a:solidFill>
                <a:ea typeface="ＭＳ Ｐゴシック" panose="020B0600070205080204" pitchFamily="34" charset="-128"/>
              </a:rPr>
              <a:t>no encryption</a:t>
            </a:r>
          </a:p>
          <a:p>
            <a:r>
              <a:rPr lang="en-US" altLang="zh-TW">
                <a:ea typeface="ＭＳ Ｐゴシック" panose="020B0600070205080204" pitchFamily="34" charset="-128"/>
              </a:rPr>
              <a:t>cleartext passwords sent into socket traverse Internet  in cleartext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zh-TW">
                <a:solidFill>
                  <a:srgbClr val="0070C0"/>
                </a:solidFill>
                <a:ea typeface="ＭＳ Ｐゴシック" panose="020B0600070205080204" pitchFamily="34" charset="-128"/>
              </a:rPr>
              <a:t>Solution:</a:t>
            </a:r>
            <a:r>
              <a:rPr lang="en-US" altLang="zh-TW">
                <a:solidFill>
                  <a:srgbClr val="FF0000"/>
                </a:solidFill>
                <a:ea typeface="ＭＳ Ｐゴシック" panose="020B0600070205080204" pitchFamily="34" charset="-128"/>
              </a:rPr>
              <a:t> Secure Sockets Layer (SSL)</a:t>
            </a:r>
          </a:p>
          <a:p>
            <a:r>
              <a:rPr lang="en-US" altLang="zh-TW">
                <a:ea typeface="ＭＳ Ｐゴシック" panose="020B0600070205080204" pitchFamily="34" charset="-128"/>
              </a:rPr>
              <a:t>provides encrypted TCP connection</a:t>
            </a:r>
          </a:p>
          <a:p>
            <a:r>
              <a:rPr lang="en-US" altLang="zh-TW">
                <a:ea typeface="ＭＳ Ｐゴシック" panose="020B0600070205080204" pitchFamily="34" charset="-128"/>
              </a:rPr>
              <a:t>data integrity</a:t>
            </a:r>
          </a:p>
          <a:p>
            <a:r>
              <a:rPr lang="en-US" altLang="zh-TW">
                <a:ea typeface="ＭＳ Ｐゴシック" panose="020B0600070205080204" pitchFamily="34" charset="-128"/>
              </a:rPr>
              <a:t>end-point authentication</a:t>
            </a:r>
          </a:p>
        </p:txBody>
      </p:sp>
      <p:sp>
        <p:nvSpPr>
          <p:cNvPr id="124932" name="Content Placeholder 7">
            <a:extLst>
              <a:ext uri="{FF2B5EF4-FFF2-40B4-BE49-F238E27FC236}">
                <a16:creationId xmlns:a16="http://schemas.microsoft.com/office/drawing/2014/main" id="{238B72D7-2508-411F-ADDE-8AB15C0BA4F9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dirty="0">
                <a:solidFill>
                  <a:srgbClr val="22228B"/>
                </a:solidFill>
                <a:ea typeface="ＭＳ Ｐゴシック" panose="020B0600070205080204" pitchFamily="34" charset="-128"/>
              </a:rPr>
              <a:t>SSL is at app layer</a:t>
            </a:r>
          </a:p>
          <a:p>
            <a:r>
              <a:rPr lang="en-US" altLang="zh-TW" dirty="0">
                <a:ea typeface="ＭＳ Ｐゴシック" panose="020B0600070205080204" pitchFamily="34" charset="-128"/>
              </a:rPr>
              <a:t>Apps use SSL libraries, which </a:t>
            </a:r>
            <a:r>
              <a:rPr lang="ja-JP" altLang="en-US" dirty="0">
                <a:ea typeface="ＭＳ Ｐゴシック" panose="020B0600070205080204" pitchFamily="34" charset="-128"/>
              </a:rPr>
              <a:t>“</a:t>
            </a:r>
            <a:r>
              <a:rPr lang="en-US" altLang="ja-JP" dirty="0">
                <a:ea typeface="ＭＳ Ｐゴシック" panose="020B0600070205080204" pitchFamily="34" charset="-128"/>
              </a:rPr>
              <a:t>talk</a:t>
            </a:r>
            <a:r>
              <a:rPr lang="ja-JP" altLang="en-US" dirty="0">
                <a:ea typeface="ＭＳ Ｐゴシック" panose="020B0600070205080204" pitchFamily="34" charset="-128"/>
              </a:rPr>
              <a:t>”</a:t>
            </a:r>
            <a:r>
              <a:rPr lang="en-US" altLang="ja-JP" dirty="0">
                <a:ea typeface="ＭＳ Ｐゴシック" panose="020B0600070205080204" pitchFamily="34" charset="-128"/>
              </a:rPr>
              <a:t> to TCP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zh-TW" dirty="0">
                <a:solidFill>
                  <a:srgbClr val="22228B"/>
                </a:solidFill>
                <a:ea typeface="ＭＳ Ｐゴシック" panose="020B0600070205080204" pitchFamily="34" charset="-128"/>
              </a:rPr>
              <a:t>SSL socket API</a:t>
            </a:r>
          </a:p>
          <a:p>
            <a:pPr marL="342900" lvl="1" indent="-342900">
              <a:buSzPct val="65000"/>
              <a:buFont typeface="Wingdings" panose="05000000000000000000" pitchFamily="2" charset="2"/>
              <a:buChar char="v"/>
            </a:pPr>
            <a:r>
              <a:rPr lang="en-US" altLang="zh-TW" sz="2800" dirty="0">
                <a:ea typeface="ＭＳ Ｐゴシック" panose="020B0600070205080204" pitchFamily="34" charset="-128"/>
              </a:rPr>
              <a:t>cleartext passwords sent into socket traverse Internet  encrypted </a:t>
            </a:r>
          </a:p>
          <a:p>
            <a:pPr marL="342900" lvl="1" indent="-342900">
              <a:buSzPct val="65000"/>
              <a:buFont typeface="Wingdings" panose="05000000000000000000" pitchFamily="2" charset="2"/>
              <a:buChar char="v"/>
            </a:pPr>
            <a:r>
              <a:rPr lang="en-US" altLang="zh-TW" sz="2800">
                <a:ea typeface="ＭＳ Ｐゴシック" panose="020B0600070205080204" pitchFamily="34" charset="-128"/>
              </a:rPr>
              <a:t>See Chapter 8</a:t>
            </a:r>
          </a:p>
          <a:p>
            <a:pPr marL="342900" lvl="1" indent="-342900"/>
            <a:endParaRPr lang="en-US" altLang="zh-TW" dirty="0">
              <a:ea typeface="ＭＳ Ｐゴシック" panose="020B0600070205080204" pitchFamily="34" charset="-128"/>
            </a:endParaRPr>
          </a:p>
          <a:p>
            <a:endParaRPr lang="en-US" altLang="zh-TW" dirty="0">
              <a:ea typeface="ＭＳ Ｐゴシック" panose="020B0600070205080204" pitchFamily="34" charset="-128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0F0AFD-6AC5-47FC-8967-C9E11B060F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Application Layer</a:t>
            </a:r>
          </a:p>
        </p:txBody>
      </p:sp>
      <p:sp>
        <p:nvSpPr>
          <p:cNvPr id="124934" name="Slide Number Placeholder 3">
            <a:extLst>
              <a:ext uri="{FF2B5EF4-FFF2-40B4-BE49-F238E27FC236}">
                <a16:creationId xmlns:a16="http://schemas.microsoft.com/office/drawing/2014/main" id="{B288BA4C-8506-45EA-8200-02596D203F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2-</a:t>
            </a:r>
            <a:fld id="{5C46F21B-62E7-4375-8B10-26B1AE4D40CA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17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124935" name="Picture 351" descr="underline_base">
            <a:extLst>
              <a:ext uri="{FF2B5EF4-FFF2-40B4-BE49-F238E27FC236}">
                <a16:creationId xmlns:a16="http://schemas.microsoft.com/office/drawing/2014/main" id="{E2C85FAB-E361-4D47-83D0-8AC6EE4137A6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0375" y="1050925"/>
            <a:ext cx="2825750" cy="184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54" name="Rectangle 7">
            <a:extLst>
              <a:ext uri="{FF2B5EF4-FFF2-40B4-BE49-F238E27FC236}">
                <a16:creationId xmlns:a16="http://schemas.microsoft.com/office/drawing/2014/main" id="{67730B00-5632-47DC-882C-665E27340F0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125955" name="Rectangle 8">
            <a:extLst>
              <a:ext uri="{FF2B5EF4-FFF2-40B4-BE49-F238E27FC236}">
                <a16:creationId xmlns:a16="http://schemas.microsoft.com/office/drawing/2014/main" id="{315E1285-D0C4-4F6A-B4EA-65A91C8731E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2-</a:t>
            </a:r>
            <a:fld id="{C212B7A6-69F1-4534-BDCF-341363F9841E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18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125956" name="Rectangle 2">
            <a:extLst>
              <a:ext uri="{FF2B5EF4-FFF2-40B4-BE49-F238E27FC236}">
                <a16:creationId xmlns:a16="http://schemas.microsoft.com/office/drawing/2014/main" id="{B185D0AA-4E36-4509-A74A-D54624A6CFFA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>
                <a:ea typeface="ＭＳ Ｐゴシック" panose="020B0600070205080204" pitchFamily="34" charset="-128"/>
              </a:rPr>
              <a:t>Chapter 2: outline</a:t>
            </a:r>
          </a:p>
        </p:txBody>
      </p:sp>
      <p:sp>
        <p:nvSpPr>
          <p:cNvPr id="125957" name="Rectangle 3">
            <a:extLst>
              <a:ext uri="{FF2B5EF4-FFF2-40B4-BE49-F238E27FC236}">
                <a16:creationId xmlns:a16="http://schemas.microsoft.com/office/drawing/2014/main" id="{1B5FF5CD-9F99-4AAD-A1AA-5E7AAE3960E2}"/>
              </a:ext>
            </a:extLst>
          </p:cNvPr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533400" y="1611313"/>
            <a:ext cx="3810000" cy="4648200"/>
          </a:xfrm>
        </p:spPr>
        <p:txBody>
          <a:bodyPr/>
          <a:lstStyle/>
          <a:p>
            <a:pPr marL="457200" indent="-457200">
              <a:buFont typeface="Wingdings" panose="05000000000000000000" pitchFamily="2" charset="2"/>
              <a:buNone/>
            </a:pPr>
            <a:r>
              <a:rPr lang="en-US" altLang="zh-TW">
                <a:ea typeface="ＭＳ Ｐゴシック" panose="020B0600070205080204" pitchFamily="34" charset="-128"/>
              </a:rPr>
              <a:t>2.1 principles of network applications</a:t>
            </a:r>
          </a:p>
          <a:p>
            <a:pPr marL="912813" lvl="1"/>
            <a:r>
              <a:rPr lang="en-US" altLang="zh-TW">
                <a:ea typeface="ＭＳ Ｐゴシック" panose="020B0600070205080204" pitchFamily="34" charset="-128"/>
              </a:rPr>
              <a:t>app architectures</a:t>
            </a:r>
          </a:p>
          <a:p>
            <a:pPr marL="912813" lvl="1"/>
            <a:r>
              <a:rPr lang="en-US" altLang="zh-TW">
                <a:ea typeface="ＭＳ Ｐゴシック" panose="020B0600070205080204" pitchFamily="34" charset="-128"/>
              </a:rPr>
              <a:t>app requirements</a:t>
            </a:r>
          </a:p>
          <a:p>
            <a:pPr marL="457200" indent="-457200">
              <a:buFont typeface="Wingdings" panose="05000000000000000000" pitchFamily="2" charset="2"/>
              <a:buNone/>
            </a:pPr>
            <a:r>
              <a:rPr lang="en-US" altLang="zh-TW">
                <a:solidFill>
                  <a:srgbClr val="CC0000"/>
                </a:solidFill>
                <a:ea typeface="ＭＳ Ｐゴシック" panose="020B0600070205080204" pitchFamily="34" charset="-128"/>
              </a:rPr>
              <a:t>2.2 Web and HTTP</a:t>
            </a:r>
          </a:p>
          <a:p>
            <a:pPr marL="457200" indent="-457200">
              <a:buFont typeface="Wingdings" panose="05000000000000000000" pitchFamily="2" charset="2"/>
              <a:buNone/>
            </a:pPr>
            <a:r>
              <a:rPr lang="en-US" altLang="zh-TW">
                <a:ea typeface="ＭＳ Ｐゴシック" panose="020B0600070205080204" pitchFamily="34" charset="-128"/>
              </a:rPr>
              <a:t>2.3 FTP </a:t>
            </a:r>
          </a:p>
          <a:p>
            <a:pPr marL="457200" indent="-457200">
              <a:buFont typeface="Wingdings" panose="05000000000000000000" pitchFamily="2" charset="2"/>
              <a:buNone/>
            </a:pPr>
            <a:r>
              <a:rPr lang="en-US" altLang="zh-TW">
                <a:ea typeface="ＭＳ Ｐゴシック" panose="020B0600070205080204" pitchFamily="34" charset="-128"/>
              </a:rPr>
              <a:t>2.4 electronic mail</a:t>
            </a:r>
          </a:p>
          <a:p>
            <a:pPr marL="912813" lvl="1"/>
            <a:r>
              <a:rPr lang="en-US" altLang="zh-TW">
                <a:ea typeface="ＭＳ Ｐゴシック" panose="020B0600070205080204" pitchFamily="34" charset="-128"/>
              </a:rPr>
              <a:t>SMTP, POP3, IMAP</a:t>
            </a:r>
          </a:p>
          <a:p>
            <a:pPr marL="457200" indent="-457200">
              <a:buFont typeface="Wingdings" panose="05000000000000000000" pitchFamily="2" charset="2"/>
              <a:buNone/>
            </a:pPr>
            <a:r>
              <a:rPr lang="en-US" altLang="zh-TW">
                <a:ea typeface="ＭＳ Ｐゴシック" panose="020B0600070205080204" pitchFamily="34" charset="-128"/>
              </a:rPr>
              <a:t>2.5 DNS</a:t>
            </a:r>
          </a:p>
          <a:p>
            <a:pPr marL="457200" indent="-457200"/>
            <a:endParaRPr lang="en-US" altLang="zh-TW" sz="2400">
              <a:ea typeface="ＭＳ Ｐゴシック" panose="020B0600070205080204" pitchFamily="34" charset="-128"/>
            </a:endParaRPr>
          </a:p>
        </p:txBody>
      </p:sp>
      <p:sp>
        <p:nvSpPr>
          <p:cNvPr id="125958" name="Rectangle 4">
            <a:extLst>
              <a:ext uri="{FF2B5EF4-FFF2-40B4-BE49-F238E27FC236}">
                <a16:creationId xmlns:a16="http://schemas.microsoft.com/office/drawing/2014/main" id="{5D2751EB-DB4C-47CA-A0C3-C9E07AE8BF17}"/>
              </a:ext>
            </a:extLst>
          </p:cNvPr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4673600" y="1600200"/>
            <a:ext cx="3876675" cy="4648200"/>
          </a:xfrm>
        </p:spPr>
        <p:txBody>
          <a:bodyPr/>
          <a:lstStyle/>
          <a:p>
            <a:pPr marL="457200" indent="-457200">
              <a:buFont typeface="Wingdings" panose="05000000000000000000" pitchFamily="2" charset="2"/>
              <a:buNone/>
            </a:pPr>
            <a:r>
              <a:rPr lang="en-US" altLang="zh-TW">
                <a:ea typeface="ＭＳ Ｐゴシック" panose="020B0600070205080204" pitchFamily="34" charset="-128"/>
              </a:rPr>
              <a:t>2.6 P2P applications</a:t>
            </a:r>
          </a:p>
          <a:p>
            <a:pPr marL="457200" indent="-457200">
              <a:buFont typeface="Wingdings" panose="05000000000000000000" pitchFamily="2" charset="2"/>
              <a:buNone/>
            </a:pPr>
            <a:r>
              <a:rPr lang="en-US" altLang="zh-TW">
                <a:ea typeface="ＭＳ Ｐゴシック" panose="020B0600070205080204" pitchFamily="34" charset="-128"/>
              </a:rPr>
              <a:t>2.7 Socket programming with UDP and TCP</a:t>
            </a:r>
          </a:p>
          <a:p>
            <a:pPr marL="457200" indent="-457200">
              <a:buFont typeface="Wingdings" panose="05000000000000000000" pitchFamily="2" charset="2"/>
              <a:buNone/>
            </a:pPr>
            <a:endParaRPr lang="en-US" altLang="zh-TW">
              <a:ea typeface="ＭＳ Ｐゴシック" panose="020B0600070205080204" pitchFamily="34" charset="-128"/>
            </a:endParaRPr>
          </a:p>
        </p:txBody>
      </p:sp>
      <p:pic>
        <p:nvPicPr>
          <p:cNvPr id="125959" name="Picture 5" descr="underline_base">
            <a:extLst>
              <a:ext uri="{FF2B5EF4-FFF2-40B4-BE49-F238E27FC236}">
                <a16:creationId xmlns:a16="http://schemas.microsoft.com/office/drawing/2014/main" id="{E4C30D82-A680-48BB-B45C-36092E50636D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663" y="1025525"/>
            <a:ext cx="41132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002" name="Rectangle 7">
            <a:extLst>
              <a:ext uri="{FF2B5EF4-FFF2-40B4-BE49-F238E27FC236}">
                <a16:creationId xmlns:a16="http://schemas.microsoft.com/office/drawing/2014/main" id="{C2EB0964-249D-492C-8E7E-66FEE88B173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128003" name="Rectangle 8">
            <a:extLst>
              <a:ext uri="{FF2B5EF4-FFF2-40B4-BE49-F238E27FC236}">
                <a16:creationId xmlns:a16="http://schemas.microsoft.com/office/drawing/2014/main" id="{BE731BE7-2BC3-44AB-A020-33F121EEE12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2-</a:t>
            </a:r>
            <a:fld id="{47E0AA5B-9963-4278-9AB7-D1C612978004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19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128004" name="Rectangle 2">
            <a:extLst>
              <a:ext uri="{FF2B5EF4-FFF2-40B4-BE49-F238E27FC236}">
                <a16:creationId xmlns:a16="http://schemas.microsoft.com/office/drawing/2014/main" id="{9B774872-6F9E-4020-8C0D-7AA6F34C6B5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00050" y="201613"/>
            <a:ext cx="7772400" cy="892175"/>
          </a:xfrm>
        </p:spPr>
        <p:txBody>
          <a:bodyPr/>
          <a:lstStyle/>
          <a:p>
            <a:r>
              <a:rPr lang="en-US" altLang="zh-TW">
                <a:ea typeface="ＭＳ Ｐゴシック" panose="020B0600070205080204" pitchFamily="34" charset="-128"/>
              </a:rPr>
              <a:t>Web and HTTP</a:t>
            </a:r>
          </a:p>
        </p:txBody>
      </p:sp>
      <p:sp>
        <p:nvSpPr>
          <p:cNvPr id="128005" name="Rectangle 3">
            <a:extLst>
              <a:ext uri="{FF2B5EF4-FFF2-40B4-BE49-F238E27FC236}">
                <a16:creationId xmlns:a16="http://schemas.microsoft.com/office/drawing/2014/main" id="{1A4CAFF1-C4B1-46F5-AFE6-148E1752CBE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33400" y="1360488"/>
            <a:ext cx="7772400" cy="4648200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sz="3200" i="1" dirty="0">
                <a:ea typeface="ＭＳ Ｐゴシック" panose="020B0600070205080204" pitchFamily="34" charset="-128"/>
              </a:rPr>
              <a:t>First, a review…</a:t>
            </a:r>
          </a:p>
          <a:p>
            <a:r>
              <a:rPr lang="en-US" altLang="zh-TW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web page </a:t>
            </a:r>
            <a:r>
              <a:rPr lang="en-US" altLang="zh-TW" dirty="0">
                <a:ea typeface="ＭＳ Ｐゴシック" panose="020B0600070205080204" pitchFamily="34" charset="-128"/>
              </a:rPr>
              <a:t>consists of </a:t>
            </a:r>
            <a:r>
              <a:rPr lang="en-US" altLang="zh-TW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base HTML-file</a:t>
            </a:r>
            <a:r>
              <a:rPr lang="en-US" altLang="zh-TW" dirty="0">
                <a:ea typeface="ＭＳ Ｐゴシック" panose="020B0600070205080204" pitchFamily="34" charset="-128"/>
              </a:rPr>
              <a:t> which includes </a:t>
            </a:r>
            <a:r>
              <a:rPr lang="en-US" altLang="zh-TW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several referenced objects</a:t>
            </a:r>
          </a:p>
          <a:p>
            <a:pPr lvl="1"/>
            <a:r>
              <a:rPr lang="en-US" altLang="zh-TW" dirty="0">
                <a:ea typeface="ＭＳ Ｐゴシック" panose="020B0600070205080204" pitchFamily="34" charset="-128"/>
              </a:rPr>
              <a:t>object can be HTML file, JPEG image, Java applet, audio file,…</a:t>
            </a:r>
          </a:p>
          <a:p>
            <a:pPr lvl="1"/>
            <a:r>
              <a:rPr lang="en-US" altLang="zh-TW" dirty="0">
                <a:ea typeface="ＭＳ Ｐゴシック" panose="020B0600070205080204" pitchFamily="34" charset="-128"/>
              </a:rPr>
              <a:t>each object is addressable by a </a:t>
            </a:r>
            <a:r>
              <a:rPr lang="en-US" altLang="zh-TW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URL, </a:t>
            </a:r>
            <a:r>
              <a:rPr lang="en-US" altLang="zh-TW" dirty="0">
                <a:ea typeface="ＭＳ Ｐゴシック" panose="020B0600070205080204" pitchFamily="34" charset="-128"/>
              </a:rPr>
              <a:t>e.g.,</a:t>
            </a:r>
          </a:p>
          <a:p>
            <a:pPr>
              <a:buFont typeface="Wingdings" panose="05000000000000000000" pitchFamily="2" charset="2"/>
              <a:buNone/>
            </a:pPr>
            <a:endParaRPr lang="en-US" altLang="zh-TW" dirty="0">
              <a:ea typeface="ＭＳ Ｐゴシック" panose="020B0600070205080204" pitchFamily="34" charset="-128"/>
            </a:endParaRPr>
          </a:p>
        </p:txBody>
      </p:sp>
      <p:grpSp>
        <p:nvGrpSpPr>
          <p:cNvPr id="128006" name="Group 10">
            <a:extLst>
              <a:ext uri="{FF2B5EF4-FFF2-40B4-BE49-F238E27FC236}">
                <a16:creationId xmlns:a16="http://schemas.microsoft.com/office/drawing/2014/main" id="{4B337567-8099-4CF9-83FA-20CF0B5277FB}"/>
              </a:ext>
            </a:extLst>
          </p:cNvPr>
          <p:cNvGrpSpPr>
            <a:grpSpLocks/>
          </p:cNvGrpSpPr>
          <p:nvPr/>
        </p:nvGrpSpPr>
        <p:grpSpPr bwMode="auto">
          <a:xfrm>
            <a:off x="1201738" y="4486275"/>
            <a:ext cx="6835775" cy="1144588"/>
            <a:chOff x="788" y="2955"/>
            <a:chExt cx="4306" cy="721"/>
          </a:xfrm>
        </p:grpSpPr>
        <p:sp>
          <p:nvSpPr>
            <p:cNvPr id="128008" name="Text Box 5">
              <a:extLst>
                <a:ext uri="{FF2B5EF4-FFF2-40B4-BE49-F238E27FC236}">
                  <a16:creationId xmlns:a16="http://schemas.microsoft.com/office/drawing/2014/main" id="{04E609BF-EA50-41B4-8E4C-1C5BF5E9BEA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88" y="2955"/>
              <a:ext cx="4141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400">
                  <a:latin typeface="Courier New" panose="02070309020205020404" pitchFamily="49" charset="0"/>
                </a:rPr>
                <a:t>www.someschool.edu/someDept/pic.gif</a:t>
              </a:r>
            </a:p>
          </p:txBody>
        </p:sp>
        <p:sp>
          <p:nvSpPr>
            <p:cNvPr id="128009" name="AutoShape 6">
              <a:extLst>
                <a:ext uri="{FF2B5EF4-FFF2-40B4-BE49-F238E27FC236}">
                  <a16:creationId xmlns:a16="http://schemas.microsoft.com/office/drawing/2014/main" id="{753DE130-D20E-46ED-A669-868267AB50E2}"/>
                </a:ext>
              </a:extLst>
            </p:cNvPr>
            <p:cNvSpPr>
              <a:spLocks/>
            </p:cNvSpPr>
            <p:nvPr/>
          </p:nvSpPr>
          <p:spPr bwMode="auto">
            <a:xfrm rot="-5400000">
              <a:off x="1821" y="2281"/>
              <a:ext cx="57" cy="2083"/>
            </a:xfrm>
            <a:prstGeom prst="leftBrace">
              <a:avLst>
                <a:gd name="adj1" fmla="val 304532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eaVert"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Comic Sans MS" panose="030F0702030302020204" pitchFamily="66" charset="0"/>
              </a:endParaRPr>
            </a:p>
          </p:txBody>
        </p:sp>
        <p:sp>
          <p:nvSpPr>
            <p:cNvPr id="128010" name="AutoShape 7">
              <a:extLst>
                <a:ext uri="{FF2B5EF4-FFF2-40B4-BE49-F238E27FC236}">
                  <a16:creationId xmlns:a16="http://schemas.microsoft.com/office/drawing/2014/main" id="{50E26B52-8B55-41E8-A95F-39CEE857CB8C}"/>
                </a:ext>
              </a:extLst>
            </p:cNvPr>
            <p:cNvSpPr>
              <a:spLocks/>
            </p:cNvSpPr>
            <p:nvPr/>
          </p:nvSpPr>
          <p:spPr bwMode="auto">
            <a:xfrm rot="-5400000">
              <a:off x="4024" y="2277"/>
              <a:ext cx="57" cy="2083"/>
            </a:xfrm>
            <a:prstGeom prst="leftBrace">
              <a:avLst>
                <a:gd name="adj1" fmla="val 304532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eaVert"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Comic Sans MS" panose="030F0702030302020204" pitchFamily="66" charset="0"/>
              </a:endParaRPr>
            </a:p>
          </p:txBody>
        </p:sp>
        <p:sp>
          <p:nvSpPr>
            <p:cNvPr id="128011" name="Text Box 8">
              <a:extLst>
                <a:ext uri="{FF2B5EF4-FFF2-40B4-BE49-F238E27FC236}">
                  <a16:creationId xmlns:a16="http://schemas.microsoft.com/office/drawing/2014/main" id="{13C4AAE0-4A7A-47D8-97BA-76CAD7A710B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389" y="3388"/>
              <a:ext cx="1013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400">
                  <a:latin typeface="Arial" panose="020B0604020202020204" pitchFamily="34" charset="0"/>
                </a:rPr>
                <a:t>host name</a:t>
              </a:r>
            </a:p>
          </p:txBody>
        </p:sp>
        <p:sp>
          <p:nvSpPr>
            <p:cNvPr id="128012" name="Text Box 9">
              <a:extLst>
                <a:ext uri="{FF2B5EF4-FFF2-40B4-BE49-F238E27FC236}">
                  <a16:creationId xmlns:a16="http://schemas.microsoft.com/office/drawing/2014/main" id="{18AC3E6F-0768-4CC1-A7DE-339066D35D7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85" y="3338"/>
              <a:ext cx="1028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400">
                  <a:latin typeface="Arial" panose="020B0604020202020204" pitchFamily="34" charset="0"/>
                </a:rPr>
                <a:t>path</a:t>
              </a:r>
              <a:r>
                <a:rPr lang="en-US" altLang="zh-TW" sz="2400">
                  <a:latin typeface="Comic Sans MS" panose="030F0702030302020204" pitchFamily="66" charset="0"/>
                </a:rPr>
                <a:t> </a:t>
              </a:r>
              <a:r>
                <a:rPr lang="en-US" altLang="zh-TW" sz="2400">
                  <a:latin typeface="Arial" panose="020B0604020202020204" pitchFamily="34" charset="0"/>
                </a:rPr>
                <a:t>name</a:t>
              </a:r>
            </a:p>
          </p:txBody>
        </p:sp>
      </p:grpSp>
      <p:pic>
        <p:nvPicPr>
          <p:cNvPr id="128007" name="Picture 18" descr="underline_base">
            <a:extLst>
              <a:ext uri="{FF2B5EF4-FFF2-40B4-BE49-F238E27FC236}">
                <a16:creationId xmlns:a16="http://schemas.microsoft.com/office/drawing/2014/main" id="{04E4C455-5953-4412-BCBA-4882A3ADF5D4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313" y="895350"/>
            <a:ext cx="41132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50" name="Rectangle 7">
            <a:extLst>
              <a:ext uri="{FF2B5EF4-FFF2-40B4-BE49-F238E27FC236}">
                <a16:creationId xmlns:a16="http://schemas.microsoft.com/office/drawing/2014/main" id="{71E7F8C8-26A7-4E6C-9BC4-040B6B35DAA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130051" name="Rectangle 8">
            <a:extLst>
              <a:ext uri="{FF2B5EF4-FFF2-40B4-BE49-F238E27FC236}">
                <a16:creationId xmlns:a16="http://schemas.microsoft.com/office/drawing/2014/main" id="{CCB2D6B8-815F-48B8-81B8-E5F53CADBA8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2-</a:t>
            </a:r>
            <a:fld id="{C4EFEC97-9AD7-48A4-9CFB-600ED4CDC93E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20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130052" name="Rectangle 2">
            <a:extLst>
              <a:ext uri="{FF2B5EF4-FFF2-40B4-BE49-F238E27FC236}">
                <a16:creationId xmlns:a16="http://schemas.microsoft.com/office/drawing/2014/main" id="{27A1AD23-DB11-46A4-B116-96AF95C03AB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309563"/>
            <a:ext cx="7772400" cy="795337"/>
          </a:xfrm>
        </p:spPr>
        <p:txBody>
          <a:bodyPr/>
          <a:lstStyle/>
          <a:p>
            <a:r>
              <a:rPr lang="en-US" altLang="zh-TW" sz="4000">
                <a:ea typeface="ＭＳ Ｐゴシック" panose="020B0600070205080204" pitchFamily="34" charset="-128"/>
              </a:rPr>
              <a:t>HTTP overview</a:t>
            </a:r>
            <a:endParaRPr lang="en-US" altLang="zh-TW">
              <a:ea typeface="ＭＳ Ｐゴシック" panose="020B0600070205080204" pitchFamily="34" charset="-128"/>
            </a:endParaRPr>
          </a:p>
        </p:txBody>
      </p:sp>
      <p:sp>
        <p:nvSpPr>
          <p:cNvPr id="130053" name="Rectangle 3">
            <a:extLst>
              <a:ext uri="{FF2B5EF4-FFF2-40B4-BE49-F238E27FC236}">
                <a16:creationId xmlns:a16="http://schemas.microsoft.com/office/drawing/2014/main" id="{F3AFB480-7C1B-4627-9A4F-63DE2288FF9E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33400" y="1489075"/>
            <a:ext cx="3810000" cy="4648200"/>
          </a:xfrm>
        </p:spPr>
        <p:txBody>
          <a:bodyPr/>
          <a:lstStyle/>
          <a:p>
            <a:pPr>
              <a:lnSpc>
                <a:spcPct val="75000"/>
              </a:lnSpc>
              <a:buFont typeface="Wingdings" panose="05000000000000000000" pitchFamily="2" charset="2"/>
              <a:buNone/>
            </a:pPr>
            <a:r>
              <a:rPr lang="en-US" altLang="zh-TW">
                <a:solidFill>
                  <a:srgbClr val="CC0000"/>
                </a:solidFill>
                <a:ea typeface="ＭＳ Ｐゴシック" panose="020B0600070205080204" pitchFamily="34" charset="-128"/>
              </a:rPr>
              <a:t>HTTP: hypertext transfer protocol</a:t>
            </a:r>
          </a:p>
          <a:p>
            <a:pPr>
              <a:lnSpc>
                <a:spcPct val="75000"/>
              </a:lnSpc>
            </a:pPr>
            <a:r>
              <a:rPr lang="en-US" altLang="zh-TW" sz="2400">
                <a:solidFill>
                  <a:srgbClr val="0070C0"/>
                </a:solidFill>
                <a:ea typeface="ＭＳ Ｐゴシック" panose="020B0600070205080204" pitchFamily="34" charset="-128"/>
              </a:rPr>
              <a:t>Web</a:t>
            </a:r>
            <a:r>
              <a:rPr lang="ja-JP" altLang="en-US" sz="2400">
                <a:ea typeface="ＭＳ Ｐゴシック" panose="020B0600070205080204" pitchFamily="34" charset="-128"/>
              </a:rPr>
              <a:t>’</a:t>
            </a:r>
            <a:r>
              <a:rPr lang="en-US" altLang="ja-JP" sz="2400">
                <a:ea typeface="ＭＳ Ｐゴシック" panose="020B0600070205080204" pitchFamily="34" charset="-128"/>
              </a:rPr>
              <a:t>s application layer protocol</a:t>
            </a:r>
          </a:p>
          <a:p>
            <a:pPr>
              <a:lnSpc>
                <a:spcPct val="75000"/>
              </a:lnSpc>
            </a:pPr>
            <a:r>
              <a:rPr lang="en-US" altLang="zh-TW" sz="2400">
                <a:solidFill>
                  <a:srgbClr val="0070C0"/>
                </a:solidFill>
                <a:ea typeface="ＭＳ Ｐゴシック" panose="020B0600070205080204" pitchFamily="34" charset="-128"/>
              </a:rPr>
              <a:t>client/server model</a:t>
            </a:r>
          </a:p>
          <a:p>
            <a:pPr lvl="1">
              <a:lnSpc>
                <a:spcPct val="75000"/>
              </a:lnSpc>
            </a:pPr>
            <a:r>
              <a:rPr lang="en-US" altLang="zh-TW" i="1">
                <a:ea typeface="ＭＳ Ｐゴシック" panose="020B0600070205080204" pitchFamily="34" charset="-128"/>
              </a:rPr>
              <a:t>client:</a:t>
            </a:r>
            <a:r>
              <a:rPr lang="en-US" altLang="zh-TW">
                <a:ea typeface="ＭＳ Ｐゴシック" panose="020B0600070205080204" pitchFamily="34" charset="-128"/>
              </a:rPr>
              <a:t> </a:t>
            </a:r>
            <a:r>
              <a:rPr lang="en-US" altLang="zh-TW">
                <a:solidFill>
                  <a:srgbClr val="FF0000"/>
                </a:solidFill>
                <a:ea typeface="ＭＳ Ｐゴシック" panose="020B0600070205080204" pitchFamily="34" charset="-128"/>
              </a:rPr>
              <a:t>browser</a:t>
            </a:r>
            <a:r>
              <a:rPr lang="en-US" altLang="zh-TW">
                <a:ea typeface="ＭＳ Ｐゴシック" panose="020B0600070205080204" pitchFamily="34" charset="-128"/>
              </a:rPr>
              <a:t> that requests, receives, (using HTTP protocol) and </a:t>
            </a:r>
            <a:r>
              <a:rPr lang="ja-JP" altLang="en-US">
                <a:ea typeface="ＭＳ Ｐゴシック" panose="020B0600070205080204" pitchFamily="34" charset="-128"/>
              </a:rPr>
              <a:t>“</a:t>
            </a:r>
            <a:r>
              <a:rPr lang="en-US" altLang="ja-JP">
                <a:ea typeface="ＭＳ Ｐゴシック" panose="020B0600070205080204" pitchFamily="34" charset="-128"/>
              </a:rPr>
              <a:t>displays</a:t>
            </a:r>
            <a:r>
              <a:rPr lang="ja-JP" altLang="en-US">
                <a:ea typeface="ＭＳ Ｐゴシック" panose="020B0600070205080204" pitchFamily="34" charset="-128"/>
              </a:rPr>
              <a:t>”</a:t>
            </a:r>
            <a:r>
              <a:rPr lang="en-US" altLang="ja-JP">
                <a:ea typeface="ＭＳ Ｐゴシック" panose="020B0600070205080204" pitchFamily="34" charset="-128"/>
              </a:rPr>
              <a:t> Web objects </a:t>
            </a:r>
          </a:p>
          <a:p>
            <a:pPr lvl="1">
              <a:lnSpc>
                <a:spcPct val="75000"/>
              </a:lnSpc>
            </a:pPr>
            <a:r>
              <a:rPr lang="en-US" altLang="zh-TW" i="1">
                <a:ea typeface="ＭＳ Ｐゴシック" panose="020B0600070205080204" pitchFamily="34" charset="-128"/>
              </a:rPr>
              <a:t>server:</a:t>
            </a:r>
            <a:r>
              <a:rPr lang="en-US" altLang="zh-TW">
                <a:ea typeface="ＭＳ Ｐゴシック" panose="020B0600070205080204" pitchFamily="34" charset="-128"/>
              </a:rPr>
              <a:t> </a:t>
            </a:r>
            <a:r>
              <a:rPr lang="en-US" altLang="zh-TW">
                <a:solidFill>
                  <a:srgbClr val="FF0000"/>
                </a:solidFill>
                <a:ea typeface="ＭＳ Ｐゴシック" panose="020B0600070205080204" pitchFamily="34" charset="-128"/>
              </a:rPr>
              <a:t>Web server</a:t>
            </a:r>
            <a:r>
              <a:rPr lang="en-US" altLang="zh-TW">
                <a:ea typeface="ＭＳ Ｐゴシック" panose="020B0600070205080204" pitchFamily="34" charset="-128"/>
              </a:rPr>
              <a:t> sends (using HTTP protocol) objects in response to requests</a:t>
            </a:r>
          </a:p>
          <a:p>
            <a:pPr>
              <a:lnSpc>
                <a:spcPct val="75000"/>
              </a:lnSpc>
              <a:buFont typeface="Wingdings" panose="05000000000000000000" pitchFamily="2" charset="2"/>
              <a:buNone/>
            </a:pPr>
            <a:endParaRPr lang="en-US" altLang="zh-TW" sz="2400">
              <a:ea typeface="ＭＳ Ｐゴシック" panose="020B0600070205080204" pitchFamily="34" charset="-128"/>
            </a:endParaRPr>
          </a:p>
        </p:txBody>
      </p:sp>
      <p:sp>
        <p:nvSpPr>
          <p:cNvPr id="130054" name="Text Box 7">
            <a:extLst>
              <a:ext uri="{FF2B5EF4-FFF2-40B4-BE49-F238E27FC236}">
                <a16:creationId xmlns:a16="http://schemas.microsoft.com/office/drawing/2014/main" id="{C0BB3328-3D65-495B-BB3C-9976E887C2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65650" y="2455863"/>
            <a:ext cx="1584325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PC running</a:t>
            </a:r>
          </a:p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Firefox browser</a:t>
            </a:r>
            <a:endParaRPr lang="en-US" altLang="zh-TW" sz="2400">
              <a:latin typeface="Arial" panose="020B0604020202020204" pitchFamily="34" charset="0"/>
            </a:endParaRPr>
          </a:p>
        </p:txBody>
      </p:sp>
      <p:sp>
        <p:nvSpPr>
          <p:cNvPr id="130055" name="Text Box 9">
            <a:extLst>
              <a:ext uri="{FF2B5EF4-FFF2-40B4-BE49-F238E27FC236}">
                <a16:creationId xmlns:a16="http://schemas.microsoft.com/office/drawing/2014/main" id="{7DE9FF1D-1D6B-4505-B166-897A3148CBE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08875" y="3836988"/>
            <a:ext cx="1346200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server </a:t>
            </a:r>
          </a:p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running</a:t>
            </a:r>
          </a:p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Apache Web</a:t>
            </a:r>
          </a:p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server</a:t>
            </a:r>
            <a:endParaRPr lang="en-US" altLang="zh-TW" sz="2400">
              <a:latin typeface="Arial" panose="020B0604020202020204" pitchFamily="34" charset="0"/>
            </a:endParaRPr>
          </a:p>
        </p:txBody>
      </p:sp>
      <p:sp>
        <p:nvSpPr>
          <p:cNvPr id="130056" name="Text Box 23">
            <a:extLst>
              <a:ext uri="{FF2B5EF4-FFF2-40B4-BE49-F238E27FC236}">
                <a16:creationId xmlns:a16="http://schemas.microsoft.com/office/drawing/2014/main" id="{E9D585C5-54F7-42CB-9C38-A880D6561A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02188" y="5218113"/>
            <a:ext cx="1560512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iPhone running</a:t>
            </a:r>
          </a:p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Safari browser</a:t>
            </a:r>
            <a:endParaRPr lang="en-US" altLang="zh-TW" sz="2400">
              <a:latin typeface="Arial" panose="020B0604020202020204" pitchFamily="34" charset="0"/>
            </a:endParaRPr>
          </a:p>
        </p:txBody>
      </p:sp>
      <p:grpSp>
        <p:nvGrpSpPr>
          <p:cNvPr id="2" name="Group 35">
            <a:extLst>
              <a:ext uri="{FF2B5EF4-FFF2-40B4-BE49-F238E27FC236}">
                <a16:creationId xmlns:a16="http://schemas.microsoft.com/office/drawing/2014/main" id="{AB2DA7C1-E155-4D2A-A8B8-47C23A58DF54}"/>
              </a:ext>
            </a:extLst>
          </p:cNvPr>
          <p:cNvGrpSpPr>
            <a:grpSpLocks/>
          </p:cNvGrpSpPr>
          <p:nvPr/>
        </p:nvGrpSpPr>
        <p:grpSpPr bwMode="auto">
          <a:xfrm>
            <a:off x="5778500" y="2136775"/>
            <a:ext cx="2101850" cy="946150"/>
            <a:chOff x="3640" y="1346"/>
            <a:chExt cx="1324" cy="596"/>
          </a:xfrm>
        </p:grpSpPr>
        <p:sp>
          <p:nvSpPr>
            <p:cNvPr id="130105" name="Line 19">
              <a:extLst>
                <a:ext uri="{FF2B5EF4-FFF2-40B4-BE49-F238E27FC236}">
                  <a16:creationId xmlns:a16="http://schemas.microsoft.com/office/drawing/2014/main" id="{7A1F3A1C-0375-4EE8-A9B3-652DBA5D070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40" y="1346"/>
              <a:ext cx="1324" cy="596"/>
            </a:xfrm>
            <a:prstGeom prst="line">
              <a:avLst/>
            </a:prstGeom>
            <a:noFill/>
            <a:ln w="28575">
              <a:solidFill>
                <a:srgbClr val="CC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30106" name="Text Box 24">
              <a:extLst>
                <a:ext uri="{FF2B5EF4-FFF2-40B4-BE49-F238E27FC236}">
                  <a16:creationId xmlns:a16="http://schemas.microsoft.com/office/drawing/2014/main" id="{2A49F58B-62B8-4CC3-BF91-9140A2BFDBE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422049">
              <a:off x="3860" y="1445"/>
              <a:ext cx="91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CC0000"/>
                  </a:solidFill>
                  <a:latin typeface="Arial" panose="020B0604020202020204" pitchFamily="34" charset="0"/>
                </a:rPr>
                <a:t>HTTP request</a:t>
              </a:r>
              <a:endParaRPr lang="en-US" altLang="zh-TW" sz="2400">
                <a:solidFill>
                  <a:srgbClr val="CC0000"/>
                </a:solidFill>
                <a:latin typeface="Arial" panose="020B0604020202020204" pitchFamily="34" charset="0"/>
              </a:endParaRPr>
            </a:p>
          </p:txBody>
        </p:sp>
      </p:grpSp>
      <p:grpSp>
        <p:nvGrpSpPr>
          <p:cNvPr id="3" name="Group 36">
            <a:extLst>
              <a:ext uri="{FF2B5EF4-FFF2-40B4-BE49-F238E27FC236}">
                <a16:creationId xmlns:a16="http://schemas.microsoft.com/office/drawing/2014/main" id="{61E5A498-3797-4F07-B2B5-0867844CC854}"/>
              </a:ext>
            </a:extLst>
          </p:cNvPr>
          <p:cNvGrpSpPr>
            <a:grpSpLocks/>
          </p:cNvGrpSpPr>
          <p:nvPr/>
        </p:nvGrpSpPr>
        <p:grpSpPr bwMode="auto">
          <a:xfrm>
            <a:off x="5889625" y="2344738"/>
            <a:ext cx="1971675" cy="904875"/>
            <a:chOff x="4141" y="394"/>
            <a:chExt cx="1242" cy="570"/>
          </a:xfrm>
        </p:grpSpPr>
        <p:sp>
          <p:nvSpPr>
            <p:cNvPr id="130103" name="Line 20">
              <a:extLst>
                <a:ext uri="{FF2B5EF4-FFF2-40B4-BE49-F238E27FC236}">
                  <a16:creationId xmlns:a16="http://schemas.microsoft.com/office/drawing/2014/main" id="{106F7632-CA9A-4FBB-B73F-B8525EF688E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4141" y="394"/>
              <a:ext cx="1242" cy="570"/>
            </a:xfrm>
            <a:prstGeom prst="line">
              <a:avLst/>
            </a:prstGeom>
            <a:noFill/>
            <a:ln w="28575">
              <a:solidFill>
                <a:srgbClr val="CC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30104" name="Text Box 26">
              <a:extLst>
                <a:ext uri="{FF2B5EF4-FFF2-40B4-BE49-F238E27FC236}">
                  <a16:creationId xmlns:a16="http://schemas.microsoft.com/office/drawing/2014/main" id="{F5258136-8B6A-4BA8-9F27-5AA136973AD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411598">
              <a:off x="4304" y="706"/>
              <a:ext cx="1011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CC0000"/>
                  </a:solidFill>
                  <a:latin typeface="Arial" panose="020B0604020202020204" pitchFamily="34" charset="0"/>
                </a:rPr>
                <a:t>HTTP response</a:t>
              </a:r>
              <a:endParaRPr lang="en-US" altLang="zh-TW" sz="2400">
                <a:solidFill>
                  <a:srgbClr val="CC0000"/>
                </a:solidFill>
                <a:latin typeface="Arial" panose="020B0604020202020204" pitchFamily="34" charset="0"/>
              </a:endParaRPr>
            </a:p>
          </p:txBody>
        </p:sp>
      </p:grpSp>
      <p:pic>
        <p:nvPicPr>
          <p:cNvPr id="130059" name="Picture 31" descr="underline_base">
            <a:extLst>
              <a:ext uri="{FF2B5EF4-FFF2-40B4-BE49-F238E27FC236}">
                <a16:creationId xmlns:a16="http://schemas.microsoft.com/office/drawing/2014/main" id="{D6B5B7F0-C71D-4286-8E29-923F4858A75C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713" y="919163"/>
            <a:ext cx="36560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7">
            <a:extLst>
              <a:ext uri="{FF2B5EF4-FFF2-40B4-BE49-F238E27FC236}">
                <a16:creationId xmlns:a16="http://schemas.microsoft.com/office/drawing/2014/main" id="{6C57FD53-61AC-4517-859D-E2C54D25BCA7}"/>
              </a:ext>
            </a:extLst>
          </p:cNvPr>
          <p:cNvGrpSpPr>
            <a:grpSpLocks/>
          </p:cNvGrpSpPr>
          <p:nvPr/>
        </p:nvGrpSpPr>
        <p:grpSpPr bwMode="auto">
          <a:xfrm rot="-3183056">
            <a:off x="5754688" y="3630613"/>
            <a:ext cx="2101850" cy="946150"/>
            <a:chOff x="3640" y="1346"/>
            <a:chExt cx="1324" cy="596"/>
          </a:xfrm>
        </p:grpSpPr>
        <p:sp>
          <p:nvSpPr>
            <p:cNvPr id="130101" name="Line 19">
              <a:extLst>
                <a:ext uri="{FF2B5EF4-FFF2-40B4-BE49-F238E27FC236}">
                  <a16:creationId xmlns:a16="http://schemas.microsoft.com/office/drawing/2014/main" id="{81F4E8CA-E036-425A-9E99-FCF67E70887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40" y="1346"/>
              <a:ext cx="1324" cy="596"/>
            </a:xfrm>
            <a:prstGeom prst="line">
              <a:avLst/>
            </a:prstGeom>
            <a:noFill/>
            <a:ln w="28575">
              <a:solidFill>
                <a:srgbClr val="CC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30102" name="Text Box 24">
              <a:extLst>
                <a:ext uri="{FF2B5EF4-FFF2-40B4-BE49-F238E27FC236}">
                  <a16:creationId xmlns:a16="http://schemas.microsoft.com/office/drawing/2014/main" id="{5B308306-C749-4803-82C0-1C59C754655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422049">
              <a:off x="3860" y="1445"/>
              <a:ext cx="91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CC0000"/>
                  </a:solidFill>
                  <a:latin typeface="Arial" panose="020B0604020202020204" pitchFamily="34" charset="0"/>
                </a:rPr>
                <a:t>HTTP request</a:t>
              </a:r>
              <a:endParaRPr lang="en-US" altLang="zh-TW" sz="2400">
                <a:solidFill>
                  <a:srgbClr val="CC0000"/>
                </a:solidFill>
                <a:latin typeface="Arial" panose="020B0604020202020204" pitchFamily="34" charset="0"/>
              </a:endParaRPr>
            </a:p>
          </p:txBody>
        </p:sp>
      </p:grpSp>
      <p:grpSp>
        <p:nvGrpSpPr>
          <p:cNvPr id="5" name="Group 40">
            <a:extLst>
              <a:ext uri="{FF2B5EF4-FFF2-40B4-BE49-F238E27FC236}">
                <a16:creationId xmlns:a16="http://schemas.microsoft.com/office/drawing/2014/main" id="{C969D5D4-C443-44C6-A764-E0E6452D7D62}"/>
              </a:ext>
            </a:extLst>
          </p:cNvPr>
          <p:cNvGrpSpPr>
            <a:grpSpLocks/>
          </p:cNvGrpSpPr>
          <p:nvPr/>
        </p:nvGrpSpPr>
        <p:grpSpPr bwMode="auto">
          <a:xfrm rot="-3264937">
            <a:off x="5800725" y="3870325"/>
            <a:ext cx="1971675" cy="904875"/>
            <a:chOff x="4141" y="394"/>
            <a:chExt cx="1242" cy="570"/>
          </a:xfrm>
        </p:grpSpPr>
        <p:sp>
          <p:nvSpPr>
            <p:cNvPr id="130099" name="Line 20">
              <a:extLst>
                <a:ext uri="{FF2B5EF4-FFF2-40B4-BE49-F238E27FC236}">
                  <a16:creationId xmlns:a16="http://schemas.microsoft.com/office/drawing/2014/main" id="{A1B73CC1-AC4C-40E5-9420-EDC09FF1C07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4141" y="394"/>
              <a:ext cx="1242" cy="570"/>
            </a:xfrm>
            <a:prstGeom prst="line">
              <a:avLst/>
            </a:prstGeom>
            <a:noFill/>
            <a:ln w="28575">
              <a:solidFill>
                <a:srgbClr val="CC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30100" name="Text Box 26">
              <a:extLst>
                <a:ext uri="{FF2B5EF4-FFF2-40B4-BE49-F238E27FC236}">
                  <a16:creationId xmlns:a16="http://schemas.microsoft.com/office/drawing/2014/main" id="{0B07069F-18D8-49A1-8977-38F050D3E61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411598">
              <a:off x="4304" y="706"/>
              <a:ext cx="1011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CC0000"/>
                  </a:solidFill>
                  <a:latin typeface="Arial" panose="020B0604020202020204" pitchFamily="34" charset="0"/>
                </a:rPr>
                <a:t>HTTP response</a:t>
              </a:r>
              <a:endParaRPr lang="en-US" altLang="zh-TW" sz="2400">
                <a:solidFill>
                  <a:srgbClr val="CC0000"/>
                </a:solidFill>
                <a:latin typeface="Arial" panose="020B0604020202020204" pitchFamily="34" charset="0"/>
              </a:endParaRPr>
            </a:p>
          </p:txBody>
        </p:sp>
      </p:grpSp>
      <p:pic>
        <p:nvPicPr>
          <p:cNvPr id="130062" name="Picture 43" descr="iphone_stylized_small">
            <a:extLst>
              <a:ext uri="{FF2B5EF4-FFF2-40B4-BE49-F238E27FC236}">
                <a16:creationId xmlns:a16="http://schemas.microsoft.com/office/drawing/2014/main" id="{B1292012-F17C-40E9-B87E-FBFC49E64D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2725" y="4286250"/>
            <a:ext cx="382588" cy="917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30063" name="Group 44">
            <a:extLst>
              <a:ext uri="{FF2B5EF4-FFF2-40B4-BE49-F238E27FC236}">
                <a16:creationId xmlns:a16="http://schemas.microsoft.com/office/drawing/2014/main" id="{F92CB196-3E0E-4B30-A0AC-15CE507FEFE7}"/>
              </a:ext>
            </a:extLst>
          </p:cNvPr>
          <p:cNvGrpSpPr>
            <a:grpSpLocks/>
          </p:cNvGrpSpPr>
          <p:nvPr/>
        </p:nvGrpSpPr>
        <p:grpSpPr bwMode="auto">
          <a:xfrm>
            <a:off x="4757738" y="1468438"/>
            <a:ext cx="1066800" cy="1079500"/>
            <a:chOff x="-44" y="1473"/>
            <a:chExt cx="981" cy="1105"/>
          </a:xfrm>
        </p:grpSpPr>
        <p:pic>
          <p:nvPicPr>
            <p:cNvPr id="130097" name="Picture 45" descr="desktop_computer_stylized_medium">
              <a:extLst>
                <a:ext uri="{FF2B5EF4-FFF2-40B4-BE49-F238E27FC236}">
                  <a16:creationId xmlns:a16="http://schemas.microsoft.com/office/drawing/2014/main" id="{9041DF98-4DEE-4F32-BD9A-24709861027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30098" name="Freeform 46">
              <a:extLst>
                <a:ext uri="{FF2B5EF4-FFF2-40B4-BE49-F238E27FC236}">
                  <a16:creationId xmlns:a16="http://schemas.microsoft.com/office/drawing/2014/main" id="{03A4D265-35F8-4239-9622-525AC9CE380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5089652 w 356"/>
                <a:gd name="T3" fmla="*/ 1851256 h 368"/>
                <a:gd name="T4" fmla="*/ 17900690 w 356"/>
                <a:gd name="T5" fmla="*/ 38567519 h 368"/>
                <a:gd name="T6" fmla="*/ 3945041 w 356"/>
                <a:gd name="T7" fmla="*/ 48232874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130064" name="Group 47">
            <a:extLst>
              <a:ext uri="{FF2B5EF4-FFF2-40B4-BE49-F238E27FC236}">
                <a16:creationId xmlns:a16="http://schemas.microsoft.com/office/drawing/2014/main" id="{BF2C67FE-599E-4CAB-9A32-786411C72AC9}"/>
              </a:ext>
            </a:extLst>
          </p:cNvPr>
          <p:cNvGrpSpPr>
            <a:grpSpLocks/>
          </p:cNvGrpSpPr>
          <p:nvPr/>
        </p:nvGrpSpPr>
        <p:grpSpPr bwMode="auto">
          <a:xfrm>
            <a:off x="7878763" y="2633663"/>
            <a:ext cx="695325" cy="1282700"/>
            <a:chOff x="4140" y="429"/>
            <a:chExt cx="1425" cy="2396"/>
          </a:xfrm>
        </p:grpSpPr>
        <p:sp>
          <p:nvSpPr>
            <p:cNvPr id="130065" name="Freeform 48">
              <a:extLst>
                <a:ext uri="{FF2B5EF4-FFF2-40B4-BE49-F238E27FC236}">
                  <a16:creationId xmlns:a16="http://schemas.microsoft.com/office/drawing/2014/main" id="{BD8DEF15-57F5-42D7-905B-0E2E8D28F3AA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2 w 354"/>
                <a:gd name="T3" fmla="*/ 3 h 2742"/>
                <a:gd name="T4" fmla="*/ 2 w 354"/>
                <a:gd name="T5" fmla="*/ 3 h 2742"/>
                <a:gd name="T6" fmla="*/ 0 w 354"/>
                <a:gd name="T7" fmla="*/ 3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30066" name="Rectangle 49">
              <a:extLst>
                <a:ext uri="{FF2B5EF4-FFF2-40B4-BE49-F238E27FC236}">
                  <a16:creationId xmlns:a16="http://schemas.microsoft.com/office/drawing/2014/main" id="{F8FECE86-CEA9-46B5-9B0A-58BB406A759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5" y="429"/>
              <a:ext cx="1048" cy="2283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30067" name="Freeform 50">
              <a:extLst>
                <a:ext uri="{FF2B5EF4-FFF2-40B4-BE49-F238E27FC236}">
                  <a16:creationId xmlns:a16="http://schemas.microsoft.com/office/drawing/2014/main" id="{35D64CDC-2CF7-494A-9238-4E51B8C03573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2 w 211"/>
                <a:gd name="T3" fmla="*/ 3 h 2537"/>
                <a:gd name="T4" fmla="*/ 2 w 211"/>
                <a:gd name="T5" fmla="*/ 3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30068" name="Freeform 51">
              <a:extLst>
                <a:ext uri="{FF2B5EF4-FFF2-40B4-BE49-F238E27FC236}">
                  <a16:creationId xmlns:a16="http://schemas.microsoft.com/office/drawing/2014/main" id="{BD30398C-59C7-4253-A0DB-794DBA3B0FD6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3 h 226"/>
                <a:gd name="T4" fmla="*/ 2 w 328"/>
                <a:gd name="T5" fmla="*/ 3 h 226"/>
                <a:gd name="T6" fmla="*/ 0 w 328"/>
                <a:gd name="T7" fmla="*/ 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30069" name="Rectangle 52">
              <a:extLst>
                <a:ext uri="{FF2B5EF4-FFF2-40B4-BE49-F238E27FC236}">
                  <a16:creationId xmlns:a16="http://schemas.microsoft.com/office/drawing/2014/main" id="{D4E3F9A3-9FCB-4C2B-99E0-F224BA2965F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2" y="693"/>
              <a:ext cx="595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130070" name="Group 53">
              <a:extLst>
                <a:ext uri="{FF2B5EF4-FFF2-40B4-BE49-F238E27FC236}">
                  <a16:creationId xmlns:a16="http://schemas.microsoft.com/office/drawing/2014/main" id="{7C80551F-8BC0-4622-A737-FC560C8292C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30095" name="AutoShape 54">
                <a:extLst>
                  <a:ext uri="{FF2B5EF4-FFF2-40B4-BE49-F238E27FC236}">
                    <a16:creationId xmlns:a16="http://schemas.microsoft.com/office/drawing/2014/main" id="{6386CF61-2E34-46F3-A897-A715D32FBF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9"/>
                <a:ext cx="727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30096" name="AutoShape 55">
                <a:extLst>
                  <a:ext uri="{FF2B5EF4-FFF2-40B4-BE49-F238E27FC236}">
                    <a16:creationId xmlns:a16="http://schemas.microsoft.com/office/drawing/2014/main" id="{AE772FC5-FA07-4FFC-A74C-727FC90C0E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6"/>
                <a:ext cx="694" cy="9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30071" name="Rectangle 56">
              <a:extLst>
                <a:ext uri="{FF2B5EF4-FFF2-40B4-BE49-F238E27FC236}">
                  <a16:creationId xmlns:a16="http://schemas.microsoft.com/office/drawing/2014/main" id="{D3304545-20F7-4D42-81A6-A58A3B03D60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5" y="1019"/>
              <a:ext cx="595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130072" name="Group 57">
              <a:extLst>
                <a:ext uri="{FF2B5EF4-FFF2-40B4-BE49-F238E27FC236}">
                  <a16:creationId xmlns:a16="http://schemas.microsoft.com/office/drawing/2014/main" id="{A190BA33-141A-49CF-AD99-9D49214F415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30093" name="AutoShape 58">
                <a:extLst>
                  <a:ext uri="{FF2B5EF4-FFF2-40B4-BE49-F238E27FC236}">
                    <a16:creationId xmlns:a16="http://schemas.microsoft.com/office/drawing/2014/main" id="{0C19F691-E9DF-49C1-A279-D93F2B642A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9"/>
                <a:ext cx="723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30094" name="AutoShape 59">
                <a:extLst>
                  <a:ext uri="{FF2B5EF4-FFF2-40B4-BE49-F238E27FC236}">
                    <a16:creationId xmlns:a16="http://schemas.microsoft.com/office/drawing/2014/main" id="{08D0FF88-8B43-41E4-B045-4C3F7DC44A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8"/>
                <a:ext cx="690" cy="102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30073" name="Rectangle 60">
              <a:extLst>
                <a:ext uri="{FF2B5EF4-FFF2-40B4-BE49-F238E27FC236}">
                  <a16:creationId xmlns:a16="http://schemas.microsoft.com/office/drawing/2014/main" id="{9B085BF0-961B-447B-8066-339A4BDF51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8" y="1357"/>
              <a:ext cx="595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30074" name="Rectangle 61">
              <a:extLst>
                <a:ext uri="{FF2B5EF4-FFF2-40B4-BE49-F238E27FC236}">
                  <a16:creationId xmlns:a16="http://schemas.microsoft.com/office/drawing/2014/main" id="{0CF7760A-53A5-4A31-8AEF-A55F531543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8" y="1654"/>
              <a:ext cx="595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130075" name="Group 62">
              <a:extLst>
                <a:ext uri="{FF2B5EF4-FFF2-40B4-BE49-F238E27FC236}">
                  <a16:creationId xmlns:a16="http://schemas.microsoft.com/office/drawing/2014/main" id="{CD3EBDD5-581A-404B-83D8-D1F7D0BF168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30091" name="AutoShape 63">
                <a:extLst>
                  <a:ext uri="{FF2B5EF4-FFF2-40B4-BE49-F238E27FC236}">
                    <a16:creationId xmlns:a16="http://schemas.microsoft.com/office/drawing/2014/main" id="{65878B3C-13D2-4486-93C8-2DC5FDAB95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4" y="2568"/>
                <a:ext cx="725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30092" name="AutoShape 64">
                <a:extLst>
                  <a:ext uri="{FF2B5EF4-FFF2-40B4-BE49-F238E27FC236}">
                    <a16:creationId xmlns:a16="http://schemas.microsoft.com/office/drawing/2014/main" id="{FA17B300-4CA5-4DC3-856B-8B6A6BA5E47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1" y="2584"/>
                <a:ext cx="693" cy="106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30076" name="Freeform 65">
              <a:extLst>
                <a:ext uri="{FF2B5EF4-FFF2-40B4-BE49-F238E27FC236}">
                  <a16:creationId xmlns:a16="http://schemas.microsoft.com/office/drawing/2014/main" id="{26AB1349-E2E5-4265-BDF4-D88CBC5D4367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2 h 226"/>
                <a:gd name="T4" fmla="*/ 2 w 328"/>
                <a:gd name="T5" fmla="*/ 2 h 226"/>
                <a:gd name="T6" fmla="*/ 0 w 328"/>
                <a:gd name="T7" fmla="*/ 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130077" name="Group 66">
              <a:extLst>
                <a:ext uri="{FF2B5EF4-FFF2-40B4-BE49-F238E27FC236}">
                  <a16:creationId xmlns:a16="http://schemas.microsoft.com/office/drawing/2014/main" id="{D1391BC7-49EC-4AE6-90DE-0E9FD1F5ACE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30089" name="AutoShape 67">
                <a:extLst>
                  <a:ext uri="{FF2B5EF4-FFF2-40B4-BE49-F238E27FC236}">
                    <a16:creationId xmlns:a16="http://schemas.microsoft.com/office/drawing/2014/main" id="{028F3E40-74FC-41B2-9604-3141B8C0B2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4" y="2568"/>
                <a:ext cx="725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30090" name="AutoShape 68">
                <a:extLst>
                  <a:ext uri="{FF2B5EF4-FFF2-40B4-BE49-F238E27FC236}">
                    <a16:creationId xmlns:a16="http://schemas.microsoft.com/office/drawing/2014/main" id="{E53C7DD5-A3E1-4037-B15D-08B99945CD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3"/>
                <a:ext cx="693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30078" name="Rectangle 69">
              <a:extLst>
                <a:ext uri="{FF2B5EF4-FFF2-40B4-BE49-F238E27FC236}">
                  <a16:creationId xmlns:a16="http://schemas.microsoft.com/office/drawing/2014/main" id="{B1F0E402-88E1-4F27-963D-3697927C5C6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9" y="432"/>
              <a:ext cx="68" cy="2286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30079" name="Freeform 70">
              <a:extLst>
                <a:ext uri="{FF2B5EF4-FFF2-40B4-BE49-F238E27FC236}">
                  <a16:creationId xmlns:a16="http://schemas.microsoft.com/office/drawing/2014/main" id="{320276F3-5BAE-46EB-8D63-476A3495610C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 w 296"/>
                <a:gd name="T3" fmla="*/ 2 h 256"/>
                <a:gd name="T4" fmla="*/ 2 w 296"/>
                <a:gd name="T5" fmla="*/ 2 h 256"/>
                <a:gd name="T6" fmla="*/ 0 w 296"/>
                <a:gd name="T7" fmla="*/ 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30080" name="Freeform 71">
              <a:extLst>
                <a:ext uri="{FF2B5EF4-FFF2-40B4-BE49-F238E27FC236}">
                  <a16:creationId xmlns:a16="http://schemas.microsoft.com/office/drawing/2014/main" id="{4903D304-DA0F-4554-B23F-735083BC5AD2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 w 304"/>
                <a:gd name="T3" fmla="*/ 2 h 288"/>
                <a:gd name="T4" fmla="*/ 2 w 304"/>
                <a:gd name="T5" fmla="*/ 2 h 288"/>
                <a:gd name="T6" fmla="*/ 2 w 304"/>
                <a:gd name="T7" fmla="*/ 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30081" name="Oval 72">
              <a:extLst>
                <a:ext uri="{FF2B5EF4-FFF2-40B4-BE49-F238E27FC236}">
                  <a16:creationId xmlns:a16="http://schemas.microsoft.com/office/drawing/2014/main" id="{E98E2C50-0AD7-424C-A1A5-CBAFB65EE2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6" y="2611"/>
              <a:ext cx="49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30082" name="Freeform 73">
              <a:extLst>
                <a:ext uri="{FF2B5EF4-FFF2-40B4-BE49-F238E27FC236}">
                  <a16:creationId xmlns:a16="http://schemas.microsoft.com/office/drawing/2014/main" id="{426D4968-5860-42C9-A05D-143B454A3699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 h 240"/>
                <a:gd name="T2" fmla="*/ 2 w 306"/>
                <a:gd name="T3" fmla="*/ 3 h 240"/>
                <a:gd name="T4" fmla="*/ 2 w 306"/>
                <a:gd name="T5" fmla="*/ 3 h 240"/>
                <a:gd name="T6" fmla="*/ 2 w 306"/>
                <a:gd name="T7" fmla="*/ 0 h 240"/>
                <a:gd name="T8" fmla="*/ 0 w 306"/>
                <a:gd name="T9" fmla="*/ 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30083" name="AutoShape 74">
              <a:extLst>
                <a:ext uri="{FF2B5EF4-FFF2-40B4-BE49-F238E27FC236}">
                  <a16:creationId xmlns:a16="http://schemas.microsoft.com/office/drawing/2014/main" id="{67BFD5CB-C7BE-4218-8D17-93C406F0E5A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7"/>
              <a:ext cx="1201" cy="148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30084" name="AutoShape 75">
              <a:extLst>
                <a:ext uri="{FF2B5EF4-FFF2-40B4-BE49-F238E27FC236}">
                  <a16:creationId xmlns:a16="http://schemas.microsoft.com/office/drawing/2014/main" id="{D6F1B398-6BE8-4379-B078-23952E4ABE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5" y="2712"/>
              <a:ext cx="1070" cy="80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30085" name="Oval 76">
              <a:extLst>
                <a:ext uri="{FF2B5EF4-FFF2-40B4-BE49-F238E27FC236}">
                  <a16:creationId xmlns:a16="http://schemas.microsoft.com/office/drawing/2014/main" id="{003767B7-1D08-4248-AB5C-D32C22A03D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3"/>
              <a:ext cx="156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30086" name="Oval 77">
              <a:extLst>
                <a:ext uri="{FF2B5EF4-FFF2-40B4-BE49-F238E27FC236}">
                  <a16:creationId xmlns:a16="http://schemas.microsoft.com/office/drawing/2014/main" id="{643AE5A4-C901-41C1-A84B-A82B4C2CA06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5" y="2383"/>
              <a:ext cx="163" cy="14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0087" name="Oval 78">
              <a:extLst>
                <a:ext uri="{FF2B5EF4-FFF2-40B4-BE49-F238E27FC236}">
                  <a16:creationId xmlns:a16="http://schemas.microsoft.com/office/drawing/2014/main" id="{3AAC7923-3E81-489A-B00C-2961A701297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1" y="2380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30088" name="Rectangle 79">
              <a:extLst>
                <a:ext uri="{FF2B5EF4-FFF2-40B4-BE49-F238E27FC236}">
                  <a16:creationId xmlns:a16="http://schemas.microsoft.com/office/drawing/2014/main" id="{61F3D11E-C407-4705-BFD3-92F630AEE2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1" y="1835"/>
              <a:ext cx="88" cy="762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 nodeType="clickPar">
                      <p:stCondLst>
                        <p:cond delay="indefinite"/>
                      </p:stCondLst>
                      <p:childTnLst>
                        <p:par>
                          <p:cTn id="1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098" name="Rectangle 7">
            <a:extLst>
              <a:ext uri="{FF2B5EF4-FFF2-40B4-BE49-F238E27FC236}">
                <a16:creationId xmlns:a16="http://schemas.microsoft.com/office/drawing/2014/main" id="{BD54FE27-2DEB-40DC-ACDD-B8B6BCC8D95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132099" name="Rectangle 8">
            <a:extLst>
              <a:ext uri="{FF2B5EF4-FFF2-40B4-BE49-F238E27FC236}">
                <a16:creationId xmlns:a16="http://schemas.microsoft.com/office/drawing/2014/main" id="{0FB7336B-71EE-4011-862A-AC7E46F4316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2-</a:t>
            </a:r>
            <a:fld id="{8E55DA7D-5C79-47A6-A7A5-A049376FBE39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21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132100" name="Rectangle 2">
            <a:extLst>
              <a:ext uri="{FF2B5EF4-FFF2-40B4-BE49-F238E27FC236}">
                <a16:creationId xmlns:a16="http://schemas.microsoft.com/office/drawing/2014/main" id="{225F8666-A485-4B1E-9A59-247D3758617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23863" y="347663"/>
            <a:ext cx="7772400" cy="795337"/>
          </a:xfrm>
        </p:spPr>
        <p:txBody>
          <a:bodyPr/>
          <a:lstStyle/>
          <a:p>
            <a:r>
              <a:rPr lang="en-US" altLang="zh-TW">
                <a:ea typeface="ＭＳ Ｐゴシック" panose="020B0600070205080204" pitchFamily="34" charset="-128"/>
              </a:rPr>
              <a:t>HTTP overview (continued)</a:t>
            </a:r>
          </a:p>
        </p:txBody>
      </p:sp>
      <p:sp>
        <p:nvSpPr>
          <p:cNvPr id="37895" name="Rectangle 3">
            <a:extLst>
              <a:ext uri="{FF2B5EF4-FFF2-40B4-BE49-F238E27FC236}">
                <a16:creationId xmlns:a16="http://schemas.microsoft.com/office/drawing/2014/main" id="{5D0CA55F-D0F3-43E1-B2FA-D0F83DD2B585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44513" y="1511300"/>
            <a:ext cx="3971925" cy="4648200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  <a:defRPr/>
            </a:pPr>
            <a:r>
              <a:rPr lang="en-US" altLang="zh-TW" i="1" dirty="0">
                <a:solidFill>
                  <a:srgbClr val="CC0000"/>
                </a:solidFill>
                <a:ea typeface="ＭＳ Ｐゴシック" pitchFamily="34" charset="-128"/>
              </a:rPr>
              <a:t>uses TCP:</a:t>
            </a:r>
          </a:p>
          <a:p>
            <a:pPr marL="457200" indent="-457200">
              <a:buFont typeface="+mj-lt"/>
              <a:buAutoNum type="arabicPeriod"/>
              <a:defRPr/>
            </a:pPr>
            <a:r>
              <a:rPr lang="en-US" altLang="zh-TW" sz="2400" dirty="0">
                <a:solidFill>
                  <a:srgbClr val="0070C0"/>
                </a:solidFill>
                <a:ea typeface="ＭＳ Ｐゴシック" pitchFamily="34" charset="-128"/>
              </a:rPr>
              <a:t>client</a:t>
            </a:r>
            <a:r>
              <a:rPr lang="en-US" altLang="zh-TW" sz="2400" dirty="0">
                <a:ea typeface="ＭＳ Ｐゴシック" pitchFamily="34" charset="-128"/>
              </a:rPr>
              <a:t> initiates </a:t>
            </a:r>
            <a:r>
              <a:rPr lang="en-US" altLang="zh-TW" sz="2400" dirty="0">
                <a:solidFill>
                  <a:srgbClr val="FF0000"/>
                </a:solidFill>
                <a:ea typeface="ＭＳ Ｐゴシック" pitchFamily="34" charset="-128"/>
              </a:rPr>
              <a:t>TCP connection </a:t>
            </a:r>
            <a:r>
              <a:rPr lang="en-US" altLang="zh-TW" sz="2400" dirty="0">
                <a:ea typeface="ＭＳ Ｐゴシック" pitchFamily="34" charset="-128"/>
              </a:rPr>
              <a:t>(creates socket) to server,  </a:t>
            </a:r>
            <a:r>
              <a:rPr lang="en-US" altLang="zh-TW" sz="2400" dirty="0">
                <a:solidFill>
                  <a:srgbClr val="FF0000"/>
                </a:solidFill>
                <a:ea typeface="ＭＳ Ｐゴシック" pitchFamily="34" charset="-128"/>
              </a:rPr>
              <a:t>port 80</a:t>
            </a:r>
          </a:p>
          <a:p>
            <a:pPr marL="457200" indent="-457200">
              <a:buFont typeface="+mj-lt"/>
              <a:buAutoNum type="arabicPeriod"/>
              <a:defRPr/>
            </a:pPr>
            <a:r>
              <a:rPr lang="en-US" altLang="zh-TW" sz="2400" dirty="0">
                <a:solidFill>
                  <a:srgbClr val="0070C0"/>
                </a:solidFill>
                <a:ea typeface="ＭＳ Ｐゴシック" pitchFamily="34" charset="-128"/>
              </a:rPr>
              <a:t>server</a:t>
            </a:r>
            <a:r>
              <a:rPr lang="en-US" altLang="zh-TW" sz="2400" dirty="0">
                <a:ea typeface="ＭＳ Ｐゴシック" pitchFamily="34" charset="-128"/>
              </a:rPr>
              <a:t> accepts TCP connection from client</a:t>
            </a:r>
          </a:p>
          <a:p>
            <a:pPr marL="457200" indent="-457200">
              <a:buFont typeface="+mj-lt"/>
              <a:buAutoNum type="arabicPeriod"/>
              <a:defRPr/>
            </a:pPr>
            <a:r>
              <a:rPr lang="en-US" altLang="zh-TW" sz="2400" dirty="0">
                <a:ea typeface="ＭＳ Ｐゴシック" pitchFamily="34" charset="-128"/>
              </a:rPr>
              <a:t>HTTP messages (application-layer protocol messages) exchanged between browser (HTTP client) and Web server (HTTP server)</a:t>
            </a:r>
          </a:p>
          <a:p>
            <a:pPr marL="457200" indent="-457200">
              <a:buFont typeface="+mj-lt"/>
              <a:buAutoNum type="arabicPeriod"/>
              <a:defRPr/>
            </a:pPr>
            <a:r>
              <a:rPr lang="en-US" altLang="zh-TW" sz="2400" dirty="0">
                <a:ea typeface="ＭＳ Ｐゴシック" pitchFamily="34" charset="-128"/>
              </a:rPr>
              <a:t>TCP connection closed</a:t>
            </a:r>
            <a:endParaRPr lang="en-US" altLang="zh-TW" dirty="0">
              <a:ea typeface="ＭＳ Ｐゴシック" pitchFamily="34" charset="-128"/>
            </a:endParaRPr>
          </a:p>
        </p:txBody>
      </p:sp>
      <p:pic>
        <p:nvPicPr>
          <p:cNvPr id="132102" name="Picture 15" descr="underline_base">
            <a:extLst>
              <a:ext uri="{FF2B5EF4-FFF2-40B4-BE49-F238E27FC236}">
                <a16:creationId xmlns:a16="http://schemas.microsoft.com/office/drawing/2014/main" id="{B0FFF07E-1B43-428F-ABD2-FD302C5B6826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0375" y="1020763"/>
            <a:ext cx="6399213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2103" name="內容版面配置區 12">
            <a:extLst>
              <a:ext uri="{FF2B5EF4-FFF2-40B4-BE49-F238E27FC236}">
                <a16:creationId xmlns:a16="http://schemas.microsoft.com/office/drawing/2014/main" id="{B409A2CA-4288-4DAB-8CCF-37700A2FD936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/>
        <p:txBody>
          <a:bodyPr/>
          <a:lstStyle/>
          <a:p>
            <a:endParaRPr lang="zh-TW" altLang="en-US">
              <a:ea typeface="ＭＳ Ｐゴシック" panose="020B0600070205080204" pitchFamily="34" charset="-128"/>
            </a:endParaRPr>
          </a:p>
        </p:txBody>
      </p:sp>
      <p:sp>
        <p:nvSpPr>
          <p:cNvPr id="132105" name="Line 15">
            <a:extLst>
              <a:ext uri="{FF2B5EF4-FFF2-40B4-BE49-F238E27FC236}">
                <a16:creationId xmlns:a16="http://schemas.microsoft.com/office/drawing/2014/main" id="{2AA56573-9DC7-4319-B29F-3274A399FDF8}"/>
              </a:ext>
            </a:extLst>
          </p:cNvPr>
          <p:cNvSpPr>
            <a:spLocks noChangeShapeType="1"/>
          </p:cNvSpPr>
          <p:nvPr/>
        </p:nvSpPr>
        <p:spPr bwMode="auto">
          <a:xfrm>
            <a:off x="6116638" y="2814638"/>
            <a:ext cx="0" cy="2832100"/>
          </a:xfrm>
          <a:prstGeom prst="line">
            <a:avLst/>
          </a:prstGeom>
          <a:noFill/>
          <a:ln w="9525">
            <a:solidFill>
              <a:srgbClr val="FF0000"/>
            </a:solidFill>
            <a:prstDash val="sysDot"/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32106" name="Line 16">
            <a:extLst>
              <a:ext uri="{FF2B5EF4-FFF2-40B4-BE49-F238E27FC236}">
                <a16:creationId xmlns:a16="http://schemas.microsoft.com/office/drawing/2014/main" id="{6C0A6287-2E74-44F8-B6CF-82CB52207B45}"/>
              </a:ext>
            </a:extLst>
          </p:cNvPr>
          <p:cNvSpPr>
            <a:spLocks noChangeShapeType="1"/>
          </p:cNvSpPr>
          <p:nvPr/>
        </p:nvSpPr>
        <p:spPr bwMode="auto">
          <a:xfrm>
            <a:off x="7807325" y="2808288"/>
            <a:ext cx="0" cy="2881312"/>
          </a:xfrm>
          <a:prstGeom prst="line">
            <a:avLst/>
          </a:prstGeom>
          <a:noFill/>
          <a:ln w="9525">
            <a:solidFill>
              <a:srgbClr val="FF0000"/>
            </a:solidFill>
            <a:prstDash val="sysDot"/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32107" name="Line 17">
            <a:extLst>
              <a:ext uri="{FF2B5EF4-FFF2-40B4-BE49-F238E27FC236}">
                <a16:creationId xmlns:a16="http://schemas.microsoft.com/office/drawing/2014/main" id="{9AAFE4A6-63A8-4911-BC3F-B3268B331B99}"/>
              </a:ext>
            </a:extLst>
          </p:cNvPr>
          <p:cNvSpPr>
            <a:spLocks noChangeShapeType="1"/>
          </p:cNvSpPr>
          <p:nvPr/>
        </p:nvSpPr>
        <p:spPr bwMode="auto">
          <a:xfrm>
            <a:off x="6130925" y="3046413"/>
            <a:ext cx="1684338" cy="3905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32108" name="Line 18">
            <a:extLst>
              <a:ext uri="{FF2B5EF4-FFF2-40B4-BE49-F238E27FC236}">
                <a16:creationId xmlns:a16="http://schemas.microsoft.com/office/drawing/2014/main" id="{032AC743-C3DE-491F-B988-2E67E44625C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116638" y="3484563"/>
            <a:ext cx="1673225" cy="403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32109" name="Line 19">
            <a:extLst>
              <a:ext uri="{FF2B5EF4-FFF2-40B4-BE49-F238E27FC236}">
                <a16:creationId xmlns:a16="http://schemas.microsoft.com/office/drawing/2014/main" id="{4AFCCCE9-7F40-4B92-A991-F92A07F0A96B}"/>
              </a:ext>
            </a:extLst>
          </p:cNvPr>
          <p:cNvSpPr>
            <a:spLocks noChangeShapeType="1"/>
          </p:cNvSpPr>
          <p:nvPr/>
        </p:nvSpPr>
        <p:spPr bwMode="auto">
          <a:xfrm>
            <a:off x="6124575" y="3992563"/>
            <a:ext cx="1684338" cy="3905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32110" name="Line 20">
            <a:extLst>
              <a:ext uri="{FF2B5EF4-FFF2-40B4-BE49-F238E27FC236}">
                <a16:creationId xmlns:a16="http://schemas.microsoft.com/office/drawing/2014/main" id="{91C00DC5-5DE9-4897-B525-129F81579CF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140450" y="4475163"/>
            <a:ext cx="1673225" cy="379412"/>
          </a:xfrm>
          <a:prstGeom prst="line">
            <a:avLst/>
          </a:prstGeom>
          <a:noFill/>
          <a:ln w="1270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32111" name="AutoShape 21">
            <a:extLst>
              <a:ext uri="{FF2B5EF4-FFF2-40B4-BE49-F238E27FC236}">
                <a16:creationId xmlns:a16="http://schemas.microsoft.com/office/drawing/2014/main" id="{D52DB732-EDE1-4C2D-940A-322BB2C8187E}"/>
              </a:ext>
            </a:extLst>
          </p:cNvPr>
          <p:cNvSpPr>
            <a:spLocks/>
          </p:cNvSpPr>
          <p:nvPr/>
        </p:nvSpPr>
        <p:spPr bwMode="auto">
          <a:xfrm>
            <a:off x="7886700" y="4391025"/>
            <a:ext cx="74613" cy="182563"/>
          </a:xfrm>
          <a:prstGeom prst="rightBrace">
            <a:avLst>
              <a:gd name="adj1" fmla="val 20390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endParaRPr lang="zh-TW" altLang="zh-TW" sz="2400">
              <a:latin typeface="Arial" panose="020B0604020202020204" pitchFamily="34" charset="0"/>
            </a:endParaRPr>
          </a:p>
        </p:txBody>
      </p:sp>
      <p:sp>
        <p:nvSpPr>
          <p:cNvPr id="132112" name="Line 23">
            <a:extLst>
              <a:ext uri="{FF2B5EF4-FFF2-40B4-BE49-F238E27FC236}">
                <a16:creationId xmlns:a16="http://schemas.microsoft.com/office/drawing/2014/main" id="{12BE1C75-A3A7-452B-A885-862572D521A8}"/>
              </a:ext>
            </a:extLst>
          </p:cNvPr>
          <p:cNvSpPr>
            <a:spLocks noChangeShapeType="1"/>
          </p:cNvSpPr>
          <p:nvPr/>
        </p:nvSpPr>
        <p:spPr bwMode="auto">
          <a:xfrm>
            <a:off x="5726113" y="3021013"/>
            <a:ext cx="390525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32113" name="Text Box 24">
            <a:extLst>
              <a:ext uri="{FF2B5EF4-FFF2-40B4-BE49-F238E27FC236}">
                <a16:creationId xmlns:a16="http://schemas.microsoft.com/office/drawing/2014/main" id="{3D543892-D9C3-4368-AFC2-AB58C60F41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95813" y="2733675"/>
            <a:ext cx="1231900" cy="50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dirty="0">
                <a:solidFill>
                  <a:srgbClr val="CC0000"/>
                </a:solidFill>
                <a:latin typeface="Arial" panose="020B0604020202020204" pitchFamily="34" charset="0"/>
              </a:rPr>
              <a:t>initiate TCP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dirty="0">
                <a:solidFill>
                  <a:srgbClr val="CC0000"/>
                </a:solidFill>
                <a:latin typeface="Arial" panose="020B0604020202020204" pitchFamily="34" charset="0"/>
              </a:rPr>
              <a:t>connection</a:t>
            </a:r>
          </a:p>
        </p:txBody>
      </p:sp>
      <p:sp>
        <p:nvSpPr>
          <p:cNvPr id="132114" name="AutoShape 25">
            <a:extLst>
              <a:ext uri="{FF2B5EF4-FFF2-40B4-BE49-F238E27FC236}">
                <a16:creationId xmlns:a16="http://schemas.microsoft.com/office/drawing/2014/main" id="{40BA7F40-99A4-494F-92B4-3483CF5099BD}"/>
              </a:ext>
            </a:extLst>
          </p:cNvPr>
          <p:cNvSpPr>
            <a:spLocks/>
          </p:cNvSpPr>
          <p:nvPr/>
        </p:nvSpPr>
        <p:spPr bwMode="auto">
          <a:xfrm>
            <a:off x="5861050" y="3071813"/>
            <a:ext cx="128588" cy="803275"/>
          </a:xfrm>
          <a:prstGeom prst="leftBrace">
            <a:avLst>
              <a:gd name="adj1" fmla="val 52057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buClr>
                <a:schemeClr val="accent2"/>
              </a:buClr>
              <a:buSzPct val="85000"/>
              <a:buFont typeface="ZapfDingbats" pitchFamily="82" charset="2"/>
              <a:buNone/>
            </a:pPr>
            <a:endParaRPr lang="zh-TW" altLang="zh-TW" sz="2400">
              <a:latin typeface="Arial" panose="020B0604020202020204" pitchFamily="34" charset="0"/>
            </a:endParaRPr>
          </a:p>
        </p:txBody>
      </p:sp>
      <p:sp>
        <p:nvSpPr>
          <p:cNvPr id="132115" name="Text Box 26">
            <a:extLst>
              <a:ext uri="{FF2B5EF4-FFF2-40B4-BE49-F238E27FC236}">
                <a16:creationId xmlns:a16="http://schemas.microsoft.com/office/drawing/2014/main" id="{95D0EA82-F072-4F6A-99AA-7B9BD6DBCF1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78450" y="3282950"/>
            <a:ext cx="577850" cy="300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RTT</a:t>
            </a:r>
          </a:p>
        </p:txBody>
      </p:sp>
      <p:sp>
        <p:nvSpPr>
          <p:cNvPr id="132116" name="Line 27">
            <a:extLst>
              <a:ext uri="{FF2B5EF4-FFF2-40B4-BE49-F238E27FC236}">
                <a16:creationId xmlns:a16="http://schemas.microsoft.com/office/drawing/2014/main" id="{C48B6C0A-25F7-43CC-BF46-B89075252E83}"/>
              </a:ext>
            </a:extLst>
          </p:cNvPr>
          <p:cNvSpPr>
            <a:spLocks noChangeShapeType="1"/>
          </p:cNvSpPr>
          <p:nvPr/>
        </p:nvSpPr>
        <p:spPr bwMode="auto">
          <a:xfrm>
            <a:off x="5775325" y="3925888"/>
            <a:ext cx="35401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32117" name="Text Box 28">
            <a:extLst>
              <a:ext uri="{FF2B5EF4-FFF2-40B4-BE49-F238E27FC236}">
                <a16:creationId xmlns:a16="http://schemas.microsoft.com/office/drawing/2014/main" id="{68ABCDE6-E00B-448C-B87A-D6A6CF8F6EF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24438" y="3625850"/>
            <a:ext cx="862012" cy="50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dirty="0">
                <a:solidFill>
                  <a:srgbClr val="CC0000"/>
                </a:solidFill>
                <a:latin typeface="Arial" panose="020B0604020202020204" pitchFamily="34" charset="0"/>
              </a:rPr>
              <a:t>request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dirty="0">
                <a:solidFill>
                  <a:srgbClr val="CC0000"/>
                </a:solidFill>
                <a:latin typeface="Arial" panose="020B0604020202020204" pitchFamily="34" charset="0"/>
              </a:rPr>
              <a:t>file</a:t>
            </a:r>
          </a:p>
        </p:txBody>
      </p:sp>
      <p:sp>
        <p:nvSpPr>
          <p:cNvPr id="132118" name="AutoShape 29">
            <a:extLst>
              <a:ext uri="{FF2B5EF4-FFF2-40B4-BE49-F238E27FC236}">
                <a16:creationId xmlns:a16="http://schemas.microsoft.com/office/drawing/2014/main" id="{9C1AE69D-9339-4016-AE29-961FD067F806}"/>
              </a:ext>
            </a:extLst>
          </p:cNvPr>
          <p:cNvSpPr>
            <a:spLocks/>
          </p:cNvSpPr>
          <p:nvPr/>
        </p:nvSpPr>
        <p:spPr bwMode="auto">
          <a:xfrm>
            <a:off x="5867400" y="3981450"/>
            <a:ext cx="128588" cy="803275"/>
          </a:xfrm>
          <a:prstGeom prst="leftBrace">
            <a:avLst>
              <a:gd name="adj1" fmla="val 52057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buClr>
                <a:schemeClr val="accent2"/>
              </a:buClr>
              <a:buSzPct val="85000"/>
              <a:buFont typeface="ZapfDingbats" pitchFamily="82" charset="2"/>
              <a:buNone/>
            </a:pPr>
            <a:endParaRPr lang="zh-TW" altLang="zh-TW" sz="2400">
              <a:latin typeface="Arial" panose="020B0604020202020204" pitchFamily="34" charset="0"/>
            </a:endParaRPr>
          </a:p>
        </p:txBody>
      </p:sp>
      <p:sp>
        <p:nvSpPr>
          <p:cNvPr id="132119" name="Text Box 30">
            <a:extLst>
              <a:ext uri="{FF2B5EF4-FFF2-40B4-BE49-F238E27FC236}">
                <a16:creationId xmlns:a16="http://schemas.microsoft.com/office/drawing/2014/main" id="{30837BD1-E700-4661-8990-F66A59AC5A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97500" y="4205288"/>
            <a:ext cx="577850" cy="300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RTT</a:t>
            </a:r>
          </a:p>
        </p:txBody>
      </p:sp>
      <p:sp>
        <p:nvSpPr>
          <p:cNvPr id="132120" name="Line 35">
            <a:extLst>
              <a:ext uri="{FF2B5EF4-FFF2-40B4-BE49-F238E27FC236}">
                <a16:creationId xmlns:a16="http://schemas.microsoft.com/office/drawing/2014/main" id="{A964CE35-33BE-413E-9D56-4B7AE47BA6D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786438" y="4914900"/>
            <a:ext cx="342900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32121" name="Text Box 36">
            <a:extLst>
              <a:ext uri="{FF2B5EF4-FFF2-40B4-BE49-F238E27FC236}">
                <a16:creationId xmlns:a16="http://schemas.microsoft.com/office/drawing/2014/main" id="{1D37FEB4-9693-455B-A393-BF4911F1045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43513" y="4762500"/>
            <a:ext cx="950912" cy="50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CC0000"/>
                </a:solidFill>
                <a:latin typeface="Arial" panose="020B0604020202020204" pitchFamily="34" charset="0"/>
              </a:rPr>
              <a:t>file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CC0000"/>
                </a:solidFill>
                <a:latin typeface="Arial" panose="020B0604020202020204" pitchFamily="34" charset="0"/>
              </a:rPr>
              <a:t>received</a:t>
            </a:r>
          </a:p>
        </p:txBody>
      </p:sp>
      <p:sp>
        <p:nvSpPr>
          <p:cNvPr id="132122" name="Text Box 37">
            <a:extLst>
              <a:ext uri="{FF2B5EF4-FFF2-40B4-BE49-F238E27FC236}">
                <a16:creationId xmlns:a16="http://schemas.microsoft.com/office/drawing/2014/main" id="{8E2D326C-5A21-4FD5-9EA4-D8882B1EAF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91213" y="5661025"/>
            <a:ext cx="568325" cy="300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time</a:t>
            </a:r>
          </a:p>
        </p:txBody>
      </p:sp>
      <p:sp>
        <p:nvSpPr>
          <p:cNvPr id="132123" name="Text Box 38">
            <a:extLst>
              <a:ext uri="{FF2B5EF4-FFF2-40B4-BE49-F238E27FC236}">
                <a16:creationId xmlns:a16="http://schemas.microsoft.com/office/drawing/2014/main" id="{0C9C10DA-E9D3-40FA-A9BC-3DCDFBE94B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69200" y="5643563"/>
            <a:ext cx="56832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time</a:t>
            </a:r>
          </a:p>
        </p:txBody>
      </p:sp>
      <p:grpSp>
        <p:nvGrpSpPr>
          <p:cNvPr id="132124" name="Group 43">
            <a:extLst>
              <a:ext uri="{FF2B5EF4-FFF2-40B4-BE49-F238E27FC236}">
                <a16:creationId xmlns:a16="http://schemas.microsoft.com/office/drawing/2014/main" id="{6F85A494-F4A0-47B3-B715-4B6BBD4C7AB0}"/>
              </a:ext>
            </a:extLst>
          </p:cNvPr>
          <p:cNvGrpSpPr>
            <a:grpSpLocks/>
          </p:cNvGrpSpPr>
          <p:nvPr/>
        </p:nvGrpSpPr>
        <p:grpSpPr bwMode="auto">
          <a:xfrm>
            <a:off x="7607300" y="2041525"/>
            <a:ext cx="423863" cy="684213"/>
            <a:chOff x="4140" y="429"/>
            <a:chExt cx="1425" cy="2396"/>
          </a:xfrm>
        </p:grpSpPr>
        <p:sp>
          <p:nvSpPr>
            <p:cNvPr id="132128" name="Freeform 44">
              <a:extLst>
                <a:ext uri="{FF2B5EF4-FFF2-40B4-BE49-F238E27FC236}">
                  <a16:creationId xmlns:a16="http://schemas.microsoft.com/office/drawing/2014/main" id="{74040AA2-1FE5-4371-B9AC-A26EBA6FD297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2 w 354"/>
                <a:gd name="T3" fmla="*/ 3 h 2742"/>
                <a:gd name="T4" fmla="*/ 2 w 354"/>
                <a:gd name="T5" fmla="*/ 3 h 2742"/>
                <a:gd name="T6" fmla="*/ 0 w 354"/>
                <a:gd name="T7" fmla="*/ 3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32129" name="Rectangle 45">
              <a:extLst>
                <a:ext uri="{FF2B5EF4-FFF2-40B4-BE49-F238E27FC236}">
                  <a16:creationId xmlns:a16="http://schemas.microsoft.com/office/drawing/2014/main" id="{29A2D6BA-5FB3-4CFD-AE5C-AB5EE85860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4" y="429"/>
              <a:ext cx="1051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32130" name="Freeform 46">
              <a:extLst>
                <a:ext uri="{FF2B5EF4-FFF2-40B4-BE49-F238E27FC236}">
                  <a16:creationId xmlns:a16="http://schemas.microsoft.com/office/drawing/2014/main" id="{D6B3C2BF-B0C7-486D-8041-6DB8B7F6D3E2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2 w 211"/>
                <a:gd name="T3" fmla="*/ 3 h 2537"/>
                <a:gd name="T4" fmla="*/ 2 w 211"/>
                <a:gd name="T5" fmla="*/ 3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32131" name="Freeform 47">
              <a:extLst>
                <a:ext uri="{FF2B5EF4-FFF2-40B4-BE49-F238E27FC236}">
                  <a16:creationId xmlns:a16="http://schemas.microsoft.com/office/drawing/2014/main" id="{A270EADA-1980-444D-850F-C527B03DD90A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3 h 226"/>
                <a:gd name="T4" fmla="*/ 2 w 328"/>
                <a:gd name="T5" fmla="*/ 3 h 226"/>
                <a:gd name="T6" fmla="*/ 0 w 328"/>
                <a:gd name="T7" fmla="*/ 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32132" name="Rectangle 48">
              <a:extLst>
                <a:ext uri="{FF2B5EF4-FFF2-40B4-BE49-F238E27FC236}">
                  <a16:creationId xmlns:a16="http://schemas.microsoft.com/office/drawing/2014/main" id="{1A51E80F-B6BE-4C42-9E56-1DF298433A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9" y="690"/>
              <a:ext cx="598" cy="5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132133" name="Group 49">
              <a:extLst>
                <a:ext uri="{FF2B5EF4-FFF2-40B4-BE49-F238E27FC236}">
                  <a16:creationId xmlns:a16="http://schemas.microsoft.com/office/drawing/2014/main" id="{7AE7E949-F17D-44C2-9388-615588E5A6C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32158" name="AutoShape 50">
                <a:extLst>
                  <a:ext uri="{FF2B5EF4-FFF2-40B4-BE49-F238E27FC236}">
                    <a16:creationId xmlns:a16="http://schemas.microsoft.com/office/drawing/2014/main" id="{15A69002-A046-44A7-B637-E68476A2E2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8"/>
                <a:ext cx="726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32159" name="AutoShape 51">
                <a:extLst>
                  <a:ext uri="{FF2B5EF4-FFF2-40B4-BE49-F238E27FC236}">
                    <a16:creationId xmlns:a16="http://schemas.microsoft.com/office/drawing/2014/main" id="{23306A9A-C1BF-42E9-A318-57A7051184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7" y="2584"/>
                <a:ext cx="693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32134" name="Rectangle 52">
              <a:extLst>
                <a:ext uri="{FF2B5EF4-FFF2-40B4-BE49-F238E27FC236}">
                  <a16:creationId xmlns:a16="http://schemas.microsoft.com/office/drawing/2014/main" id="{BE659CF0-DBC6-49A6-92D4-F2448294B1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5" y="1018"/>
              <a:ext cx="592" cy="5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132135" name="Group 53">
              <a:extLst>
                <a:ext uri="{FF2B5EF4-FFF2-40B4-BE49-F238E27FC236}">
                  <a16:creationId xmlns:a16="http://schemas.microsoft.com/office/drawing/2014/main" id="{13388565-E5B4-4AEB-A317-3D2911CB579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32156" name="AutoShape 54">
                <a:extLst>
                  <a:ext uri="{FF2B5EF4-FFF2-40B4-BE49-F238E27FC236}">
                    <a16:creationId xmlns:a16="http://schemas.microsoft.com/office/drawing/2014/main" id="{111278F7-70E1-4894-B854-41A8E234E6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70"/>
                <a:ext cx="726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32157" name="AutoShape 55">
                <a:extLst>
                  <a:ext uri="{FF2B5EF4-FFF2-40B4-BE49-F238E27FC236}">
                    <a16:creationId xmlns:a16="http://schemas.microsoft.com/office/drawing/2014/main" id="{500C6C54-A016-476C-859B-D40455AE187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7"/>
                <a:ext cx="693" cy="10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32136" name="Rectangle 56">
              <a:extLst>
                <a:ext uri="{FF2B5EF4-FFF2-40B4-BE49-F238E27FC236}">
                  <a16:creationId xmlns:a16="http://schemas.microsoft.com/office/drawing/2014/main" id="{5AA0CA0E-6BF8-43A5-AEDE-6046FA06F3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5" y="1357"/>
              <a:ext cx="598" cy="44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32137" name="Rectangle 57">
              <a:extLst>
                <a:ext uri="{FF2B5EF4-FFF2-40B4-BE49-F238E27FC236}">
                  <a16:creationId xmlns:a16="http://schemas.microsoft.com/office/drawing/2014/main" id="{AB943BC6-3052-4A37-A1B2-D5398F22E46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5" y="1658"/>
              <a:ext cx="598" cy="44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132138" name="Group 58">
              <a:extLst>
                <a:ext uri="{FF2B5EF4-FFF2-40B4-BE49-F238E27FC236}">
                  <a16:creationId xmlns:a16="http://schemas.microsoft.com/office/drawing/2014/main" id="{4BD00FF4-5E87-4692-BB62-C9E92E03D93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32154" name="AutoShape 59">
                <a:extLst>
                  <a:ext uri="{FF2B5EF4-FFF2-40B4-BE49-F238E27FC236}">
                    <a16:creationId xmlns:a16="http://schemas.microsoft.com/office/drawing/2014/main" id="{3B45A0AC-13C5-4297-8236-22C440F967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81"/>
                <a:ext cx="731" cy="12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32155" name="AutoShape 60">
                <a:extLst>
                  <a:ext uri="{FF2B5EF4-FFF2-40B4-BE49-F238E27FC236}">
                    <a16:creationId xmlns:a16="http://schemas.microsoft.com/office/drawing/2014/main" id="{259B0BF1-B33E-4FBF-B4B7-C381C88499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4" y="2586"/>
                <a:ext cx="698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32139" name="Freeform 61">
              <a:extLst>
                <a:ext uri="{FF2B5EF4-FFF2-40B4-BE49-F238E27FC236}">
                  <a16:creationId xmlns:a16="http://schemas.microsoft.com/office/drawing/2014/main" id="{896E99D9-8652-4443-A240-874AA026991E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2 h 226"/>
                <a:gd name="T4" fmla="*/ 2 w 328"/>
                <a:gd name="T5" fmla="*/ 2 h 226"/>
                <a:gd name="T6" fmla="*/ 0 w 328"/>
                <a:gd name="T7" fmla="*/ 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132140" name="Group 62">
              <a:extLst>
                <a:ext uri="{FF2B5EF4-FFF2-40B4-BE49-F238E27FC236}">
                  <a16:creationId xmlns:a16="http://schemas.microsoft.com/office/drawing/2014/main" id="{6FCF9D35-3BE5-4F51-95C2-BF0F70AFB00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32152" name="AutoShape 63">
                <a:extLst>
                  <a:ext uri="{FF2B5EF4-FFF2-40B4-BE49-F238E27FC236}">
                    <a16:creationId xmlns:a16="http://schemas.microsoft.com/office/drawing/2014/main" id="{41C3C6A2-FEF6-40DF-AE86-11BD983047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76"/>
                <a:ext cx="725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32153" name="AutoShape 64">
                <a:extLst>
                  <a:ext uri="{FF2B5EF4-FFF2-40B4-BE49-F238E27FC236}">
                    <a16:creationId xmlns:a16="http://schemas.microsoft.com/office/drawing/2014/main" id="{A51BA4E6-B97B-4592-BB27-D5245AAD1B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7"/>
                <a:ext cx="691" cy="106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32141" name="Rectangle 65">
              <a:extLst>
                <a:ext uri="{FF2B5EF4-FFF2-40B4-BE49-F238E27FC236}">
                  <a16:creationId xmlns:a16="http://schemas.microsoft.com/office/drawing/2014/main" id="{18CE1106-018F-45BC-8EB6-78E2E44551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0" y="429"/>
              <a:ext cx="69" cy="2290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32142" name="Freeform 66">
              <a:extLst>
                <a:ext uri="{FF2B5EF4-FFF2-40B4-BE49-F238E27FC236}">
                  <a16:creationId xmlns:a16="http://schemas.microsoft.com/office/drawing/2014/main" id="{5F5B0BE9-BD46-4E25-8DD4-2FA73A9211B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 w 296"/>
                <a:gd name="T3" fmla="*/ 2 h 256"/>
                <a:gd name="T4" fmla="*/ 2 w 296"/>
                <a:gd name="T5" fmla="*/ 2 h 256"/>
                <a:gd name="T6" fmla="*/ 0 w 296"/>
                <a:gd name="T7" fmla="*/ 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32143" name="Freeform 67">
              <a:extLst>
                <a:ext uri="{FF2B5EF4-FFF2-40B4-BE49-F238E27FC236}">
                  <a16:creationId xmlns:a16="http://schemas.microsoft.com/office/drawing/2014/main" id="{2DF571DE-2325-4502-8E0A-F468D33F97D2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 w 304"/>
                <a:gd name="T3" fmla="*/ 2 h 288"/>
                <a:gd name="T4" fmla="*/ 2 w 304"/>
                <a:gd name="T5" fmla="*/ 2 h 288"/>
                <a:gd name="T6" fmla="*/ 2 w 304"/>
                <a:gd name="T7" fmla="*/ 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32144" name="Oval 68">
              <a:extLst>
                <a:ext uri="{FF2B5EF4-FFF2-40B4-BE49-F238E27FC236}">
                  <a16:creationId xmlns:a16="http://schemas.microsoft.com/office/drawing/2014/main" id="{E015765F-AF11-4507-9B69-D1A7AC526D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7" y="2614"/>
              <a:ext cx="48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32145" name="Freeform 69">
              <a:extLst>
                <a:ext uri="{FF2B5EF4-FFF2-40B4-BE49-F238E27FC236}">
                  <a16:creationId xmlns:a16="http://schemas.microsoft.com/office/drawing/2014/main" id="{FC2BC893-CAD7-4787-88EE-4810D91C36A3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 h 240"/>
                <a:gd name="T2" fmla="*/ 2 w 306"/>
                <a:gd name="T3" fmla="*/ 3 h 240"/>
                <a:gd name="T4" fmla="*/ 2 w 306"/>
                <a:gd name="T5" fmla="*/ 3 h 240"/>
                <a:gd name="T6" fmla="*/ 2 w 306"/>
                <a:gd name="T7" fmla="*/ 0 h 240"/>
                <a:gd name="T8" fmla="*/ 0 w 306"/>
                <a:gd name="T9" fmla="*/ 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32146" name="AutoShape 70">
              <a:extLst>
                <a:ext uri="{FF2B5EF4-FFF2-40B4-BE49-F238E27FC236}">
                  <a16:creationId xmlns:a16="http://schemas.microsoft.com/office/drawing/2014/main" id="{26842B4C-CA73-4959-A2D7-4AF192D2B7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80"/>
              <a:ext cx="1201" cy="145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32147" name="AutoShape 71">
              <a:extLst>
                <a:ext uri="{FF2B5EF4-FFF2-40B4-BE49-F238E27FC236}">
                  <a16:creationId xmlns:a16="http://schemas.microsoft.com/office/drawing/2014/main" id="{0F690835-500A-421C-AE08-6339FD13907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4" y="2708"/>
              <a:ext cx="1073" cy="83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32148" name="Oval 72">
              <a:extLst>
                <a:ext uri="{FF2B5EF4-FFF2-40B4-BE49-F238E27FC236}">
                  <a16:creationId xmlns:a16="http://schemas.microsoft.com/office/drawing/2014/main" id="{0D1F5152-1B53-4A86-9164-EE2F6093C8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5" y="2380"/>
              <a:ext cx="160" cy="145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32149" name="Oval 73">
              <a:extLst>
                <a:ext uri="{FF2B5EF4-FFF2-40B4-BE49-F238E27FC236}">
                  <a16:creationId xmlns:a16="http://schemas.microsoft.com/office/drawing/2014/main" id="{9013B701-8674-4088-AAD6-607422959D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7" y="2386"/>
              <a:ext cx="160" cy="139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2150" name="Oval 74">
              <a:extLst>
                <a:ext uri="{FF2B5EF4-FFF2-40B4-BE49-F238E27FC236}">
                  <a16:creationId xmlns:a16="http://schemas.microsoft.com/office/drawing/2014/main" id="{DCF3761C-24FC-49DA-A57C-D78A9B94A9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3" y="2380"/>
              <a:ext cx="155" cy="139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32151" name="Rectangle 75">
              <a:extLst>
                <a:ext uri="{FF2B5EF4-FFF2-40B4-BE49-F238E27FC236}">
                  <a16:creationId xmlns:a16="http://schemas.microsoft.com/office/drawing/2014/main" id="{7DF36797-F2DE-4F67-A9AE-041EA77556C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3" y="1835"/>
              <a:ext cx="85" cy="762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</p:grpSp>
      <p:grpSp>
        <p:nvGrpSpPr>
          <p:cNvPr id="132125" name="Group 76">
            <a:extLst>
              <a:ext uri="{FF2B5EF4-FFF2-40B4-BE49-F238E27FC236}">
                <a16:creationId xmlns:a16="http://schemas.microsoft.com/office/drawing/2014/main" id="{3D106FCA-4397-4C76-AF5A-867C68B61034}"/>
              </a:ext>
            </a:extLst>
          </p:cNvPr>
          <p:cNvGrpSpPr>
            <a:grpSpLocks/>
          </p:cNvGrpSpPr>
          <p:nvPr/>
        </p:nvGrpSpPr>
        <p:grpSpPr bwMode="auto">
          <a:xfrm>
            <a:off x="5605463" y="2063750"/>
            <a:ext cx="698500" cy="709613"/>
            <a:chOff x="-44" y="1473"/>
            <a:chExt cx="981" cy="1105"/>
          </a:xfrm>
        </p:grpSpPr>
        <p:pic>
          <p:nvPicPr>
            <p:cNvPr id="132126" name="Picture 77" descr="desktop_computer_stylized_medium">
              <a:extLst>
                <a:ext uri="{FF2B5EF4-FFF2-40B4-BE49-F238E27FC236}">
                  <a16:creationId xmlns:a16="http://schemas.microsoft.com/office/drawing/2014/main" id="{B7EEBBB9-8955-4DD5-A2C5-DD9C92F161B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32127" name="Freeform 78">
              <a:extLst>
                <a:ext uri="{FF2B5EF4-FFF2-40B4-BE49-F238E27FC236}">
                  <a16:creationId xmlns:a16="http://schemas.microsoft.com/office/drawing/2014/main" id="{EAE2AA69-CE5A-4F20-BACC-BDC33C6864DE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5089652 w 356"/>
                <a:gd name="T3" fmla="*/ 1851256 h 368"/>
                <a:gd name="T4" fmla="*/ 17900690 w 356"/>
                <a:gd name="T5" fmla="*/ 38567519 h 368"/>
                <a:gd name="T6" fmla="*/ 3945041 w 356"/>
                <a:gd name="T7" fmla="*/ 48232874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1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1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2107" grpId="0" animBg="1"/>
      <p:bldP spid="132108" grpId="0" animBg="1"/>
      <p:bldP spid="132109" grpId="0" animBg="1"/>
      <p:bldP spid="132110" grpId="0" animBg="1"/>
      <p:bldP spid="132113" grpId="0"/>
      <p:bldP spid="1321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Rectangle 7">
            <a:extLst>
              <a:ext uri="{FF2B5EF4-FFF2-40B4-BE49-F238E27FC236}">
                <a16:creationId xmlns:a16="http://schemas.microsoft.com/office/drawing/2014/main" id="{B56A57F8-1B8A-4748-A2C3-45E1D26A3D7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134147" name="Rectangle 8">
            <a:extLst>
              <a:ext uri="{FF2B5EF4-FFF2-40B4-BE49-F238E27FC236}">
                <a16:creationId xmlns:a16="http://schemas.microsoft.com/office/drawing/2014/main" id="{6DBBE4A3-DE9D-4D58-9794-03737004AF9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2-</a:t>
            </a:r>
            <a:fld id="{F65BAD01-DE9F-4735-B908-C9F3FA5EA3E4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22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134148" name="Rectangle 7">
            <a:extLst>
              <a:ext uri="{FF2B5EF4-FFF2-40B4-BE49-F238E27FC236}">
                <a16:creationId xmlns:a16="http://schemas.microsoft.com/office/drawing/2014/main" id="{0854F904-0F71-44E5-BE2B-727D9FC520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85988" y="3400425"/>
            <a:ext cx="3838575" cy="2711450"/>
          </a:xfrm>
          <a:prstGeom prst="rect">
            <a:avLst/>
          </a:prstGeom>
          <a:solidFill>
            <a:srgbClr val="FFFFFF"/>
          </a:solidFill>
          <a:ln w="19050">
            <a:solidFill>
              <a:srgbClr val="CC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endParaRPr lang="zh-TW" altLang="zh-TW" sz="2400">
              <a:latin typeface="Comic Sans MS" panose="030F0702030302020204" pitchFamily="66" charset="0"/>
            </a:endParaRPr>
          </a:p>
        </p:txBody>
      </p:sp>
      <p:sp>
        <p:nvSpPr>
          <p:cNvPr id="134149" name="Rectangle 9">
            <a:extLst>
              <a:ext uri="{FF2B5EF4-FFF2-40B4-BE49-F238E27FC236}">
                <a16:creationId xmlns:a16="http://schemas.microsoft.com/office/drawing/2014/main" id="{69965452-A570-468F-9668-109DE3A17E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72063" y="3238500"/>
            <a:ext cx="828675" cy="295275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endParaRPr lang="zh-TW" altLang="zh-TW" sz="2400">
              <a:latin typeface="Comic Sans MS" panose="030F0702030302020204" pitchFamily="66" charset="0"/>
            </a:endParaRPr>
          </a:p>
        </p:txBody>
      </p:sp>
      <p:sp>
        <p:nvSpPr>
          <p:cNvPr id="134150" name="Rectangle 2">
            <a:extLst>
              <a:ext uri="{FF2B5EF4-FFF2-40B4-BE49-F238E27FC236}">
                <a16:creationId xmlns:a16="http://schemas.microsoft.com/office/drawing/2014/main" id="{27ED885A-AB78-433C-B783-021224CB270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23863" y="347663"/>
            <a:ext cx="7772400" cy="795337"/>
          </a:xfrm>
        </p:spPr>
        <p:txBody>
          <a:bodyPr/>
          <a:lstStyle/>
          <a:p>
            <a:r>
              <a:rPr lang="en-US" altLang="zh-TW">
                <a:ea typeface="ＭＳ Ｐゴシック" panose="020B0600070205080204" pitchFamily="34" charset="-128"/>
              </a:rPr>
              <a:t>HTTP overview (continued)</a:t>
            </a:r>
          </a:p>
        </p:txBody>
      </p:sp>
      <p:sp>
        <p:nvSpPr>
          <p:cNvPr id="134151" name="Rectangle 4">
            <a:extLst>
              <a:ext uri="{FF2B5EF4-FFF2-40B4-BE49-F238E27FC236}">
                <a16:creationId xmlns:a16="http://schemas.microsoft.com/office/drawing/2014/main" id="{5CF56C19-0CE1-4D7D-AFE1-3FF1DF640768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2433638" y="1566863"/>
            <a:ext cx="3200400" cy="1447800"/>
          </a:xfrm>
        </p:spPr>
        <p:txBody>
          <a:bodyPr/>
          <a:lstStyle/>
          <a:p>
            <a:pPr>
              <a:lnSpc>
                <a:spcPct val="75000"/>
              </a:lnSpc>
              <a:buFont typeface="Wingdings" panose="05000000000000000000" pitchFamily="2" charset="2"/>
              <a:buNone/>
            </a:pPr>
            <a:r>
              <a:rPr lang="en-US" altLang="zh-TW" i="1" dirty="0">
                <a:ea typeface="ＭＳ Ｐゴシック" panose="020B0600070205080204" pitchFamily="34" charset="-128"/>
              </a:rPr>
              <a:t>HTTP is </a:t>
            </a:r>
            <a:r>
              <a:rPr lang="ja-JP" altLang="en-US" i="1" dirty="0">
                <a:ea typeface="ＭＳ Ｐゴシック" panose="020B0600070205080204" pitchFamily="34" charset="-128"/>
              </a:rPr>
              <a:t>“</a:t>
            </a:r>
            <a:r>
              <a:rPr lang="en-US" altLang="ja-JP" i="1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stateless</a:t>
            </a:r>
            <a:r>
              <a:rPr lang="ja-JP" altLang="en-US" i="1" dirty="0">
                <a:ea typeface="ＭＳ Ｐゴシック" panose="020B0600070205080204" pitchFamily="34" charset="-128"/>
              </a:rPr>
              <a:t>”</a:t>
            </a:r>
            <a:endParaRPr lang="en-US" altLang="ja-JP" i="1" dirty="0">
              <a:ea typeface="ＭＳ Ｐゴシック" panose="020B0600070205080204" pitchFamily="34" charset="-128"/>
            </a:endParaRPr>
          </a:p>
          <a:p>
            <a:pPr>
              <a:lnSpc>
                <a:spcPct val="75000"/>
              </a:lnSpc>
            </a:pPr>
            <a:r>
              <a:rPr lang="en-US" altLang="zh-TW" sz="2400" dirty="0">
                <a:ea typeface="ＭＳ Ｐゴシック" panose="020B0600070205080204" pitchFamily="34" charset="-128"/>
              </a:rPr>
              <a:t>server maintains no </a:t>
            </a:r>
            <a:r>
              <a:rPr lang="en-US" altLang="zh-TW" sz="24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information about past client requests</a:t>
            </a:r>
          </a:p>
        </p:txBody>
      </p:sp>
      <p:sp>
        <p:nvSpPr>
          <p:cNvPr id="134152" name="Rectangle 6">
            <a:extLst>
              <a:ext uri="{FF2B5EF4-FFF2-40B4-BE49-F238E27FC236}">
                <a16:creationId xmlns:a16="http://schemas.microsoft.com/office/drawing/2014/main" id="{24B3F32C-A9A2-4764-8E4E-0D0437CFE1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24100" y="3463925"/>
            <a:ext cx="3752850" cy="284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zh-TW" sz="2400" dirty="0">
                <a:solidFill>
                  <a:srgbClr val="000099"/>
                </a:solidFill>
              </a:rPr>
              <a:t>protocols that maintain </a:t>
            </a:r>
            <a:r>
              <a:rPr lang="ja-JP" altLang="en-US" sz="2400" dirty="0">
                <a:solidFill>
                  <a:srgbClr val="000099"/>
                </a:solidFill>
              </a:rPr>
              <a:t>“</a:t>
            </a:r>
            <a:r>
              <a:rPr lang="en-US" altLang="ja-JP" sz="2400" dirty="0">
                <a:solidFill>
                  <a:srgbClr val="000099"/>
                </a:solidFill>
              </a:rPr>
              <a:t>state</a:t>
            </a:r>
            <a:r>
              <a:rPr lang="ja-JP" altLang="en-US" sz="2400" dirty="0">
                <a:solidFill>
                  <a:srgbClr val="000099"/>
                </a:solidFill>
              </a:rPr>
              <a:t>”</a:t>
            </a:r>
            <a:r>
              <a:rPr lang="en-US" altLang="ja-JP" sz="2400" dirty="0">
                <a:solidFill>
                  <a:srgbClr val="000099"/>
                </a:solidFill>
              </a:rPr>
              <a:t> are complex!</a:t>
            </a:r>
          </a:p>
          <a:p>
            <a:pPr>
              <a:lnSpc>
                <a:spcPct val="90000"/>
              </a:lnSpc>
              <a:buSzPct val="75000"/>
            </a:pPr>
            <a:r>
              <a:rPr lang="en-US" altLang="zh-TW" sz="2000" dirty="0"/>
              <a:t>past </a:t>
            </a:r>
            <a:r>
              <a:rPr lang="en-US" altLang="zh-TW" sz="2000" dirty="0">
                <a:solidFill>
                  <a:srgbClr val="FF0000"/>
                </a:solidFill>
              </a:rPr>
              <a:t>history (state) </a:t>
            </a:r>
            <a:r>
              <a:rPr lang="en-US" altLang="zh-TW" sz="2000" dirty="0"/>
              <a:t>must be maintained</a:t>
            </a:r>
          </a:p>
          <a:p>
            <a:pPr>
              <a:lnSpc>
                <a:spcPct val="90000"/>
              </a:lnSpc>
              <a:buSzPct val="75000"/>
            </a:pPr>
            <a:r>
              <a:rPr lang="en-US" altLang="zh-TW" sz="2000" dirty="0"/>
              <a:t>if server/client crashes, their views of </a:t>
            </a:r>
            <a:r>
              <a:rPr lang="ja-JP" altLang="en-US" sz="2000" dirty="0"/>
              <a:t>“</a:t>
            </a:r>
            <a:r>
              <a:rPr lang="en-US" altLang="ja-JP" sz="2000" dirty="0"/>
              <a:t>state</a:t>
            </a:r>
            <a:r>
              <a:rPr lang="ja-JP" altLang="en-US" sz="2000" dirty="0"/>
              <a:t>”</a:t>
            </a:r>
            <a:r>
              <a:rPr lang="en-US" altLang="ja-JP" sz="2000" dirty="0"/>
              <a:t> may be inconsistent, must be reconciled</a:t>
            </a:r>
          </a:p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Char char="r"/>
            </a:pPr>
            <a:endParaRPr lang="en-US" altLang="zh-TW" sz="2000" dirty="0"/>
          </a:p>
        </p:txBody>
      </p:sp>
      <p:sp>
        <p:nvSpPr>
          <p:cNvPr id="134153" name="Text Box 8">
            <a:extLst>
              <a:ext uri="{FF2B5EF4-FFF2-40B4-BE49-F238E27FC236}">
                <a16:creationId xmlns:a16="http://schemas.microsoft.com/office/drawing/2014/main" id="{A756DB65-52EB-4B93-9645-EC3926524E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81588" y="3160713"/>
            <a:ext cx="7683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 i="1">
                <a:solidFill>
                  <a:srgbClr val="CC0000"/>
                </a:solidFill>
              </a:rPr>
              <a:t>aside</a:t>
            </a:r>
          </a:p>
        </p:txBody>
      </p:sp>
      <p:pic>
        <p:nvPicPr>
          <p:cNvPr id="134154" name="Picture 15" descr="underline_base">
            <a:extLst>
              <a:ext uri="{FF2B5EF4-FFF2-40B4-BE49-F238E27FC236}">
                <a16:creationId xmlns:a16="http://schemas.microsoft.com/office/drawing/2014/main" id="{05540230-A0D4-4828-847C-B2D7D004D2FC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0375" y="1020763"/>
            <a:ext cx="6399213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15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1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15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194" name="Rectangle 7">
            <a:extLst>
              <a:ext uri="{FF2B5EF4-FFF2-40B4-BE49-F238E27FC236}">
                <a16:creationId xmlns:a16="http://schemas.microsoft.com/office/drawing/2014/main" id="{FF8F8204-100D-4981-B5FE-160A03734B3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136195" name="Rectangle 8">
            <a:extLst>
              <a:ext uri="{FF2B5EF4-FFF2-40B4-BE49-F238E27FC236}">
                <a16:creationId xmlns:a16="http://schemas.microsoft.com/office/drawing/2014/main" id="{FA4D999F-4593-474E-8ACC-CD0E8B7DAB3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2-</a:t>
            </a:r>
            <a:fld id="{F7A3CED6-2C31-41C4-84EE-137ED4C7001B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23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136196" name="Rectangle 2">
            <a:extLst>
              <a:ext uri="{FF2B5EF4-FFF2-40B4-BE49-F238E27FC236}">
                <a16:creationId xmlns:a16="http://schemas.microsoft.com/office/drawing/2014/main" id="{DCB8D248-2FEB-4DA0-B032-A2164353B50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>
                <a:ea typeface="ＭＳ Ｐゴシック" panose="020B0600070205080204" pitchFamily="34" charset="-128"/>
              </a:rPr>
              <a:t>HTTP connections</a:t>
            </a:r>
          </a:p>
        </p:txBody>
      </p:sp>
      <p:sp>
        <p:nvSpPr>
          <p:cNvPr id="136197" name="Rectangle 3">
            <a:extLst>
              <a:ext uri="{FF2B5EF4-FFF2-40B4-BE49-F238E27FC236}">
                <a16:creationId xmlns:a16="http://schemas.microsoft.com/office/drawing/2014/main" id="{1603E301-C124-4976-BBEC-AA9E4D97A3DF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33400" y="2676525"/>
            <a:ext cx="3810000" cy="4648200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non-persistent HTTP</a:t>
            </a:r>
          </a:p>
          <a:p>
            <a:r>
              <a:rPr lang="en-US" altLang="zh-TW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at most one object </a:t>
            </a:r>
            <a:r>
              <a:rPr lang="en-US" altLang="zh-TW" dirty="0">
                <a:ea typeface="ＭＳ Ｐゴシック" panose="020B0600070205080204" pitchFamily="34" charset="-128"/>
              </a:rPr>
              <a:t>sent over single TCP connection</a:t>
            </a:r>
          </a:p>
          <a:p>
            <a:pPr lvl="1"/>
            <a:r>
              <a:rPr lang="en-US" altLang="zh-TW" sz="2800" dirty="0">
                <a:ea typeface="ＭＳ Ｐゴシック" panose="020B0600070205080204" pitchFamily="34" charset="-128"/>
              </a:rPr>
              <a:t>connection then closed</a:t>
            </a:r>
          </a:p>
          <a:p>
            <a:r>
              <a:rPr lang="en-US" altLang="zh-TW" dirty="0">
                <a:ea typeface="ＭＳ Ｐゴシック" panose="020B0600070205080204" pitchFamily="34" charset="-128"/>
              </a:rPr>
              <a:t>=&gt; downloading multiple objects required multiple connections</a:t>
            </a:r>
          </a:p>
          <a:p>
            <a:pPr>
              <a:buFont typeface="Wingdings" panose="05000000000000000000" pitchFamily="2" charset="2"/>
              <a:buNone/>
            </a:pPr>
            <a:endParaRPr lang="en-US" altLang="zh-TW" sz="2400" dirty="0">
              <a:ea typeface="ＭＳ Ｐゴシック" panose="020B0600070205080204" pitchFamily="34" charset="-128"/>
            </a:endParaRPr>
          </a:p>
        </p:txBody>
      </p:sp>
      <p:sp>
        <p:nvSpPr>
          <p:cNvPr id="136198" name="Rectangle 4">
            <a:extLst>
              <a:ext uri="{FF2B5EF4-FFF2-40B4-BE49-F238E27FC236}">
                <a16:creationId xmlns:a16="http://schemas.microsoft.com/office/drawing/2014/main" id="{85E66888-1E10-4996-8DE6-9C459F065AE6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4495800" y="2717800"/>
            <a:ext cx="3810000" cy="4648200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persistent HTTP</a:t>
            </a:r>
          </a:p>
          <a:p>
            <a:r>
              <a:rPr lang="en-US" altLang="zh-TW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multiple objects </a:t>
            </a:r>
            <a:r>
              <a:rPr lang="en-US" altLang="zh-TW" dirty="0">
                <a:ea typeface="ＭＳ Ｐゴシック" panose="020B0600070205080204" pitchFamily="34" charset="-128"/>
              </a:rPr>
              <a:t>can be sent over single TCP connection between client, server</a:t>
            </a:r>
          </a:p>
          <a:p>
            <a:pPr>
              <a:buFont typeface="Wingdings" panose="05000000000000000000" pitchFamily="2" charset="2"/>
              <a:buNone/>
            </a:pPr>
            <a:endParaRPr lang="en-US" altLang="zh-TW" sz="2400" dirty="0">
              <a:ea typeface="ＭＳ Ｐゴシック" panose="020B0600070205080204" pitchFamily="34" charset="-128"/>
            </a:endParaRPr>
          </a:p>
        </p:txBody>
      </p:sp>
      <p:pic>
        <p:nvPicPr>
          <p:cNvPr id="136199" name="Picture 10" descr="underline_base">
            <a:extLst>
              <a:ext uri="{FF2B5EF4-FFF2-40B4-BE49-F238E27FC236}">
                <a16:creationId xmlns:a16="http://schemas.microsoft.com/office/drawing/2014/main" id="{5BA4CE23-4B19-42F5-8FF8-79307CA5FAB0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675" y="1031875"/>
            <a:ext cx="45704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Rectangle 4">
            <a:extLst>
              <a:ext uri="{FF2B5EF4-FFF2-40B4-BE49-F238E27FC236}">
                <a16:creationId xmlns:a16="http://schemas.microsoft.com/office/drawing/2014/main" id="{5F7A93F8-7456-49F6-8A3A-7FEFD6DD6AE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375" y="1454150"/>
            <a:ext cx="8251825" cy="949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itchFamily="2" charset="2"/>
              <a:buNone/>
              <a:defRPr/>
            </a:pPr>
            <a:r>
              <a:rPr lang="en-US" altLang="zh-TW" sz="2800" i="1" kern="0" dirty="0">
                <a:solidFill>
                  <a:srgbClr val="0070C0"/>
                </a:solidFill>
                <a:latin typeface="Gill Sans MT" pitchFamily="34" charset="0"/>
                <a:cs typeface="ＭＳ Ｐゴシック" charset="0"/>
              </a:rPr>
              <a:t>Question: </a:t>
            </a:r>
            <a:r>
              <a:rPr lang="en-US" altLang="zh-TW" sz="2800" kern="0" dirty="0">
                <a:latin typeface="Gill Sans MT" pitchFamily="34" charset="0"/>
                <a:cs typeface="ＭＳ Ｐゴシック" charset="0"/>
              </a:rPr>
              <a:t>should each request/response pair be sent over a </a:t>
            </a:r>
            <a:r>
              <a:rPr lang="en-US" altLang="zh-TW" sz="2800" kern="0" dirty="0">
                <a:solidFill>
                  <a:srgbClr val="FF0000"/>
                </a:solidFill>
                <a:latin typeface="Gill Sans MT" pitchFamily="34" charset="0"/>
                <a:cs typeface="ＭＳ Ｐゴシック" charset="0"/>
              </a:rPr>
              <a:t>separate</a:t>
            </a:r>
            <a:r>
              <a:rPr lang="en-US" altLang="zh-TW" sz="2800" kern="0" dirty="0">
                <a:latin typeface="Gill Sans MT" pitchFamily="34" charset="0"/>
                <a:cs typeface="ＭＳ Ｐゴシック" charset="0"/>
              </a:rPr>
              <a:t> or the </a:t>
            </a:r>
            <a:r>
              <a:rPr lang="en-US" altLang="zh-TW" sz="2800" kern="0" dirty="0">
                <a:solidFill>
                  <a:srgbClr val="FF0000"/>
                </a:solidFill>
                <a:latin typeface="Gill Sans MT" pitchFamily="34" charset="0"/>
                <a:cs typeface="ＭＳ Ｐゴシック" charset="0"/>
              </a:rPr>
              <a:t>same</a:t>
            </a:r>
            <a:r>
              <a:rPr lang="en-US" altLang="zh-TW" sz="2800" kern="0" dirty="0">
                <a:latin typeface="Gill Sans MT" pitchFamily="34" charset="0"/>
                <a:cs typeface="ＭＳ Ｐゴシック" charset="0"/>
              </a:rPr>
              <a:t> </a:t>
            </a:r>
            <a:r>
              <a:rPr lang="en-US" altLang="zh-TW" sz="2800" kern="0" dirty="0">
                <a:solidFill>
                  <a:srgbClr val="FF0000"/>
                </a:solidFill>
                <a:latin typeface="Gill Sans MT" pitchFamily="34" charset="0"/>
                <a:cs typeface="ＭＳ Ｐゴシック" charset="0"/>
              </a:rPr>
              <a:t>TCP connection</a:t>
            </a:r>
            <a:r>
              <a:rPr lang="en-US" altLang="zh-TW" sz="2800" kern="0" dirty="0">
                <a:latin typeface="Gill Sans MT" pitchFamily="34" charset="0"/>
                <a:cs typeface="ＭＳ Ｐゴシック" charset="0"/>
              </a:rPr>
              <a:t>?</a:t>
            </a:r>
            <a:endParaRPr lang="en-US" altLang="zh-TW" sz="2400" kern="0" dirty="0">
              <a:latin typeface="Gill Sans MT" pitchFamily="34" charset="0"/>
              <a:cs typeface="ＭＳ Ｐゴシック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19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19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19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19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1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19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242" name="Rectangle 7">
            <a:extLst>
              <a:ext uri="{FF2B5EF4-FFF2-40B4-BE49-F238E27FC236}">
                <a16:creationId xmlns:a16="http://schemas.microsoft.com/office/drawing/2014/main" id="{6BBA51AD-223E-41FF-A639-1B7A191F90E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138243" name="Rectangle 8">
            <a:extLst>
              <a:ext uri="{FF2B5EF4-FFF2-40B4-BE49-F238E27FC236}">
                <a16:creationId xmlns:a16="http://schemas.microsoft.com/office/drawing/2014/main" id="{CC33D243-35BD-4D7F-A235-FAC780F8B60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2-</a:t>
            </a:r>
            <a:fld id="{D6EBF967-5B1F-429C-AA4D-6FD305E3FD6C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24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138244" name="Picture 22" descr="underline_base">
            <a:extLst>
              <a:ext uri="{FF2B5EF4-FFF2-40B4-BE49-F238E27FC236}">
                <a16:creationId xmlns:a16="http://schemas.microsoft.com/office/drawing/2014/main" id="{FA50C1D0-9A6F-42BE-8D46-F5A5F5AA56A2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250" y="842963"/>
            <a:ext cx="5027613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8245" name="Line 11">
            <a:extLst>
              <a:ext uri="{FF2B5EF4-FFF2-40B4-BE49-F238E27FC236}">
                <a16:creationId xmlns:a16="http://schemas.microsoft.com/office/drawing/2014/main" id="{A5DFB61B-409F-4B24-8AC4-5E838BCD8313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" y="2095500"/>
            <a:ext cx="0" cy="4495800"/>
          </a:xfrm>
          <a:prstGeom prst="line">
            <a:avLst/>
          </a:prstGeom>
          <a:noFill/>
          <a:ln w="19050">
            <a:solidFill>
              <a:schemeClr val="bg2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38246" name="Rectangle 13">
            <a:extLst>
              <a:ext uri="{FF2B5EF4-FFF2-40B4-BE49-F238E27FC236}">
                <a16:creationId xmlns:a16="http://schemas.microsoft.com/office/drawing/2014/main" id="{2569D159-5F86-4C11-A865-5C49F6042A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125" y="6019800"/>
            <a:ext cx="657225" cy="29527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endParaRPr lang="zh-TW" altLang="zh-TW" sz="2400">
              <a:latin typeface="Comic Sans MS" panose="030F0702030302020204" pitchFamily="66" charset="0"/>
            </a:endParaRPr>
          </a:p>
        </p:txBody>
      </p:sp>
      <p:sp>
        <p:nvSpPr>
          <p:cNvPr id="138247" name="Rectangle 2">
            <a:extLst>
              <a:ext uri="{FF2B5EF4-FFF2-40B4-BE49-F238E27FC236}">
                <a16:creationId xmlns:a16="http://schemas.microsoft.com/office/drawing/2014/main" id="{D80CCE1F-BAE9-4C14-9F15-83C3846151E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98475" y="190500"/>
            <a:ext cx="7772400" cy="866775"/>
          </a:xfrm>
        </p:spPr>
        <p:txBody>
          <a:bodyPr/>
          <a:lstStyle/>
          <a:p>
            <a:r>
              <a:rPr lang="en-US" altLang="zh-TW" sz="4000" dirty="0">
                <a:ea typeface="ＭＳ Ｐゴシック" panose="020B0600070205080204" pitchFamily="34" charset="-128"/>
              </a:rPr>
              <a:t>Non-persistent HTTP</a:t>
            </a:r>
            <a:endParaRPr lang="en-US" altLang="zh-TW" dirty="0">
              <a:ea typeface="ＭＳ Ｐゴシック" panose="020B0600070205080204" pitchFamily="34" charset="-128"/>
            </a:endParaRPr>
          </a:p>
        </p:txBody>
      </p:sp>
      <p:sp>
        <p:nvSpPr>
          <p:cNvPr id="138248" name="Rectangle 3">
            <a:extLst>
              <a:ext uri="{FF2B5EF4-FFF2-40B4-BE49-F238E27FC236}">
                <a16:creationId xmlns:a16="http://schemas.microsoft.com/office/drawing/2014/main" id="{D4235543-F846-4093-A72A-C413E68C14E5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401638" y="1114425"/>
            <a:ext cx="7942262" cy="466725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sz="2400">
                <a:ea typeface="ＭＳ Ｐゴシック" panose="020B0600070205080204" pitchFamily="34" charset="-128"/>
              </a:rPr>
              <a:t>suppose user enters URL:</a:t>
            </a:r>
          </a:p>
        </p:txBody>
      </p:sp>
      <p:sp>
        <p:nvSpPr>
          <p:cNvPr id="53256" name="Rectangle 4">
            <a:extLst>
              <a:ext uri="{FF2B5EF4-FFF2-40B4-BE49-F238E27FC236}">
                <a16:creationId xmlns:a16="http://schemas.microsoft.com/office/drawing/2014/main" id="{66A77864-4825-4EB5-B63A-DA3F3E661683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657225" y="2106613"/>
            <a:ext cx="3943350" cy="1905000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sz="2000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1a</a:t>
            </a:r>
            <a:r>
              <a:rPr lang="en-US" altLang="zh-TW" sz="20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.</a:t>
            </a:r>
            <a:r>
              <a:rPr lang="en-US" altLang="zh-TW" sz="2000" dirty="0">
                <a:ea typeface="ＭＳ Ｐゴシック" panose="020B0600070205080204" pitchFamily="34" charset="-128"/>
              </a:rPr>
              <a:t> HTTP client </a:t>
            </a:r>
            <a:r>
              <a:rPr lang="en-US" altLang="zh-TW" sz="20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initiates TCP connectio</a:t>
            </a:r>
            <a:r>
              <a:rPr lang="en-US" altLang="zh-TW" sz="2000" dirty="0">
                <a:ea typeface="ＭＳ Ｐゴシック" panose="020B0600070205080204" pitchFamily="34" charset="-128"/>
              </a:rPr>
              <a:t>n to HTTP server (process) at www.someSchool.edu on port 80</a:t>
            </a:r>
          </a:p>
        </p:txBody>
      </p:sp>
      <p:sp>
        <p:nvSpPr>
          <p:cNvPr id="53257" name="Rectangle 5">
            <a:extLst>
              <a:ext uri="{FF2B5EF4-FFF2-40B4-BE49-F238E27FC236}">
                <a16:creationId xmlns:a16="http://schemas.microsoft.com/office/drawing/2014/main" id="{24DF8D15-F71B-427E-BAEB-51D28E173C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4850" y="3829050"/>
            <a:ext cx="3810000" cy="1076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zh-TW" sz="2000">
                <a:solidFill>
                  <a:srgbClr val="CC0000"/>
                </a:solidFill>
              </a:rPr>
              <a:t>2</a:t>
            </a:r>
            <a:r>
              <a:rPr lang="en-US" altLang="zh-TW" sz="2000">
                <a:solidFill>
                  <a:srgbClr val="FF0000"/>
                </a:solidFill>
              </a:rPr>
              <a:t>.</a:t>
            </a:r>
            <a:r>
              <a:rPr lang="en-US" altLang="zh-TW" sz="2000"/>
              <a:t> HTTP client sends HTTP </a:t>
            </a:r>
            <a:r>
              <a:rPr lang="en-US" altLang="zh-TW" sz="2000" i="1">
                <a:solidFill>
                  <a:srgbClr val="000099"/>
                </a:solidFill>
              </a:rPr>
              <a:t>request message</a:t>
            </a:r>
            <a:r>
              <a:rPr lang="en-US" altLang="zh-TW" sz="2000"/>
              <a:t> (containing URL) into TCP connection socket. Message indicates that client wants object someDepartment/home.index</a:t>
            </a:r>
          </a:p>
        </p:txBody>
      </p:sp>
      <p:sp>
        <p:nvSpPr>
          <p:cNvPr id="53258" name="Rectangle 6">
            <a:extLst>
              <a:ext uri="{FF2B5EF4-FFF2-40B4-BE49-F238E27FC236}">
                <a16:creationId xmlns:a16="http://schemas.microsoft.com/office/drawing/2014/main" id="{8FBA3AF4-4FC9-409E-96A9-C0CF810792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81550" y="2524125"/>
            <a:ext cx="3810000" cy="1504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zh-TW" sz="2000" dirty="0">
                <a:solidFill>
                  <a:srgbClr val="CC0000"/>
                </a:solidFill>
              </a:rPr>
              <a:t>1b</a:t>
            </a:r>
            <a:r>
              <a:rPr lang="en-US" altLang="zh-TW" sz="2000" dirty="0">
                <a:solidFill>
                  <a:srgbClr val="FF0000"/>
                </a:solidFill>
              </a:rPr>
              <a:t>.</a:t>
            </a:r>
            <a:r>
              <a:rPr lang="en-US" altLang="zh-TW" sz="2000" dirty="0"/>
              <a:t> HTTP server at host www.someSchool.edu waiting for TCP connection at port 80.  </a:t>
            </a:r>
            <a:r>
              <a:rPr lang="ja-JP" altLang="en-US" sz="2000" dirty="0">
                <a:solidFill>
                  <a:srgbClr val="0070C0"/>
                </a:solidFill>
              </a:rPr>
              <a:t>“</a:t>
            </a:r>
            <a:r>
              <a:rPr lang="en-US" altLang="ja-JP" sz="2000" dirty="0">
                <a:solidFill>
                  <a:srgbClr val="0070C0"/>
                </a:solidFill>
              </a:rPr>
              <a:t>accepts</a:t>
            </a:r>
            <a:r>
              <a:rPr lang="ja-JP" altLang="en-US" sz="2000" dirty="0">
                <a:solidFill>
                  <a:srgbClr val="0070C0"/>
                </a:solidFill>
              </a:rPr>
              <a:t>”</a:t>
            </a:r>
            <a:r>
              <a:rPr lang="en-US" altLang="ja-JP" sz="2000" dirty="0">
                <a:solidFill>
                  <a:srgbClr val="0070C0"/>
                </a:solidFill>
              </a:rPr>
              <a:t> connection</a:t>
            </a:r>
            <a:r>
              <a:rPr lang="en-US" altLang="ja-JP" sz="2000" dirty="0"/>
              <a:t>, notifying client</a:t>
            </a:r>
            <a:endParaRPr lang="en-US" altLang="zh-TW" sz="2000" dirty="0"/>
          </a:p>
        </p:txBody>
      </p:sp>
      <p:sp>
        <p:nvSpPr>
          <p:cNvPr id="53259" name="Rectangle 7">
            <a:extLst>
              <a:ext uri="{FF2B5EF4-FFF2-40B4-BE49-F238E27FC236}">
                <a16:creationId xmlns:a16="http://schemas.microsoft.com/office/drawing/2014/main" id="{50F0B3E0-1151-4061-A898-4C69F5EAB5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24400" y="4381500"/>
            <a:ext cx="3810000" cy="1800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zh-TW" sz="2000">
                <a:solidFill>
                  <a:srgbClr val="CC0000"/>
                </a:solidFill>
              </a:rPr>
              <a:t>3</a:t>
            </a:r>
            <a:r>
              <a:rPr lang="en-US" altLang="zh-TW" sz="2000">
                <a:solidFill>
                  <a:srgbClr val="FF0000"/>
                </a:solidFill>
              </a:rPr>
              <a:t>.</a:t>
            </a:r>
            <a:r>
              <a:rPr lang="en-US" altLang="zh-TW" sz="2000"/>
              <a:t> HTTP server receives request message, forms </a:t>
            </a:r>
            <a:r>
              <a:rPr lang="en-US" altLang="zh-TW" sz="2000" i="1">
                <a:solidFill>
                  <a:srgbClr val="000099"/>
                </a:solidFill>
              </a:rPr>
              <a:t>response message</a:t>
            </a:r>
            <a:r>
              <a:rPr lang="en-US" altLang="zh-TW" sz="2000"/>
              <a:t> containing requested object, and sends message into its socket</a:t>
            </a:r>
          </a:p>
        </p:txBody>
      </p:sp>
      <p:sp>
        <p:nvSpPr>
          <p:cNvPr id="53261" name="Line 9">
            <a:extLst>
              <a:ext uri="{FF2B5EF4-FFF2-40B4-BE49-F238E27FC236}">
                <a16:creationId xmlns:a16="http://schemas.microsoft.com/office/drawing/2014/main" id="{D21DF3D0-4F49-4B00-B7CF-7A3AFF767F3A}"/>
              </a:ext>
            </a:extLst>
          </p:cNvPr>
          <p:cNvSpPr>
            <a:spLocks noChangeShapeType="1"/>
          </p:cNvSpPr>
          <p:nvPr/>
        </p:nvSpPr>
        <p:spPr bwMode="auto">
          <a:xfrm>
            <a:off x="3895725" y="4591050"/>
            <a:ext cx="1095375" cy="523875"/>
          </a:xfrm>
          <a:prstGeom prst="line">
            <a:avLst/>
          </a:prstGeom>
          <a:noFill/>
          <a:ln w="38100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53262" name="Line 10">
            <a:extLst>
              <a:ext uri="{FF2B5EF4-FFF2-40B4-BE49-F238E27FC236}">
                <a16:creationId xmlns:a16="http://schemas.microsoft.com/office/drawing/2014/main" id="{1726C689-5028-4F54-A7F8-BBA3E5E9AD0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943350" y="5200650"/>
            <a:ext cx="1008063" cy="1025525"/>
          </a:xfrm>
          <a:prstGeom prst="line">
            <a:avLst/>
          </a:prstGeom>
          <a:noFill/>
          <a:ln w="38100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38255" name="Text Box 12">
            <a:extLst>
              <a:ext uri="{FF2B5EF4-FFF2-40B4-BE49-F238E27FC236}">
                <a16:creationId xmlns:a16="http://schemas.microsoft.com/office/drawing/2014/main" id="{64ED0FD8-3B1F-45A1-9529-929B9F3139D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7650" y="5942013"/>
            <a:ext cx="673100" cy="406400"/>
          </a:xfrm>
          <a:prstGeom prst="rect">
            <a:avLst/>
          </a:prstGeom>
          <a:noFill/>
          <a:ln w="9525">
            <a:solidFill>
              <a:schemeClr val="bg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chemeClr val="bg2"/>
                </a:solidFill>
                <a:latin typeface="Arial" panose="020B0604020202020204" pitchFamily="34" charset="0"/>
              </a:rPr>
              <a:t>time</a:t>
            </a:r>
          </a:p>
        </p:txBody>
      </p:sp>
      <p:sp>
        <p:nvSpPr>
          <p:cNvPr id="53260" name="Line 8">
            <a:extLst>
              <a:ext uri="{FF2B5EF4-FFF2-40B4-BE49-F238E27FC236}">
                <a16:creationId xmlns:a16="http://schemas.microsoft.com/office/drawing/2014/main" id="{947E9184-A02A-4C63-94CE-49F64A1BA54D}"/>
              </a:ext>
            </a:extLst>
          </p:cNvPr>
          <p:cNvSpPr>
            <a:spLocks noChangeShapeType="1"/>
          </p:cNvSpPr>
          <p:nvPr/>
        </p:nvSpPr>
        <p:spPr bwMode="auto">
          <a:xfrm>
            <a:off x="4048125" y="2647950"/>
            <a:ext cx="1095375" cy="523875"/>
          </a:xfrm>
          <a:prstGeom prst="line">
            <a:avLst/>
          </a:prstGeom>
          <a:noFill/>
          <a:ln w="38100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53264" name="Line 14">
            <a:extLst>
              <a:ext uri="{FF2B5EF4-FFF2-40B4-BE49-F238E27FC236}">
                <a16:creationId xmlns:a16="http://schemas.microsoft.com/office/drawing/2014/main" id="{F14B0D88-48E6-4A25-AD8A-DCAE49C01DD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954463" y="3259138"/>
            <a:ext cx="1095375" cy="523875"/>
          </a:xfrm>
          <a:prstGeom prst="line">
            <a:avLst/>
          </a:prstGeom>
          <a:noFill/>
          <a:ln w="38100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38258" name="Text Box 15">
            <a:extLst>
              <a:ext uri="{FF2B5EF4-FFF2-40B4-BE49-F238E27FC236}">
                <a16:creationId xmlns:a16="http://schemas.microsoft.com/office/drawing/2014/main" id="{E64D831D-0033-4B47-BA8E-2563840DE5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80200" y="1123950"/>
            <a:ext cx="1898650" cy="915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(contains text, </a:t>
            </a:r>
          </a:p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references to 10 </a:t>
            </a:r>
          </a:p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jpeg images)</a:t>
            </a:r>
            <a:endParaRPr lang="en-US" altLang="zh-TW" sz="2400">
              <a:latin typeface="Times New Roman" panose="02020603050405020304" pitchFamily="18" charset="0"/>
            </a:endParaRPr>
          </a:p>
        </p:txBody>
      </p:sp>
      <p:sp>
        <p:nvSpPr>
          <p:cNvPr id="138259" name="Rectangle 3">
            <a:extLst>
              <a:ext uri="{FF2B5EF4-FFF2-40B4-BE49-F238E27FC236}">
                <a16:creationId xmlns:a16="http://schemas.microsoft.com/office/drawing/2014/main" id="{F8170A0E-5AD2-42D2-BCD2-2E1D1C8C82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575" y="1450975"/>
            <a:ext cx="7942263" cy="466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buFont typeface="Wingdings" panose="05000000000000000000" pitchFamily="2" charset="2"/>
              <a:buNone/>
            </a:pPr>
            <a:r>
              <a:rPr lang="en-US" altLang="zh-TW" sz="1800" b="1">
                <a:latin typeface="Courier New" panose="02070309020205020404" pitchFamily="49" charset="0"/>
              </a:rPr>
              <a:t>www.someSchool.edu/someDepartment/home.index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532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32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532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" dur="500"/>
                                        <p:tgtEl>
                                          <p:spTgt spid="532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 nodeType="clickPar">
                      <p:stCondLst>
                        <p:cond delay="indefinite"/>
                      </p:stCondLst>
                      <p:childTnLst>
                        <p:par>
                          <p:cTn id="2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532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2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532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3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532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500"/>
                                        <p:tgtEl>
                                          <p:spTgt spid="532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256" grpId="0" build="p"/>
      <p:bldP spid="53257" grpId="0"/>
      <p:bldP spid="53258" grpId="0"/>
      <p:bldP spid="53259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290" name="Rectangle 7">
            <a:extLst>
              <a:ext uri="{FF2B5EF4-FFF2-40B4-BE49-F238E27FC236}">
                <a16:creationId xmlns:a16="http://schemas.microsoft.com/office/drawing/2014/main" id="{16CF5409-DED1-4341-AA51-34D91325749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140291" name="Rectangle 8">
            <a:extLst>
              <a:ext uri="{FF2B5EF4-FFF2-40B4-BE49-F238E27FC236}">
                <a16:creationId xmlns:a16="http://schemas.microsoft.com/office/drawing/2014/main" id="{163DB0E6-8D80-49DA-A40D-1AD81F2C829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2-</a:t>
            </a:r>
            <a:fld id="{2EAFCB10-156F-46AC-A533-D48423EA73B7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25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140292" name="Picture 16" descr="underline_base">
            <a:extLst>
              <a:ext uri="{FF2B5EF4-FFF2-40B4-BE49-F238E27FC236}">
                <a16:creationId xmlns:a16="http://schemas.microsoft.com/office/drawing/2014/main" id="{C91E7984-AE7A-407F-B1B7-0150A70A1FA5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550" y="889000"/>
            <a:ext cx="63992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0293" name="Rectangle 4">
            <a:extLst>
              <a:ext uri="{FF2B5EF4-FFF2-40B4-BE49-F238E27FC236}">
                <a16:creationId xmlns:a16="http://schemas.microsoft.com/office/drawing/2014/main" id="{3EB6AC35-A31E-4B96-91B1-EEB05F875D3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42925" y="257175"/>
            <a:ext cx="7772400" cy="866775"/>
          </a:xfrm>
        </p:spPr>
        <p:txBody>
          <a:bodyPr/>
          <a:lstStyle/>
          <a:p>
            <a:r>
              <a:rPr lang="en-US" altLang="zh-TW" sz="4000">
                <a:ea typeface="ＭＳ Ｐゴシック" panose="020B0600070205080204" pitchFamily="34" charset="-128"/>
              </a:rPr>
              <a:t>Non-persistent HTTP (cont.)</a:t>
            </a:r>
            <a:endParaRPr lang="en-US" altLang="zh-TW">
              <a:ea typeface="ＭＳ Ｐゴシック" panose="020B0600070205080204" pitchFamily="34" charset="-128"/>
            </a:endParaRPr>
          </a:p>
        </p:txBody>
      </p:sp>
      <p:sp>
        <p:nvSpPr>
          <p:cNvPr id="54277" name="Rectangle 6">
            <a:extLst>
              <a:ext uri="{FF2B5EF4-FFF2-40B4-BE49-F238E27FC236}">
                <a16:creationId xmlns:a16="http://schemas.microsoft.com/office/drawing/2014/main" id="{383D3094-DE52-49BD-BD5F-BFE8A0978060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1095375" y="2058988"/>
            <a:ext cx="3810000" cy="1533525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sz="2000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5</a:t>
            </a:r>
            <a:r>
              <a:rPr lang="en-US" altLang="zh-TW" sz="1800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.</a:t>
            </a:r>
            <a:r>
              <a:rPr lang="en-US" altLang="zh-TW" sz="1800" dirty="0">
                <a:ea typeface="ＭＳ Ｐゴシック" panose="020B0600070205080204" pitchFamily="34" charset="-128"/>
              </a:rPr>
              <a:t> HTTP client receives response message containing </a:t>
            </a:r>
            <a:r>
              <a:rPr lang="en-US" altLang="zh-TW" sz="18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html file</a:t>
            </a:r>
            <a:r>
              <a:rPr lang="en-US" altLang="zh-TW" sz="1800" dirty="0">
                <a:ea typeface="ＭＳ Ｐゴシック" panose="020B0600070205080204" pitchFamily="34" charset="-128"/>
              </a:rPr>
              <a:t>, displays html.  Parsing html file, </a:t>
            </a:r>
            <a:r>
              <a:rPr lang="en-US" altLang="zh-TW" sz="18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finds 10 referenced jpeg  objects</a:t>
            </a:r>
            <a:endParaRPr lang="en-US" altLang="zh-TW" sz="2000" dirty="0">
              <a:solidFill>
                <a:srgbClr val="0070C0"/>
              </a:solidFill>
              <a:ea typeface="ＭＳ Ｐゴシック" panose="020B0600070205080204" pitchFamily="34" charset="-128"/>
            </a:endParaRPr>
          </a:p>
        </p:txBody>
      </p:sp>
      <p:sp>
        <p:nvSpPr>
          <p:cNvPr id="54278" name="Rectangle 7">
            <a:extLst>
              <a:ext uri="{FF2B5EF4-FFF2-40B4-BE49-F238E27FC236}">
                <a16:creationId xmlns:a16="http://schemas.microsoft.com/office/drawing/2014/main" id="{40B3C27C-CDF6-4547-A928-21A2FF7477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5850" y="3568700"/>
            <a:ext cx="3810000" cy="666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zh-TW" sz="2000" dirty="0">
                <a:solidFill>
                  <a:srgbClr val="CC0000"/>
                </a:solidFill>
              </a:rPr>
              <a:t>6.</a:t>
            </a:r>
            <a:r>
              <a:rPr lang="en-US" altLang="zh-TW" sz="2000" dirty="0"/>
              <a:t> </a:t>
            </a:r>
            <a:r>
              <a:rPr lang="en-US" altLang="zh-TW" sz="2000" dirty="0">
                <a:solidFill>
                  <a:srgbClr val="FF0000"/>
                </a:solidFill>
              </a:rPr>
              <a:t>Steps 1-5 repeated for each of 10 jpeg objects</a:t>
            </a:r>
          </a:p>
        </p:txBody>
      </p:sp>
      <p:sp>
        <p:nvSpPr>
          <p:cNvPr id="54279" name="Rectangle 8">
            <a:extLst>
              <a:ext uri="{FF2B5EF4-FFF2-40B4-BE49-F238E27FC236}">
                <a16:creationId xmlns:a16="http://schemas.microsoft.com/office/drawing/2014/main" id="{C9597921-1690-45E3-AAE2-D066756F5D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2375" y="1492250"/>
            <a:ext cx="3810000" cy="733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zh-TW" sz="2000" dirty="0">
                <a:solidFill>
                  <a:srgbClr val="CC0000"/>
                </a:solidFill>
              </a:rPr>
              <a:t>4.</a:t>
            </a:r>
            <a:r>
              <a:rPr lang="en-US" altLang="zh-TW" sz="2000" dirty="0"/>
              <a:t> HTTP server </a:t>
            </a:r>
            <a:r>
              <a:rPr lang="en-US" altLang="zh-TW" sz="2000" dirty="0">
                <a:solidFill>
                  <a:srgbClr val="0070C0"/>
                </a:solidFill>
              </a:rPr>
              <a:t>closes TCP connection</a:t>
            </a:r>
            <a:r>
              <a:rPr lang="en-US" altLang="zh-TW" sz="2000" dirty="0"/>
              <a:t>. </a:t>
            </a:r>
          </a:p>
        </p:txBody>
      </p:sp>
      <p:sp>
        <p:nvSpPr>
          <p:cNvPr id="140297" name="Line 2">
            <a:extLst>
              <a:ext uri="{FF2B5EF4-FFF2-40B4-BE49-F238E27FC236}">
                <a16:creationId xmlns:a16="http://schemas.microsoft.com/office/drawing/2014/main" id="{4D4600AB-C2FE-4215-BF53-801529E2E04B}"/>
              </a:ext>
            </a:extLst>
          </p:cNvPr>
          <p:cNvSpPr>
            <a:spLocks noChangeShapeType="1"/>
          </p:cNvSpPr>
          <p:nvPr/>
        </p:nvSpPr>
        <p:spPr bwMode="auto">
          <a:xfrm>
            <a:off x="542925" y="1519238"/>
            <a:ext cx="0" cy="2571750"/>
          </a:xfrm>
          <a:prstGeom prst="line">
            <a:avLst/>
          </a:prstGeom>
          <a:noFill/>
          <a:ln w="19050">
            <a:solidFill>
              <a:srgbClr val="969696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40298" name="Rectangle 3">
            <a:extLst>
              <a:ext uri="{FF2B5EF4-FFF2-40B4-BE49-F238E27FC236}">
                <a16:creationId xmlns:a16="http://schemas.microsoft.com/office/drawing/2014/main" id="{23B48EFA-78CB-4202-8B39-F0BD2EF3A2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800" y="3519488"/>
            <a:ext cx="342900" cy="29527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endParaRPr lang="zh-TW" altLang="zh-TW" sz="2400">
              <a:latin typeface="Comic Sans MS" panose="030F0702030302020204" pitchFamily="66" charset="0"/>
            </a:endParaRPr>
          </a:p>
        </p:txBody>
      </p:sp>
      <p:sp>
        <p:nvSpPr>
          <p:cNvPr id="140299" name="Text Box 13">
            <a:extLst>
              <a:ext uri="{FF2B5EF4-FFF2-40B4-BE49-F238E27FC236}">
                <a16:creationId xmlns:a16="http://schemas.microsoft.com/office/drawing/2014/main" id="{8133B13D-1096-4A67-A1FE-D82AE73834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6538" y="3382963"/>
            <a:ext cx="6413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chemeClr val="bg2"/>
                </a:solidFill>
              </a:rPr>
              <a:t>time</a:t>
            </a:r>
          </a:p>
        </p:txBody>
      </p:sp>
      <p:sp>
        <p:nvSpPr>
          <p:cNvPr id="54283" name="Line 17">
            <a:extLst>
              <a:ext uri="{FF2B5EF4-FFF2-40B4-BE49-F238E27FC236}">
                <a16:creationId xmlns:a16="http://schemas.microsoft.com/office/drawing/2014/main" id="{191559FB-4DBD-45AD-B242-10FCFA93EBA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762375" y="1449388"/>
            <a:ext cx="1095375" cy="523875"/>
          </a:xfrm>
          <a:prstGeom prst="line">
            <a:avLst/>
          </a:prstGeom>
          <a:noFill/>
          <a:ln w="38100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542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542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542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 nodeType="clickPar">
                      <p:stCondLst>
                        <p:cond delay="indefinite"/>
                      </p:stCondLst>
                      <p:childTnLst>
                        <p:par>
                          <p:cTn id="1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542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277" grpId="0" build="p"/>
      <p:bldP spid="54279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338" name="Rectangle 7">
            <a:extLst>
              <a:ext uri="{FF2B5EF4-FFF2-40B4-BE49-F238E27FC236}">
                <a16:creationId xmlns:a16="http://schemas.microsoft.com/office/drawing/2014/main" id="{18C13A7F-CEDD-44DB-8903-DF5961A64AD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 dirty="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142339" name="Rectangle 8">
            <a:extLst>
              <a:ext uri="{FF2B5EF4-FFF2-40B4-BE49-F238E27FC236}">
                <a16:creationId xmlns:a16="http://schemas.microsoft.com/office/drawing/2014/main" id="{69BE1181-F4C4-441F-92B0-C968FF0814E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2-</a:t>
            </a:r>
            <a:fld id="{7C1D51FA-DCEC-48DB-BAEB-032D05B6DF4D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26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142340" name="Picture 42" descr="underline_base">
            <a:extLst>
              <a:ext uri="{FF2B5EF4-FFF2-40B4-BE49-F238E27FC236}">
                <a16:creationId xmlns:a16="http://schemas.microsoft.com/office/drawing/2014/main" id="{3EBFA97A-6961-4683-B640-8A9C377CC378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575" y="668338"/>
            <a:ext cx="7007225" cy="139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2341" name="Rectangle 2">
            <a:extLst>
              <a:ext uri="{FF2B5EF4-FFF2-40B4-BE49-F238E27FC236}">
                <a16:creationId xmlns:a16="http://schemas.microsoft.com/office/drawing/2014/main" id="{B0C12D73-877A-4262-8602-6A77BA8B7BB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42888" y="0"/>
            <a:ext cx="8223250" cy="925513"/>
          </a:xfrm>
        </p:spPr>
        <p:txBody>
          <a:bodyPr/>
          <a:lstStyle/>
          <a:p>
            <a:r>
              <a:rPr lang="en-US" altLang="zh-TW" sz="3600">
                <a:ea typeface="ＭＳ Ｐゴシック" panose="020B0600070205080204" pitchFamily="34" charset="-128"/>
              </a:rPr>
              <a:t>Non-persistent HTTP: response time</a:t>
            </a:r>
          </a:p>
        </p:txBody>
      </p:sp>
      <p:sp>
        <p:nvSpPr>
          <p:cNvPr id="142342" name="Rectangle 3">
            <a:extLst>
              <a:ext uri="{FF2B5EF4-FFF2-40B4-BE49-F238E27FC236}">
                <a16:creationId xmlns:a16="http://schemas.microsoft.com/office/drawing/2014/main" id="{E291B92A-8B6E-422C-93E6-3B3C7210F33A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33400" y="1258888"/>
            <a:ext cx="4090988" cy="4648200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sz="2400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Round-trip time (RTT):</a:t>
            </a:r>
            <a:r>
              <a:rPr lang="en-US" altLang="zh-TW" sz="2400" dirty="0">
                <a:ea typeface="ＭＳ Ｐゴシック" panose="020B0600070205080204" pitchFamily="34" charset="-128"/>
              </a:rPr>
              <a:t> time for a small packet to travel </a:t>
            </a:r>
            <a:r>
              <a:rPr lang="en-US" altLang="zh-TW" sz="24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from client to server and back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zh-TW" sz="2400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HTTP response time:</a:t>
            </a:r>
          </a:p>
          <a:p>
            <a:pPr marL="457200" indent="-457200">
              <a:buFont typeface="+mj-lt"/>
              <a:buAutoNum type="arabicPeriod"/>
            </a:pPr>
            <a:r>
              <a:rPr lang="en-US" altLang="zh-TW" sz="2400" dirty="0">
                <a:ea typeface="ＭＳ Ｐゴシック" panose="020B0600070205080204" pitchFamily="34" charset="-128"/>
              </a:rPr>
              <a:t>one RTT to </a:t>
            </a:r>
            <a:r>
              <a:rPr lang="en-US" altLang="zh-TW" sz="24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initiate TCP connection</a:t>
            </a:r>
          </a:p>
          <a:p>
            <a:pPr marL="457200" indent="-457200">
              <a:buFont typeface="+mj-lt"/>
              <a:buAutoNum type="arabicPeriod"/>
            </a:pPr>
            <a:r>
              <a:rPr lang="en-US" altLang="zh-TW" sz="2400" dirty="0">
                <a:ea typeface="ＭＳ Ｐゴシック" panose="020B0600070205080204" pitchFamily="34" charset="-128"/>
              </a:rPr>
              <a:t>one RTT for </a:t>
            </a:r>
            <a:r>
              <a:rPr lang="en-US" altLang="zh-TW" sz="24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HTTP request </a:t>
            </a:r>
            <a:r>
              <a:rPr lang="en-US" altLang="zh-TW" sz="2400" dirty="0">
                <a:ea typeface="ＭＳ Ｐゴシック" panose="020B0600070205080204" pitchFamily="34" charset="-128"/>
              </a:rPr>
              <a:t>and first few bytes of HTTP </a:t>
            </a:r>
            <a:r>
              <a:rPr lang="en-US" altLang="zh-TW" sz="24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response </a:t>
            </a:r>
            <a:r>
              <a:rPr lang="en-US" altLang="zh-TW" sz="2400" dirty="0">
                <a:ea typeface="ＭＳ Ｐゴシック" panose="020B0600070205080204" pitchFamily="34" charset="-128"/>
              </a:rPr>
              <a:t>to return</a:t>
            </a:r>
          </a:p>
          <a:p>
            <a:pPr marL="457200" indent="-457200">
              <a:buFont typeface="+mj-lt"/>
              <a:buAutoNum type="arabicPeriod"/>
            </a:pPr>
            <a:r>
              <a:rPr lang="en-US" altLang="zh-TW" sz="24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file transmission</a:t>
            </a:r>
            <a:r>
              <a:rPr lang="en-US" altLang="zh-TW" sz="2400" dirty="0">
                <a:ea typeface="ＭＳ Ｐゴシック" panose="020B0600070205080204" pitchFamily="34" charset="-128"/>
              </a:rPr>
              <a:t> time</a:t>
            </a:r>
          </a:p>
          <a:p>
            <a:r>
              <a:rPr lang="en-US" altLang="zh-TW" sz="2400" dirty="0">
                <a:ea typeface="ＭＳ Ｐゴシック" panose="020B0600070205080204" pitchFamily="34" charset="-128"/>
              </a:rPr>
              <a:t>(Overall) non-persistent HTTP response time =   	</a:t>
            </a:r>
          </a:p>
          <a:p>
            <a:pPr lvl="1">
              <a:buFont typeface="Wingdings" panose="05000000000000000000" pitchFamily="2" charset="2"/>
              <a:buNone/>
            </a:pPr>
            <a:r>
              <a:rPr lang="en-US" altLang="zh-TW" dirty="0">
                <a:ea typeface="ＭＳ Ｐゴシック" panose="020B0600070205080204" pitchFamily="34" charset="-128"/>
              </a:rPr>
              <a:t>   2RTT+ file transmission  time</a:t>
            </a:r>
          </a:p>
          <a:p>
            <a:pPr>
              <a:buFont typeface="Wingdings" panose="05000000000000000000" pitchFamily="2" charset="2"/>
              <a:buNone/>
            </a:pPr>
            <a:endParaRPr lang="en-US" altLang="zh-TW" sz="2400" dirty="0">
              <a:ea typeface="ＭＳ Ｐゴシック" panose="020B0600070205080204" pitchFamily="34" charset="-128"/>
            </a:endParaRPr>
          </a:p>
        </p:txBody>
      </p:sp>
      <p:sp>
        <p:nvSpPr>
          <p:cNvPr id="142343" name="Line 15">
            <a:extLst>
              <a:ext uri="{FF2B5EF4-FFF2-40B4-BE49-F238E27FC236}">
                <a16:creationId xmlns:a16="http://schemas.microsoft.com/office/drawing/2014/main" id="{8380F307-1889-486B-8BF6-080C78568FDC}"/>
              </a:ext>
            </a:extLst>
          </p:cNvPr>
          <p:cNvSpPr>
            <a:spLocks noChangeShapeType="1"/>
          </p:cNvSpPr>
          <p:nvPr/>
        </p:nvSpPr>
        <p:spPr bwMode="auto">
          <a:xfrm>
            <a:off x="6116638" y="2490788"/>
            <a:ext cx="0" cy="2832100"/>
          </a:xfrm>
          <a:prstGeom prst="line">
            <a:avLst/>
          </a:prstGeom>
          <a:noFill/>
          <a:ln w="9525">
            <a:solidFill>
              <a:srgbClr val="FF0000"/>
            </a:solidFill>
            <a:prstDash val="sysDot"/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42344" name="Line 16">
            <a:extLst>
              <a:ext uri="{FF2B5EF4-FFF2-40B4-BE49-F238E27FC236}">
                <a16:creationId xmlns:a16="http://schemas.microsoft.com/office/drawing/2014/main" id="{F59F1200-EBC2-44EF-B481-43B1E571CF11}"/>
              </a:ext>
            </a:extLst>
          </p:cNvPr>
          <p:cNvSpPr>
            <a:spLocks noChangeShapeType="1"/>
          </p:cNvSpPr>
          <p:nvPr/>
        </p:nvSpPr>
        <p:spPr bwMode="auto">
          <a:xfrm>
            <a:off x="7807325" y="2484438"/>
            <a:ext cx="0" cy="2881312"/>
          </a:xfrm>
          <a:prstGeom prst="line">
            <a:avLst/>
          </a:prstGeom>
          <a:noFill/>
          <a:ln w="9525">
            <a:solidFill>
              <a:srgbClr val="FF0000"/>
            </a:solidFill>
            <a:prstDash val="sysDot"/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42345" name="Line 17">
            <a:extLst>
              <a:ext uri="{FF2B5EF4-FFF2-40B4-BE49-F238E27FC236}">
                <a16:creationId xmlns:a16="http://schemas.microsoft.com/office/drawing/2014/main" id="{23A6C393-3542-42A3-BBF5-5676779C43D4}"/>
              </a:ext>
            </a:extLst>
          </p:cNvPr>
          <p:cNvSpPr>
            <a:spLocks noChangeShapeType="1"/>
          </p:cNvSpPr>
          <p:nvPr/>
        </p:nvSpPr>
        <p:spPr bwMode="auto">
          <a:xfrm>
            <a:off x="6130925" y="2722563"/>
            <a:ext cx="1684338" cy="3905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42346" name="Line 18">
            <a:extLst>
              <a:ext uri="{FF2B5EF4-FFF2-40B4-BE49-F238E27FC236}">
                <a16:creationId xmlns:a16="http://schemas.microsoft.com/office/drawing/2014/main" id="{F2D75837-5624-4A1B-BCBA-6A820732635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116638" y="3160713"/>
            <a:ext cx="1673225" cy="403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42347" name="Line 19">
            <a:extLst>
              <a:ext uri="{FF2B5EF4-FFF2-40B4-BE49-F238E27FC236}">
                <a16:creationId xmlns:a16="http://schemas.microsoft.com/office/drawing/2014/main" id="{B7C19EF2-9B59-4D60-9BA3-9F35B3575809}"/>
              </a:ext>
            </a:extLst>
          </p:cNvPr>
          <p:cNvSpPr>
            <a:spLocks noChangeShapeType="1"/>
          </p:cNvSpPr>
          <p:nvPr/>
        </p:nvSpPr>
        <p:spPr bwMode="auto">
          <a:xfrm>
            <a:off x="6124575" y="3668713"/>
            <a:ext cx="1684338" cy="3905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42348" name="Line 20">
            <a:extLst>
              <a:ext uri="{FF2B5EF4-FFF2-40B4-BE49-F238E27FC236}">
                <a16:creationId xmlns:a16="http://schemas.microsoft.com/office/drawing/2014/main" id="{AD45A9AC-0A48-4583-8B4B-117AF847D64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140450" y="4151313"/>
            <a:ext cx="1673225" cy="379412"/>
          </a:xfrm>
          <a:prstGeom prst="line">
            <a:avLst/>
          </a:prstGeom>
          <a:noFill/>
          <a:ln w="1270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42349" name="AutoShape 21">
            <a:extLst>
              <a:ext uri="{FF2B5EF4-FFF2-40B4-BE49-F238E27FC236}">
                <a16:creationId xmlns:a16="http://schemas.microsoft.com/office/drawing/2014/main" id="{610CC053-EFC1-4D64-83F3-3B9D8C898440}"/>
              </a:ext>
            </a:extLst>
          </p:cNvPr>
          <p:cNvSpPr>
            <a:spLocks/>
          </p:cNvSpPr>
          <p:nvPr/>
        </p:nvSpPr>
        <p:spPr bwMode="auto">
          <a:xfrm>
            <a:off x="7886700" y="4067175"/>
            <a:ext cx="74613" cy="182563"/>
          </a:xfrm>
          <a:prstGeom prst="rightBrace">
            <a:avLst>
              <a:gd name="adj1" fmla="val 20390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endParaRPr lang="zh-TW" altLang="zh-TW" sz="2400">
              <a:latin typeface="Arial" panose="020B0604020202020204" pitchFamily="34" charset="0"/>
            </a:endParaRPr>
          </a:p>
        </p:txBody>
      </p:sp>
      <p:sp>
        <p:nvSpPr>
          <p:cNvPr id="142350" name="Text Box 22">
            <a:extLst>
              <a:ext uri="{FF2B5EF4-FFF2-40B4-BE49-F238E27FC236}">
                <a16:creationId xmlns:a16="http://schemas.microsoft.com/office/drawing/2014/main" id="{BD3DFA44-E649-4FF2-97EE-371922FF7A1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16863" y="3763963"/>
            <a:ext cx="965200" cy="715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dirty="0">
                <a:solidFill>
                  <a:srgbClr val="CC0000"/>
                </a:solidFill>
                <a:latin typeface="Arial" panose="020B0604020202020204" pitchFamily="34" charset="0"/>
              </a:rPr>
              <a:t>time to 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dirty="0">
                <a:solidFill>
                  <a:srgbClr val="CC0000"/>
                </a:solidFill>
                <a:latin typeface="Arial" panose="020B0604020202020204" pitchFamily="34" charset="0"/>
              </a:rPr>
              <a:t>transmit 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dirty="0">
                <a:solidFill>
                  <a:srgbClr val="CC0000"/>
                </a:solidFill>
                <a:latin typeface="Arial" panose="020B0604020202020204" pitchFamily="34" charset="0"/>
              </a:rPr>
              <a:t>file</a:t>
            </a:r>
          </a:p>
        </p:txBody>
      </p:sp>
      <p:sp>
        <p:nvSpPr>
          <p:cNvPr id="142351" name="Line 23">
            <a:extLst>
              <a:ext uri="{FF2B5EF4-FFF2-40B4-BE49-F238E27FC236}">
                <a16:creationId xmlns:a16="http://schemas.microsoft.com/office/drawing/2014/main" id="{B2DF6E54-759C-44A7-B511-F8AB2513EAC9}"/>
              </a:ext>
            </a:extLst>
          </p:cNvPr>
          <p:cNvSpPr>
            <a:spLocks noChangeShapeType="1"/>
          </p:cNvSpPr>
          <p:nvPr/>
        </p:nvSpPr>
        <p:spPr bwMode="auto">
          <a:xfrm>
            <a:off x="5726113" y="2697163"/>
            <a:ext cx="390525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42352" name="Text Box 24">
            <a:extLst>
              <a:ext uri="{FF2B5EF4-FFF2-40B4-BE49-F238E27FC236}">
                <a16:creationId xmlns:a16="http://schemas.microsoft.com/office/drawing/2014/main" id="{1D6D287C-23EC-44E1-A360-698306B273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95813" y="2409825"/>
            <a:ext cx="1231900" cy="50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CC0000"/>
                </a:solidFill>
                <a:latin typeface="Arial" panose="020B0604020202020204" pitchFamily="34" charset="0"/>
              </a:rPr>
              <a:t>initiate TCP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CC0000"/>
                </a:solidFill>
                <a:latin typeface="Arial" panose="020B0604020202020204" pitchFamily="34" charset="0"/>
              </a:rPr>
              <a:t>connection</a:t>
            </a:r>
          </a:p>
        </p:txBody>
      </p:sp>
      <p:sp>
        <p:nvSpPr>
          <p:cNvPr id="142353" name="AutoShape 25">
            <a:extLst>
              <a:ext uri="{FF2B5EF4-FFF2-40B4-BE49-F238E27FC236}">
                <a16:creationId xmlns:a16="http://schemas.microsoft.com/office/drawing/2014/main" id="{D04AA938-C287-4FD3-B531-DAAEA7421939}"/>
              </a:ext>
            </a:extLst>
          </p:cNvPr>
          <p:cNvSpPr>
            <a:spLocks/>
          </p:cNvSpPr>
          <p:nvPr/>
        </p:nvSpPr>
        <p:spPr bwMode="auto">
          <a:xfrm>
            <a:off x="5861050" y="2747963"/>
            <a:ext cx="128588" cy="803275"/>
          </a:xfrm>
          <a:prstGeom prst="leftBrace">
            <a:avLst>
              <a:gd name="adj1" fmla="val 52057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buClr>
                <a:schemeClr val="accent2"/>
              </a:buClr>
              <a:buSzPct val="85000"/>
              <a:buFont typeface="ZapfDingbats" pitchFamily="82" charset="2"/>
              <a:buNone/>
            </a:pPr>
            <a:endParaRPr lang="zh-TW" altLang="zh-TW" sz="2400">
              <a:latin typeface="Arial" panose="020B0604020202020204" pitchFamily="34" charset="0"/>
            </a:endParaRPr>
          </a:p>
        </p:txBody>
      </p:sp>
      <p:sp>
        <p:nvSpPr>
          <p:cNvPr id="142354" name="Text Box 26">
            <a:extLst>
              <a:ext uri="{FF2B5EF4-FFF2-40B4-BE49-F238E27FC236}">
                <a16:creationId xmlns:a16="http://schemas.microsoft.com/office/drawing/2014/main" id="{625E352E-1753-4386-8BFF-67C50DAB5E2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78450" y="2959100"/>
            <a:ext cx="577850" cy="300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dirty="0">
                <a:latin typeface="Arial" panose="020B0604020202020204" pitchFamily="34" charset="0"/>
              </a:rPr>
              <a:t>RTT</a:t>
            </a:r>
          </a:p>
        </p:txBody>
      </p:sp>
      <p:sp>
        <p:nvSpPr>
          <p:cNvPr id="142355" name="Line 27">
            <a:extLst>
              <a:ext uri="{FF2B5EF4-FFF2-40B4-BE49-F238E27FC236}">
                <a16:creationId xmlns:a16="http://schemas.microsoft.com/office/drawing/2014/main" id="{B97C87C4-036F-48B7-A80B-05D73F139370}"/>
              </a:ext>
            </a:extLst>
          </p:cNvPr>
          <p:cNvSpPr>
            <a:spLocks noChangeShapeType="1"/>
          </p:cNvSpPr>
          <p:nvPr/>
        </p:nvSpPr>
        <p:spPr bwMode="auto">
          <a:xfrm>
            <a:off x="5775325" y="3602038"/>
            <a:ext cx="35401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42356" name="Text Box 28">
            <a:extLst>
              <a:ext uri="{FF2B5EF4-FFF2-40B4-BE49-F238E27FC236}">
                <a16:creationId xmlns:a16="http://schemas.microsoft.com/office/drawing/2014/main" id="{C8809A3B-FA4C-4BEC-B833-F5F82E65A3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24438" y="3302000"/>
            <a:ext cx="862012" cy="50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CC0000"/>
                </a:solidFill>
                <a:latin typeface="Arial" panose="020B0604020202020204" pitchFamily="34" charset="0"/>
              </a:rPr>
              <a:t>request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CC0000"/>
                </a:solidFill>
                <a:latin typeface="Arial" panose="020B0604020202020204" pitchFamily="34" charset="0"/>
              </a:rPr>
              <a:t>file</a:t>
            </a:r>
          </a:p>
        </p:txBody>
      </p:sp>
      <p:sp>
        <p:nvSpPr>
          <p:cNvPr id="142357" name="AutoShape 29">
            <a:extLst>
              <a:ext uri="{FF2B5EF4-FFF2-40B4-BE49-F238E27FC236}">
                <a16:creationId xmlns:a16="http://schemas.microsoft.com/office/drawing/2014/main" id="{3D987912-F34D-40A0-81DC-B14CAED5457F}"/>
              </a:ext>
            </a:extLst>
          </p:cNvPr>
          <p:cNvSpPr>
            <a:spLocks/>
          </p:cNvSpPr>
          <p:nvPr/>
        </p:nvSpPr>
        <p:spPr bwMode="auto">
          <a:xfrm>
            <a:off x="5867400" y="3657600"/>
            <a:ext cx="128588" cy="803275"/>
          </a:xfrm>
          <a:prstGeom prst="leftBrace">
            <a:avLst>
              <a:gd name="adj1" fmla="val 52057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buClr>
                <a:schemeClr val="accent2"/>
              </a:buClr>
              <a:buSzPct val="85000"/>
              <a:buFont typeface="ZapfDingbats" pitchFamily="82" charset="2"/>
              <a:buNone/>
            </a:pPr>
            <a:endParaRPr lang="zh-TW" altLang="zh-TW" sz="2400">
              <a:latin typeface="Arial" panose="020B0604020202020204" pitchFamily="34" charset="0"/>
            </a:endParaRPr>
          </a:p>
        </p:txBody>
      </p:sp>
      <p:sp>
        <p:nvSpPr>
          <p:cNvPr id="142358" name="Text Box 30">
            <a:extLst>
              <a:ext uri="{FF2B5EF4-FFF2-40B4-BE49-F238E27FC236}">
                <a16:creationId xmlns:a16="http://schemas.microsoft.com/office/drawing/2014/main" id="{A1517A6A-BB7A-4680-8F8A-32E186087A5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97500" y="3881438"/>
            <a:ext cx="577850" cy="300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dirty="0">
                <a:latin typeface="Arial" panose="020B0604020202020204" pitchFamily="34" charset="0"/>
              </a:rPr>
              <a:t>RTT</a:t>
            </a:r>
          </a:p>
        </p:txBody>
      </p:sp>
      <p:sp>
        <p:nvSpPr>
          <p:cNvPr id="142359" name="Line 35">
            <a:extLst>
              <a:ext uri="{FF2B5EF4-FFF2-40B4-BE49-F238E27FC236}">
                <a16:creationId xmlns:a16="http://schemas.microsoft.com/office/drawing/2014/main" id="{E0669156-7622-4F75-82F3-57B28760AD2E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786438" y="4591050"/>
            <a:ext cx="342900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42360" name="Text Box 36">
            <a:extLst>
              <a:ext uri="{FF2B5EF4-FFF2-40B4-BE49-F238E27FC236}">
                <a16:creationId xmlns:a16="http://schemas.microsoft.com/office/drawing/2014/main" id="{2B881509-041A-4CED-9033-B1DD0C7FC7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43513" y="4438650"/>
            <a:ext cx="950912" cy="50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CC0000"/>
                </a:solidFill>
                <a:latin typeface="Arial" panose="020B0604020202020204" pitchFamily="34" charset="0"/>
              </a:rPr>
              <a:t>file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CC0000"/>
                </a:solidFill>
                <a:latin typeface="Arial" panose="020B0604020202020204" pitchFamily="34" charset="0"/>
              </a:rPr>
              <a:t>received</a:t>
            </a:r>
          </a:p>
        </p:txBody>
      </p:sp>
      <p:sp>
        <p:nvSpPr>
          <p:cNvPr id="142361" name="Text Box 37">
            <a:extLst>
              <a:ext uri="{FF2B5EF4-FFF2-40B4-BE49-F238E27FC236}">
                <a16:creationId xmlns:a16="http://schemas.microsoft.com/office/drawing/2014/main" id="{ABC2235B-4E2C-4B2D-AA5E-8BD5DFA749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91213" y="5337175"/>
            <a:ext cx="568325" cy="300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time</a:t>
            </a:r>
          </a:p>
        </p:txBody>
      </p:sp>
      <p:sp>
        <p:nvSpPr>
          <p:cNvPr id="142362" name="Text Box 38">
            <a:extLst>
              <a:ext uri="{FF2B5EF4-FFF2-40B4-BE49-F238E27FC236}">
                <a16:creationId xmlns:a16="http://schemas.microsoft.com/office/drawing/2014/main" id="{B23A9002-4909-435D-9DCF-9806A0FC2C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69200" y="5319713"/>
            <a:ext cx="56832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time</a:t>
            </a:r>
          </a:p>
        </p:txBody>
      </p:sp>
      <p:grpSp>
        <p:nvGrpSpPr>
          <p:cNvPr id="142363" name="Group 43">
            <a:extLst>
              <a:ext uri="{FF2B5EF4-FFF2-40B4-BE49-F238E27FC236}">
                <a16:creationId xmlns:a16="http://schemas.microsoft.com/office/drawing/2014/main" id="{E7E1933B-E3BA-4404-8373-9AEEFD148542}"/>
              </a:ext>
            </a:extLst>
          </p:cNvPr>
          <p:cNvGrpSpPr>
            <a:grpSpLocks/>
          </p:cNvGrpSpPr>
          <p:nvPr/>
        </p:nvGrpSpPr>
        <p:grpSpPr bwMode="auto">
          <a:xfrm>
            <a:off x="7607300" y="1717675"/>
            <a:ext cx="423863" cy="684213"/>
            <a:chOff x="4140" y="429"/>
            <a:chExt cx="1425" cy="2396"/>
          </a:xfrm>
        </p:grpSpPr>
        <p:sp>
          <p:nvSpPr>
            <p:cNvPr id="142367" name="Freeform 44">
              <a:extLst>
                <a:ext uri="{FF2B5EF4-FFF2-40B4-BE49-F238E27FC236}">
                  <a16:creationId xmlns:a16="http://schemas.microsoft.com/office/drawing/2014/main" id="{ABA9B2D0-3049-40ED-AAB7-A78AF8B47D51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2 w 354"/>
                <a:gd name="T3" fmla="*/ 3 h 2742"/>
                <a:gd name="T4" fmla="*/ 2 w 354"/>
                <a:gd name="T5" fmla="*/ 3 h 2742"/>
                <a:gd name="T6" fmla="*/ 0 w 354"/>
                <a:gd name="T7" fmla="*/ 3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42368" name="Rectangle 45">
              <a:extLst>
                <a:ext uri="{FF2B5EF4-FFF2-40B4-BE49-F238E27FC236}">
                  <a16:creationId xmlns:a16="http://schemas.microsoft.com/office/drawing/2014/main" id="{A626C227-7D82-49A9-A860-35E69F9D9C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4" y="429"/>
              <a:ext cx="1051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42369" name="Freeform 46">
              <a:extLst>
                <a:ext uri="{FF2B5EF4-FFF2-40B4-BE49-F238E27FC236}">
                  <a16:creationId xmlns:a16="http://schemas.microsoft.com/office/drawing/2014/main" id="{0F527426-EE38-43A2-A2B7-3C4E7564D5B2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2 w 211"/>
                <a:gd name="T3" fmla="*/ 3 h 2537"/>
                <a:gd name="T4" fmla="*/ 2 w 211"/>
                <a:gd name="T5" fmla="*/ 3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42370" name="Freeform 47">
              <a:extLst>
                <a:ext uri="{FF2B5EF4-FFF2-40B4-BE49-F238E27FC236}">
                  <a16:creationId xmlns:a16="http://schemas.microsoft.com/office/drawing/2014/main" id="{CA9C50BC-D0C9-4894-A82C-3F71A83294B0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3 h 226"/>
                <a:gd name="T4" fmla="*/ 2 w 328"/>
                <a:gd name="T5" fmla="*/ 3 h 226"/>
                <a:gd name="T6" fmla="*/ 0 w 328"/>
                <a:gd name="T7" fmla="*/ 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42371" name="Rectangle 48">
              <a:extLst>
                <a:ext uri="{FF2B5EF4-FFF2-40B4-BE49-F238E27FC236}">
                  <a16:creationId xmlns:a16="http://schemas.microsoft.com/office/drawing/2014/main" id="{DB8875E6-4FBE-43D9-B5A5-77EDB5186FC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9" y="690"/>
              <a:ext cx="598" cy="5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142372" name="Group 49">
              <a:extLst>
                <a:ext uri="{FF2B5EF4-FFF2-40B4-BE49-F238E27FC236}">
                  <a16:creationId xmlns:a16="http://schemas.microsoft.com/office/drawing/2014/main" id="{EDBD1FD5-259C-4DDD-A5CC-DA5E2E2456A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42397" name="AutoShape 50">
                <a:extLst>
                  <a:ext uri="{FF2B5EF4-FFF2-40B4-BE49-F238E27FC236}">
                    <a16:creationId xmlns:a16="http://schemas.microsoft.com/office/drawing/2014/main" id="{B8245BBA-30D4-4166-A75F-7629A147ED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8"/>
                <a:ext cx="726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42398" name="AutoShape 51">
                <a:extLst>
                  <a:ext uri="{FF2B5EF4-FFF2-40B4-BE49-F238E27FC236}">
                    <a16:creationId xmlns:a16="http://schemas.microsoft.com/office/drawing/2014/main" id="{3FBBFFBA-63F4-4E38-9FAF-2AE163C45C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7" y="2584"/>
                <a:ext cx="693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42373" name="Rectangle 52">
              <a:extLst>
                <a:ext uri="{FF2B5EF4-FFF2-40B4-BE49-F238E27FC236}">
                  <a16:creationId xmlns:a16="http://schemas.microsoft.com/office/drawing/2014/main" id="{20EE0D80-872F-4E97-9D38-419FEE9CE7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5" y="1018"/>
              <a:ext cx="592" cy="5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142374" name="Group 53">
              <a:extLst>
                <a:ext uri="{FF2B5EF4-FFF2-40B4-BE49-F238E27FC236}">
                  <a16:creationId xmlns:a16="http://schemas.microsoft.com/office/drawing/2014/main" id="{15AB3614-59AF-424B-9B90-0AB5BAD1072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42395" name="AutoShape 54">
                <a:extLst>
                  <a:ext uri="{FF2B5EF4-FFF2-40B4-BE49-F238E27FC236}">
                    <a16:creationId xmlns:a16="http://schemas.microsoft.com/office/drawing/2014/main" id="{ACE38901-5BC0-40A4-A4D7-04FE04F7EE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70"/>
                <a:ext cx="726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42396" name="AutoShape 55">
                <a:extLst>
                  <a:ext uri="{FF2B5EF4-FFF2-40B4-BE49-F238E27FC236}">
                    <a16:creationId xmlns:a16="http://schemas.microsoft.com/office/drawing/2014/main" id="{DEF67D75-07C6-4EFE-9BB0-8425362DDEB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7"/>
                <a:ext cx="693" cy="10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42375" name="Rectangle 56">
              <a:extLst>
                <a:ext uri="{FF2B5EF4-FFF2-40B4-BE49-F238E27FC236}">
                  <a16:creationId xmlns:a16="http://schemas.microsoft.com/office/drawing/2014/main" id="{90BE26DD-FBF7-4083-9BA9-FFA4CFADCA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5" y="1357"/>
              <a:ext cx="598" cy="44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42376" name="Rectangle 57">
              <a:extLst>
                <a:ext uri="{FF2B5EF4-FFF2-40B4-BE49-F238E27FC236}">
                  <a16:creationId xmlns:a16="http://schemas.microsoft.com/office/drawing/2014/main" id="{48445C43-889A-4BD7-842D-D52FCC8082A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5" y="1658"/>
              <a:ext cx="598" cy="44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142377" name="Group 58">
              <a:extLst>
                <a:ext uri="{FF2B5EF4-FFF2-40B4-BE49-F238E27FC236}">
                  <a16:creationId xmlns:a16="http://schemas.microsoft.com/office/drawing/2014/main" id="{215C2E61-3001-4D42-BCA1-4338B58EFC9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42393" name="AutoShape 59">
                <a:extLst>
                  <a:ext uri="{FF2B5EF4-FFF2-40B4-BE49-F238E27FC236}">
                    <a16:creationId xmlns:a16="http://schemas.microsoft.com/office/drawing/2014/main" id="{BB364BF8-8375-4AA6-A3F2-E840CF04DE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81"/>
                <a:ext cx="731" cy="12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42394" name="AutoShape 60">
                <a:extLst>
                  <a:ext uri="{FF2B5EF4-FFF2-40B4-BE49-F238E27FC236}">
                    <a16:creationId xmlns:a16="http://schemas.microsoft.com/office/drawing/2014/main" id="{B5A0F977-3AAF-4BB0-859C-DB20961E109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4" y="2586"/>
                <a:ext cx="698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42378" name="Freeform 61">
              <a:extLst>
                <a:ext uri="{FF2B5EF4-FFF2-40B4-BE49-F238E27FC236}">
                  <a16:creationId xmlns:a16="http://schemas.microsoft.com/office/drawing/2014/main" id="{DBC4B202-3156-4680-A07B-B32E9CF3F93D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2 h 226"/>
                <a:gd name="T4" fmla="*/ 2 w 328"/>
                <a:gd name="T5" fmla="*/ 2 h 226"/>
                <a:gd name="T6" fmla="*/ 0 w 328"/>
                <a:gd name="T7" fmla="*/ 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142379" name="Group 62">
              <a:extLst>
                <a:ext uri="{FF2B5EF4-FFF2-40B4-BE49-F238E27FC236}">
                  <a16:creationId xmlns:a16="http://schemas.microsoft.com/office/drawing/2014/main" id="{254BB576-362A-48D3-80C3-F4F4A6744DD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42391" name="AutoShape 63">
                <a:extLst>
                  <a:ext uri="{FF2B5EF4-FFF2-40B4-BE49-F238E27FC236}">
                    <a16:creationId xmlns:a16="http://schemas.microsoft.com/office/drawing/2014/main" id="{F23FEC08-466C-4806-88EA-DAAEA25CAC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76"/>
                <a:ext cx="725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42392" name="AutoShape 64">
                <a:extLst>
                  <a:ext uri="{FF2B5EF4-FFF2-40B4-BE49-F238E27FC236}">
                    <a16:creationId xmlns:a16="http://schemas.microsoft.com/office/drawing/2014/main" id="{7BA0C0B4-422F-4512-94F3-ABA6F12FDF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7"/>
                <a:ext cx="691" cy="106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42380" name="Rectangle 65">
              <a:extLst>
                <a:ext uri="{FF2B5EF4-FFF2-40B4-BE49-F238E27FC236}">
                  <a16:creationId xmlns:a16="http://schemas.microsoft.com/office/drawing/2014/main" id="{4299DCE6-BBEE-42D2-A21D-9F9F88DE6E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0" y="429"/>
              <a:ext cx="69" cy="2290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42381" name="Freeform 66">
              <a:extLst>
                <a:ext uri="{FF2B5EF4-FFF2-40B4-BE49-F238E27FC236}">
                  <a16:creationId xmlns:a16="http://schemas.microsoft.com/office/drawing/2014/main" id="{169C61DD-3263-460B-8382-40F84680E831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 w 296"/>
                <a:gd name="T3" fmla="*/ 2 h 256"/>
                <a:gd name="T4" fmla="*/ 2 w 296"/>
                <a:gd name="T5" fmla="*/ 2 h 256"/>
                <a:gd name="T6" fmla="*/ 0 w 296"/>
                <a:gd name="T7" fmla="*/ 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42382" name="Freeform 67">
              <a:extLst>
                <a:ext uri="{FF2B5EF4-FFF2-40B4-BE49-F238E27FC236}">
                  <a16:creationId xmlns:a16="http://schemas.microsoft.com/office/drawing/2014/main" id="{1AE72A6E-645E-47AD-BB5C-55EA260197C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 w 304"/>
                <a:gd name="T3" fmla="*/ 2 h 288"/>
                <a:gd name="T4" fmla="*/ 2 w 304"/>
                <a:gd name="T5" fmla="*/ 2 h 288"/>
                <a:gd name="T6" fmla="*/ 2 w 304"/>
                <a:gd name="T7" fmla="*/ 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42383" name="Oval 68">
              <a:extLst>
                <a:ext uri="{FF2B5EF4-FFF2-40B4-BE49-F238E27FC236}">
                  <a16:creationId xmlns:a16="http://schemas.microsoft.com/office/drawing/2014/main" id="{BC2DD79F-3E59-4B37-B8F9-55A709C215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7" y="2614"/>
              <a:ext cx="48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42384" name="Freeform 69">
              <a:extLst>
                <a:ext uri="{FF2B5EF4-FFF2-40B4-BE49-F238E27FC236}">
                  <a16:creationId xmlns:a16="http://schemas.microsoft.com/office/drawing/2014/main" id="{8C588EB2-97FD-43E9-AE35-20361614948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 h 240"/>
                <a:gd name="T2" fmla="*/ 2 w 306"/>
                <a:gd name="T3" fmla="*/ 3 h 240"/>
                <a:gd name="T4" fmla="*/ 2 w 306"/>
                <a:gd name="T5" fmla="*/ 3 h 240"/>
                <a:gd name="T6" fmla="*/ 2 w 306"/>
                <a:gd name="T7" fmla="*/ 0 h 240"/>
                <a:gd name="T8" fmla="*/ 0 w 306"/>
                <a:gd name="T9" fmla="*/ 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42385" name="AutoShape 70">
              <a:extLst>
                <a:ext uri="{FF2B5EF4-FFF2-40B4-BE49-F238E27FC236}">
                  <a16:creationId xmlns:a16="http://schemas.microsoft.com/office/drawing/2014/main" id="{C92DF1BF-3E29-4C99-ABCC-9A644389303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80"/>
              <a:ext cx="1201" cy="145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42386" name="AutoShape 71">
              <a:extLst>
                <a:ext uri="{FF2B5EF4-FFF2-40B4-BE49-F238E27FC236}">
                  <a16:creationId xmlns:a16="http://schemas.microsoft.com/office/drawing/2014/main" id="{043D6EF3-4BFC-4735-A060-378BAB434A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4" y="2708"/>
              <a:ext cx="1073" cy="83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42387" name="Oval 72">
              <a:extLst>
                <a:ext uri="{FF2B5EF4-FFF2-40B4-BE49-F238E27FC236}">
                  <a16:creationId xmlns:a16="http://schemas.microsoft.com/office/drawing/2014/main" id="{2E6FCBCA-5933-40E6-8C40-C194C1E9FC2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5" y="2380"/>
              <a:ext cx="160" cy="145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42388" name="Oval 73">
              <a:extLst>
                <a:ext uri="{FF2B5EF4-FFF2-40B4-BE49-F238E27FC236}">
                  <a16:creationId xmlns:a16="http://schemas.microsoft.com/office/drawing/2014/main" id="{284853CE-389A-4F4B-8E22-0239D19694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7" y="2386"/>
              <a:ext cx="160" cy="139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42389" name="Oval 74">
              <a:extLst>
                <a:ext uri="{FF2B5EF4-FFF2-40B4-BE49-F238E27FC236}">
                  <a16:creationId xmlns:a16="http://schemas.microsoft.com/office/drawing/2014/main" id="{AB88B390-F71E-45D7-A7B8-692B79C5B4F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3" y="2380"/>
              <a:ext cx="155" cy="139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42390" name="Rectangle 75">
              <a:extLst>
                <a:ext uri="{FF2B5EF4-FFF2-40B4-BE49-F238E27FC236}">
                  <a16:creationId xmlns:a16="http://schemas.microsoft.com/office/drawing/2014/main" id="{13C2C792-D8BA-4609-8385-BB3CB33D59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3" y="1835"/>
              <a:ext cx="85" cy="762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</p:grpSp>
      <p:grpSp>
        <p:nvGrpSpPr>
          <p:cNvPr id="142364" name="Group 76">
            <a:extLst>
              <a:ext uri="{FF2B5EF4-FFF2-40B4-BE49-F238E27FC236}">
                <a16:creationId xmlns:a16="http://schemas.microsoft.com/office/drawing/2014/main" id="{1AC7FE19-1C10-4548-A9D3-2E9B8D388F3F}"/>
              </a:ext>
            </a:extLst>
          </p:cNvPr>
          <p:cNvGrpSpPr>
            <a:grpSpLocks/>
          </p:cNvGrpSpPr>
          <p:nvPr/>
        </p:nvGrpSpPr>
        <p:grpSpPr bwMode="auto">
          <a:xfrm>
            <a:off x="5605463" y="1739900"/>
            <a:ext cx="698500" cy="709613"/>
            <a:chOff x="-44" y="1473"/>
            <a:chExt cx="981" cy="1105"/>
          </a:xfrm>
        </p:grpSpPr>
        <p:pic>
          <p:nvPicPr>
            <p:cNvPr id="142365" name="Picture 77" descr="desktop_computer_stylized_medium">
              <a:extLst>
                <a:ext uri="{FF2B5EF4-FFF2-40B4-BE49-F238E27FC236}">
                  <a16:creationId xmlns:a16="http://schemas.microsoft.com/office/drawing/2014/main" id="{D10C61D2-63C6-453E-9FD9-E5FFA3009E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42366" name="Freeform 78">
              <a:extLst>
                <a:ext uri="{FF2B5EF4-FFF2-40B4-BE49-F238E27FC236}">
                  <a16:creationId xmlns:a16="http://schemas.microsoft.com/office/drawing/2014/main" id="{F1DF76D7-7E13-48D7-9998-4A2434A59395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5089652 w 356"/>
                <a:gd name="T3" fmla="*/ 1851256 h 368"/>
                <a:gd name="T4" fmla="*/ 17900690 w 356"/>
                <a:gd name="T5" fmla="*/ 38567519 h 368"/>
                <a:gd name="T6" fmla="*/ 3945041 w 356"/>
                <a:gd name="T7" fmla="*/ 48232874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3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3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3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3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34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34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34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2349" grpId="0" animBg="1"/>
      <p:bldP spid="142350" grpId="0"/>
      <p:bldP spid="142353" grpId="0" animBg="1"/>
      <p:bldP spid="142354" grpId="0"/>
      <p:bldP spid="142357" grpId="0" animBg="1"/>
      <p:bldP spid="14235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386" name="Rectangle 7">
            <a:extLst>
              <a:ext uri="{FF2B5EF4-FFF2-40B4-BE49-F238E27FC236}">
                <a16:creationId xmlns:a16="http://schemas.microsoft.com/office/drawing/2014/main" id="{02D8CBD5-194C-415F-8D62-4196DA8B2DE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200">
                <a:solidFill>
                  <a:srgbClr val="000000"/>
                </a:solidFill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144387" name="Rectangle 8">
            <a:extLst>
              <a:ext uri="{FF2B5EF4-FFF2-40B4-BE49-F238E27FC236}">
                <a16:creationId xmlns:a16="http://schemas.microsoft.com/office/drawing/2014/main" id="{69246428-49B8-44D2-8007-E63CC0F076D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200">
                <a:solidFill>
                  <a:srgbClr val="000000"/>
                </a:solidFill>
                <a:latin typeface="Tahoma" panose="020B0604030504040204" pitchFamily="34" charset="0"/>
              </a:rPr>
              <a:t>2-</a:t>
            </a:r>
            <a:fld id="{991FE90C-73C3-4DF0-8858-AF8D07C99EE6}" type="slidenum">
              <a:rPr lang="en-US" altLang="en-US" sz="1200" smtClean="0">
                <a:solidFill>
                  <a:srgbClr val="000000"/>
                </a:solidFill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27</a:t>
            </a:fld>
            <a:endParaRPr lang="en-US" altLang="en-US" sz="12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pic>
        <p:nvPicPr>
          <p:cNvPr id="144388" name="Picture 42" descr="underline_base">
            <a:extLst>
              <a:ext uri="{FF2B5EF4-FFF2-40B4-BE49-F238E27FC236}">
                <a16:creationId xmlns:a16="http://schemas.microsoft.com/office/drawing/2014/main" id="{5D63D771-08E3-4F5A-98F8-3D7D36A124FD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575" y="668338"/>
            <a:ext cx="7007225" cy="139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4389" name="Rectangle 2">
            <a:extLst>
              <a:ext uri="{FF2B5EF4-FFF2-40B4-BE49-F238E27FC236}">
                <a16:creationId xmlns:a16="http://schemas.microsoft.com/office/drawing/2014/main" id="{9B0C46B1-D885-4AD1-A94E-160C0DAA050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42888" y="0"/>
            <a:ext cx="8223250" cy="925513"/>
          </a:xfrm>
        </p:spPr>
        <p:txBody>
          <a:bodyPr/>
          <a:lstStyle/>
          <a:p>
            <a:r>
              <a:rPr lang="en-US" altLang="en-US" sz="3600"/>
              <a:t>Persistent HTTP: response time</a:t>
            </a:r>
          </a:p>
        </p:txBody>
      </p:sp>
      <p:sp>
        <p:nvSpPr>
          <p:cNvPr id="144390" name="Rectangle 3">
            <a:extLst>
              <a:ext uri="{FF2B5EF4-FFF2-40B4-BE49-F238E27FC236}">
                <a16:creationId xmlns:a16="http://schemas.microsoft.com/office/drawing/2014/main" id="{7F07EC7A-36AD-472B-8518-07C2BFBBCF86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33400" y="1258888"/>
            <a:ext cx="4359275" cy="4648200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en-US" sz="2400" i="1" dirty="0">
                <a:solidFill>
                  <a:srgbClr val="0070C0"/>
                </a:solidFill>
              </a:rPr>
              <a:t>First</a:t>
            </a:r>
            <a:r>
              <a:rPr lang="en-US" altLang="en-US" sz="2400" dirty="0">
                <a:solidFill>
                  <a:srgbClr val="0070C0"/>
                </a:solidFill>
              </a:rPr>
              <a:t> request is same as non-persistent HTTP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en-US" sz="2400" i="1" dirty="0"/>
              <a:t>Subsequent</a:t>
            </a:r>
            <a:r>
              <a:rPr lang="en-US" altLang="en-US" sz="2400" dirty="0"/>
              <a:t> HTTP response time:</a:t>
            </a:r>
          </a:p>
          <a:p>
            <a:r>
              <a:rPr lang="en-US" altLang="en-US" sz="2400" dirty="0"/>
              <a:t>one RTT for HTTP request and first few bytes of HTTP response to return</a:t>
            </a:r>
          </a:p>
          <a:p>
            <a:r>
              <a:rPr lang="en-US" altLang="en-US" sz="2400" dirty="0"/>
              <a:t>file transmission time</a:t>
            </a:r>
          </a:p>
          <a:p>
            <a:pPr>
              <a:buFont typeface="Wingdings" panose="05000000000000000000" pitchFamily="2" charset="2"/>
              <a:buNone/>
            </a:pPr>
            <a:endParaRPr lang="en-US" altLang="en-US" sz="2400" dirty="0"/>
          </a:p>
        </p:txBody>
      </p:sp>
      <p:grpSp>
        <p:nvGrpSpPr>
          <p:cNvPr id="144391" name="Group 1">
            <a:extLst>
              <a:ext uri="{FF2B5EF4-FFF2-40B4-BE49-F238E27FC236}">
                <a16:creationId xmlns:a16="http://schemas.microsoft.com/office/drawing/2014/main" id="{6A02A2BB-14F0-4027-BCAE-24C08AEAAABA}"/>
              </a:ext>
            </a:extLst>
          </p:cNvPr>
          <p:cNvGrpSpPr>
            <a:grpSpLocks/>
          </p:cNvGrpSpPr>
          <p:nvPr/>
        </p:nvGrpSpPr>
        <p:grpSpPr bwMode="auto">
          <a:xfrm>
            <a:off x="6353175" y="1931988"/>
            <a:ext cx="1690688" cy="3944937"/>
            <a:chOff x="6352612" y="1931373"/>
            <a:chExt cx="1690687" cy="2881312"/>
          </a:xfrm>
        </p:grpSpPr>
        <p:sp>
          <p:nvSpPr>
            <p:cNvPr id="144455" name="Line 15">
              <a:extLst>
                <a:ext uri="{FF2B5EF4-FFF2-40B4-BE49-F238E27FC236}">
                  <a16:creationId xmlns:a16="http://schemas.microsoft.com/office/drawing/2014/main" id="{FE8A740D-DEA9-4E43-A8CB-788B346B024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52612" y="1937723"/>
              <a:ext cx="0" cy="2832100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prstDash val="sysDot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44456" name="Line 16">
              <a:extLst>
                <a:ext uri="{FF2B5EF4-FFF2-40B4-BE49-F238E27FC236}">
                  <a16:creationId xmlns:a16="http://schemas.microsoft.com/office/drawing/2014/main" id="{E21AE62A-626B-4FFE-A2CF-E67D87457D5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043299" y="1931373"/>
              <a:ext cx="0" cy="2881312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prstDash val="sysDot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</p:grpSp>
      <p:sp>
        <p:nvSpPr>
          <p:cNvPr id="144392" name="Line 17">
            <a:extLst>
              <a:ext uri="{FF2B5EF4-FFF2-40B4-BE49-F238E27FC236}">
                <a16:creationId xmlns:a16="http://schemas.microsoft.com/office/drawing/2014/main" id="{BE638434-592B-493A-967D-667640467824}"/>
              </a:ext>
            </a:extLst>
          </p:cNvPr>
          <p:cNvSpPr>
            <a:spLocks noChangeShapeType="1"/>
          </p:cNvSpPr>
          <p:nvPr/>
        </p:nvSpPr>
        <p:spPr bwMode="auto">
          <a:xfrm>
            <a:off x="6367463" y="2170113"/>
            <a:ext cx="1684337" cy="3905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44393" name="Line 18">
            <a:extLst>
              <a:ext uri="{FF2B5EF4-FFF2-40B4-BE49-F238E27FC236}">
                <a16:creationId xmlns:a16="http://schemas.microsoft.com/office/drawing/2014/main" id="{4B5967A7-A9E8-4B1E-B0BF-2BEC21F6D08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353175" y="2608263"/>
            <a:ext cx="1673225" cy="403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44394" name="Line 19">
            <a:extLst>
              <a:ext uri="{FF2B5EF4-FFF2-40B4-BE49-F238E27FC236}">
                <a16:creationId xmlns:a16="http://schemas.microsoft.com/office/drawing/2014/main" id="{7684CF46-C7F6-4A34-B7C6-2A2082916417}"/>
              </a:ext>
            </a:extLst>
          </p:cNvPr>
          <p:cNvSpPr>
            <a:spLocks noChangeShapeType="1"/>
          </p:cNvSpPr>
          <p:nvPr/>
        </p:nvSpPr>
        <p:spPr bwMode="auto">
          <a:xfrm>
            <a:off x="6361113" y="3116263"/>
            <a:ext cx="1684337" cy="3905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44395" name="Line 20">
            <a:extLst>
              <a:ext uri="{FF2B5EF4-FFF2-40B4-BE49-F238E27FC236}">
                <a16:creationId xmlns:a16="http://schemas.microsoft.com/office/drawing/2014/main" id="{58445593-FEC2-46B2-BDB3-909586A4596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376988" y="3598863"/>
            <a:ext cx="1673225" cy="379412"/>
          </a:xfrm>
          <a:prstGeom prst="line">
            <a:avLst/>
          </a:prstGeom>
          <a:noFill/>
          <a:ln w="1270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44396" name="AutoShape 21">
            <a:extLst>
              <a:ext uri="{FF2B5EF4-FFF2-40B4-BE49-F238E27FC236}">
                <a16:creationId xmlns:a16="http://schemas.microsoft.com/office/drawing/2014/main" id="{06C63177-6E2D-4C59-81C4-8EF425E6FC5C}"/>
              </a:ext>
            </a:extLst>
          </p:cNvPr>
          <p:cNvSpPr>
            <a:spLocks/>
          </p:cNvSpPr>
          <p:nvPr/>
        </p:nvSpPr>
        <p:spPr bwMode="auto">
          <a:xfrm>
            <a:off x="8123238" y="3514725"/>
            <a:ext cx="74612" cy="182563"/>
          </a:xfrm>
          <a:prstGeom prst="rightBrace">
            <a:avLst>
              <a:gd name="adj1" fmla="val 20390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buClr>
                <a:srgbClr val="3333CC"/>
              </a:buClr>
              <a:buSzPct val="85000"/>
              <a:buFont typeface="ZapfDingbats" pitchFamily="82" charset="2"/>
              <a:buNone/>
            </a:pPr>
            <a:endParaRPr lang="en-US" altLang="en-US" sz="2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44397" name="Text Box 22">
            <a:extLst>
              <a:ext uri="{FF2B5EF4-FFF2-40B4-BE49-F238E27FC236}">
                <a16:creationId xmlns:a16="http://schemas.microsoft.com/office/drawing/2014/main" id="{C8463DD7-FA96-4676-9074-9CA975E831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53400" y="3211513"/>
            <a:ext cx="965200" cy="715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600">
                <a:solidFill>
                  <a:srgbClr val="CC0000"/>
                </a:solidFill>
                <a:latin typeface="Arial" panose="020B0604020202020204" pitchFamily="34" charset="0"/>
              </a:rPr>
              <a:t>time to 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600">
                <a:solidFill>
                  <a:srgbClr val="CC0000"/>
                </a:solidFill>
                <a:latin typeface="Arial" panose="020B0604020202020204" pitchFamily="34" charset="0"/>
              </a:rPr>
              <a:t>transmit 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600">
                <a:solidFill>
                  <a:srgbClr val="CC0000"/>
                </a:solidFill>
                <a:latin typeface="Arial" panose="020B0604020202020204" pitchFamily="34" charset="0"/>
              </a:rPr>
              <a:t>file 1</a:t>
            </a:r>
          </a:p>
        </p:txBody>
      </p:sp>
      <p:sp>
        <p:nvSpPr>
          <p:cNvPr id="144398" name="Line 23">
            <a:extLst>
              <a:ext uri="{FF2B5EF4-FFF2-40B4-BE49-F238E27FC236}">
                <a16:creationId xmlns:a16="http://schemas.microsoft.com/office/drawing/2014/main" id="{E79DFAC6-8503-4E62-9AFD-3A7E2661CF32}"/>
              </a:ext>
            </a:extLst>
          </p:cNvPr>
          <p:cNvSpPr>
            <a:spLocks noChangeShapeType="1"/>
          </p:cNvSpPr>
          <p:nvPr/>
        </p:nvSpPr>
        <p:spPr bwMode="auto">
          <a:xfrm>
            <a:off x="5962650" y="2144713"/>
            <a:ext cx="390525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44399" name="Text Box 24">
            <a:extLst>
              <a:ext uri="{FF2B5EF4-FFF2-40B4-BE49-F238E27FC236}">
                <a16:creationId xmlns:a16="http://schemas.microsoft.com/office/drawing/2014/main" id="{516CC27C-183A-47BB-A48E-EC98891A5E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32350" y="1857375"/>
            <a:ext cx="1231900" cy="50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600">
                <a:solidFill>
                  <a:srgbClr val="CC0000"/>
                </a:solidFill>
                <a:latin typeface="Arial" panose="020B0604020202020204" pitchFamily="34" charset="0"/>
              </a:rPr>
              <a:t>initiate TCP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600">
                <a:solidFill>
                  <a:srgbClr val="CC0000"/>
                </a:solidFill>
                <a:latin typeface="Arial" panose="020B0604020202020204" pitchFamily="34" charset="0"/>
              </a:rPr>
              <a:t>connection</a:t>
            </a:r>
          </a:p>
        </p:txBody>
      </p:sp>
      <p:sp>
        <p:nvSpPr>
          <p:cNvPr id="144400" name="AutoShape 25">
            <a:extLst>
              <a:ext uri="{FF2B5EF4-FFF2-40B4-BE49-F238E27FC236}">
                <a16:creationId xmlns:a16="http://schemas.microsoft.com/office/drawing/2014/main" id="{ADEA66C2-0E92-453B-842D-63BC8D31D83A}"/>
              </a:ext>
            </a:extLst>
          </p:cNvPr>
          <p:cNvSpPr>
            <a:spLocks/>
          </p:cNvSpPr>
          <p:nvPr/>
        </p:nvSpPr>
        <p:spPr bwMode="auto">
          <a:xfrm>
            <a:off x="6097588" y="2195513"/>
            <a:ext cx="128587" cy="803275"/>
          </a:xfrm>
          <a:prstGeom prst="leftBrace">
            <a:avLst>
              <a:gd name="adj1" fmla="val 52058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buClr>
                <a:srgbClr val="3333CC"/>
              </a:buClr>
              <a:buSzPct val="85000"/>
              <a:buFont typeface="ZapfDingbats" pitchFamily="82" charset="2"/>
              <a:buNone/>
            </a:pPr>
            <a:endParaRPr lang="en-US" altLang="en-US" sz="2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44401" name="Text Box 26">
            <a:extLst>
              <a:ext uri="{FF2B5EF4-FFF2-40B4-BE49-F238E27FC236}">
                <a16:creationId xmlns:a16="http://schemas.microsoft.com/office/drawing/2014/main" id="{906302A6-E12D-4C74-8354-D5DBE185E05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14988" y="2406650"/>
            <a:ext cx="577850" cy="300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600" dirty="0">
                <a:solidFill>
                  <a:srgbClr val="000000"/>
                </a:solidFill>
                <a:latin typeface="Arial" panose="020B0604020202020204" pitchFamily="34" charset="0"/>
              </a:rPr>
              <a:t>RTT</a:t>
            </a:r>
          </a:p>
        </p:txBody>
      </p:sp>
      <p:sp>
        <p:nvSpPr>
          <p:cNvPr id="144402" name="Line 27">
            <a:extLst>
              <a:ext uri="{FF2B5EF4-FFF2-40B4-BE49-F238E27FC236}">
                <a16:creationId xmlns:a16="http://schemas.microsoft.com/office/drawing/2014/main" id="{718FDC06-5198-4D77-A316-73A491038D0B}"/>
              </a:ext>
            </a:extLst>
          </p:cNvPr>
          <p:cNvSpPr>
            <a:spLocks noChangeShapeType="1"/>
          </p:cNvSpPr>
          <p:nvPr/>
        </p:nvSpPr>
        <p:spPr bwMode="auto">
          <a:xfrm>
            <a:off x="6011863" y="3049588"/>
            <a:ext cx="354012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44403" name="Text Box 28">
            <a:extLst>
              <a:ext uri="{FF2B5EF4-FFF2-40B4-BE49-F238E27FC236}">
                <a16:creationId xmlns:a16="http://schemas.microsoft.com/office/drawing/2014/main" id="{D68A383B-D4DA-4F45-B3D8-429351E77C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35763" y="3032125"/>
            <a:ext cx="862012" cy="50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600">
                <a:solidFill>
                  <a:srgbClr val="CC0000"/>
                </a:solidFill>
                <a:latin typeface="Arial" panose="020B0604020202020204" pitchFamily="34" charset="0"/>
              </a:rPr>
              <a:t>request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600">
                <a:solidFill>
                  <a:srgbClr val="CC0000"/>
                </a:solidFill>
                <a:latin typeface="Arial" panose="020B0604020202020204" pitchFamily="34" charset="0"/>
              </a:rPr>
              <a:t>file 1</a:t>
            </a:r>
          </a:p>
        </p:txBody>
      </p:sp>
      <p:sp>
        <p:nvSpPr>
          <p:cNvPr id="144404" name="AutoShape 29">
            <a:extLst>
              <a:ext uri="{FF2B5EF4-FFF2-40B4-BE49-F238E27FC236}">
                <a16:creationId xmlns:a16="http://schemas.microsoft.com/office/drawing/2014/main" id="{042701F6-A1F6-4CFE-9B2D-236017DBA1C2}"/>
              </a:ext>
            </a:extLst>
          </p:cNvPr>
          <p:cNvSpPr>
            <a:spLocks/>
          </p:cNvSpPr>
          <p:nvPr/>
        </p:nvSpPr>
        <p:spPr bwMode="auto">
          <a:xfrm>
            <a:off x="6103938" y="3105150"/>
            <a:ext cx="128587" cy="803275"/>
          </a:xfrm>
          <a:prstGeom prst="leftBrace">
            <a:avLst>
              <a:gd name="adj1" fmla="val 52058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buClr>
                <a:srgbClr val="3333CC"/>
              </a:buClr>
              <a:buSzPct val="85000"/>
              <a:buFont typeface="ZapfDingbats" pitchFamily="82" charset="2"/>
              <a:buNone/>
            </a:pPr>
            <a:endParaRPr lang="en-US" altLang="en-US" sz="2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44405" name="Text Box 30">
            <a:extLst>
              <a:ext uri="{FF2B5EF4-FFF2-40B4-BE49-F238E27FC236}">
                <a16:creationId xmlns:a16="http://schemas.microsoft.com/office/drawing/2014/main" id="{2DC510F2-1057-438F-97E6-2DAC2FF6AE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34038" y="3328988"/>
            <a:ext cx="577850" cy="300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600" dirty="0">
                <a:solidFill>
                  <a:srgbClr val="000000"/>
                </a:solidFill>
                <a:latin typeface="Arial" panose="020B0604020202020204" pitchFamily="34" charset="0"/>
              </a:rPr>
              <a:t>RTT</a:t>
            </a:r>
          </a:p>
        </p:txBody>
      </p:sp>
      <p:sp>
        <p:nvSpPr>
          <p:cNvPr id="144406" name="Line 35">
            <a:extLst>
              <a:ext uri="{FF2B5EF4-FFF2-40B4-BE49-F238E27FC236}">
                <a16:creationId xmlns:a16="http://schemas.microsoft.com/office/drawing/2014/main" id="{C05D12F5-CE83-4B60-87BE-4C7FE3559ED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022975" y="4038600"/>
            <a:ext cx="342900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44407" name="Text Box 36">
            <a:extLst>
              <a:ext uri="{FF2B5EF4-FFF2-40B4-BE49-F238E27FC236}">
                <a16:creationId xmlns:a16="http://schemas.microsoft.com/office/drawing/2014/main" id="{E5FDA207-FA79-478C-A37A-1219BC53FC4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25975" y="3886200"/>
            <a:ext cx="1627188" cy="301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600">
                <a:solidFill>
                  <a:srgbClr val="CC0000"/>
                </a:solidFill>
                <a:latin typeface="Arial" panose="020B0604020202020204" pitchFamily="34" charset="0"/>
              </a:rPr>
              <a:t>file 1 received</a:t>
            </a:r>
          </a:p>
        </p:txBody>
      </p:sp>
      <p:sp>
        <p:nvSpPr>
          <p:cNvPr id="144408" name="Text Box 37">
            <a:extLst>
              <a:ext uri="{FF2B5EF4-FFF2-40B4-BE49-F238E27FC236}">
                <a16:creationId xmlns:a16="http://schemas.microsoft.com/office/drawing/2014/main" id="{541886C5-35EC-45EC-8F2C-A234001D835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27750" y="5846763"/>
            <a:ext cx="568325" cy="300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600">
                <a:solidFill>
                  <a:srgbClr val="000000"/>
                </a:solidFill>
                <a:latin typeface="Arial" panose="020B0604020202020204" pitchFamily="34" charset="0"/>
              </a:rPr>
              <a:t>time</a:t>
            </a:r>
          </a:p>
        </p:txBody>
      </p:sp>
      <p:sp>
        <p:nvSpPr>
          <p:cNvPr id="144409" name="Text Box 38">
            <a:extLst>
              <a:ext uri="{FF2B5EF4-FFF2-40B4-BE49-F238E27FC236}">
                <a16:creationId xmlns:a16="http://schemas.microsoft.com/office/drawing/2014/main" id="{D5A0B302-8B9F-4FD8-9889-16BD313E4A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05738" y="5829300"/>
            <a:ext cx="56832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600">
                <a:solidFill>
                  <a:srgbClr val="000000"/>
                </a:solidFill>
                <a:latin typeface="Arial" panose="020B0604020202020204" pitchFamily="34" charset="0"/>
              </a:rPr>
              <a:t>time</a:t>
            </a:r>
          </a:p>
        </p:txBody>
      </p:sp>
      <p:grpSp>
        <p:nvGrpSpPr>
          <p:cNvPr id="144410" name="Group 43">
            <a:extLst>
              <a:ext uri="{FF2B5EF4-FFF2-40B4-BE49-F238E27FC236}">
                <a16:creationId xmlns:a16="http://schemas.microsoft.com/office/drawing/2014/main" id="{0DD1E49D-A8CC-4A99-A3BF-1F7C7FC2FD6E}"/>
              </a:ext>
            </a:extLst>
          </p:cNvPr>
          <p:cNvGrpSpPr>
            <a:grpSpLocks/>
          </p:cNvGrpSpPr>
          <p:nvPr/>
        </p:nvGrpSpPr>
        <p:grpSpPr bwMode="auto">
          <a:xfrm>
            <a:off x="7843838" y="1165225"/>
            <a:ext cx="423862" cy="684213"/>
            <a:chOff x="4140" y="429"/>
            <a:chExt cx="1425" cy="2396"/>
          </a:xfrm>
        </p:grpSpPr>
        <p:sp>
          <p:nvSpPr>
            <p:cNvPr id="144423" name="Freeform 44">
              <a:extLst>
                <a:ext uri="{FF2B5EF4-FFF2-40B4-BE49-F238E27FC236}">
                  <a16:creationId xmlns:a16="http://schemas.microsoft.com/office/drawing/2014/main" id="{1C187818-FC38-46B3-9512-773A62324E7F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2 w 354"/>
                <a:gd name="T3" fmla="*/ 3 h 2742"/>
                <a:gd name="T4" fmla="*/ 2 w 354"/>
                <a:gd name="T5" fmla="*/ 3 h 2742"/>
                <a:gd name="T6" fmla="*/ 0 w 354"/>
                <a:gd name="T7" fmla="*/ 3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44424" name="Rectangle 45">
              <a:extLst>
                <a:ext uri="{FF2B5EF4-FFF2-40B4-BE49-F238E27FC236}">
                  <a16:creationId xmlns:a16="http://schemas.microsoft.com/office/drawing/2014/main" id="{24BB1D78-403A-4BBB-81B6-F71B03784E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4" y="429"/>
              <a:ext cx="1051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buClr>
                  <a:srgbClr val="3333CC"/>
                </a:buClr>
                <a:buSzPct val="85000"/>
                <a:buFont typeface="ZapfDingbats" pitchFamily="82" charset="2"/>
                <a:buNone/>
              </a:pPr>
              <a:endParaRPr lang="en-US" altLang="en-US" sz="2000">
                <a:solidFill>
                  <a:srgbClr val="00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44425" name="Freeform 46">
              <a:extLst>
                <a:ext uri="{FF2B5EF4-FFF2-40B4-BE49-F238E27FC236}">
                  <a16:creationId xmlns:a16="http://schemas.microsoft.com/office/drawing/2014/main" id="{F12D53B5-7580-41E5-A46D-3DB55B40CEE0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2 w 211"/>
                <a:gd name="T3" fmla="*/ 3 h 2537"/>
                <a:gd name="T4" fmla="*/ 2 w 211"/>
                <a:gd name="T5" fmla="*/ 3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44426" name="Freeform 47">
              <a:extLst>
                <a:ext uri="{FF2B5EF4-FFF2-40B4-BE49-F238E27FC236}">
                  <a16:creationId xmlns:a16="http://schemas.microsoft.com/office/drawing/2014/main" id="{6735B8E8-DB20-46AC-8BD6-D14A792EC3F4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3 h 226"/>
                <a:gd name="T4" fmla="*/ 2 w 328"/>
                <a:gd name="T5" fmla="*/ 3 h 226"/>
                <a:gd name="T6" fmla="*/ 0 w 328"/>
                <a:gd name="T7" fmla="*/ 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44427" name="Rectangle 48">
              <a:extLst>
                <a:ext uri="{FF2B5EF4-FFF2-40B4-BE49-F238E27FC236}">
                  <a16:creationId xmlns:a16="http://schemas.microsoft.com/office/drawing/2014/main" id="{1C6D2EF1-7C73-4A1A-A26E-80CAF9E428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9" y="690"/>
              <a:ext cx="598" cy="5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buClr>
                  <a:srgbClr val="3333CC"/>
                </a:buClr>
                <a:buSzPct val="85000"/>
                <a:buFont typeface="ZapfDingbats" pitchFamily="82" charset="2"/>
                <a:buNone/>
              </a:pPr>
              <a:endParaRPr lang="en-US" altLang="en-US" sz="2000">
                <a:solidFill>
                  <a:srgbClr val="000000"/>
                </a:solidFill>
                <a:latin typeface="Arial" panose="020B0604020202020204" pitchFamily="34" charset="0"/>
              </a:endParaRPr>
            </a:p>
          </p:txBody>
        </p:sp>
        <p:grpSp>
          <p:nvGrpSpPr>
            <p:cNvPr id="144428" name="Group 49">
              <a:extLst>
                <a:ext uri="{FF2B5EF4-FFF2-40B4-BE49-F238E27FC236}">
                  <a16:creationId xmlns:a16="http://schemas.microsoft.com/office/drawing/2014/main" id="{0604CB54-FBDD-4A09-A0F1-9B0413765EC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44453" name="AutoShape 50">
                <a:extLst>
                  <a:ext uri="{FF2B5EF4-FFF2-40B4-BE49-F238E27FC236}">
                    <a16:creationId xmlns:a16="http://schemas.microsoft.com/office/drawing/2014/main" id="{5178A641-6DF4-4477-B9F0-BAEF3BAC67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8"/>
                <a:ext cx="726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rgbClr val="3333CC"/>
                  </a:buClr>
                  <a:buSzPct val="85000"/>
                  <a:buFont typeface="ZapfDingbats" pitchFamily="82" charset="2"/>
                  <a:buNone/>
                </a:pPr>
                <a:endParaRPr lang="en-US" altLang="en-US" sz="20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44454" name="AutoShape 51">
                <a:extLst>
                  <a:ext uri="{FF2B5EF4-FFF2-40B4-BE49-F238E27FC236}">
                    <a16:creationId xmlns:a16="http://schemas.microsoft.com/office/drawing/2014/main" id="{9D038085-FC43-4DE8-B80D-F083EE99205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7" y="2584"/>
                <a:ext cx="693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rgbClr val="3333CC"/>
                  </a:buClr>
                  <a:buSzPct val="85000"/>
                  <a:buFont typeface="ZapfDingbats" pitchFamily="82" charset="2"/>
                  <a:buNone/>
                </a:pPr>
                <a:endParaRPr lang="en-US" altLang="en-US" sz="20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44429" name="Rectangle 52">
              <a:extLst>
                <a:ext uri="{FF2B5EF4-FFF2-40B4-BE49-F238E27FC236}">
                  <a16:creationId xmlns:a16="http://schemas.microsoft.com/office/drawing/2014/main" id="{9C34FEF2-F3DF-4510-9E7C-7B4C915148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5" y="1018"/>
              <a:ext cx="592" cy="5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buClr>
                  <a:srgbClr val="3333CC"/>
                </a:buClr>
                <a:buSzPct val="85000"/>
                <a:buFont typeface="ZapfDingbats" pitchFamily="82" charset="2"/>
                <a:buNone/>
              </a:pPr>
              <a:endParaRPr lang="en-US" altLang="en-US" sz="2000">
                <a:solidFill>
                  <a:srgbClr val="000000"/>
                </a:solidFill>
                <a:latin typeface="Arial" panose="020B0604020202020204" pitchFamily="34" charset="0"/>
              </a:endParaRPr>
            </a:p>
          </p:txBody>
        </p:sp>
        <p:grpSp>
          <p:nvGrpSpPr>
            <p:cNvPr id="144430" name="Group 53">
              <a:extLst>
                <a:ext uri="{FF2B5EF4-FFF2-40B4-BE49-F238E27FC236}">
                  <a16:creationId xmlns:a16="http://schemas.microsoft.com/office/drawing/2014/main" id="{7CE4A39A-D117-4474-A412-22BFF552DAC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44451" name="AutoShape 54">
                <a:extLst>
                  <a:ext uri="{FF2B5EF4-FFF2-40B4-BE49-F238E27FC236}">
                    <a16:creationId xmlns:a16="http://schemas.microsoft.com/office/drawing/2014/main" id="{DE31D584-884F-462C-93C0-FC369C5137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70"/>
                <a:ext cx="726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rgbClr val="3333CC"/>
                  </a:buClr>
                  <a:buSzPct val="85000"/>
                  <a:buFont typeface="ZapfDingbats" pitchFamily="82" charset="2"/>
                  <a:buNone/>
                </a:pPr>
                <a:endParaRPr lang="en-US" altLang="en-US" sz="20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44452" name="AutoShape 55">
                <a:extLst>
                  <a:ext uri="{FF2B5EF4-FFF2-40B4-BE49-F238E27FC236}">
                    <a16:creationId xmlns:a16="http://schemas.microsoft.com/office/drawing/2014/main" id="{649CD1AA-D893-4789-AE68-B5EC91B232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7"/>
                <a:ext cx="693" cy="10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rgbClr val="3333CC"/>
                  </a:buClr>
                  <a:buSzPct val="85000"/>
                  <a:buFont typeface="ZapfDingbats" pitchFamily="82" charset="2"/>
                  <a:buNone/>
                </a:pPr>
                <a:endParaRPr lang="en-US" altLang="en-US" sz="20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44431" name="Rectangle 56">
              <a:extLst>
                <a:ext uri="{FF2B5EF4-FFF2-40B4-BE49-F238E27FC236}">
                  <a16:creationId xmlns:a16="http://schemas.microsoft.com/office/drawing/2014/main" id="{A78FB479-B46E-4BD1-9461-879FEF9C38E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5" y="1357"/>
              <a:ext cx="598" cy="44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buClr>
                  <a:srgbClr val="3333CC"/>
                </a:buClr>
                <a:buSzPct val="85000"/>
                <a:buFont typeface="ZapfDingbats" pitchFamily="82" charset="2"/>
                <a:buNone/>
              </a:pPr>
              <a:endParaRPr lang="en-US" altLang="en-US" sz="2000">
                <a:solidFill>
                  <a:srgbClr val="00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44432" name="Rectangle 57">
              <a:extLst>
                <a:ext uri="{FF2B5EF4-FFF2-40B4-BE49-F238E27FC236}">
                  <a16:creationId xmlns:a16="http://schemas.microsoft.com/office/drawing/2014/main" id="{64D573E1-A4D4-4613-899D-99C84E27973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5" y="1658"/>
              <a:ext cx="598" cy="44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buClr>
                  <a:srgbClr val="3333CC"/>
                </a:buClr>
                <a:buSzPct val="85000"/>
                <a:buFont typeface="ZapfDingbats" pitchFamily="82" charset="2"/>
                <a:buNone/>
              </a:pPr>
              <a:endParaRPr lang="en-US" altLang="en-US" sz="2000">
                <a:solidFill>
                  <a:srgbClr val="000000"/>
                </a:solidFill>
                <a:latin typeface="Arial" panose="020B0604020202020204" pitchFamily="34" charset="0"/>
              </a:endParaRPr>
            </a:p>
          </p:txBody>
        </p:sp>
        <p:grpSp>
          <p:nvGrpSpPr>
            <p:cNvPr id="144433" name="Group 58">
              <a:extLst>
                <a:ext uri="{FF2B5EF4-FFF2-40B4-BE49-F238E27FC236}">
                  <a16:creationId xmlns:a16="http://schemas.microsoft.com/office/drawing/2014/main" id="{6C8B891E-CAF4-4169-95D0-97C073A4C48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44449" name="AutoShape 59">
                <a:extLst>
                  <a:ext uri="{FF2B5EF4-FFF2-40B4-BE49-F238E27FC236}">
                    <a16:creationId xmlns:a16="http://schemas.microsoft.com/office/drawing/2014/main" id="{DFBB6DF8-AFB1-4CA6-A9A6-F50817D613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81"/>
                <a:ext cx="731" cy="12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rgbClr val="3333CC"/>
                  </a:buClr>
                  <a:buSzPct val="85000"/>
                  <a:buFont typeface="ZapfDingbats" pitchFamily="82" charset="2"/>
                  <a:buNone/>
                </a:pPr>
                <a:endParaRPr lang="en-US" altLang="en-US" sz="20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44450" name="AutoShape 60">
                <a:extLst>
                  <a:ext uri="{FF2B5EF4-FFF2-40B4-BE49-F238E27FC236}">
                    <a16:creationId xmlns:a16="http://schemas.microsoft.com/office/drawing/2014/main" id="{A50840D6-E6BD-4084-A9EB-50B867FFC83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4" y="2586"/>
                <a:ext cx="698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rgbClr val="3333CC"/>
                  </a:buClr>
                  <a:buSzPct val="85000"/>
                  <a:buFont typeface="ZapfDingbats" pitchFamily="82" charset="2"/>
                  <a:buNone/>
                </a:pPr>
                <a:endParaRPr lang="en-US" altLang="en-US" sz="20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44434" name="Freeform 61">
              <a:extLst>
                <a:ext uri="{FF2B5EF4-FFF2-40B4-BE49-F238E27FC236}">
                  <a16:creationId xmlns:a16="http://schemas.microsoft.com/office/drawing/2014/main" id="{56D19728-4108-4026-A213-723C2B1FC3BB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2 h 226"/>
                <a:gd name="T4" fmla="*/ 2 w 328"/>
                <a:gd name="T5" fmla="*/ 2 h 226"/>
                <a:gd name="T6" fmla="*/ 0 w 328"/>
                <a:gd name="T7" fmla="*/ 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144435" name="Group 62">
              <a:extLst>
                <a:ext uri="{FF2B5EF4-FFF2-40B4-BE49-F238E27FC236}">
                  <a16:creationId xmlns:a16="http://schemas.microsoft.com/office/drawing/2014/main" id="{88317391-0112-4014-AA59-ECCDAA7C8C3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44447" name="AutoShape 63">
                <a:extLst>
                  <a:ext uri="{FF2B5EF4-FFF2-40B4-BE49-F238E27FC236}">
                    <a16:creationId xmlns:a16="http://schemas.microsoft.com/office/drawing/2014/main" id="{83EFC087-B576-46B6-9863-6AD8807F7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76"/>
                <a:ext cx="725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rgbClr val="3333CC"/>
                  </a:buClr>
                  <a:buSzPct val="85000"/>
                  <a:buFont typeface="ZapfDingbats" pitchFamily="82" charset="2"/>
                  <a:buNone/>
                </a:pPr>
                <a:endParaRPr lang="en-US" altLang="en-US" sz="20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44448" name="AutoShape 64">
                <a:extLst>
                  <a:ext uri="{FF2B5EF4-FFF2-40B4-BE49-F238E27FC236}">
                    <a16:creationId xmlns:a16="http://schemas.microsoft.com/office/drawing/2014/main" id="{F9B6DE1A-FF14-4F4F-B196-E3653E369A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7"/>
                <a:ext cx="691" cy="106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rgbClr val="3333CC"/>
                  </a:buClr>
                  <a:buSzPct val="85000"/>
                  <a:buFont typeface="ZapfDingbats" pitchFamily="82" charset="2"/>
                  <a:buNone/>
                </a:pPr>
                <a:endParaRPr lang="en-US" altLang="en-US" sz="20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44436" name="Rectangle 65">
              <a:extLst>
                <a:ext uri="{FF2B5EF4-FFF2-40B4-BE49-F238E27FC236}">
                  <a16:creationId xmlns:a16="http://schemas.microsoft.com/office/drawing/2014/main" id="{D7D84BFF-52F8-4605-9BBC-CC3694EC25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0" y="429"/>
              <a:ext cx="69" cy="2290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buClr>
                  <a:srgbClr val="3333CC"/>
                </a:buClr>
                <a:buSzPct val="85000"/>
                <a:buFont typeface="ZapfDingbats" pitchFamily="82" charset="2"/>
                <a:buNone/>
              </a:pPr>
              <a:endParaRPr lang="en-US" altLang="en-US" sz="2000">
                <a:solidFill>
                  <a:srgbClr val="00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44437" name="Freeform 66">
              <a:extLst>
                <a:ext uri="{FF2B5EF4-FFF2-40B4-BE49-F238E27FC236}">
                  <a16:creationId xmlns:a16="http://schemas.microsoft.com/office/drawing/2014/main" id="{7B5FECAE-9A52-417E-A336-F00904D70313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 w 296"/>
                <a:gd name="T3" fmla="*/ 2 h 256"/>
                <a:gd name="T4" fmla="*/ 2 w 296"/>
                <a:gd name="T5" fmla="*/ 2 h 256"/>
                <a:gd name="T6" fmla="*/ 0 w 296"/>
                <a:gd name="T7" fmla="*/ 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44438" name="Freeform 67">
              <a:extLst>
                <a:ext uri="{FF2B5EF4-FFF2-40B4-BE49-F238E27FC236}">
                  <a16:creationId xmlns:a16="http://schemas.microsoft.com/office/drawing/2014/main" id="{C5873624-0588-496C-9A84-10551D1662F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 w 304"/>
                <a:gd name="T3" fmla="*/ 2 h 288"/>
                <a:gd name="T4" fmla="*/ 2 w 304"/>
                <a:gd name="T5" fmla="*/ 2 h 288"/>
                <a:gd name="T6" fmla="*/ 2 w 304"/>
                <a:gd name="T7" fmla="*/ 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44439" name="Oval 68">
              <a:extLst>
                <a:ext uri="{FF2B5EF4-FFF2-40B4-BE49-F238E27FC236}">
                  <a16:creationId xmlns:a16="http://schemas.microsoft.com/office/drawing/2014/main" id="{63068771-3F2E-433B-9D8F-08013174D7B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7" y="2614"/>
              <a:ext cx="48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buClr>
                  <a:srgbClr val="3333CC"/>
                </a:buClr>
                <a:buSzPct val="85000"/>
                <a:buFont typeface="ZapfDingbats" pitchFamily="82" charset="2"/>
                <a:buNone/>
              </a:pPr>
              <a:endParaRPr lang="en-US" altLang="en-US" sz="2000">
                <a:solidFill>
                  <a:srgbClr val="00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44440" name="Freeform 69">
              <a:extLst>
                <a:ext uri="{FF2B5EF4-FFF2-40B4-BE49-F238E27FC236}">
                  <a16:creationId xmlns:a16="http://schemas.microsoft.com/office/drawing/2014/main" id="{71CAFAF8-2CF0-4E3A-BBE3-6F82A2C6EE73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 h 240"/>
                <a:gd name="T2" fmla="*/ 2 w 306"/>
                <a:gd name="T3" fmla="*/ 3 h 240"/>
                <a:gd name="T4" fmla="*/ 2 w 306"/>
                <a:gd name="T5" fmla="*/ 3 h 240"/>
                <a:gd name="T6" fmla="*/ 2 w 306"/>
                <a:gd name="T7" fmla="*/ 0 h 240"/>
                <a:gd name="T8" fmla="*/ 0 w 306"/>
                <a:gd name="T9" fmla="*/ 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44441" name="AutoShape 70">
              <a:extLst>
                <a:ext uri="{FF2B5EF4-FFF2-40B4-BE49-F238E27FC236}">
                  <a16:creationId xmlns:a16="http://schemas.microsoft.com/office/drawing/2014/main" id="{28DA6C22-A83D-4D6A-940E-5D6CA54DBD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80"/>
              <a:ext cx="1201" cy="145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buClr>
                  <a:srgbClr val="3333CC"/>
                </a:buClr>
                <a:buSzPct val="85000"/>
                <a:buFont typeface="ZapfDingbats" pitchFamily="82" charset="2"/>
                <a:buNone/>
              </a:pPr>
              <a:endParaRPr lang="en-US" altLang="en-US" sz="2000">
                <a:solidFill>
                  <a:srgbClr val="00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44442" name="AutoShape 71">
              <a:extLst>
                <a:ext uri="{FF2B5EF4-FFF2-40B4-BE49-F238E27FC236}">
                  <a16:creationId xmlns:a16="http://schemas.microsoft.com/office/drawing/2014/main" id="{8D35E47E-7D44-4FF7-8204-9C1294F5E08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4" y="2708"/>
              <a:ext cx="1073" cy="83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buClr>
                  <a:srgbClr val="3333CC"/>
                </a:buClr>
                <a:buSzPct val="85000"/>
                <a:buFont typeface="ZapfDingbats" pitchFamily="82" charset="2"/>
                <a:buNone/>
              </a:pPr>
              <a:endParaRPr lang="en-US" altLang="en-US" sz="2000">
                <a:solidFill>
                  <a:srgbClr val="00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44443" name="Oval 72">
              <a:extLst>
                <a:ext uri="{FF2B5EF4-FFF2-40B4-BE49-F238E27FC236}">
                  <a16:creationId xmlns:a16="http://schemas.microsoft.com/office/drawing/2014/main" id="{D3D9FE76-DD72-4239-92D4-5832C7C4EDB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5" y="2380"/>
              <a:ext cx="160" cy="145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buClr>
                  <a:srgbClr val="3333CC"/>
                </a:buClr>
                <a:buSzPct val="85000"/>
                <a:buFont typeface="ZapfDingbats" pitchFamily="82" charset="2"/>
                <a:buNone/>
              </a:pPr>
              <a:endParaRPr lang="en-US" altLang="en-US" sz="2000">
                <a:solidFill>
                  <a:srgbClr val="00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44444" name="Oval 73">
              <a:extLst>
                <a:ext uri="{FF2B5EF4-FFF2-40B4-BE49-F238E27FC236}">
                  <a16:creationId xmlns:a16="http://schemas.microsoft.com/office/drawing/2014/main" id="{E29ACA5F-9681-4CF4-B00C-D77B55E3CD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7" y="2386"/>
              <a:ext cx="160" cy="139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1800">
                <a:solidFill>
                  <a:srgbClr val="FF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44445" name="Oval 74">
              <a:extLst>
                <a:ext uri="{FF2B5EF4-FFF2-40B4-BE49-F238E27FC236}">
                  <a16:creationId xmlns:a16="http://schemas.microsoft.com/office/drawing/2014/main" id="{7A0C32ED-3A9A-4B18-B9EF-B67D09B912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3" y="2380"/>
              <a:ext cx="155" cy="139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buClr>
                  <a:srgbClr val="3333CC"/>
                </a:buClr>
                <a:buSzPct val="85000"/>
                <a:buFont typeface="ZapfDingbats" pitchFamily="82" charset="2"/>
                <a:buNone/>
              </a:pPr>
              <a:endParaRPr lang="en-US" altLang="en-US" sz="2000">
                <a:solidFill>
                  <a:srgbClr val="00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44446" name="Rectangle 75">
              <a:extLst>
                <a:ext uri="{FF2B5EF4-FFF2-40B4-BE49-F238E27FC236}">
                  <a16:creationId xmlns:a16="http://schemas.microsoft.com/office/drawing/2014/main" id="{6DDE804D-D903-4002-B158-220A6357B4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3" y="1835"/>
              <a:ext cx="85" cy="762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buClr>
                  <a:srgbClr val="3333CC"/>
                </a:buClr>
                <a:buSzPct val="85000"/>
                <a:buFont typeface="ZapfDingbats" pitchFamily="82" charset="2"/>
                <a:buNone/>
              </a:pPr>
              <a:endParaRPr lang="en-US" altLang="en-US" sz="2000">
                <a:solidFill>
                  <a:srgbClr val="000000"/>
                </a:solidFill>
                <a:latin typeface="Arial" panose="020B0604020202020204" pitchFamily="34" charset="0"/>
              </a:endParaRPr>
            </a:p>
          </p:txBody>
        </p:sp>
      </p:grpSp>
      <p:grpSp>
        <p:nvGrpSpPr>
          <p:cNvPr id="144411" name="Group 76">
            <a:extLst>
              <a:ext uri="{FF2B5EF4-FFF2-40B4-BE49-F238E27FC236}">
                <a16:creationId xmlns:a16="http://schemas.microsoft.com/office/drawing/2014/main" id="{A5F3102E-297D-4C82-9F5A-30B144F9E5AA}"/>
              </a:ext>
            </a:extLst>
          </p:cNvPr>
          <p:cNvGrpSpPr>
            <a:grpSpLocks/>
          </p:cNvGrpSpPr>
          <p:nvPr/>
        </p:nvGrpSpPr>
        <p:grpSpPr bwMode="auto">
          <a:xfrm>
            <a:off x="5842000" y="1187450"/>
            <a:ext cx="698500" cy="709613"/>
            <a:chOff x="-44" y="1473"/>
            <a:chExt cx="981" cy="1105"/>
          </a:xfrm>
        </p:grpSpPr>
        <p:pic>
          <p:nvPicPr>
            <p:cNvPr id="144421" name="Picture 77" descr="desktop_computer_stylized_medium">
              <a:extLst>
                <a:ext uri="{FF2B5EF4-FFF2-40B4-BE49-F238E27FC236}">
                  <a16:creationId xmlns:a16="http://schemas.microsoft.com/office/drawing/2014/main" id="{65FD2BDE-3E11-435D-AE60-B3DB3D6BB9C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44422" name="Freeform 78">
              <a:extLst>
                <a:ext uri="{FF2B5EF4-FFF2-40B4-BE49-F238E27FC236}">
                  <a16:creationId xmlns:a16="http://schemas.microsoft.com/office/drawing/2014/main" id="{67551F07-3923-4B6C-A8E6-BA81755C9B89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87315015 w 356"/>
                <a:gd name="T3" fmla="*/ 12510733 h 368"/>
                <a:gd name="T4" fmla="*/ 103580447 w 356"/>
                <a:gd name="T5" fmla="*/ 260637846 h 368"/>
                <a:gd name="T6" fmla="*/ 22827683 w 356"/>
                <a:gd name="T7" fmla="*/ 32596255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sp>
        <p:nvSpPr>
          <p:cNvPr id="144412" name="Line 19">
            <a:extLst>
              <a:ext uri="{FF2B5EF4-FFF2-40B4-BE49-F238E27FC236}">
                <a16:creationId xmlns:a16="http://schemas.microsoft.com/office/drawing/2014/main" id="{8CB8F4D2-3E83-4A2C-9A59-6B34B668DDB9}"/>
              </a:ext>
            </a:extLst>
          </p:cNvPr>
          <p:cNvSpPr>
            <a:spLocks noChangeShapeType="1"/>
          </p:cNvSpPr>
          <p:nvPr/>
        </p:nvSpPr>
        <p:spPr bwMode="auto">
          <a:xfrm>
            <a:off x="6351588" y="4117975"/>
            <a:ext cx="1684337" cy="3905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44413" name="Line 20">
            <a:extLst>
              <a:ext uri="{FF2B5EF4-FFF2-40B4-BE49-F238E27FC236}">
                <a16:creationId xmlns:a16="http://schemas.microsoft.com/office/drawing/2014/main" id="{E6C776EF-CB68-4AF0-965E-D5C6E277A9C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367463" y="4600575"/>
            <a:ext cx="1673225" cy="379413"/>
          </a:xfrm>
          <a:prstGeom prst="line">
            <a:avLst/>
          </a:prstGeom>
          <a:noFill/>
          <a:ln w="1270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44414" name="AutoShape 21">
            <a:extLst>
              <a:ext uri="{FF2B5EF4-FFF2-40B4-BE49-F238E27FC236}">
                <a16:creationId xmlns:a16="http://schemas.microsoft.com/office/drawing/2014/main" id="{C9E22886-3048-487C-AAB6-E7020D570BB8}"/>
              </a:ext>
            </a:extLst>
          </p:cNvPr>
          <p:cNvSpPr>
            <a:spLocks/>
          </p:cNvSpPr>
          <p:nvPr/>
        </p:nvSpPr>
        <p:spPr bwMode="auto">
          <a:xfrm>
            <a:off x="8113713" y="4516438"/>
            <a:ext cx="74612" cy="182562"/>
          </a:xfrm>
          <a:prstGeom prst="rightBrace">
            <a:avLst>
              <a:gd name="adj1" fmla="val 20390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buClr>
                <a:srgbClr val="3333CC"/>
              </a:buClr>
              <a:buSzPct val="85000"/>
              <a:buFont typeface="ZapfDingbats" pitchFamily="82" charset="2"/>
              <a:buNone/>
            </a:pPr>
            <a:endParaRPr lang="en-US" altLang="en-US" sz="2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44415" name="Text Box 22">
            <a:extLst>
              <a:ext uri="{FF2B5EF4-FFF2-40B4-BE49-F238E27FC236}">
                <a16:creationId xmlns:a16="http://schemas.microsoft.com/office/drawing/2014/main" id="{CEC96A0D-F69A-481B-9DAD-BA0E2543426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43875" y="4213225"/>
            <a:ext cx="965200" cy="71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600" dirty="0">
                <a:solidFill>
                  <a:srgbClr val="CC0000"/>
                </a:solidFill>
                <a:latin typeface="Arial" panose="020B0604020202020204" pitchFamily="34" charset="0"/>
              </a:rPr>
              <a:t>time to 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600" dirty="0">
                <a:solidFill>
                  <a:srgbClr val="CC0000"/>
                </a:solidFill>
                <a:latin typeface="Arial" panose="020B0604020202020204" pitchFamily="34" charset="0"/>
              </a:rPr>
              <a:t>transmit 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600" dirty="0">
                <a:solidFill>
                  <a:srgbClr val="CC0000"/>
                </a:solidFill>
                <a:latin typeface="Arial" panose="020B0604020202020204" pitchFamily="34" charset="0"/>
              </a:rPr>
              <a:t>file 2</a:t>
            </a:r>
          </a:p>
        </p:txBody>
      </p:sp>
      <p:sp>
        <p:nvSpPr>
          <p:cNvPr id="144416" name="AutoShape 29">
            <a:extLst>
              <a:ext uri="{FF2B5EF4-FFF2-40B4-BE49-F238E27FC236}">
                <a16:creationId xmlns:a16="http://schemas.microsoft.com/office/drawing/2014/main" id="{D7727DB6-46E7-4306-A1B9-8C52E6737875}"/>
              </a:ext>
            </a:extLst>
          </p:cNvPr>
          <p:cNvSpPr>
            <a:spLocks/>
          </p:cNvSpPr>
          <p:nvPr/>
        </p:nvSpPr>
        <p:spPr bwMode="auto">
          <a:xfrm>
            <a:off x="6094413" y="4106863"/>
            <a:ext cx="128587" cy="803275"/>
          </a:xfrm>
          <a:prstGeom prst="leftBrace">
            <a:avLst>
              <a:gd name="adj1" fmla="val 52058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buClr>
                <a:srgbClr val="3333CC"/>
              </a:buClr>
              <a:buSzPct val="85000"/>
              <a:buFont typeface="ZapfDingbats" pitchFamily="82" charset="2"/>
              <a:buNone/>
            </a:pPr>
            <a:endParaRPr lang="en-US" altLang="en-US" sz="2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44417" name="Text Box 30">
            <a:extLst>
              <a:ext uri="{FF2B5EF4-FFF2-40B4-BE49-F238E27FC236}">
                <a16:creationId xmlns:a16="http://schemas.microsoft.com/office/drawing/2014/main" id="{A95F783D-A041-483E-9C2E-A062B11224E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24513" y="4330700"/>
            <a:ext cx="577850" cy="300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600">
                <a:solidFill>
                  <a:srgbClr val="000000"/>
                </a:solidFill>
                <a:latin typeface="Arial" panose="020B0604020202020204" pitchFamily="34" charset="0"/>
              </a:rPr>
              <a:t>RTT</a:t>
            </a:r>
          </a:p>
        </p:txBody>
      </p:sp>
      <p:sp>
        <p:nvSpPr>
          <p:cNvPr id="144418" name="Line 35">
            <a:extLst>
              <a:ext uri="{FF2B5EF4-FFF2-40B4-BE49-F238E27FC236}">
                <a16:creationId xmlns:a16="http://schemas.microsoft.com/office/drawing/2014/main" id="{CD347103-5155-40E3-987C-B113C9495B6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013450" y="5040313"/>
            <a:ext cx="342900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44419" name="Text Box 36">
            <a:extLst>
              <a:ext uri="{FF2B5EF4-FFF2-40B4-BE49-F238E27FC236}">
                <a16:creationId xmlns:a16="http://schemas.microsoft.com/office/drawing/2014/main" id="{65994B94-4213-43D3-A509-A81F5A39F1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16450" y="4887913"/>
            <a:ext cx="1627188" cy="301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600">
                <a:solidFill>
                  <a:srgbClr val="CC0000"/>
                </a:solidFill>
                <a:latin typeface="Arial" panose="020B0604020202020204" pitchFamily="34" charset="0"/>
              </a:rPr>
              <a:t>file 2 received</a:t>
            </a:r>
          </a:p>
        </p:txBody>
      </p:sp>
      <p:sp>
        <p:nvSpPr>
          <p:cNvPr id="144420" name="Text Box 28">
            <a:extLst>
              <a:ext uri="{FF2B5EF4-FFF2-40B4-BE49-F238E27FC236}">
                <a16:creationId xmlns:a16="http://schemas.microsoft.com/office/drawing/2014/main" id="{E544C9D2-FBB4-4395-9C81-0081028B7A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84975" y="4005263"/>
            <a:ext cx="862013" cy="50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600">
                <a:solidFill>
                  <a:srgbClr val="CC0000"/>
                </a:solidFill>
                <a:latin typeface="Arial" panose="020B0604020202020204" pitchFamily="34" charset="0"/>
              </a:rPr>
              <a:t>request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600">
                <a:solidFill>
                  <a:srgbClr val="CC0000"/>
                </a:solidFill>
                <a:latin typeface="Arial" panose="020B0604020202020204" pitchFamily="34" charset="0"/>
              </a:rPr>
              <a:t>file 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3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4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3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3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4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4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3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4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4401" grpId="0"/>
      <p:bldP spid="144405" grpId="0"/>
      <p:bldP spid="144414" grpId="0" animBg="1"/>
      <p:bldP spid="144415" grpId="0"/>
      <p:bldP spid="144416" grpId="0" animBg="1"/>
      <p:bldP spid="144417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434" name="Rectangle 7">
            <a:extLst>
              <a:ext uri="{FF2B5EF4-FFF2-40B4-BE49-F238E27FC236}">
                <a16:creationId xmlns:a16="http://schemas.microsoft.com/office/drawing/2014/main" id="{3E2299D5-B431-4C74-9F80-5152C63B7C5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zh-TW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146435" name="Rectangle 8">
            <a:extLst>
              <a:ext uri="{FF2B5EF4-FFF2-40B4-BE49-F238E27FC236}">
                <a16:creationId xmlns:a16="http://schemas.microsoft.com/office/drawing/2014/main" id="{186FC29C-CE23-425F-9341-A33C24CC424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zh-TW" sz="1200">
                <a:latin typeface="Tahoma" panose="020B0604030504040204" pitchFamily="34" charset="0"/>
              </a:rPr>
              <a:t>2-</a:t>
            </a:r>
            <a:fld id="{6C8BEB82-A6E5-4D46-B124-F12EC262A528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t>28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146436" name="Rectangle 2">
            <a:extLst>
              <a:ext uri="{FF2B5EF4-FFF2-40B4-BE49-F238E27FC236}">
                <a16:creationId xmlns:a16="http://schemas.microsoft.com/office/drawing/2014/main" id="{E5CF241A-20DE-4BC3-8BAD-144FF868647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2438" y="173038"/>
            <a:ext cx="7772400" cy="838200"/>
          </a:xfrm>
        </p:spPr>
        <p:txBody>
          <a:bodyPr/>
          <a:lstStyle/>
          <a:p>
            <a:r>
              <a:rPr lang="en-US" altLang="zh-TW" sz="3600"/>
              <a:t>Non-Persistent &amp; Persistent HTTP</a:t>
            </a:r>
            <a:endParaRPr lang="en-US" altLang="zh-TW"/>
          </a:p>
        </p:txBody>
      </p:sp>
      <p:sp>
        <p:nvSpPr>
          <p:cNvPr id="146437" name="Rectangle 3">
            <a:extLst>
              <a:ext uri="{FF2B5EF4-FFF2-40B4-BE49-F238E27FC236}">
                <a16:creationId xmlns:a16="http://schemas.microsoft.com/office/drawing/2014/main" id="{D481B4A6-EDC3-4008-8453-C3C7B8D52152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434975" y="1414463"/>
            <a:ext cx="3933825" cy="4648200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i="1" dirty="0">
                <a:solidFill>
                  <a:srgbClr val="CC0000"/>
                </a:solidFill>
              </a:rPr>
              <a:t>non-persistent HTTP issues:</a:t>
            </a:r>
          </a:p>
          <a:p>
            <a:r>
              <a:rPr lang="en-US" altLang="zh-TW" sz="2400" dirty="0"/>
              <a:t>requires 2 RTTs per object</a:t>
            </a:r>
          </a:p>
          <a:p>
            <a:r>
              <a:rPr lang="en-US" altLang="zh-TW" sz="2400" dirty="0"/>
              <a:t>OS overhead for </a:t>
            </a:r>
            <a:r>
              <a:rPr lang="en-US" altLang="zh-TW" sz="2400" i="1" dirty="0"/>
              <a:t>each</a:t>
            </a:r>
            <a:r>
              <a:rPr lang="en-US" altLang="zh-TW" sz="2400" dirty="0"/>
              <a:t> TCP connection</a:t>
            </a:r>
          </a:p>
          <a:p>
            <a:r>
              <a:rPr lang="en-US" altLang="zh-TW" sz="2400" dirty="0"/>
              <a:t>browsers often open </a:t>
            </a:r>
            <a:r>
              <a:rPr lang="en-US" altLang="zh-TW" sz="2400" dirty="0">
                <a:solidFill>
                  <a:srgbClr val="0070C0"/>
                </a:solidFill>
              </a:rPr>
              <a:t>parallel TCP connections </a:t>
            </a:r>
            <a:r>
              <a:rPr lang="en-US" altLang="zh-TW" sz="2400" dirty="0"/>
              <a:t>to fetch referenced objects</a:t>
            </a:r>
          </a:p>
          <a:p>
            <a:pPr>
              <a:buFont typeface="Wingdings" panose="05000000000000000000" pitchFamily="2" charset="2"/>
              <a:buNone/>
            </a:pPr>
            <a:endParaRPr lang="en-US" altLang="zh-TW" sz="2400" dirty="0"/>
          </a:p>
          <a:p>
            <a:endParaRPr lang="en-US" altLang="zh-TW" sz="2000" dirty="0"/>
          </a:p>
          <a:p>
            <a:endParaRPr lang="en-US" altLang="zh-TW" sz="2000" dirty="0"/>
          </a:p>
        </p:txBody>
      </p:sp>
      <p:sp>
        <p:nvSpPr>
          <p:cNvPr id="146438" name="Rectangle 10">
            <a:extLst>
              <a:ext uri="{FF2B5EF4-FFF2-40B4-BE49-F238E27FC236}">
                <a16:creationId xmlns:a16="http://schemas.microsoft.com/office/drawing/2014/main" id="{4DD5A6F5-03A6-45F6-8399-B0B6B27CFD13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4703763" y="1438275"/>
            <a:ext cx="3810000" cy="4648200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i="1" dirty="0">
                <a:solidFill>
                  <a:srgbClr val="CC0000"/>
                </a:solidFill>
              </a:rPr>
              <a:t>persistent  HTTP:</a:t>
            </a:r>
          </a:p>
          <a:p>
            <a:r>
              <a:rPr lang="en-US" altLang="zh-TW" sz="2400" dirty="0">
                <a:solidFill>
                  <a:srgbClr val="0070C0"/>
                </a:solidFill>
              </a:rPr>
              <a:t>server leaves connection open after sending response</a:t>
            </a:r>
          </a:p>
          <a:p>
            <a:r>
              <a:rPr lang="en-US" altLang="zh-TW" sz="2400" dirty="0">
                <a:solidFill>
                  <a:srgbClr val="0070C0"/>
                </a:solidFill>
              </a:rPr>
              <a:t>subsequent HTTP messages  between same client/server sent over open connection</a:t>
            </a:r>
          </a:p>
          <a:p>
            <a:r>
              <a:rPr lang="en-US" altLang="zh-TW" sz="2400" dirty="0"/>
              <a:t>client sends requests as soon as it encounters a referenced object</a:t>
            </a:r>
          </a:p>
          <a:p>
            <a:endParaRPr lang="en-US" altLang="zh-TW" sz="2400" dirty="0"/>
          </a:p>
        </p:txBody>
      </p:sp>
      <p:pic>
        <p:nvPicPr>
          <p:cNvPr id="146439" name="Picture 10" descr="underline_base">
            <a:extLst>
              <a:ext uri="{FF2B5EF4-FFF2-40B4-BE49-F238E27FC236}">
                <a16:creationId xmlns:a16="http://schemas.microsoft.com/office/drawing/2014/main" id="{D612FD67-36FD-48A7-90B9-2A2386FB3DED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900" y="796925"/>
            <a:ext cx="3303588" cy="196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4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4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4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4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482" name="Rectangle 7">
            <a:extLst>
              <a:ext uri="{FF2B5EF4-FFF2-40B4-BE49-F238E27FC236}">
                <a16:creationId xmlns:a16="http://schemas.microsoft.com/office/drawing/2014/main" id="{DD14BB2E-ECE2-4F49-8C04-0EE9846B2A6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200">
                <a:solidFill>
                  <a:srgbClr val="000000"/>
                </a:solidFill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148483" name="Rectangle 8">
            <a:extLst>
              <a:ext uri="{FF2B5EF4-FFF2-40B4-BE49-F238E27FC236}">
                <a16:creationId xmlns:a16="http://schemas.microsoft.com/office/drawing/2014/main" id="{BF74C764-BFB2-48CD-B426-53BC5C4D82F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200">
                <a:solidFill>
                  <a:srgbClr val="000000"/>
                </a:solidFill>
                <a:latin typeface="Tahoma" panose="020B0604030504040204" pitchFamily="34" charset="0"/>
              </a:rPr>
              <a:t>2-</a:t>
            </a:r>
            <a:fld id="{1DACF418-4E4F-4933-AD43-820C614A5A92}" type="slidenum">
              <a:rPr lang="en-US" altLang="en-US" sz="1200" smtClean="0">
                <a:solidFill>
                  <a:srgbClr val="000000"/>
                </a:solidFill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29</a:t>
            </a:fld>
            <a:endParaRPr lang="en-US" altLang="en-US" sz="12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pic>
        <p:nvPicPr>
          <p:cNvPr id="148484" name="Picture 42" descr="underline_base">
            <a:extLst>
              <a:ext uri="{FF2B5EF4-FFF2-40B4-BE49-F238E27FC236}">
                <a16:creationId xmlns:a16="http://schemas.microsoft.com/office/drawing/2014/main" id="{FCD3032A-CB4B-4749-85FA-1917711A36CF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575" y="668338"/>
            <a:ext cx="7007225" cy="139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8485" name="Rectangle 2">
            <a:extLst>
              <a:ext uri="{FF2B5EF4-FFF2-40B4-BE49-F238E27FC236}">
                <a16:creationId xmlns:a16="http://schemas.microsoft.com/office/drawing/2014/main" id="{888EADDC-AA13-4BA7-AC75-A2C615B6267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42888" y="0"/>
            <a:ext cx="8223250" cy="925513"/>
          </a:xfrm>
        </p:spPr>
        <p:txBody>
          <a:bodyPr/>
          <a:lstStyle/>
          <a:p>
            <a:r>
              <a:rPr lang="en-US" altLang="en-US" sz="3600" dirty="0"/>
              <a:t>Concurrent HTTP</a:t>
            </a:r>
          </a:p>
        </p:txBody>
      </p:sp>
      <p:sp>
        <p:nvSpPr>
          <p:cNvPr id="148486" name="Rectangle 3">
            <a:extLst>
              <a:ext uri="{FF2B5EF4-FFF2-40B4-BE49-F238E27FC236}">
                <a16:creationId xmlns:a16="http://schemas.microsoft.com/office/drawing/2014/main" id="{1ABB400C-4F02-4451-AC84-719A073B2031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01650" y="1111250"/>
            <a:ext cx="8161338" cy="4648200"/>
          </a:xfrm>
        </p:spPr>
        <p:txBody>
          <a:bodyPr/>
          <a:lstStyle/>
          <a:p>
            <a:r>
              <a:rPr lang="en-US" altLang="en-US" sz="2400" dirty="0"/>
              <a:t>What?</a:t>
            </a:r>
          </a:p>
          <a:p>
            <a:pPr lvl="1"/>
            <a:r>
              <a:rPr lang="en-US" altLang="en-US" sz="2000" dirty="0">
                <a:ea typeface="Arial" panose="020B0604020202020204" pitchFamily="34" charset="0"/>
              </a:rPr>
              <a:t>Not part of the HTTP specification</a:t>
            </a:r>
          </a:p>
          <a:p>
            <a:pPr lvl="1"/>
            <a:r>
              <a:rPr lang="en-US" altLang="en-US" sz="2000" dirty="0">
                <a:solidFill>
                  <a:srgbClr val="0070C0"/>
                </a:solidFill>
                <a:ea typeface="Arial" panose="020B0604020202020204" pitchFamily="34" charset="0"/>
              </a:rPr>
              <a:t>Implemented by almost all web browsers</a:t>
            </a:r>
          </a:p>
          <a:p>
            <a:pPr lvl="1"/>
            <a:r>
              <a:rPr lang="en-US" altLang="en-US" sz="2000" dirty="0">
                <a:ea typeface="Arial" panose="020B0604020202020204" pitchFamily="34" charset="0"/>
              </a:rPr>
              <a:t>After the initial HTTP connection which retrieves the HTML body, </a:t>
            </a:r>
            <a:r>
              <a:rPr lang="en-US" altLang="en-US" sz="2000" dirty="0">
                <a:solidFill>
                  <a:srgbClr val="FF0000"/>
                </a:solidFill>
                <a:ea typeface="Arial" panose="020B0604020202020204" pitchFamily="34" charset="0"/>
              </a:rPr>
              <a:t>initiate multiple (4~6) HTTP sessions</a:t>
            </a:r>
            <a:r>
              <a:rPr lang="en-US" altLang="en-US" sz="2000" dirty="0">
                <a:ea typeface="Arial" panose="020B0604020202020204" pitchFamily="34" charset="0"/>
              </a:rPr>
              <a:t> (per domain) to retrieve multiple objects (e.g., images) </a:t>
            </a:r>
            <a:r>
              <a:rPr lang="en-US" altLang="en-US" sz="2000" dirty="0">
                <a:solidFill>
                  <a:srgbClr val="FF0000"/>
                </a:solidFill>
                <a:ea typeface="Arial" panose="020B0604020202020204" pitchFamily="34" charset="0"/>
              </a:rPr>
              <a:t>in parallel</a:t>
            </a:r>
            <a:r>
              <a:rPr lang="en-US" altLang="en-US" sz="2000" dirty="0">
                <a:ea typeface="Arial" panose="020B0604020202020204" pitchFamily="34" charset="0"/>
              </a:rPr>
              <a:t>.</a:t>
            </a:r>
          </a:p>
          <a:p>
            <a:r>
              <a:rPr lang="en-US" altLang="en-US" sz="2400" dirty="0"/>
              <a:t>Why?</a:t>
            </a:r>
          </a:p>
          <a:p>
            <a:pPr lvl="1"/>
            <a:r>
              <a:rPr lang="en-US" altLang="en-US" sz="2000" dirty="0">
                <a:solidFill>
                  <a:srgbClr val="0070C0"/>
                </a:solidFill>
                <a:ea typeface="Arial" panose="020B0604020202020204" pitchFamily="34" charset="0"/>
              </a:rPr>
              <a:t>Reduce delay in waiting </a:t>
            </a:r>
            <a:r>
              <a:rPr lang="en-US" altLang="en-US" sz="2000" dirty="0">
                <a:ea typeface="Arial" panose="020B0604020202020204" pitchFamily="34" charset="0"/>
              </a:rPr>
              <a:t>for previous HTTP response to complete transfer (aka </a:t>
            </a:r>
            <a:r>
              <a:rPr lang="en-US" altLang="en-US" sz="2000" dirty="0">
                <a:solidFill>
                  <a:srgbClr val="0070C0"/>
                </a:solidFill>
                <a:ea typeface="Arial" panose="020B0604020202020204" pitchFamily="34" charset="0"/>
              </a:rPr>
              <a:t>head-of-line blocking</a:t>
            </a:r>
            <a:r>
              <a:rPr lang="en-US" altLang="en-US" sz="2000" dirty="0">
                <a:ea typeface="Arial" panose="020B0604020202020204" pitchFamily="34" charset="0"/>
              </a:rPr>
              <a:t>)</a:t>
            </a:r>
          </a:p>
          <a:p>
            <a:pPr lvl="1"/>
            <a:r>
              <a:rPr lang="en-US" altLang="en-US" sz="2000" dirty="0">
                <a:solidFill>
                  <a:srgbClr val="0070C0"/>
                </a:solidFill>
                <a:ea typeface="Arial" panose="020B0604020202020204" pitchFamily="34" charset="0"/>
              </a:rPr>
              <a:t>Potentially overlaps the server-side processing time of multiple HTTP requests</a:t>
            </a:r>
          </a:p>
          <a:p>
            <a:pPr lvl="1"/>
            <a:r>
              <a:rPr lang="en-US" altLang="en-US" sz="2000" dirty="0">
                <a:ea typeface="Arial" panose="020B0604020202020204" pitchFamily="34" charset="0"/>
              </a:rPr>
              <a:t>Effectively multiplies the TCP congestion window size by the number of TCP connections, resulting in higher aggregate throughput</a:t>
            </a:r>
          </a:p>
          <a:p>
            <a:r>
              <a:rPr lang="en-US" altLang="en-US" sz="2400" dirty="0"/>
              <a:t>Shortcomings:</a:t>
            </a:r>
          </a:p>
          <a:p>
            <a:pPr lvl="1"/>
            <a:r>
              <a:rPr lang="en-US" altLang="en-US" sz="2000" dirty="0">
                <a:ea typeface="Arial" panose="020B0604020202020204" pitchFamily="34" charset="0"/>
              </a:rPr>
              <a:t>Use up more resources at server</a:t>
            </a:r>
          </a:p>
          <a:p>
            <a:pPr lvl="1"/>
            <a:r>
              <a:rPr lang="en-US" altLang="en-US" sz="2000" dirty="0">
                <a:ea typeface="Arial" panose="020B0604020202020204" pitchFamily="34" charset="0"/>
              </a:rPr>
              <a:t>Unfairness to competing data flows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48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48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48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48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48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48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48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69" name="Rectangle 7">
            <a:extLst>
              <a:ext uri="{FF2B5EF4-FFF2-40B4-BE49-F238E27FC236}">
                <a16:creationId xmlns:a16="http://schemas.microsoft.com/office/drawing/2014/main" id="{ECF65810-363F-43C9-B64E-5FCEFC148D2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83970" name="Rectangle 8">
            <a:extLst>
              <a:ext uri="{FF2B5EF4-FFF2-40B4-BE49-F238E27FC236}">
                <a16:creationId xmlns:a16="http://schemas.microsoft.com/office/drawing/2014/main" id="{FC5D1729-ACB7-47B7-A828-85AA0D28BE2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200">
                <a:latin typeface="Tahoma" panose="020B0604030504040204" pitchFamily="34" charset="0"/>
              </a:rPr>
              <a:t>2-</a:t>
            </a:r>
            <a:fld id="{3FEF681B-4464-423A-8B35-D14EB92D8DB0}" type="slidenum">
              <a:rPr lang="en-US" altLang="en-US" sz="120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30</a:t>
            </a:fld>
            <a:endParaRPr lang="en-US" altLang="en-US" sz="1200">
              <a:latin typeface="Tahoma" panose="020B0604030504040204" pitchFamily="34" charset="0"/>
            </a:endParaRPr>
          </a:p>
        </p:txBody>
      </p:sp>
      <p:pic>
        <p:nvPicPr>
          <p:cNvPr id="83971" name="Picture 21" descr="underline_base">
            <a:extLst>
              <a:ext uri="{FF2B5EF4-FFF2-40B4-BE49-F238E27FC236}">
                <a16:creationId xmlns:a16="http://schemas.microsoft.com/office/drawing/2014/main" id="{F780F552-422D-431A-9262-A4496409A72C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8638" y="908050"/>
            <a:ext cx="50276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3972" name="Rectangle 2">
            <a:extLst>
              <a:ext uri="{FF2B5EF4-FFF2-40B4-BE49-F238E27FC236}">
                <a16:creationId xmlns:a16="http://schemas.microsoft.com/office/drawing/2014/main" id="{5ECC805F-980B-445C-9BFC-82D0B98AF23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77838" y="234950"/>
            <a:ext cx="7772400" cy="914400"/>
          </a:xfrm>
        </p:spPr>
        <p:txBody>
          <a:bodyPr/>
          <a:lstStyle/>
          <a:p>
            <a:r>
              <a:rPr lang="en-US" altLang="en-US" sz="4000">
                <a:ea typeface="ＭＳ Ｐゴシック" panose="020B0600070205080204" pitchFamily="34" charset="-128"/>
              </a:rPr>
              <a:t>HTTP request message</a:t>
            </a:r>
            <a:endParaRPr lang="en-US" altLang="en-US">
              <a:ea typeface="ＭＳ Ｐゴシック" panose="020B0600070205080204" pitchFamily="34" charset="-128"/>
            </a:endParaRPr>
          </a:p>
        </p:txBody>
      </p:sp>
      <p:sp>
        <p:nvSpPr>
          <p:cNvPr id="83973" name="Rectangle 3">
            <a:extLst>
              <a:ext uri="{FF2B5EF4-FFF2-40B4-BE49-F238E27FC236}">
                <a16:creationId xmlns:a16="http://schemas.microsoft.com/office/drawing/2014/main" id="{E6612481-8F74-45C9-A3DD-6DF8F666BFF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33400" y="1444625"/>
            <a:ext cx="7772400" cy="4648200"/>
          </a:xfrm>
        </p:spPr>
        <p:txBody>
          <a:bodyPr/>
          <a:lstStyle/>
          <a:p>
            <a:pPr marL="233363" indent="-233363"/>
            <a:r>
              <a:rPr lang="en-US" altLang="en-US" sz="2400">
                <a:ea typeface="ＭＳ Ｐゴシック" panose="020B0600070205080204" pitchFamily="34" charset="-128"/>
              </a:rPr>
              <a:t>two types of HTTP messages: </a:t>
            </a:r>
            <a:r>
              <a:rPr lang="en-US" altLang="en-US" sz="2400" i="1">
                <a:solidFill>
                  <a:srgbClr val="CC0000"/>
                </a:solidFill>
                <a:ea typeface="ＭＳ Ｐゴシック" panose="020B0600070205080204" pitchFamily="34" charset="-128"/>
              </a:rPr>
              <a:t>request</a:t>
            </a:r>
            <a:r>
              <a:rPr lang="en-US" altLang="en-US" sz="2400">
                <a:solidFill>
                  <a:srgbClr val="CC0000"/>
                </a:solidFill>
                <a:ea typeface="ＭＳ Ｐゴシック" panose="020B0600070205080204" pitchFamily="34" charset="-128"/>
              </a:rPr>
              <a:t>, </a:t>
            </a:r>
            <a:r>
              <a:rPr lang="en-US" altLang="en-US" sz="2400" i="1">
                <a:solidFill>
                  <a:srgbClr val="CC0000"/>
                </a:solidFill>
                <a:ea typeface="ＭＳ Ｐゴシック" panose="020B0600070205080204" pitchFamily="34" charset="-128"/>
              </a:rPr>
              <a:t>response</a:t>
            </a:r>
          </a:p>
          <a:p>
            <a:pPr marL="233363" indent="-233363"/>
            <a:r>
              <a:rPr lang="en-US" altLang="en-US" sz="2400">
                <a:solidFill>
                  <a:srgbClr val="CC0000"/>
                </a:solidFill>
                <a:ea typeface="ＭＳ Ｐゴシック" panose="020B0600070205080204" pitchFamily="34" charset="-128"/>
              </a:rPr>
              <a:t>HTTP request message:</a:t>
            </a:r>
          </a:p>
          <a:p>
            <a:pPr marL="685800" lvl="1" indent="-228600"/>
            <a:r>
              <a:rPr lang="en-US" altLang="en-US" sz="2000">
                <a:ea typeface="ＭＳ Ｐゴシック" panose="020B0600070205080204" pitchFamily="34" charset="-128"/>
              </a:rPr>
              <a:t>ASCII (human-readable format)</a:t>
            </a:r>
            <a:endParaRPr lang="en-US" altLang="en-US">
              <a:solidFill>
                <a:schemeClr val="accent2"/>
              </a:solidFill>
              <a:ea typeface="ＭＳ Ｐゴシック" panose="020B0600070205080204" pitchFamily="34" charset="-128"/>
            </a:endParaRPr>
          </a:p>
        </p:txBody>
      </p:sp>
      <p:sp>
        <p:nvSpPr>
          <p:cNvPr id="83974" name="Text Box 5">
            <a:extLst>
              <a:ext uri="{FF2B5EF4-FFF2-40B4-BE49-F238E27FC236}">
                <a16:creationId xmlns:a16="http://schemas.microsoft.com/office/drawing/2014/main" id="{71AB6C8A-AA08-450D-A01A-7E813445B9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2250" y="2870200"/>
            <a:ext cx="2286000" cy="1006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>
                <a:solidFill>
                  <a:srgbClr val="000099"/>
                </a:solidFill>
                <a:latin typeface="Arial" panose="020B0604020202020204" pitchFamily="34" charset="0"/>
              </a:rPr>
              <a:t>request line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>
                <a:solidFill>
                  <a:srgbClr val="000099"/>
                </a:solidFill>
                <a:latin typeface="Arial" panose="020B0604020202020204" pitchFamily="34" charset="0"/>
              </a:rPr>
              <a:t>(GET, POST, 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>
                <a:solidFill>
                  <a:srgbClr val="000099"/>
                </a:solidFill>
                <a:latin typeface="Arial" panose="020B0604020202020204" pitchFamily="34" charset="0"/>
              </a:rPr>
              <a:t>HEAD commands</a:t>
            </a:r>
            <a:r>
              <a:rPr lang="en-US" altLang="en-US" sz="2000">
                <a:solidFill>
                  <a:srgbClr val="000099"/>
                </a:solidFill>
              </a:rPr>
              <a:t>)</a:t>
            </a:r>
            <a:endParaRPr lang="en-US" altLang="en-US" sz="2400">
              <a:solidFill>
                <a:srgbClr val="000099"/>
              </a:solidFill>
            </a:endParaRPr>
          </a:p>
        </p:txBody>
      </p:sp>
      <p:sp>
        <p:nvSpPr>
          <p:cNvPr id="83975" name="Line 6">
            <a:extLst>
              <a:ext uri="{FF2B5EF4-FFF2-40B4-BE49-F238E27FC236}">
                <a16:creationId xmlns:a16="http://schemas.microsoft.com/office/drawing/2014/main" id="{FE034486-537C-477C-A5D6-9DCE2105F557}"/>
              </a:ext>
            </a:extLst>
          </p:cNvPr>
          <p:cNvSpPr>
            <a:spLocks noChangeShapeType="1"/>
          </p:cNvSpPr>
          <p:nvPr/>
        </p:nvSpPr>
        <p:spPr bwMode="auto">
          <a:xfrm>
            <a:off x="1925638" y="3201988"/>
            <a:ext cx="868362" cy="146050"/>
          </a:xfrm>
          <a:prstGeom prst="line">
            <a:avLst/>
          </a:prstGeom>
          <a:noFill/>
          <a:ln w="19050">
            <a:solidFill>
              <a:srgbClr val="000099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83976" name="Freeform 7">
            <a:extLst>
              <a:ext uri="{FF2B5EF4-FFF2-40B4-BE49-F238E27FC236}">
                <a16:creationId xmlns:a16="http://schemas.microsoft.com/office/drawing/2014/main" id="{F1C4E0D7-99FD-404F-9C03-D35D6BE83606}"/>
              </a:ext>
            </a:extLst>
          </p:cNvPr>
          <p:cNvSpPr>
            <a:spLocks/>
          </p:cNvSpPr>
          <p:nvPr/>
        </p:nvSpPr>
        <p:spPr bwMode="auto">
          <a:xfrm>
            <a:off x="2776538" y="3538538"/>
            <a:ext cx="149225" cy="1957387"/>
          </a:xfrm>
          <a:custGeom>
            <a:avLst/>
            <a:gdLst>
              <a:gd name="T0" fmla="*/ 2147483646 w 150"/>
              <a:gd name="T1" fmla="*/ 2147483646 h 924"/>
              <a:gd name="T2" fmla="*/ 0 w 150"/>
              <a:gd name="T3" fmla="*/ 0 h 924"/>
              <a:gd name="T4" fmla="*/ 0 w 150"/>
              <a:gd name="T5" fmla="*/ 2147483646 h 924"/>
              <a:gd name="T6" fmla="*/ 2147483646 w 150"/>
              <a:gd name="T7" fmla="*/ 2147483646 h 924"/>
              <a:gd name="T8" fmla="*/ 0 60000 65536"/>
              <a:gd name="T9" fmla="*/ 0 60000 65536"/>
              <a:gd name="T10" fmla="*/ 0 60000 65536"/>
              <a:gd name="T11" fmla="*/ 0 60000 65536"/>
              <a:gd name="T12" fmla="*/ 0 w 150"/>
              <a:gd name="T13" fmla="*/ 0 h 924"/>
              <a:gd name="T14" fmla="*/ 150 w 150"/>
              <a:gd name="T15" fmla="*/ 924 h 924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150" h="924">
                <a:moveTo>
                  <a:pt x="122" y="6"/>
                </a:moveTo>
                <a:lnTo>
                  <a:pt x="0" y="0"/>
                </a:lnTo>
                <a:lnTo>
                  <a:pt x="0" y="924"/>
                </a:lnTo>
                <a:lnTo>
                  <a:pt x="150" y="918"/>
                </a:lnTo>
              </a:path>
            </a:pathLst>
          </a:custGeom>
          <a:noFill/>
          <a:ln w="19050">
            <a:solidFill>
              <a:srgbClr val="00009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83977" name="Text Box 8">
            <a:extLst>
              <a:ext uri="{FF2B5EF4-FFF2-40B4-BE49-F238E27FC236}">
                <a16:creationId xmlns:a16="http://schemas.microsoft.com/office/drawing/2014/main" id="{0F3EBC85-BEBF-431A-A1A7-906CE23453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9900" y="4056063"/>
            <a:ext cx="974725" cy="701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>
                <a:solidFill>
                  <a:srgbClr val="000099"/>
                </a:solidFill>
                <a:latin typeface="Arial" panose="020B0604020202020204" pitchFamily="34" charset="0"/>
              </a:rPr>
              <a:t>header</a:t>
            </a:r>
          </a:p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>
                <a:solidFill>
                  <a:srgbClr val="000099"/>
                </a:solidFill>
                <a:latin typeface="Arial" panose="020B0604020202020204" pitchFamily="34" charset="0"/>
              </a:rPr>
              <a:t> lines</a:t>
            </a:r>
            <a:endParaRPr lang="en-US" altLang="en-US" sz="2400">
              <a:solidFill>
                <a:srgbClr val="000099"/>
              </a:solidFill>
              <a:latin typeface="Arial" panose="020B0604020202020204" pitchFamily="34" charset="0"/>
            </a:endParaRPr>
          </a:p>
        </p:txBody>
      </p:sp>
      <p:sp>
        <p:nvSpPr>
          <p:cNvPr id="83978" name="Line 10">
            <a:extLst>
              <a:ext uri="{FF2B5EF4-FFF2-40B4-BE49-F238E27FC236}">
                <a16:creationId xmlns:a16="http://schemas.microsoft.com/office/drawing/2014/main" id="{50AE6323-2A62-4D3D-9C97-820400F69925}"/>
              </a:ext>
            </a:extLst>
          </p:cNvPr>
          <p:cNvSpPr>
            <a:spLocks noChangeShapeType="1"/>
          </p:cNvSpPr>
          <p:nvPr/>
        </p:nvSpPr>
        <p:spPr bwMode="auto">
          <a:xfrm>
            <a:off x="2309813" y="5622925"/>
            <a:ext cx="511175" cy="0"/>
          </a:xfrm>
          <a:prstGeom prst="line">
            <a:avLst/>
          </a:prstGeom>
          <a:noFill/>
          <a:ln w="19050">
            <a:solidFill>
              <a:srgbClr val="000099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83979" name="Text Box 11">
            <a:extLst>
              <a:ext uri="{FF2B5EF4-FFF2-40B4-BE49-F238E27FC236}">
                <a16:creationId xmlns:a16="http://schemas.microsoft.com/office/drawing/2014/main" id="{B4A69428-57FF-4589-8BE9-302DCCBB2C5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3050" y="4719638"/>
            <a:ext cx="2365375" cy="1293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>
                <a:solidFill>
                  <a:srgbClr val="000099"/>
                </a:solidFill>
                <a:latin typeface="Arial" panose="020B0604020202020204" pitchFamily="34" charset="0"/>
              </a:rPr>
              <a:t>carriage return, 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>
                <a:solidFill>
                  <a:srgbClr val="000099"/>
                </a:solidFill>
                <a:latin typeface="Arial" panose="020B0604020202020204" pitchFamily="34" charset="0"/>
              </a:rPr>
              <a:t>line feed at start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>
                <a:solidFill>
                  <a:srgbClr val="000099"/>
                </a:solidFill>
                <a:latin typeface="Arial" panose="020B0604020202020204" pitchFamily="34" charset="0"/>
              </a:rPr>
              <a:t>of line indicates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>
                <a:solidFill>
                  <a:srgbClr val="000099"/>
                </a:solidFill>
                <a:latin typeface="Arial" panose="020B0604020202020204" pitchFamily="34" charset="0"/>
              </a:rPr>
              <a:t>end of header lines</a:t>
            </a:r>
            <a:endParaRPr lang="en-US" altLang="en-US" sz="2400">
              <a:solidFill>
                <a:srgbClr val="000099"/>
              </a:solidFill>
              <a:latin typeface="Arial" panose="020B0604020202020204" pitchFamily="34" charset="0"/>
            </a:endParaRPr>
          </a:p>
        </p:txBody>
      </p:sp>
      <p:sp>
        <p:nvSpPr>
          <p:cNvPr id="83980" name="Text Box 16">
            <a:extLst>
              <a:ext uri="{FF2B5EF4-FFF2-40B4-BE49-F238E27FC236}">
                <a16:creationId xmlns:a16="http://schemas.microsoft.com/office/drawing/2014/main" id="{12F19019-87FD-4964-9D32-829C03C023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09875" y="3236913"/>
            <a:ext cx="6140450" cy="25892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90000"/>
              </a:lnSpc>
              <a:spcBef>
                <a:spcPct val="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en-US" sz="1800" b="1" dirty="0">
                <a:latin typeface="Courier New" panose="02070309020205020404" pitchFamily="49" charset="0"/>
              </a:rPr>
              <a:t>GET /index.html HTTP/1.1\r\n</a:t>
            </a:r>
          </a:p>
          <a:p>
            <a:pPr>
              <a:lnSpc>
                <a:spcPct val="90000"/>
              </a:lnSpc>
              <a:spcBef>
                <a:spcPct val="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en-US" sz="1800" b="1" dirty="0">
                <a:latin typeface="Courier New" panose="02070309020205020404" pitchFamily="49" charset="0"/>
              </a:rPr>
              <a:t>Host: www-net.cs.umass.edu\r\n</a:t>
            </a:r>
          </a:p>
          <a:p>
            <a:pPr>
              <a:lnSpc>
                <a:spcPct val="90000"/>
              </a:lnSpc>
              <a:spcBef>
                <a:spcPct val="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en-US" sz="1800" b="1" dirty="0">
                <a:latin typeface="Courier New" panose="02070309020205020404" pitchFamily="49" charset="0"/>
              </a:rPr>
              <a:t>User-Agent: Firefox/3.6.10\r\n</a:t>
            </a:r>
          </a:p>
          <a:p>
            <a:pPr>
              <a:lnSpc>
                <a:spcPct val="90000"/>
              </a:lnSpc>
              <a:spcBef>
                <a:spcPct val="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en-US" sz="1800" b="1" dirty="0">
                <a:latin typeface="Courier New" panose="02070309020205020404" pitchFamily="49" charset="0"/>
              </a:rPr>
              <a:t>Accept: text/</a:t>
            </a:r>
            <a:r>
              <a:rPr lang="en-US" altLang="en-US" sz="1800" b="1" dirty="0" err="1">
                <a:latin typeface="Courier New" panose="02070309020205020404" pitchFamily="49" charset="0"/>
              </a:rPr>
              <a:t>html,application</a:t>
            </a:r>
            <a:r>
              <a:rPr lang="en-US" altLang="en-US" sz="1800" b="1" dirty="0">
                <a:latin typeface="Courier New" panose="02070309020205020404" pitchFamily="49" charset="0"/>
              </a:rPr>
              <a:t>/</a:t>
            </a:r>
            <a:r>
              <a:rPr lang="en-US" altLang="en-US" sz="1800" b="1" dirty="0" err="1">
                <a:latin typeface="Courier New" panose="02070309020205020404" pitchFamily="49" charset="0"/>
              </a:rPr>
              <a:t>xhtml+xml</a:t>
            </a:r>
            <a:r>
              <a:rPr lang="en-US" altLang="en-US" sz="1800" b="1" dirty="0">
                <a:latin typeface="Courier New" panose="02070309020205020404" pitchFamily="49" charset="0"/>
              </a:rPr>
              <a:t>\r\n</a:t>
            </a:r>
          </a:p>
          <a:p>
            <a:pPr>
              <a:lnSpc>
                <a:spcPct val="90000"/>
              </a:lnSpc>
              <a:spcBef>
                <a:spcPct val="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en-US" sz="1800" b="1" dirty="0">
                <a:latin typeface="Courier New" panose="02070309020205020404" pitchFamily="49" charset="0"/>
              </a:rPr>
              <a:t>Accept-Language: </a:t>
            </a:r>
            <a:r>
              <a:rPr lang="en-US" altLang="en-US" sz="1800" b="1" dirty="0" err="1">
                <a:latin typeface="Courier New" panose="02070309020205020404" pitchFamily="49" charset="0"/>
              </a:rPr>
              <a:t>en-us,en;q</a:t>
            </a:r>
            <a:r>
              <a:rPr lang="en-US" altLang="en-US" sz="1800" b="1" dirty="0">
                <a:latin typeface="Courier New" panose="02070309020205020404" pitchFamily="49" charset="0"/>
              </a:rPr>
              <a:t>=0.5\r\n</a:t>
            </a:r>
          </a:p>
          <a:p>
            <a:pPr>
              <a:lnSpc>
                <a:spcPct val="90000"/>
              </a:lnSpc>
              <a:spcBef>
                <a:spcPct val="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en-US" sz="1800" b="1" dirty="0">
                <a:latin typeface="Courier New" panose="02070309020205020404" pitchFamily="49" charset="0"/>
              </a:rPr>
              <a:t>Accept-Encoding: </a:t>
            </a:r>
            <a:r>
              <a:rPr lang="en-US" altLang="en-US" sz="1800" b="1" dirty="0" err="1">
                <a:latin typeface="Courier New" panose="02070309020205020404" pitchFamily="49" charset="0"/>
              </a:rPr>
              <a:t>gzip,deflate</a:t>
            </a:r>
            <a:r>
              <a:rPr lang="en-US" altLang="en-US" sz="1800" b="1" dirty="0">
                <a:latin typeface="Courier New" panose="02070309020205020404" pitchFamily="49" charset="0"/>
              </a:rPr>
              <a:t>\r\n</a:t>
            </a:r>
          </a:p>
          <a:p>
            <a:pPr>
              <a:lnSpc>
                <a:spcPct val="90000"/>
              </a:lnSpc>
              <a:spcBef>
                <a:spcPct val="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en-US" sz="1800" b="1" dirty="0">
                <a:latin typeface="Courier New" panose="02070309020205020404" pitchFamily="49" charset="0"/>
              </a:rPr>
              <a:t>Accept-Charset: ISO-8859-1,utf-8;q=0.7\r\n</a:t>
            </a:r>
          </a:p>
          <a:p>
            <a:pPr>
              <a:lnSpc>
                <a:spcPct val="90000"/>
              </a:lnSpc>
              <a:spcBef>
                <a:spcPct val="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en-US" sz="1800" b="1" dirty="0">
                <a:latin typeface="Courier New" panose="02070309020205020404" pitchFamily="49" charset="0"/>
              </a:rPr>
              <a:t>Keep-Alive: 115\r\n</a:t>
            </a:r>
          </a:p>
          <a:p>
            <a:pPr>
              <a:lnSpc>
                <a:spcPct val="90000"/>
              </a:lnSpc>
              <a:spcBef>
                <a:spcPct val="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en-US" sz="1800" b="1" dirty="0">
                <a:latin typeface="Courier New" panose="02070309020205020404" pitchFamily="49" charset="0"/>
              </a:rPr>
              <a:t>Connection: keep-alive\r\n</a:t>
            </a:r>
          </a:p>
          <a:p>
            <a:pPr>
              <a:lnSpc>
                <a:spcPct val="90000"/>
              </a:lnSpc>
              <a:spcBef>
                <a:spcPct val="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en-US" sz="1800" b="1" dirty="0">
                <a:latin typeface="Courier New" panose="02070309020205020404" pitchFamily="49" charset="0"/>
              </a:rPr>
              <a:t>\r\n</a:t>
            </a:r>
          </a:p>
        </p:txBody>
      </p:sp>
      <p:sp>
        <p:nvSpPr>
          <p:cNvPr id="83981" name="Line 17">
            <a:extLst>
              <a:ext uri="{FF2B5EF4-FFF2-40B4-BE49-F238E27FC236}">
                <a16:creationId xmlns:a16="http://schemas.microsoft.com/office/drawing/2014/main" id="{61B8B3E2-7982-412C-A60F-69012DD75E5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334125" y="2754313"/>
            <a:ext cx="166688" cy="514350"/>
          </a:xfrm>
          <a:prstGeom prst="line">
            <a:avLst/>
          </a:prstGeom>
          <a:noFill/>
          <a:ln w="9525">
            <a:solidFill>
              <a:srgbClr val="000099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83982" name="Text Box 18">
            <a:extLst>
              <a:ext uri="{FF2B5EF4-FFF2-40B4-BE49-F238E27FC236}">
                <a16:creationId xmlns:a16="http://schemas.microsoft.com/office/drawing/2014/main" id="{03FA8D5D-0367-452A-AC51-B971C7D804F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84925" y="2466975"/>
            <a:ext cx="2411413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en-US" sz="1600">
                <a:latin typeface="Arial" panose="020B0604020202020204" pitchFamily="34" charset="0"/>
              </a:rPr>
              <a:t>carriage return character</a:t>
            </a:r>
          </a:p>
        </p:txBody>
      </p:sp>
      <p:sp>
        <p:nvSpPr>
          <p:cNvPr id="83983" name="Text Box 19">
            <a:extLst>
              <a:ext uri="{FF2B5EF4-FFF2-40B4-BE49-F238E27FC236}">
                <a16:creationId xmlns:a16="http://schemas.microsoft.com/office/drawing/2014/main" id="{5D5DAE74-85DE-4182-A79D-8ACE0332F0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37325" y="2763838"/>
            <a:ext cx="18669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en-US" sz="1600">
                <a:latin typeface="Arial" panose="020B0604020202020204" pitchFamily="34" charset="0"/>
              </a:rPr>
              <a:t>line-feed character</a:t>
            </a:r>
          </a:p>
        </p:txBody>
      </p:sp>
      <p:sp>
        <p:nvSpPr>
          <p:cNvPr id="83984" name="Line 20">
            <a:extLst>
              <a:ext uri="{FF2B5EF4-FFF2-40B4-BE49-F238E27FC236}">
                <a16:creationId xmlns:a16="http://schemas.microsoft.com/office/drawing/2014/main" id="{814CF946-AD45-41DC-AAC3-D18F710C10F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615113" y="3063875"/>
            <a:ext cx="80962" cy="252413"/>
          </a:xfrm>
          <a:prstGeom prst="line">
            <a:avLst/>
          </a:prstGeom>
          <a:noFill/>
          <a:ln w="9525">
            <a:solidFill>
              <a:srgbClr val="000099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83985" name="TextBox 1">
            <a:extLst>
              <a:ext uri="{FF2B5EF4-FFF2-40B4-BE49-F238E27FC236}">
                <a16:creationId xmlns:a16="http://schemas.microsoft.com/office/drawing/2014/main" id="{EDCFD3C1-AFC0-4D53-9809-3F33A49E6E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9725" y="6199188"/>
            <a:ext cx="4506913" cy="522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en-US" sz="1400">
                <a:latin typeface="Arial" panose="020B0604020202020204" pitchFamily="34" charset="0"/>
              </a:rPr>
              <a:t>* Check out the online interactive exercises for more examples: h</a:t>
            </a:r>
            <a:r>
              <a:rPr lang="en-US" altLang="en-US" sz="1200">
                <a:latin typeface="Arial" panose="020B0604020202020204" pitchFamily="34" charset="0"/>
              </a:rPr>
              <a:t>ttp://gaia.cs.umass.edu/kurose_ross/interactive/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17" name="Rectangle 7">
            <a:extLst>
              <a:ext uri="{FF2B5EF4-FFF2-40B4-BE49-F238E27FC236}">
                <a16:creationId xmlns:a16="http://schemas.microsoft.com/office/drawing/2014/main" id="{76601900-256F-4E26-AF0D-A3BF62CCE37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86018" name="Rectangle 8">
            <a:extLst>
              <a:ext uri="{FF2B5EF4-FFF2-40B4-BE49-F238E27FC236}">
                <a16:creationId xmlns:a16="http://schemas.microsoft.com/office/drawing/2014/main" id="{E8E431A3-46AF-4D63-8C58-95DB2D62577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200">
                <a:latin typeface="Tahoma" panose="020B0604030504040204" pitchFamily="34" charset="0"/>
              </a:rPr>
              <a:t>2-</a:t>
            </a:r>
            <a:fld id="{9CC7B8DD-16DA-424C-A75D-51821AB6A2A8}" type="slidenum">
              <a:rPr lang="en-US" altLang="en-US" sz="120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31</a:t>
            </a:fld>
            <a:endParaRPr lang="en-US" altLang="en-US" sz="1200">
              <a:latin typeface="Tahoma" panose="020B0604030504040204" pitchFamily="34" charset="0"/>
            </a:endParaRPr>
          </a:p>
        </p:txBody>
      </p:sp>
      <p:pic>
        <p:nvPicPr>
          <p:cNvPr id="86019" name="Picture 19" descr="underline_base">
            <a:extLst>
              <a:ext uri="{FF2B5EF4-FFF2-40B4-BE49-F238E27FC236}">
                <a16:creationId xmlns:a16="http://schemas.microsoft.com/office/drawing/2014/main" id="{F0206BB9-D3EE-45A9-80FA-312C3D5C18E3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375" y="1001713"/>
            <a:ext cx="7313613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6020" name="Rectangle 2">
            <a:extLst>
              <a:ext uri="{FF2B5EF4-FFF2-40B4-BE49-F238E27FC236}">
                <a16:creationId xmlns:a16="http://schemas.microsoft.com/office/drawing/2014/main" id="{C3731928-8B6E-4843-A92F-62FED4CF631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sz="3600">
                <a:ea typeface="ＭＳ Ｐゴシック" panose="020B0600070205080204" pitchFamily="34" charset="-128"/>
              </a:rPr>
              <a:t>HTTP request message: general format</a:t>
            </a:r>
            <a:endParaRPr lang="en-US" altLang="en-US">
              <a:ea typeface="ＭＳ Ｐゴシック" panose="020B0600070205080204" pitchFamily="34" charset="-128"/>
            </a:endParaRPr>
          </a:p>
        </p:txBody>
      </p:sp>
      <p:sp>
        <p:nvSpPr>
          <p:cNvPr id="86021" name="Text Box 9">
            <a:extLst>
              <a:ext uri="{FF2B5EF4-FFF2-40B4-BE49-F238E27FC236}">
                <a16:creationId xmlns:a16="http://schemas.microsoft.com/office/drawing/2014/main" id="{1DA3D45A-83FF-4D26-80CE-EE187B9D25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67538" y="1662113"/>
            <a:ext cx="1030287" cy="64135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90000"/>
              </a:lnSpc>
              <a:spcBef>
                <a:spcPct val="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en-US" sz="2000">
                <a:solidFill>
                  <a:srgbClr val="CC0000"/>
                </a:solidFill>
                <a:latin typeface="Arial" panose="020B0604020202020204" pitchFamily="34" charset="0"/>
              </a:rPr>
              <a:t>request</a:t>
            </a:r>
          </a:p>
          <a:p>
            <a:pPr>
              <a:lnSpc>
                <a:spcPct val="90000"/>
              </a:lnSpc>
              <a:spcBef>
                <a:spcPct val="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en-US" sz="2000">
                <a:solidFill>
                  <a:srgbClr val="CC0000"/>
                </a:solidFill>
                <a:latin typeface="Arial" panose="020B0604020202020204" pitchFamily="34" charset="0"/>
              </a:rPr>
              <a:t>line</a:t>
            </a:r>
          </a:p>
        </p:txBody>
      </p:sp>
      <p:sp>
        <p:nvSpPr>
          <p:cNvPr id="86022" name="Text Box 11">
            <a:extLst>
              <a:ext uri="{FF2B5EF4-FFF2-40B4-BE49-F238E27FC236}">
                <a16:creationId xmlns:a16="http://schemas.microsoft.com/office/drawing/2014/main" id="{4DC8F3F0-BFE6-4DFD-8050-6AE9056A6D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62775" y="2678113"/>
            <a:ext cx="974725" cy="64135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90000"/>
              </a:lnSpc>
              <a:spcBef>
                <a:spcPct val="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en-US" sz="2000">
                <a:solidFill>
                  <a:srgbClr val="CC0000"/>
                </a:solidFill>
                <a:latin typeface="Arial" panose="020B0604020202020204" pitchFamily="34" charset="0"/>
              </a:rPr>
              <a:t>header</a:t>
            </a:r>
          </a:p>
          <a:p>
            <a:pPr>
              <a:lnSpc>
                <a:spcPct val="90000"/>
              </a:lnSpc>
              <a:spcBef>
                <a:spcPct val="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en-US" sz="2000">
                <a:solidFill>
                  <a:srgbClr val="CC0000"/>
                </a:solidFill>
                <a:latin typeface="Arial" panose="020B0604020202020204" pitchFamily="34" charset="0"/>
              </a:rPr>
              <a:t>lines</a:t>
            </a:r>
          </a:p>
        </p:txBody>
      </p:sp>
      <p:sp>
        <p:nvSpPr>
          <p:cNvPr id="86023" name="Rectangle 12">
            <a:extLst>
              <a:ext uri="{FF2B5EF4-FFF2-40B4-BE49-F238E27FC236}">
                <a16:creationId xmlns:a16="http://schemas.microsoft.com/office/drawing/2014/main" id="{B4A3A826-92E8-4A53-A25C-419C39B4FD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78600" y="2247900"/>
            <a:ext cx="346075" cy="1819275"/>
          </a:xfrm>
          <a:prstGeom prst="rect">
            <a:avLst/>
          </a:prstGeom>
          <a:noFill/>
          <a:ln w="19050">
            <a:solidFill>
              <a:srgbClr val="CC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endParaRPr lang="en-US" altLang="en-US" sz="2000">
              <a:latin typeface="Arial" panose="020B0604020202020204" pitchFamily="34" charset="0"/>
            </a:endParaRPr>
          </a:p>
        </p:txBody>
      </p:sp>
      <p:sp>
        <p:nvSpPr>
          <p:cNvPr id="86024" name="Rectangle 13">
            <a:extLst>
              <a:ext uri="{FF2B5EF4-FFF2-40B4-BE49-F238E27FC236}">
                <a16:creationId xmlns:a16="http://schemas.microsoft.com/office/drawing/2014/main" id="{0F25574A-D7C2-45FB-9868-26B2BD379F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5250" y="2197100"/>
            <a:ext cx="290513" cy="20177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endParaRPr lang="en-US" altLang="en-US" sz="2000">
              <a:latin typeface="Arial" panose="020B0604020202020204" pitchFamily="34" charset="0"/>
            </a:endParaRPr>
          </a:p>
        </p:txBody>
      </p:sp>
      <p:sp>
        <p:nvSpPr>
          <p:cNvPr id="86025" name="Rectangle 15">
            <a:extLst>
              <a:ext uri="{FF2B5EF4-FFF2-40B4-BE49-F238E27FC236}">
                <a16:creationId xmlns:a16="http://schemas.microsoft.com/office/drawing/2014/main" id="{2A978983-0CAB-4D9E-8B0E-AD491691C1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13550" y="4303713"/>
            <a:ext cx="712788" cy="121602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endParaRPr lang="en-US" altLang="en-US" sz="2000">
              <a:latin typeface="Arial" panose="020B0604020202020204" pitchFamily="34" charset="0"/>
            </a:endParaRPr>
          </a:p>
        </p:txBody>
      </p:sp>
      <p:sp>
        <p:nvSpPr>
          <p:cNvPr id="86026" name="Text Box 16">
            <a:extLst>
              <a:ext uri="{FF2B5EF4-FFF2-40B4-BE49-F238E27FC236}">
                <a16:creationId xmlns:a16="http://schemas.microsoft.com/office/drawing/2014/main" id="{52D98D1F-FBBF-4977-B64E-D45EFC586F5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64363" y="4868863"/>
            <a:ext cx="735012" cy="36671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90000"/>
              </a:lnSpc>
              <a:spcBef>
                <a:spcPct val="0"/>
              </a:spcBef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en-US" sz="2000">
                <a:solidFill>
                  <a:srgbClr val="CC0000"/>
                </a:solidFill>
                <a:latin typeface="Arial" panose="020B0604020202020204" pitchFamily="34" charset="0"/>
              </a:rPr>
              <a:t>body</a:t>
            </a:r>
          </a:p>
        </p:txBody>
      </p:sp>
      <p:sp>
        <p:nvSpPr>
          <p:cNvPr id="86027" name="Rectangle 20">
            <a:extLst>
              <a:ext uri="{FF2B5EF4-FFF2-40B4-BE49-F238E27FC236}">
                <a16:creationId xmlns:a16="http://schemas.microsoft.com/office/drawing/2014/main" id="{4542960A-232A-4216-9091-19829D874A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1698625"/>
            <a:ext cx="5638800" cy="446088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endParaRPr lang="en-US" altLang="en-US" sz="2000">
              <a:latin typeface="Arial" panose="020B0604020202020204" pitchFamily="34" charset="0"/>
            </a:endParaRPr>
          </a:p>
        </p:txBody>
      </p:sp>
      <p:sp>
        <p:nvSpPr>
          <p:cNvPr id="86028" name="Line 22">
            <a:extLst>
              <a:ext uri="{FF2B5EF4-FFF2-40B4-BE49-F238E27FC236}">
                <a16:creationId xmlns:a16="http://schemas.microsoft.com/office/drawing/2014/main" id="{5B4DA9F0-8469-4626-9018-AB5C70C350A1}"/>
              </a:ext>
            </a:extLst>
          </p:cNvPr>
          <p:cNvSpPr>
            <a:spLocks noChangeShapeType="1"/>
          </p:cNvSpPr>
          <p:nvPr/>
        </p:nvSpPr>
        <p:spPr bwMode="auto">
          <a:xfrm>
            <a:off x="2451100" y="1701800"/>
            <a:ext cx="0" cy="43815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86029" name="Line 23">
            <a:extLst>
              <a:ext uri="{FF2B5EF4-FFF2-40B4-BE49-F238E27FC236}">
                <a16:creationId xmlns:a16="http://schemas.microsoft.com/office/drawing/2014/main" id="{F0BA6D7F-49CA-4ED7-96E7-2FAB2CC05BB1}"/>
              </a:ext>
            </a:extLst>
          </p:cNvPr>
          <p:cNvSpPr>
            <a:spLocks noChangeShapeType="1"/>
          </p:cNvSpPr>
          <p:nvPr/>
        </p:nvSpPr>
        <p:spPr bwMode="auto">
          <a:xfrm>
            <a:off x="2895600" y="1701800"/>
            <a:ext cx="0" cy="43815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86030" name="Line 24">
            <a:extLst>
              <a:ext uri="{FF2B5EF4-FFF2-40B4-BE49-F238E27FC236}">
                <a16:creationId xmlns:a16="http://schemas.microsoft.com/office/drawing/2014/main" id="{FE80BBAF-E592-4888-AA1A-C0B24FD5C93B}"/>
              </a:ext>
            </a:extLst>
          </p:cNvPr>
          <p:cNvSpPr>
            <a:spLocks noChangeShapeType="1"/>
          </p:cNvSpPr>
          <p:nvPr/>
        </p:nvSpPr>
        <p:spPr bwMode="auto">
          <a:xfrm>
            <a:off x="4203700" y="1701800"/>
            <a:ext cx="0" cy="43815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86031" name="Line 25">
            <a:extLst>
              <a:ext uri="{FF2B5EF4-FFF2-40B4-BE49-F238E27FC236}">
                <a16:creationId xmlns:a16="http://schemas.microsoft.com/office/drawing/2014/main" id="{6D7EFC33-E60E-4D52-A195-4620A8D1317F}"/>
              </a:ext>
            </a:extLst>
          </p:cNvPr>
          <p:cNvSpPr>
            <a:spLocks noChangeShapeType="1"/>
          </p:cNvSpPr>
          <p:nvPr/>
        </p:nvSpPr>
        <p:spPr bwMode="auto">
          <a:xfrm>
            <a:off x="4629150" y="1695450"/>
            <a:ext cx="0" cy="43815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86032" name="Line 26">
            <a:extLst>
              <a:ext uri="{FF2B5EF4-FFF2-40B4-BE49-F238E27FC236}">
                <a16:creationId xmlns:a16="http://schemas.microsoft.com/office/drawing/2014/main" id="{63739B71-DD67-42BD-9569-6108C032625A}"/>
              </a:ext>
            </a:extLst>
          </p:cNvPr>
          <p:cNvSpPr>
            <a:spLocks noChangeShapeType="1"/>
          </p:cNvSpPr>
          <p:nvPr/>
        </p:nvSpPr>
        <p:spPr bwMode="auto">
          <a:xfrm>
            <a:off x="5930900" y="1701800"/>
            <a:ext cx="0" cy="43815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86033" name="Line 27">
            <a:extLst>
              <a:ext uri="{FF2B5EF4-FFF2-40B4-BE49-F238E27FC236}">
                <a16:creationId xmlns:a16="http://schemas.microsoft.com/office/drawing/2014/main" id="{A4CEA6CA-BE14-4F32-865B-8552F2B4F82D}"/>
              </a:ext>
            </a:extLst>
          </p:cNvPr>
          <p:cNvSpPr>
            <a:spLocks noChangeShapeType="1"/>
          </p:cNvSpPr>
          <p:nvPr/>
        </p:nvSpPr>
        <p:spPr bwMode="auto">
          <a:xfrm>
            <a:off x="6369050" y="1701800"/>
            <a:ext cx="0" cy="43815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86034" name="Text Box 28">
            <a:extLst>
              <a:ext uri="{FF2B5EF4-FFF2-40B4-BE49-F238E27FC236}">
                <a16:creationId xmlns:a16="http://schemas.microsoft.com/office/drawing/2014/main" id="{6B41408E-4FFC-4AFE-A7A2-7A8C7490F9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66825" y="1725613"/>
            <a:ext cx="1030288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en-US" sz="2000">
                <a:solidFill>
                  <a:srgbClr val="000099"/>
                </a:solidFill>
                <a:latin typeface="Arial" panose="020B0604020202020204" pitchFamily="34" charset="0"/>
              </a:rPr>
              <a:t>method</a:t>
            </a:r>
          </a:p>
        </p:txBody>
      </p:sp>
      <p:sp>
        <p:nvSpPr>
          <p:cNvPr id="86035" name="Text Box 29">
            <a:extLst>
              <a:ext uri="{FF2B5EF4-FFF2-40B4-BE49-F238E27FC236}">
                <a16:creationId xmlns:a16="http://schemas.microsoft.com/office/drawing/2014/main" id="{C9C7C303-5505-408E-AB68-E319B5D895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28875" y="1706563"/>
            <a:ext cx="452438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en-US" sz="2000">
                <a:latin typeface="Arial" panose="020B0604020202020204" pitchFamily="34" charset="0"/>
              </a:rPr>
              <a:t>sp</a:t>
            </a:r>
          </a:p>
        </p:txBody>
      </p:sp>
      <p:sp>
        <p:nvSpPr>
          <p:cNvPr id="86036" name="Text Box 30">
            <a:extLst>
              <a:ext uri="{FF2B5EF4-FFF2-40B4-BE49-F238E27FC236}">
                <a16:creationId xmlns:a16="http://schemas.microsoft.com/office/drawing/2014/main" id="{79052A49-6D60-43DC-8EE8-682394578F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94175" y="1712913"/>
            <a:ext cx="452438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en-US" sz="2000">
                <a:latin typeface="Arial" panose="020B0604020202020204" pitchFamily="34" charset="0"/>
              </a:rPr>
              <a:t>sp</a:t>
            </a:r>
          </a:p>
        </p:txBody>
      </p:sp>
      <p:sp>
        <p:nvSpPr>
          <p:cNvPr id="86037" name="Text Box 31">
            <a:extLst>
              <a:ext uri="{FF2B5EF4-FFF2-40B4-BE49-F238E27FC236}">
                <a16:creationId xmlns:a16="http://schemas.microsoft.com/office/drawing/2014/main" id="{E83B1A38-486E-4B17-9CE3-1F15224F7A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46775" y="1719263"/>
            <a:ext cx="403225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en-US" sz="2000">
                <a:latin typeface="Arial" panose="020B0604020202020204" pitchFamily="34" charset="0"/>
              </a:rPr>
              <a:t>cr</a:t>
            </a:r>
          </a:p>
        </p:txBody>
      </p:sp>
      <p:sp>
        <p:nvSpPr>
          <p:cNvPr id="86038" name="Text Box 32">
            <a:extLst>
              <a:ext uri="{FF2B5EF4-FFF2-40B4-BE49-F238E27FC236}">
                <a16:creationId xmlns:a16="http://schemas.microsoft.com/office/drawing/2014/main" id="{F251CB82-6A76-44A3-A28B-729604E7CB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16675" y="1730375"/>
            <a:ext cx="3111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en-US" sz="2000">
                <a:latin typeface="Arial" panose="020B0604020202020204" pitchFamily="34" charset="0"/>
              </a:rPr>
              <a:t>lf</a:t>
            </a:r>
          </a:p>
        </p:txBody>
      </p:sp>
      <p:sp>
        <p:nvSpPr>
          <p:cNvPr id="86039" name="Text Box 33">
            <a:extLst>
              <a:ext uri="{FF2B5EF4-FFF2-40B4-BE49-F238E27FC236}">
                <a16:creationId xmlns:a16="http://schemas.microsoft.com/office/drawing/2014/main" id="{300A28A0-F63C-4086-B7EC-4FBEE74CF9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84725" y="1712913"/>
            <a:ext cx="10033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en-US" sz="2000">
                <a:solidFill>
                  <a:srgbClr val="000099"/>
                </a:solidFill>
                <a:latin typeface="Arial" panose="020B0604020202020204" pitchFamily="34" charset="0"/>
              </a:rPr>
              <a:t>version</a:t>
            </a:r>
          </a:p>
        </p:txBody>
      </p:sp>
      <p:sp>
        <p:nvSpPr>
          <p:cNvPr id="86040" name="Text Box 34">
            <a:extLst>
              <a:ext uri="{FF2B5EF4-FFF2-40B4-BE49-F238E27FC236}">
                <a16:creationId xmlns:a16="http://schemas.microsoft.com/office/drawing/2014/main" id="{ABA07891-EE74-4A07-834B-88AA9028884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59125" y="1725613"/>
            <a:ext cx="693738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en-US" sz="2000">
                <a:solidFill>
                  <a:srgbClr val="000099"/>
                </a:solidFill>
                <a:latin typeface="Arial" panose="020B0604020202020204" pitchFamily="34" charset="0"/>
              </a:rPr>
              <a:t>URL</a:t>
            </a:r>
          </a:p>
        </p:txBody>
      </p:sp>
      <p:grpSp>
        <p:nvGrpSpPr>
          <p:cNvPr id="86041" name="Group 45">
            <a:extLst>
              <a:ext uri="{FF2B5EF4-FFF2-40B4-BE49-F238E27FC236}">
                <a16:creationId xmlns:a16="http://schemas.microsoft.com/office/drawing/2014/main" id="{8E732951-B77E-4901-8A2D-7F89E138F86F}"/>
              </a:ext>
            </a:extLst>
          </p:cNvPr>
          <p:cNvGrpSpPr>
            <a:grpSpLocks/>
          </p:cNvGrpSpPr>
          <p:nvPr/>
        </p:nvGrpSpPr>
        <p:grpSpPr bwMode="auto">
          <a:xfrm>
            <a:off x="1143000" y="2143125"/>
            <a:ext cx="4565650" cy="446088"/>
            <a:chOff x="192" y="1894"/>
            <a:chExt cx="2876" cy="281"/>
          </a:xfrm>
        </p:grpSpPr>
        <p:sp>
          <p:nvSpPr>
            <p:cNvPr id="86077" name="Rectangle 35">
              <a:extLst>
                <a:ext uri="{FF2B5EF4-FFF2-40B4-BE49-F238E27FC236}">
                  <a16:creationId xmlns:a16="http://schemas.microsoft.com/office/drawing/2014/main" id="{A7042691-A56A-4AA0-8F37-63EEDC3819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2" y="1894"/>
              <a:ext cx="2876" cy="281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en-US" altLang="en-US" sz="2000">
                <a:latin typeface="Arial" panose="020B0604020202020204" pitchFamily="34" charset="0"/>
              </a:endParaRPr>
            </a:p>
          </p:txBody>
        </p:sp>
        <p:sp>
          <p:nvSpPr>
            <p:cNvPr id="86078" name="Line 36">
              <a:extLst>
                <a:ext uri="{FF2B5EF4-FFF2-40B4-BE49-F238E27FC236}">
                  <a16:creationId xmlns:a16="http://schemas.microsoft.com/office/drawing/2014/main" id="{E385D7B0-268E-4387-9F58-4CA4D93CC50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00" y="1896"/>
              <a:ext cx="0" cy="27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86079" name="Line 37">
              <a:extLst>
                <a:ext uri="{FF2B5EF4-FFF2-40B4-BE49-F238E27FC236}">
                  <a16:creationId xmlns:a16="http://schemas.microsoft.com/office/drawing/2014/main" id="{4FB2146B-38AC-46B8-A91A-806031365CD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32" y="1896"/>
              <a:ext cx="0" cy="27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86080" name="Line 39">
              <a:extLst>
                <a:ext uri="{FF2B5EF4-FFF2-40B4-BE49-F238E27FC236}">
                  <a16:creationId xmlns:a16="http://schemas.microsoft.com/office/drawing/2014/main" id="{A06F3E9C-31E5-4DAD-99C2-C0D6713C3DB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28" y="1896"/>
              <a:ext cx="0" cy="27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86081" name="Line 40">
              <a:extLst>
                <a:ext uri="{FF2B5EF4-FFF2-40B4-BE49-F238E27FC236}">
                  <a16:creationId xmlns:a16="http://schemas.microsoft.com/office/drawing/2014/main" id="{950B28B9-64A3-4D6D-AB76-8039D83FE2B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04" y="1896"/>
              <a:ext cx="0" cy="27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86082" name="Text Box 41">
              <a:extLst>
                <a:ext uri="{FF2B5EF4-FFF2-40B4-BE49-F238E27FC236}">
                  <a16:creationId xmlns:a16="http://schemas.microsoft.com/office/drawing/2014/main" id="{6DE56CC5-89C0-4AF7-A6B7-C0EB256DEE1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38" y="1907"/>
              <a:ext cx="254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marL="342900" indent="-34290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r>
                <a:rPr lang="en-US" altLang="en-US" sz="2000">
                  <a:latin typeface="Arial" panose="020B0604020202020204" pitchFamily="34" charset="0"/>
                </a:rPr>
                <a:t>cr</a:t>
              </a:r>
            </a:p>
          </p:txBody>
        </p:sp>
        <p:sp>
          <p:nvSpPr>
            <p:cNvPr id="86083" name="Text Box 42">
              <a:extLst>
                <a:ext uri="{FF2B5EF4-FFF2-40B4-BE49-F238E27FC236}">
                  <a16:creationId xmlns:a16="http://schemas.microsoft.com/office/drawing/2014/main" id="{1C1CC1A1-97B6-42C4-AAB3-0F17B0A9B6C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34" y="1914"/>
              <a:ext cx="196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marL="342900" indent="-34290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r>
                <a:rPr lang="en-US" altLang="en-US" sz="2000">
                  <a:latin typeface="Arial" panose="020B0604020202020204" pitchFamily="34" charset="0"/>
                </a:rPr>
                <a:t>lf</a:t>
              </a:r>
            </a:p>
          </p:txBody>
        </p:sp>
        <p:sp>
          <p:nvSpPr>
            <p:cNvPr id="86084" name="Text Box 43">
              <a:extLst>
                <a:ext uri="{FF2B5EF4-FFF2-40B4-BE49-F238E27FC236}">
                  <a16:creationId xmlns:a16="http://schemas.microsoft.com/office/drawing/2014/main" id="{487690DE-D45D-4C7E-A42F-8E19421A82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922" y="1895"/>
              <a:ext cx="499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marL="342900" indent="-34290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r>
                <a:rPr lang="en-US" altLang="en-US" sz="2000">
                  <a:solidFill>
                    <a:srgbClr val="000099"/>
                  </a:solidFill>
                  <a:latin typeface="Arial" panose="020B0604020202020204" pitchFamily="34" charset="0"/>
                </a:rPr>
                <a:t>value</a:t>
              </a:r>
            </a:p>
          </p:txBody>
        </p:sp>
        <p:sp>
          <p:nvSpPr>
            <p:cNvPr id="86085" name="Text Box 44">
              <a:extLst>
                <a:ext uri="{FF2B5EF4-FFF2-40B4-BE49-F238E27FC236}">
                  <a16:creationId xmlns:a16="http://schemas.microsoft.com/office/drawing/2014/main" id="{719327A1-023E-4B3E-8F18-45FD788D062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46" y="1903"/>
              <a:ext cx="1396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marL="342900" indent="-34290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r>
                <a:rPr lang="en-US" altLang="en-US" sz="2000">
                  <a:solidFill>
                    <a:srgbClr val="000099"/>
                  </a:solidFill>
                  <a:latin typeface="Arial" panose="020B0604020202020204" pitchFamily="34" charset="0"/>
                </a:rPr>
                <a:t>header field name</a:t>
              </a:r>
            </a:p>
          </p:txBody>
        </p:sp>
      </p:grpSp>
      <p:grpSp>
        <p:nvGrpSpPr>
          <p:cNvPr id="86042" name="Group 46">
            <a:extLst>
              <a:ext uri="{FF2B5EF4-FFF2-40B4-BE49-F238E27FC236}">
                <a16:creationId xmlns:a16="http://schemas.microsoft.com/office/drawing/2014/main" id="{C6D5CA4D-6B7B-42E0-8600-CA761323822D}"/>
              </a:ext>
            </a:extLst>
          </p:cNvPr>
          <p:cNvGrpSpPr>
            <a:grpSpLocks/>
          </p:cNvGrpSpPr>
          <p:nvPr/>
        </p:nvGrpSpPr>
        <p:grpSpPr bwMode="auto">
          <a:xfrm>
            <a:off x="1139825" y="3619500"/>
            <a:ext cx="4565650" cy="446088"/>
            <a:chOff x="192" y="1894"/>
            <a:chExt cx="2876" cy="281"/>
          </a:xfrm>
        </p:grpSpPr>
        <p:sp>
          <p:nvSpPr>
            <p:cNvPr id="86068" name="Rectangle 47">
              <a:extLst>
                <a:ext uri="{FF2B5EF4-FFF2-40B4-BE49-F238E27FC236}">
                  <a16:creationId xmlns:a16="http://schemas.microsoft.com/office/drawing/2014/main" id="{51A51FF7-E82F-4E5A-9938-29E42D0395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2" y="1894"/>
              <a:ext cx="2876" cy="281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en-US" altLang="en-US" sz="2000">
                <a:latin typeface="Arial" panose="020B0604020202020204" pitchFamily="34" charset="0"/>
              </a:endParaRPr>
            </a:p>
          </p:txBody>
        </p:sp>
        <p:sp>
          <p:nvSpPr>
            <p:cNvPr id="86069" name="Line 48">
              <a:extLst>
                <a:ext uri="{FF2B5EF4-FFF2-40B4-BE49-F238E27FC236}">
                  <a16:creationId xmlns:a16="http://schemas.microsoft.com/office/drawing/2014/main" id="{D831C9FB-9CE2-4224-820F-5C92C179682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00" y="1896"/>
              <a:ext cx="0" cy="27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86070" name="Line 49">
              <a:extLst>
                <a:ext uri="{FF2B5EF4-FFF2-40B4-BE49-F238E27FC236}">
                  <a16:creationId xmlns:a16="http://schemas.microsoft.com/office/drawing/2014/main" id="{49EAA6E6-014B-4919-BA8D-00EE7416C94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32" y="1896"/>
              <a:ext cx="0" cy="27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86071" name="Line 50">
              <a:extLst>
                <a:ext uri="{FF2B5EF4-FFF2-40B4-BE49-F238E27FC236}">
                  <a16:creationId xmlns:a16="http://schemas.microsoft.com/office/drawing/2014/main" id="{B3C672DC-02D8-4C64-81E4-BB3A829F113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28" y="1896"/>
              <a:ext cx="0" cy="27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86072" name="Line 51">
              <a:extLst>
                <a:ext uri="{FF2B5EF4-FFF2-40B4-BE49-F238E27FC236}">
                  <a16:creationId xmlns:a16="http://schemas.microsoft.com/office/drawing/2014/main" id="{A2DE62A2-D8A2-4937-959B-01A751BFBE3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04" y="1896"/>
              <a:ext cx="0" cy="27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86073" name="Text Box 52">
              <a:extLst>
                <a:ext uri="{FF2B5EF4-FFF2-40B4-BE49-F238E27FC236}">
                  <a16:creationId xmlns:a16="http://schemas.microsoft.com/office/drawing/2014/main" id="{891C4AB2-0CA6-44FA-82CE-1D387A43F9C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38" y="1907"/>
              <a:ext cx="254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marL="342900" indent="-34290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r>
                <a:rPr lang="en-US" altLang="en-US" sz="2000">
                  <a:latin typeface="Arial" panose="020B0604020202020204" pitchFamily="34" charset="0"/>
                </a:rPr>
                <a:t>cr</a:t>
              </a:r>
            </a:p>
          </p:txBody>
        </p:sp>
        <p:sp>
          <p:nvSpPr>
            <p:cNvPr id="86074" name="Text Box 53">
              <a:extLst>
                <a:ext uri="{FF2B5EF4-FFF2-40B4-BE49-F238E27FC236}">
                  <a16:creationId xmlns:a16="http://schemas.microsoft.com/office/drawing/2014/main" id="{A50A3F2A-122A-4874-B8AD-EC3B8CD8ECF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34" y="1914"/>
              <a:ext cx="196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marL="342900" indent="-34290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r>
                <a:rPr lang="en-US" altLang="en-US" sz="2000">
                  <a:latin typeface="Arial" panose="020B0604020202020204" pitchFamily="34" charset="0"/>
                </a:rPr>
                <a:t>lf</a:t>
              </a:r>
            </a:p>
          </p:txBody>
        </p:sp>
        <p:sp>
          <p:nvSpPr>
            <p:cNvPr id="86075" name="Text Box 54">
              <a:extLst>
                <a:ext uri="{FF2B5EF4-FFF2-40B4-BE49-F238E27FC236}">
                  <a16:creationId xmlns:a16="http://schemas.microsoft.com/office/drawing/2014/main" id="{EA5DF90A-6171-491A-B41F-2957C3C7414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922" y="1895"/>
              <a:ext cx="499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marL="342900" indent="-34290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r>
                <a:rPr lang="en-US" altLang="en-US" sz="2000">
                  <a:solidFill>
                    <a:srgbClr val="000099"/>
                  </a:solidFill>
                  <a:latin typeface="Arial" panose="020B0604020202020204" pitchFamily="34" charset="0"/>
                </a:rPr>
                <a:t>value</a:t>
              </a:r>
            </a:p>
          </p:txBody>
        </p:sp>
        <p:sp>
          <p:nvSpPr>
            <p:cNvPr id="86076" name="Text Box 55">
              <a:extLst>
                <a:ext uri="{FF2B5EF4-FFF2-40B4-BE49-F238E27FC236}">
                  <a16:creationId xmlns:a16="http://schemas.microsoft.com/office/drawing/2014/main" id="{13C0D2CC-889E-41A3-A664-139544464AE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46" y="1903"/>
              <a:ext cx="1396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marL="342900" indent="-34290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r>
                <a:rPr lang="en-US" altLang="en-US" sz="2000">
                  <a:solidFill>
                    <a:srgbClr val="000099"/>
                  </a:solidFill>
                  <a:latin typeface="Arial" panose="020B0604020202020204" pitchFamily="34" charset="0"/>
                </a:rPr>
                <a:t>header field name</a:t>
              </a:r>
            </a:p>
          </p:txBody>
        </p:sp>
      </p:grpSp>
      <p:sp>
        <p:nvSpPr>
          <p:cNvPr id="86043" name="Line 56">
            <a:extLst>
              <a:ext uri="{FF2B5EF4-FFF2-40B4-BE49-F238E27FC236}">
                <a16:creationId xmlns:a16="http://schemas.microsoft.com/office/drawing/2014/main" id="{671C7B35-FB27-4BD7-91FC-B067C0EF60E9}"/>
              </a:ext>
            </a:extLst>
          </p:cNvPr>
          <p:cNvSpPr>
            <a:spLocks noChangeShapeType="1"/>
          </p:cNvSpPr>
          <p:nvPr/>
        </p:nvSpPr>
        <p:spPr bwMode="auto">
          <a:xfrm>
            <a:off x="1143000" y="2590800"/>
            <a:ext cx="0" cy="10414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86044" name="Group 61">
            <a:extLst>
              <a:ext uri="{FF2B5EF4-FFF2-40B4-BE49-F238E27FC236}">
                <a16:creationId xmlns:a16="http://schemas.microsoft.com/office/drawing/2014/main" id="{610FF311-6BE4-4540-9F29-F5B9BC6866A2}"/>
              </a:ext>
            </a:extLst>
          </p:cNvPr>
          <p:cNvGrpSpPr>
            <a:grpSpLocks/>
          </p:cNvGrpSpPr>
          <p:nvPr/>
        </p:nvGrpSpPr>
        <p:grpSpPr bwMode="auto">
          <a:xfrm>
            <a:off x="974725" y="2814638"/>
            <a:ext cx="331788" cy="461962"/>
            <a:chOff x="462" y="1727"/>
            <a:chExt cx="209" cy="291"/>
          </a:xfrm>
        </p:grpSpPr>
        <p:sp>
          <p:nvSpPr>
            <p:cNvPr id="86065" name="Rectangle 59">
              <a:extLst>
                <a:ext uri="{FF2B5EF4-FFF2-40B4-BE49-F238E27FC236}">
                  <a16:creationId xmlns:a16="http://schemas.microsoft.com/office/drawing/2014/main" id="{66E378F0-AB80-4B2E-8C54-605D6C4F2A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4" y="1854"/>
              <a:ext cx="56" cy="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en-US" altLang="en-US" sz="2000">
                <a:latin typeface="Arial" panose="020B0604020202020204" pitchFamily="34" charset="0"/>
              </a:endParaRPr>
            </a:p>
          </p:txBody>
        </p:sp>
        <p:sp>
          <p:nvSpPr>
            <p:cNvPr id="86066" name="Text Box 57">
              <a:extLst>
                <a:ext uri="{FF2B5EF4-FFF2-40B4-BE49-F238E27FC236}">
                  <a16:creationId xmlns:a16="http://schemas.microsoft.com/office/drawing/2014/main" id="{417A3DE3-739A-43C2-8DDF-CDC322D81AA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2" y="1727"/>
              <a:ext cx="209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marL="342900" indent="-34290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r>
                <a:rPr lang="en-US" altLang="en-US" sz="2000">
                  <a:latin typeface="Arial" panose="020B0604020202020204" pitchFamily="34" charset="0"/>
                </a:rPr>
                <a:t>~</a:t>
              </a:r>
            </a:p>
          </p:txBody>
        </p:sp>
        <p:sp>
          <p:nvSpPr>
            <p:cNvPr id="86067" name="Text Box 58">
              <a:extLst>
                <a:ext uri="{FF2B5EF4-FFF2-40B4-BE49-F238E27FC236}">
                  <a16:creationId xmlns:a16="http://schemas.microsoft.com/office/drawing/2014/main" id="{7CE351C8-FB78-4673-83F3-C9F14E03A2D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2" y="1768"/>
              <a:ext cx="209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marL="342900" indent="-34290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r>
                <a:rPr lang="en-US" altLang="en-US" sz="2000">
                  <a:latin typeface="Arial" panose="020B0604020202020204" pitchFamily="34" charset="0"/>
                </a:rPr>
                <a:t>~</a:t>
              </a:r>
            </a:p>
          </p:txBody>
        </p:sp>
      </p:grpSp>
      <p:sp>
        <p:nvSpPr>
          <p:cNvPr id="86045" name="Line 62">
            <a:extLst>
              <a:ext uri="{FF2B5EF4-FFF2-40B4-BE49-F238E27FC236}">
                <a16:creationId xmlns:a16="http://schemas.microsoft.com/office/drawing/2014/main" id="{EF81405A-C9AE-441C-B8F0-22819B8AD956}"/>
              </a:ext>
            </a:extLst>
          </p:cNvPr>
          <p:cNvSpPr>
            <a:spLocks noChangeShapeType="1"/>
          </p:cNvSpPr>
          <p:nvPr/>
        </p:nvSpPr>
        <p:spPr bwMode="auto">
          <a:xfrm>
            <a:off x="5707063" y="2578100"/>
            <a:ext cx="0" cy="10414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86046" name="Group 63">
            <a:extLst>
              <a:ext uri="{FF2B5EF4-FFF2-40B4-BE49-F238E27FC236}">
                <a16:creationId xmlns:a16="http://schemas.microsoft.com/office/drawing/2014/main" id="{F8785897-0418-4116-92DC-5CC838812747}"/>
              </a:ext>
            </a:extLst>
          </p:cNvPr>
          <p:cNvGrpSpPr>
            <a:grpSpLocks/>
          </p:cNvGrpSpPr>
          <p:nvPr/>
        </p:nvGrpSpPr>
        <p:grpSpPr bwMode="auto">
          <a:xfrm>
            <a:off x="5538788" y="2801938"/>
            <a:ext cx="331787" cy="461962"/>
            <a:chOff x="462" y="1727"/>
            <a:chExt cx="209" cy="291"/>
          </a:xfrm>
        </p:grpSpPr>
        <p:sp>
          <p:nvSpPr>
            <p:cNvPr id="86062" name="Rectangle 64">
              <a:extLst>
                <a:ext uri="{FF2B5EF4-FFF2-40B4-BE49-F238E27FC236}">
                  <a16:creationId xmlns:a16="http://schemas.microsoft.com/office/drawing/2014/main" id="{56405E21-CF3C-4B44-B0D6-61BC1A86CC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4" y="1854"/>
              <a:ext cx="56" cy="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en-US" altLang="en-US" sz="2000">
                <a:latin typeface="Arial" panose="020B0604020202020204" pitchFamily="34" charset="0"/>
              </a:endParaRPr>
            </a:p>
          </p:txBody>
        </p:sp>
        <p:sp>
          <p:nvSpPr>
            <p:cNvPr id="86063" name="Text Box 65">
              <a:extLst>
                <a:ext uri="{FF2B5EF4-FFF2-40B4-BE49-F238E27FC236}">
                  <a16:creationId xmlns:a16="http://schemas.microsoft.com/office/drawing/2014/main" id="{14FFDF59-0675-42B4-A298-28FA9DE4FDE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2" y="1727"/>
              <a:ext cx="209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marL="342900" indent="-34290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r>
                <a:rPr lang="en-US" altLang="en-US" sz="2000">
                  <a:latin typeface="Arial" panose="020B0604020202020204" pitchFamily="34" charset="0"/>
                </a:rPr>
                <a:t>~</a:t>
              </a:r>
            </a:p>
          </p:txBody>
        </p:sp>
        <p:sp>
          <p:nvSpPr>
            <p:cNvPr id="86064" name="Text Box 66">
              <a:extLst>
                <a:ext uri="{FF2B5EF4-FFF2-40B4-BE49-F238E27FC236}">
                  <a16:creationId xmlns:a16="http://schemas.microsoft.com/office/drawing/2014/main" id="{BE3E2D59-C6B3-4E03-83FC-16460CC22E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2" y="1768"/>
              <a:ext cx="209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marL="342900" indent="-34290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r>
                <a:rPr lang="en-US" altLang="en-US" sz="2000">
                  <a:latin typeface="Arial" panose="020B0604020202020204" pitchFamily="34" charset="0"/>
                </a:rPr>
                <a:t>~</a:t>
              </a:r>
            </a:p>
          </p:txBody>
        </p:sp>
      </p:grpSp>
      <p:grpSp>
        <p:nvGrpSpPr>
          <p:cNvPr id="86047" name="Group 77">
            <a:extLst>
              <a:ext uri="{FF2B5EF4-FFF2-40B4-BE49-F238E27FC236}">
                <a16:creationId xmlns:a16="http://schemas.microsoft.com/office/drawing/2014/main" id="{D48CF075-0872-450B-BD17-A7D07C59B491}"/>
              </a:ext>
            </a:extLst>
          </p:cNvPr>
          <p:cNvGrpSpPr>
            <a:grpSpLocks/>
          </p:cNvGrpSpPr>
          <p:nvPr/>
        </p:nvGrpSpPr>
        <p:grpSpPr bwMode="auto">
          <a:xfrm>
            <a:off x="1138238" y="4065588"/>
            <a:ext cx="963612" cy="446087"/>
            <a:chOff x="3105" y="2650"/>
            <a:chExt cx="607" cy="281"/>
          </a:xfrm>
        </p:grpSpPr>
        <p:sp>
          <p:nvSpPr>
            <p:cNvPr id="86058" name="Rectangle 68">
              <a:extLst>
                <a:ext uri="{FF2B5EF4-FFF2-40B4-BE49-F238E27FC236}">
                  <a16:creationId xmlns:a16="http://schemas.microsoft.com/office/drawing/2014/main" id="{7D04B6E6-00F1-4444-80FA-EDF107DDFC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05" y="2650"/>
              <a:ext cx="607" cy="281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en-US" altLang="en-US" sz="2000">
                <a:latin typeface="Arial" panose="020B0604020202020204" pitchFamily="34" charset="0"/>
              </a:endParaRPr>
            </a:p>
          </p:txBody>
        </p:sp>
        <p:sp>
          <p:nvSpPr>
            <p:cNvPr id="86059" name="Line 72">
              <a:extLst>
                <a:ext uri="{FF2B5EF4-FFF2-40B4-BE49-F238E27FC236}">
                  <a16:creationId xmlns:a16="http://schemas.microsoft.com/office/drawing/2014/main" id="{7B46F8F1-A154-49D5-9426-FBA08802028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06" y="2652"/>
              <a:ext cx="0" cy="27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86060" name="Text Box 73">
              <a:extLst>
                <a:ext uri="{FF2B5EF4-FFF2-40B4-BE49-F238E27FC236}">
                  <a16:creationId xmlns:a16="http://schemas.microsoft.com/office/drawing/2014/main" id="{4E263B0D-9E45-4244-99B1-0FA0A637406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40" y="2663"/>
              <a:ext cx="254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marL="342900" indent="-34290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r>
                <a:rPr lang="en-US" altLang="en-US" sz="2000">
                  <a:latin typeface="Arial" panose="020B0604020202020204" pitchFamily="34" charset="0"/>
                </a:rPr>
                <a:t>cr</a:t>
              </a:r>
            </a:p>
          </p:txBody>
        </p:sp>
        <p:sp>
          <p:nvSpPr>
            <p:cNvPr id="86061" name="Text Box 74">
              <a:extLst>
                <a:ext uri="{FF2B5EF4-FFF2-40B4-BE49-F238E27FC236}">
                  <a16:creationId xmlns:a16="http://schemas.microsoft.com/office/drawing/2014/main" id="{1C715708-BAC6-48A9-9B0A-C3F5C815921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36" y="2670"/>
              <a:ext cx="196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marL="342900" indent="-34290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r>
                <a:rPr lang="en-US" altLang="en-US" sz="2000">
                  <a:latin typeface="Arial" panose="020B0604020202020204" pitchFamily="34" charset="0"/>
                </a:rPr>
                <a:t>lf</a:t>
              </a:r>
            </a:p>
          </p:txBody>
        </p:sp>
      </p:grpSp>
      <p:sp>
        <p:nvSpPr>
          <p:cNvPr id="86048" name="Rectangle 78">
            <a:extLst>
              <a:ext uri="{FF2B5EF4-FFF2-40B4-BE49-F238E27FC236}">
                <a16:creationId xmlns:a16="http://schemas.microsoft.com/office/drawing/2014/main" id="{4B573330-CC5F-481C-A8F6-578198E6D1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38238" y="4513263"/>
            <a:ext cx="5170487" cy="112077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endParaRPr lang="en-US" altLang="en-US" sz="2000">
              <a:latin typeface="Arial" panose="020B0604020202020204" pitchFamily="34" charset="0"/>
            </a:endParaRPr>
          </a:p>
        </p:txBody>
      </p:sp>
      <p:sp>
        <p:nvSpPr>
          <p:cNvPr id="86049" name="Text Box 80">
            <a:extLst>
              <a:ext uri="{FF2B5EF4-FFF2-40B4-BE49-F238E27FC236}">
                <a16:creationId xmlns:a16="http://schemas.microsoft.com/office/drawing/2014/main" id="{124FF35F-7545-4C29-B001-346BA6F006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74988" y="4837113"/>
            <a:ext cx="1411287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en-US" sz="2000">
                <a:solidFill>
                  <a:srgbClr val="000099"/>
                </a:solidFill>
                <a:latin typeface="Arial" panose="020B0604020202020204" pitchFamily="34" charset="0"/>
              </a:rPr>
              <a:t>entity body</a:t>
            </a:r>
          </a:p>
        </p:txBody>
      </p:sp>
      <p:grpSp>
        <p:nvGrpSpPr>
          <p:cNvPr id="86050" name="Group 81">
            <a:extLst>
              <a:ext uri="{FF2B5EF4-FFF2-40B4-BE49-F238E27FC236}">
                <a16:creationId xmlns:a16="http://schemas.microsoft.com/office/drawing/2014/main" id="{BDD606FD-A8B0-4C41-857D-21C9139BA419}"/>
              </a:ext>
            </a:extLst>
          </p:cNvPr>
          <p:cNvGrpSpPr>
            <a:grpSpLocks/>
          </p:cNvGrpSpPr>
          <p:nvPr/>
        </p:nvGrpSpPr>
        <p:grpSpPr bwMode="auto">
          <a:xfrm>
            <a:off x="974725" y="4851400"/>
            <a:ext cx="331788" cy="461963"/>
            <a:chOff x="462" y="1727"/>
            <a:chExt cx="209" cy="291"/>
          </a:xfrm>
        </p:grpSpPr>
        <p:sp>
          <p:nvSpPr>
            <p:cNvPr id="86055" name="Rectangle 82">
              <a:extLst>
                <a:ext uri="{FF2B5EF4-FFF2-40B4-BE49-F238E27FC236}">
                  <a16:creationId xmlns:a16="http://schemas.microsoft.com/office/drawing/2014/main" id="{6321F121-C3A5-4426-BAFC-DC84F4FF25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4" y="1854"/>
              <a:ext cx="56" cy="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en-US" altLang="en-US" sz="2000">
                <a:latin typeface="Arial" panose="020B0604020202020204" pitchFamily="34" charset="0"/>
              </a:endParaRPr>
            </a:p>
          </p:txBody>
        </p:sp>
        <p:sp>
          <p:nvSpPr>
            <p:cNvPr id="86056" name="Text Box 83">
              <a:extLst>
                <a:ext uri="{FF2B5EF4-FFF2-40B4-BE49-F238E27FC236}">
                  <a16:creationId xmlns:a16="http://schemas.microsoft.com/office/drawing/2014/main" id="{71152A2A-DA5B-4E06-9A99-44CBF49633D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2" y="1727"/>
              <a:ext cx="209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marL="342900" indent="-34290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r>
                <a:rPr lang="en-US" altLang="en-US" sz="2000">
                  <a:latin typeface="Arial" panose="020B0604020202020204" pitchFamily="34" charset="0"/>
                </a:rPr>
                <a:t>~</a:t>
              </a:r>
            </a:p>
          </p:txBody>
        </p:sp>
        <p:sp>
          <p:nvSpPr>
            <p:cNvPr id="86057" name="Text Box 84">
              <a:extLst>
                <a:ext uri="{FF2B5EF4-FFF2-40B4-BE49-F238E27FC236}">
                  <a16:creationId xmlns:a16="http://schemas.microsoft.com/office/drawing/2014/main" id="{AB88CA03-3357-4D44-9177-72F1ED480D8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2" y="1768"/>
              <a:ext cx="209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marL="342900" indent="-34290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r>
                <a:rPr lang="en-US" altLang="en-US" sz="2000">
                  <a:latin typeface="Arial" panose="020B0604020202020204" pitchFamily="34" charset="0"/>
                </a:rPr>
                <a:t>~</a:t>
              </a:r>
            </a:p>
          </p:txBody>
        </p:sp>
      </p:grpSp>
      <p:grpSp>
        <p:nvGrpSpPr>
          <p:cNvPr id="86051" name="Group 85">
            <a:extLst>
              <a:ext uri="{FF2B5EF4-FFF2-40B4-BE49-F238E27FC236}">
                <a16:creationId xmlns:a16="http://schemas.microsoft.com/office/drawing/2014/main" id="{B285E05D-9A1C-4D6C-B7C5-B472222271DA}"/>
              </a:ext>
            </a:extLst>
          </p:cNvPr>
          <p:cNvGrpSpPr>
            <a:grpSpLocks/>
          </p:cNvGrpSpPr>
          <p:nvPr/>
        </p:nvGrpSpPr>
        <p:grpSpPr bwMode="auto">
          <a:xfrm>
            <a:off x="6134100" y="4841875"/>
            <a:ext cx="331788" cy="461963"/>
            <a:chOff x="462" y="1727"/>
            <a:chExt cx="209" cy="291"/>
          </a:xfrm>
        </p:grpSpPr>
        <p:sp>
          <p:nvSpPr>
            <p:cNvPr id="86052" name="Rectangle 86">
              <a:extLst>
                <a:ext uri="{FF2B5EF4-FFF2-40B4-BE49-F238E27FC236}">
                  <a16:creationId xmlns:a16="http://schemas.microsoft.com/office/drawing/2014/main" id="{2EA7BDD4-3B6A-499F-AF1F-7C127E121C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4" y="1854"/>
              <a:ext cx="56" cy="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en-US" altLang="en-US" sz="2000">
                <a:latin typeface="Arial" panose="020B0604020202020204" pitchFamily="34" charset="0"/>
              </a:endParaRPr>
            </a:p>
          </p:txBody>
        </p:sp>
        <p:sp>
          <p:nvSpPr>
            <p:cNvPr id="86053" name="Text Box 87">
              <a:extLst>
                <a:ext uri="{FF2B5EF4-FFF2-40B4-BE49-F238E27FC236}">
                  <a16:creationId xmlns:a16="http://schemas.microsoft.com/office/drawing/2014/main" id="{9C25DA0C-3E8C-4A7B-9811-1358585CF57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2" y="1727"/>
              <a:ext cx="209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marL="342900" indent="-34290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r>
                <a:rPr lang="en-US" altLang="en-US" sz="2000">
                  <a:latin typeface="Arial" panose="020B0604020202020204" pitchFamily="34" charset="0"/>
                </a:rPr>
                <a:t>~</a:t>
              </a:r>
            </a:p>
          </p:txBody>
        </p:sp>
        <p:sp>
          <p:nvSpPr>
            <p:cNvPr id="86054" name="Text Box 88">
              <a:extLst>
                <a:ext uri="{FF2B5EF4-FFF2-40B4-BE49-F238E27FC236}">
                  <a16:creationId xmlns:a16="http://schemas.microsoft.com/office/drawing/2014/main" id="{78268453-C3BA-475F-A4B1-4B4DF377FAB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2" y="1768"/>
              <a:ext cx="209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marL="342900" indent="-34290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r>
                <a:rPr lang="en-US" altLang="en-US" sz="2000">
                  <a:latin typeface="Arial" panose="020B0604020202020204" pitchFamily="34" charset="0"/>
                </a:rPr>
                <a:t>~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530" name="Rectangle 7">
            <a:extLst>
              <a:ext uri="{FF2B5EF4-FFF2-40B4-BE49-F238E27FC236}">
                <a16:creationId xmlns:a16="http://schemas.microsoft.com/office/drawing/2014/main" id="{D868D5E7-0EEE-4A24-A371-9CAB3CD28A6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150531" name="Rectangle 8">
            <a:extLst>
              <a:ext uri="{FF2B5EF4-FFF2-40B4-BE49-F238E27FC236}">
                <a16:creationId xmlns:a16="http://schemas.microsoft.com/office/drawing/2014/main" id="{5430C899-F3C7-4942-B47F-98518E176B4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2-</a:t>
            </a:r>
            <a:fld id="{CB020232-1ACA-4D41-BD41-4A09374402B5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buClrTx/>
                <a:buSzTx/>
                <a:buFontTx/>
                <a:buNone/>
              </a:pPr>
              <a:t>32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150532" name="Rectangle 2">
            <a:extLst>
              <a:ext uri="{FF2B5EF4-FFF2-40B4-BE49-F238E27FC236}">
                <a16:creationId xmlns:a16="http://schemas.microsoft.com/office/drawing/2014/main" id="{76FFE641-987D-4880-833A-94E464C0BEA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User-server state: cookies</a:t>
            </a:r>
          </a:p>
        </p:txBody>
      </p:sp>
      <p:sp>
        <p:nvSpPr>
          <p:cNvPr id="150533" name="Rectangle 4">
            <a:extLst>
              <a:ext uri="{FF2B5EF4-FFF2-40B4-BE49-F238E27FC236}">
                <a16:creationId xmlns:a16="http://schemas.microsoft.com/office/drawing/2014/main" id="{079F4ABE-5A6F-4014-8499-124C7FABCB2F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754063" y="1392238"/>
            <a:ext cx="7429500" cy="4648200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sz="2400" dirty="0">
                <a:solidFill>
                  <a:srgbClr val="CC0000"/>
                </a:solidFill>
              </a:rPr>
              <a:t>Q: </a:t>
            </a:r>
            <a:r>
              <a:rPr lang="en-US" altLang="zh-TW" sz="2400" dirty="0"/>
              <a:t>As HTTP server is </a:t>
            </a:r>
            <a:r>
              <a:rPr lang="en-US" altLang="zh-TW" sz="2400" dirty="0">
                <a:solidFill>
                  <a:srgbClr val="0070C0"/>
                </a:solidFill>
              </a:rPr>
              <a:t>stateless</a:t>
            </a:r>
            <a:r>
              <a:rPr lang="en-US" altLang="zh-TW" sz="2400" dirty="0"/>
              <a:t>, how can a Web site  </a:t>
            </a:r>
            <a:r>
              <a:rPr lang="en-US" altLang="zh-TW" sz="2400" dirty="0">
                <a:solidFill>
                  <a:srgbClr val="0070C0"/>
                </a:solidFill>
              </a:rPr>
              <a:t>identify users</a:t>
            </a:r>
            <a:r>
              <a:rPr lang="en-US" altLang="zh-TW" sz="2400" dirty="0"/>
              <a:t>?</a:t>
            </a:r>
            <a:endParaRPr lang="en-US" altLang="zh-TW" sz="2400" dirty="0">
              <a:solidFill>
                <a:srgbClr val="CC0000"/>
              </a:solidFill>
            </a:endParaRPr>
          </a:p>
          <a:p>
            <a:pPr>
              <a:buFont typeface="Wingdings" panose="05000000000000000000" pitchFamily="2" charset="2"/>
              <a:buNone/>
            </a:pPr>
            <a:r>
              <a:rPr lang="en-US" altLang="zh-TW" sz="2400" dirty="0">
                <a:solidFill>
                  <a:srgbClr val="CC0000"/>
                </a:solidFill>
              </a:rPr>
              <a:t>A: </a:t>
            </a:r>
            <a:r>
              <a:rPr lang="en-US" altLang="zh-TW" sz="2400" dirty="0">
                <a:solidFill>
                  <a:srgbClr val="FF0000"/>
                </a:solidFill>
              </a:rPr>
              <a:t>Cookies</a:t>
            </a:r>
            <a:r>
              <a:rPr lang="en-US" altLang="zh-TW" sz="2400" dirty="0"/>
              <a:t>, defined in [RFC 6265], allow sites to keep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zh-TW" sz="2400" dirty="0"/>
              <a:t>track of users.</a:t>
            </a:r>
          </a:p>
          <a:p>
            <a:pPr>
              <a:buFont typeface="Wingdings" panose="05000000000000000000" pitchFamily="2" charset="2"/>
              <a:buNone/>
            </a:pPr>
            <a:endParaRPr lang="en-US" altLang="zh-TW" sz="2400" dirty="0"/>
          </a:p>
          <a:p>
            <a:pPr>
              <a:buFont typeface="Wingdings" panose="05000000000000000000" pitchFamily="2" charset="2"/>
              <a:buNone/>
            </a:pPr>
            <a:r>
              <a:rPr lang="en-US" altLang="zh-TW" sz="2400" dirty="0">
                <a:solidFill>
                  <a:srgbClr val="CC0000"/>
                </a:solidFill>
              </a:rPr>
              <a:t>example:</a:t>
            </a:r>
          </a:p>
          <a:p>
            <a:r>
              <a:rPr lang="en-US" altLang="zh-TW" sz="2400" dirty="0"/>
              <a:t>Susan always access Internet from PC</a:t>
            </a:r>
          </a:p>
          <a:p>
            <a:r>
              <a:rPr lang="en-US" altLang="zh-TW" sz="2400" dirty="0"/>
              <a:t>visits specific </a:t>
            </a:r>
            <a:r>
              <a:rPr lang="en-US" altLang="zh-TW" sz="2400" dirty="0">
                <a:solidFill>
                  <a:srgbClr val="0070C0"/>
                </a:solidFill>
              </a:rPr>
              <a:t>e-commerce site</a:t>
            </a:r>
            <a:r>
              <a:rPr lang="en-US" altLang="zh-TW" sz="2400" dirty="0"/>
              <a:t> for first time</a:t>
            </a:r>
          </a:p>
          <a:p>
            <a:r>
              <a:rPr lang="en-US" altLang="zh-TW" sz="2400" dirty="0"/>
              <a:t>when initial HTTP requests arrives at site, site creates: </a:t>
            </a:r>
          </a:p>
          <a:p>
            <a:pPr lvl="1"/>
            <a:r>
              <a:rPr lang="en-US" altLang="zh-TW" dirty="0">
                <a:ea typeface="ＭＳ Ｐゴシック" panose="020B0600070205080204" pitchFamily="34" charset="-128"/>
              </a:rPr>
              <a:t>unique ID</a:t>
            </a:r>
          </a:p>
          <a:p>
            <a:pPr lvl="1"/>
            <a:r>
              <a:rPr lang="en-US" altLang="zh-TW" dirty="0">
                <a:ea typeface="ＭＳ Ｐゴシック" panose="020B0600070205080204" pitchFamily="34" charset="-128"/>
              </a:rPr>
              <a:t>entry in backend database for ID</a:t>
            </a:r>
          </a:p>
        </p:txBody>
      </p:sp>
      <p:pic>
        <p:nvPicPr>
          <p:cNvPr id="150534" name="Picture 10" descr="underline_base">
            <a:extLst>
              <a:ext uri="{FF2B5EF4-FFF2-40B4-BE49-F238E27FC236}">
                <a16:creationId xmlns:a16="http://schemas.microsoft.com/office/drawing/2014/main" id="{56B0ABBA-A7E9-4F35-A030-93069D155868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4363" y="1046163"/>
            <a:ext cx="6126162" cy="168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53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53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53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53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53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53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53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53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78" name="Rectangle 7">
            <a:extLst>
              <a:ext uri="{FF2B5EF4-FFF2-40B4-BE49-F238E27FC236}">
                <a16:creationId xmlns:a16="http://schemas.microsoft.com/office/drawing/2014/main" id="{D0E564A7-0C17-4449-88CB-1AEC0A4F8C1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152579" name="Rectangle 8">
            <a:extLst>
              <a:ext uri="{FF2B5EF4-FFF2-40B4-BE49-F238E27FC236}">
                <a16:creationId xmlns:a16="http://schemas.microsoft.com/office/drawing/2014/main" id="{B75237CC-C020-4832-8908-D2764524E06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2-</a:t>
            </a:r>
            <a:fld id="{9CF92752-3B1C-4705-8776-F8A171F9D28D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buClrTx/>
                <a:buSzTx/>
                <a:buFontTx/>
                <a:buNone/>
              </a:pPr>
              <a:t>33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152580" name="Picture 12" descr="underline_base">
            <a:extLst>
              <a:ext uri="{FF2B5EF4-FFF2-40B4-BE49-F238E27FC236}">
                <a16:creationId xmlns:a16="http://schemas.microsoft.com/office/drawing/2014/main" id="{7EAC9AD8-F65B-48AA-9352-8DFC24D5C8F5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825" y="898525"/>
            <a:ext cx="50276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2581" name="Rectangle 2">
            <a:extLst>
              <a:ext uri="{FF2B5EF4-FFF2-40B4-BE49-F238E27FC236}">
                <a16:creationId xmlns:a16="http://schemas.microsoft.com/office/drawing/2014/main" id="{89495141-5101-447F-87A7-8AAB4DE9A72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73063" y="207963"/>
            <a:ext cx="7772400" cy="925512"/>
          </a:xfrm>
        </p:spPr>
        <p:txBody>
          <a:bodyPr/>
          <a:lstStyle/>
          <a:p>
            <a:r>
              <a:rPr lang="en-US" altLang="zh-TW"/>
              <a:t>Cookies (continued)</a:t>
            </a:r>
          </a:p>
        </p:txBody>
      </p:sp>
      <p:sp>
        <p:nvSpPr>
          <p:cNvPr id="152582" name="Rectangle 3">
            <a:extLst>
              <a:ext uri="{FF2B5EF4-FFF2-40B4-BE49-F238E27FC236}">
                <a16:creationId xmlns:a16="http://schemas.microsoft.com/office/drawing/2014/main" id="{365D055D-580B-4C70-BEC2-792AFDB8D30C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33400" y="1389063"/>
            <a:ext cx="3810000" cy="2641600"/>
          </a:xfrm>
        </p:spPr>
        <p:txBody>
          <a:bodyPr/>
          <a:lstStyle/>
          <a:p>
            <a:pPr>
              <a:lnSpc>
                <a:spcPct val="75000"/>
              </a:lnSpc>
              <a:buFont typeface="Wingdings" panose="05000000000000000000" pitchFamily="2" charset="2"/>
              <a:buNone/>
            </a:pPr>
            <a:r>
              <a:rPr lang="en-US" altLang="zh-TW" i="1">
                <a:solidFill>
                  <a:srgbClr val="CC0000"/>
                </a:solidFill>
              </a:rPr>
              <a:t>what cookies can be used for:</a:t>
            </a:r>
          </a:p>
          <a:p>
            <a:pPr>
              <a:lnSpc>
                <a:spcPct val="75000"/>
              </a:lnSpc>
            </a:pPr>
            <a:r>
              <a:rPr lang="en-US" altLang="zh-TW" sz="2400">
                <a:solidFill>
                  <a:srgbClr val="0070C0"/>
                </a:solidFill>
              </a:rPr>
              <a:t>authorization</a:t>
            </a:r>
          </a:p>
          <a:p>
            <a:pPr>
              <a:lnSpc>
                <a:spcPct val="75000"/>
              </a:lnSpc>
            </a:pPr>
            <a:r>
              <a:rPr lang="en-US" altLang="zh-TW" sz="2400">
                <a:solidFill>
                  <a:srgbClr val="0070C0"/>
                </a:solidFill>
              </a:rPr>
              <a:t>shopping carts</a:t>
            </a:r>
          </a:p>
          <a:p>
            <a:pPr>
              <a:lnSpc>
                <a:spcPct val="75000"/>
              </a:lnSpc>
            </a:pPr>
            <a:r>
              <a:rPr lang="en-US" altLang="zh-TW" sz="2400">
                <a:solidFill>
                  <a:srgbClr val="0070C0"/>
                </a:solidFill>
              </a:rPr>
              <a:t>recommendations</a:t>
            </a:r>
          </a:p>
          <a:p>
            <a:pPr>
              <a:lnSpc>
                <a:spcPct val="75000"/>
              </a:lnSpc>
            </a:pPr>
            <a:r>
              <a:rPr lang="en-US" altLang="zh-TW" sz="2400"/>
              <a:t>user session state (Web e-mail)</a:t>
            </a:r>
          </a:p>
        </p:txBody>
      </p:sp>
      <p:sp>
        <p:nvSpPr>
          <p:cNvPr id="152583" name="Rectangle 13">
            <a:extLst>
              <a:ext uri="{FF2B5EF4-FFF2-40B4-BE49-F238E27FC236}">
                <a16:creationId xmlns:a16="http://schemas.microsoft.com/office/drawing/2014/main" id="{8389D4FA-72B0-45F6-AD02-FC0E0F7E11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11725" y="1411288"/>
            <a:ext cx="3810000" cy="2233612"/>
          </a:xfrm>
          <a:prstGeom prst="rect">
            <a:avLst/>
          </a:prstGeom>
          <a:noFill/>
          <a:ln w="19050">
            <a:solidFill>
              <a:srgbClr val="000099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zh-TW" sz="2400" i="1" dirty="0">
                <a:solidFill>
                  <a:srgbClr val="CC0000"/>
                </a:solidFill>
              </a:rPr>
              <a:t>cookies and privacy:</a:t>
            </a:r>
          </a:p>
          <a:p>
            <a:pPr>
              <a:lnSpc>
                <a:spcPct val="90000"/>
              </a:lnSpc>
              <a:buSzPct val="75000"/>
            </a:pPr>
            <a:r>
              <a:rPr lang="en-US" altLang="zh-TW" sz="2400" dirty="0"/>
              <a:t>cookies permit sites to learn a lot about you</a:t>
            </a:r>
          </a:p>
          <a:p>
            <a:pPr>
              <a:lnSpc>
                <a:spcPct val="90000"/>
              </a:lnSpc>
              <a:buSzPct val="75000"/>
            </a:pPr>
            <a:r>
              <a:rPr lang="en-US" altLang="zh-TW" sz="2400" dirty="0"/>
              <a:t>you may supply name and e-mail to sites</a:t>
            </a:r>
          </a:p>
        </p:txBody>
      </p:sp>
      <p:sp>
        <p:nvSpPr>
          <p:cNvPr id="152584" name="Text Box 14">
            <a:extLst>
              <a:ext uri="{FF2B5EF4-FFF2-40B4-BE49-F238E27FC236}">
                <a16:creationId xmlns:a16="http://schemas.microsoft.com/office/drawing/2014/main" id="{7C6E302C-088E-4323-BCA2-58C9FAE567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21550" y="1177925"/>
            <a:ext cx="800100" cy="4572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 dirty="0">
                <a:solidFill>
                  <a:srgbClr val="000099"/>
                </a:solidFill>
              </a:rPr>
              <a:t>aside</a:t>
            </a:r>
          </a:p>
        </p:txBody>
      </p:sp>
      <p:sp>
        <p:nvSpPr>
          <p:cNvPr id="152585" name="Rectangle 15">
            <a:extLst>
              <a:ext uri="{FF2B5EF4-FFF2-40B4-BE49-F238E27FC236}">
                <a16:creationId xmlns:a16="http://schemas.microsoft.com/office/drawing/2014/main" id="{E2E3A76D-2E79-42D7-82A5-8C08E5A9C8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1163" y="3946525"/>
            <a:ext cx="5702300" cy="2641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zh-TW" i="1" dirty="0">
                <a:solidFill>
                  <a:srgbClr val="CC0000"/>
                </a:solidFill>
              </a:rPr>
              <a:t>how to keep </a:t>
            </a:r>
            <a:r>
              <a:rPr lang="ja-JP" altLang="en-US" i="1" dirty="0">
                <a:solidFill>
                  <a:srgbClr val="CC0000"/>
                </a:solidFill>
              </a:rPr>
              <a:t>“</a:t>
            </a:r>
            <a:r>
              <a:rPr lang="en-US" altLang="ja-JP" i="1" dirty="0">
                <a:solidFill>
                  <a:srgbClr val="CC0000"/>
                </a:solidFill>
              </a:rPr>
              <a:t>state</a:t>
            </a:r>
            <a:r>
              <a:rPr lang="ja-JP" altLang="en-US" i="1" dirty="0">
                <a:solidFill>
                  <a:srgbClr val="CC0000"/>
                </a:solidFill>
              </a:rPr>
              <a:t>”</a:t>
            </a:r>
            <a:r>
              <a:rPr lang="en-US" altLang="ja-JP" i="1" dirty="0">
                <a:solidFill>
                  <a:srgbClr val="CC0000"/>
                </a:solidFill>
              </a:rPr>
              <a:t>:</a:t>
            </a:r>
          </a:p>
          <a:p>
            <a:pPr>
              <a:lnSpc>
                <a:spcPct val="90000"/>
              </a:lnSpc>
              <a:buSzPct val="75000"/>
            </a:pPr>
            <a:r>
              <a:rPr lang="en-US" altLang="zh-TW" sz="2400" dirty="0"/>
              <a:t>protocol endpoints: </a:t>
            </a:r>
            <a:r>
              <a:rPr lang="en-US" altLang="zh-TW" sz="2400" dirty="0">
                <a:solidFill>
                  <a:srgbClr val="0070C0"/>
                </a:solidFill>
              </a:rPr>
              <a:t>maintain state </a:t>
            </a:r>
            <a:r>
              <a:rPr lang="en-US" altLang="zh-TW" sz="2400" dirty="0"/>
              <a:t>at sender/receiver over multiple transactions</a:t>
            </a:r>
          </a:p>
          <a:p>
            <a:pPr>
              <a:lnSpc>
                <a:spcPct val="90000"/>
              </a:lnSpc>
              <a:buSzPct val="75000"/>
            </a:pPr>
            <a:r>
              <a:rPr lang="en-US" altLang="zh-TW" sz="2400" dirty="0"/>
              <a:t>cookies: http messages </a:t>
            </a:r>
            <a:r>
              <a:rPr lang="en-US" altLang="zh-TW" sz="2400" dirty="0">
                <a:solidFill>
                  <a:srgbClr val="0070C0"/>
                </a:solidFill>
              </a:rPr>
              <a:t>carry state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5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5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2583" grpId="0" animBg="1"/>
      <p:bldP spid="15258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674" name="Rectangle 7">
            <a:extLst>
              <a:ext uri="{FF2B5EF4-FFF2-40B4-BE49-F238E27FC236}">
                <a16:creationId xmlns:a16="http://schemas.microsoft.com/office/drawing/2014/main" id="{CE4DB08E-DDF3-4C5F-B8BA-A38F2A1C26A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156675" name="Rectangle 8">
            <a:extLst>
              <a:ext uri="{FF2B5EF4-FFF2-40B4-BE49-F238E27FC236}">
                <a16:creationId xmlns:a16="http://schemas.microsoft.com/office/drawing/2014/main" id="{A110D76E-1F5D-4284-A84D-2C106C80DFB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2-</a:t>
            </a:r>
            <a:fld id="{1D689624-F4D7-4957-863D-8C359DD3515E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34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156676" name="Picture 59" descr="underline_base">
            <a:extLst>
              <a:ext uri="{FF2B5EF4-FFF2-40B4-BE49-F238E27FC236}">
                <a16:creationId xmlns:a16="http://schemas.microsoft.com/office/drawing/2014/main" id="{53CD2304-9155-4692-8535-1F5FCE8545F4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3238" y="788988"/>
            <a:ext cx="63992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6677" name="Rectangle 2">
            <a:extLst>
              <a:ext uri="{FF2B5EF4-FFF2-40B4-BE49-F238E27FC236}">
                <a16:creationId xmlns:a16="http://schemas.microsoft.com/office/drawing/2014/main" id="{5C4EF708-CA7E-49C5-879A-30ABCE0E4D3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31800" y="153988"/>
            <a:ext cx="7772400" cy="773112"/>
          </a:xfrm>
        </p:spPr>
        <p:txBody>
          <a:bodyPr/>
          <a:lstStyle/>
          <a:p>
            <a:r>
              <a:rPr lang="en-US" altLang="zh-TW" sz="3600">
                <a:ea typeface="ＭＳ Ｐゴシック" panose="020B0600070205080204" pitchFamily="34" charset="-128"/>
              </a:rPr>
              <a:t>Cookies: keeping </a:t>
            </a:r>
            <a:r>
              <a:rPr lang="ja-JP" altLang="en-US" sz="3600">
                <a:ea typeface="ＭＳ Ｐゴシック" panose="020B0600070205080204" pitchFamily="34" charset="-128"/>
              </a:rPr>
              <a:t>“</a:t>
            </a:r>
            <a:r>
              <a:rPr lang="en-US" altLang="ja-JP" sz="3600">
                <a:ea typeface="ＭＳ Ｐゴシック" panose="020B0600070205080204" pitchFamily="34" charset="-128"/>
              </a:rPr>
              <a:t>state</a:t>
            </a:r>
            <a:r>
              <a:rPr lang="ja-JP" altLang="en-US" sz="3600">
                <a:ea typeface="ＭＳ Ｐゴシック" panose="020B0600070205080204" pitchFamily="34" charset="-128"/>
              </a:rPr>
              <a:t>”</a:t>
            </a:r>
            <a:r>
              <a:rPr lang="en-US" altLang="ja-JP" sz="3600">
                <a:ea typeface="ＭＳ Ｐゴシック" panose="020B0600070205080204" pitchFamily="34" charset="-128"/>
              </a:rPr>
              <a:t> (cont.)</a:t>
            </a:r>
            <a:endParaRPr lang="en-US" altLang="zh-TW">
              <a:ea typeface="ＭＳ Ｐゴシック" panose="020B0600070205080204" pitchFamily="34" charset="-128"/>
            </a:endParaRPr>
          </a:p>
        </p:txBody>
      </p:sp>
      <p:sp>
        <p:nvSpPr>
          <p:cNvPr id="156678" name="Text Box 5">
            <a:extLst>
              <a:ext uri="{FF2B5EF4-FFF2-40B4-BE49-F238E27FC236}">
                <a16:creationId xmlns:a16="http://schemas.microsoft.com/office/drawing/2014/main" id="{C93B33E0-B6EE-4E18-86BF-97891F882B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52513" y="1227138"/>
            <a:ext cx="77787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CC0000"/>
                </a:solidFill>
                <a:latin typeface="Arial" panose="020B0604020202020204" pitchFamily="34" charset="0"/>
              </a:rPr>
              <a:t>client</a:t>
            </a:r>
          </a:p>
        </p:txBody>
      </p:sp>
      <p:sp>
        <p:nvSpPr>
          <p:cNvPr id="156679" name="Text Box 6">
            <a:extLst>
              <a:ext uri="{FF2B5EF4-FFF2-40B4-BE49-F238E27FC236}">
                <a16:creationId xmlns:a16="http://schemas.microsoft.com/office/drawing/2014/main" id="{10925708-2A8D-49FF-A576-644662696EF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73763" y="1273175"/>
            <a:ext cx="8890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CC0000"/>
                </a:solidFill>
                <a:latin typeface="Arial" panose="020B0604020202020204" pitchFamily="34" charset="0"/>
              </a:rPr>
              <a:t>server</a:t>
            </a:r>
          </a:p>
        </p:txBody>
      </p:sp>
      <p:grpSp>
        <p:nvGrpSpPr>
          <p:cNvPr id="2" name="Group 90">
            <a:extLst>
              <a:ext uri="{FF2B5EF4-FFF2-40B4-BE49-F238E27FC236}">
                <a16:creationId xmlns:a16="http://schemas.microsoft.com/office/drawing/2014/main" id="{C7EFE554-F4F3-473E-BFF7-FB18E69A804A}"/>
              </a:ext>
            </a:extLst>
          </p:cNvPr>
          <p:cNvGrpSpPr>
            <a:grpSpLocks/>
          </p:cNvGrpSpPr>
          <p:nvPr/>
        </p:nvGrpSpPr>
        <p:grpSpPr bwMode="auto">
          <a:xfrm>
            <a:off x="2200275" y="4227513"/>
            <a:ext cx="3305175" cy="425450"/>
            <a:chOff x="1386" y="2663"/>
            <a:chExt cx="2082" cy="268"/>
          </a:xfrm>
        </p:grpSpPr>
        <p:sp>
          <p:nvSpPr>
            <p:cNvPr id="156760" name="Line 16">
              <a:extLst>
                <a:ext uri="{FF2B5EF4-FFF2-40B4-BE49-F238E27FC236}">
                  <a16:creationId xmlns:a16="http://schemas.microsoft.com/office/drawing/2014/main" id="{52936184-25E4-4ADD-9C25-7CBE5998843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386" y="2663"/>
              <a:ext cx="2082" cy="24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grpSp>
          <p:nvGrpSpPr>
            <p:cNvPr id="156761" name="Group 17">
              <a:extLst>
                <a:ext uri="{FF2B5EF4-FFF2-40B4-BE49-F238E27FC236}">
                  <a16:creationId xmlns:a16="http://schemas.microsoft.com/office/drawing/2014/main" id="{C5A483E6-B825-4F20-B116-CFC0BE419E6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553" y="2694"/>
              <a:ext cx="1743" cy="237"/>
              <a:chOff x="3268" y="2846"/>
              <a:chExt cx="1743" cy="237"/>
            </a:xfrm>
          </p:grpSpPr>
          <p:sp>
            <p:nvSpPr>
              <p:cNvPr id="156762" name="Rectangle 18">
                <a:extLst>
                  <a:ext uri="{FF2B5EF4-FFF2-40B4-BE49-F238E27FC236}">
                    <a16:creationId xmlns:a16="http://schemas.microsoft.com/office/drawing/2014/main" id="{102FC2A3-6C3E-4444-A692-4C130BF203C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282" y="2856"/>
                <a:ext cx="1692" cy="198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400">
                  <a:latin typeface="Comic Sans MS" panose="030F0702030302020204" pitchFamily="66" charset="0"/>
                </a:endParaRPr>
              </a:p>
            </p:txBody>
          </p:sp>
          <p:sp>
            <p:nvSpPr>
              <p:cNvPr id="156763" name="Text Box 19">
                <a:extLst>
                  <a:ext uri="{FF2B5EF4-FFF2-40B4-BE49-F238E27FC236}">
                    <a16:creationId xmlns:a16="http://schemas.microsoft.com/office/drawing/2014/main" id="{0ACE2EA9-5FE1-4E3B-BD6A-DED101C14D8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268" y="2846"/>
                <a:ext cx="1743" cy="237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800">
                    <a:latin typeface="Arial" panose="020B0604020202020204" pitchFamily="34" charset="0"/>
                  </a:rPr>
                  <a:t>usual http response msg</a:t>
                </a:r>
                <a:endParaRPr lang="en-US" altLang="zh-TW" sz="2400">
                  <a:latin typeface="Arial" panose="020B0604020202020204" pitchFamily="34" charset="0"/>
                </a:endParaRPr>
              </a:p>
            </p:txBody>
          </p:sp>
        </p:grpSp>
      </p:grpSp>
      <p:grpSp>
        <p:nvGrpSpPr>
          <p:cNvPr id="4" name="Group 94">
            <a:extLst>
              <a:ext uri="{FF2B5EF4-FFF2-40B4-BE49-F238E27FC236}">
                <a16:creationId xmlns:a16="http://schemas.microsoft.com/office/drawing/2014/main" id="{24B81424-94C6-4609-B164-F187F9DDA465}"/>
              </a:ext>
            </a:extLst>
          </p:cNvPr>
          <p:cNvGrpSpPr>
            <a:grpSpLocks/>
          </p:cNvGrpSpPr>
          <p:nvPr/>
        </p:nvGrpSpPr>
        <p:grpSpPr bwMode="auto">
          <a:xfrm>
            <a:off x="2209800" y="6145213"/>
            <a:ext cx="3305175" cy="407987"/>
            <a:chOff x="1392" y="3605"/>
            <a:chExt cx="2082" cy="257"/>
          </a:xfrm>
        </p:grpSpPr>
        <p:sp>
          <p:nvSpPr>
            <p:cNvPr id="156756" name="Line 24">
              <a:extLst>
                <a:ext uri="{FF2B5EF4-FFF2-40B4-BE49-F238E27FC236}">
                  <a16:creationId xmlns:a16="http://schemas.microsoft.com/office/drawing/2014/main" id="{8C2BB7D9-5D79-4264-8D26-A501E9E696C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392" y="3605"/>
              <a:ext cx="2082" cy="24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grpSp>
          <p:nvGrpSpPr>
            <p:cNvPr id="156757" name="Group 25">
              <a:extLst>
                <a:ext uri="{FF2B5EF4-FFF2-40B4-BE49-F238E27FC236}">
                  <a16:creationId xmlns:a16="http://schemas.microsoft.com/office/drawing/2014/main" id="{FEB7A560-9092-4CF7-8CEB-4A7BEDFF7C7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552" y="3625"/>
              <a:ext cx="1743" cy="237"/>
              <a:chOff x="3268" y="2846"/>
              <a:chExt cx="1743" cy="237"/>
            </a:xfrm>
          </p:grpSpPr>
          <p:sp>
            <p:nvSpPr>
              <p:cNvPr id="156758" name="Rectangle 26">
                <a:extLst>
                  <a:ext uri="{FF2B5EF4-FFF2-40B4-BE49-F238E27FC236}">
                    <a16:creationId xmlns:a16="http://schemas.microsoft.com/office/drawing/2014/main" id="{C3028B07-370F-4DD5-AF3F-0992DB23F7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282" y="2856"/>
                <a:ext cx="1692" cy="198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400">
                  <a:latin typeface="Comic Sans MS" panose="030F0702030302020204" pitchFamily="66" charset="0"/>
                </a:endParaRPr>
              </a:p>
            </p:txBody>
          </p:sp>
          <p:sp>
            <p:nvSpPr>
              <p:cNvPr id="156759" name="Text Box 27">
                <a:extLst>
                  <a:ext uri="{FF2B5EF4-FFF2-40B4-BE49-F238E27FC236}">
                    <a16:creationId xmlns:a16="http://schemas.microsoft.com/office/drawing/2014/main" id="{4EBB3B6C-2A00-4A84-A3DD-633F5476C97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268" y="2846"/>
                <a:ext cx="1743" cy="237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800">
                    <a:latin typeface="Arial" panose="020B0604020202020204" pitchFamily="34" charset="0"/>
                  </a:rPr>
                  <a:t>usual http response msg</a:t>
                </a:r>
                <a:endParaRPr lang="en-US" altLang="zh-TW" sz="2400">
                  <a:latin typeface="Arial" panose="020B0604020202020204" pitchFamily="34" charset="0"/>
                </a:endParaRPr>
              </a:p>
            </p:txBody>
          </p:sp>
        </p:grpSp>
      </p:grpSp>
      <p:sp>
        <p:nvSpPr>
          <p:cNvPr id="50235" name="Text Box 59">
            <a:extLst>
              <a:ext uri="{FF2B5EF4-FFF2-40B4-BE49-F238E27FC236}">
                <a16:creationId xmlns:a16="http://schemas.microsoft.com/office/drawing/2014/main" id="{F608F0FF-F829-4B51-87FB-85907E1761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81075" y="2454275"/>
            <a:ext cx="178752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cookie file</a:t>
            </a:r>
          </a:p>
        </p:txBody>
      </p:sp>
      <p:sp>
        <p:nvSpPr>
          <p:cNvPr id="50242" name="Text Box 66">
            <a:extLst>
              <a:ext uri="{FF2B5EF4-FFF2-40B4-BE49-F238E27FC236}">
                <a16:creationId xmlns:a16="http://schemas.microsoft.com/office/drawing/2014/main" id="{E0417DC5-F8B5-4B56-8C05-C34BA901261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4878388"/>
            <a:ext cx="17335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one week later:</a:t>
            </a:r>
          </a:p>
        </p:txBody>
      </p:sp>
      <p:grpSp>
        <p:nvGrpSpPr>
          <p:cNvPr id="6" name="Group 89">
            <a:extLst>
              <a:ext uri="{FF2B5EF4-FFF2-40B4-BE49-F238E27FC236}">
                <a16:creationId xmlns:a16="http://schemas.microsoft.com/office/drawing/2014/main" id="{830BE16D-2EEC-4B4D-8F83-CCAD65493D89}"/>
              </a:ext>
            </a:extLst>
          </p:cNvPr>
          <p:cNvGrpSpPr>
            <a:grpSpLocks/>
          </p:cNvGrpSpPr>
          <p:nvPr/>
        </p:nvGrpSpPr>
        <p:grpSpPr bwMode="auto">
          <a:xfrm>
            <a:off x="2209800" y="3589338"/>
            <a:ext cx="5638800" cy="1028700"/>
            <a:chOff x="1392" y="2261"/>
            <a:chExt cx="3552" cy="648"/>
          </a:xfrm>
        </p:grpSpPr>
        <p:sp>
          <p:nvSpPr>
            <p:cNvPr id="156749" name="Line 12">
              <a:extLst>
                <a:ext uri="{FF2B5EF4-FFF2-40B4-BE49-F238E27FC236}">
                  <a16:creationId xmlns:a16="http://schemas.microsoft.com/office/drawing/2014/main" id="{6AE752C5-C9C5-4E9A-9308-4395E6D5198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92" y="2357"/>
              <a:ext cx="2082" cy="24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56750" name="Text Box 15">
              <a:extLst>
                <a:ext uri="{FF2B5EF4-FFF2-40B4-BE49-F238E27FC236}">
                  <a16:creationId xmlns:a16="http://schemas.microsoft.com/office/drawing/2014/main" id="{522E3C90-3D8C-4189-BC82-6D47D13CD5B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548" y="2261"/>
              <a:ext cx="1689" cy="35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8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Arial" panose="020B0604020202020204" pitchFamily="34" charset="0"/>
                </a:rPr>
                <a:t>usual http request msg</a:t>
              </a:r>
            </a:p>
            <a:p>
              <a:pPr algn="ctr">
                <a:lnSpc>
                  <a:spcPct val="8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 b="1">
                  <a:latin typeface="Arial" panose="020B0604020202020204" pitchFamily="34" charset="0"/>
                </a:rPr>
                <a:t>cookie: 1678</a:t>
              </a:r>
            </a:p>
          </p:txBody>
        </p:sp>
        <p:sp>
          <p:nvSpPr>
            <p:cNvPr id="156751" name="Text Box 28">
              <a:extLst>
                <a:ext uri="{FF2B5EF4-FFF2-40B4-BE49-F238E27FC236}">
                  <a16:creationId xmlns:a16="http://schemas.microsoft.com/office/drawing/2014/main" id="{DE924A9F-D544-47DE-8EA4-3A836748603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54" y="2332"/>
              <a:ext cx="596" cy="5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solidFill>
                    <a:srgbClr val="000099"/>
                  </a:solidFill>
                  <a:latin typeface="Arial" panose="020B0604020202020204" pitchFamily="34" charset="0"/>
                </a:rPr>
                <a:t>cookie-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solidFill>
                    <a:srgbClr val="000099"/>
                  </a:solidFill>
                  <a:latin typeface="Arial" panose="020B0604020202020204" pitchFamily="34" charset="0"/>
                </a:rPr>
                <a:t>specific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solidFill>
                    <a:srgbClr val="000099"/>
                  </a:solidFill>
                  <a:latin typeface="Arial" panose="020B0604020202020204" pitchFamily="34" charset="0"/>
                </a:rPr>
                <a:t>action</a:t>
              </a:r>
            </a:p>
          </p:txBody>
        </p:sp>
        <p:sp>
          <p:nvSpPr>
            <p:cNvPr id="156752" name="Line 42">
              <a:extLst>
                <a:ext uri="{FF2B5EF4-FFF2-40B4-BE49-F238E27FC236}">
                  <a16:creationId xmlns:a16="http://schemas.microsoft.com/office/drawing/2014/main" id="{8CB0ABDE-39F8-4711-8FFD-0F7DAD1CEE4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252" y="2367"/>
              <a:ext cx="692" cy="26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grpSp>
          <p:nvGrpSpPr>
            <p:cNvPr id="156753" name="Group 83">
              <a:extLst>
                <a:ext uri="{FF2B5EF4-FFF2-40B4-BE49-F238E27FC236}">
                  <a16:creationId xmlns:a16="http://schemas.microsoft.com/office/drawing/2014/main" id="{D6BF6164-6CA6-4DAE-9A7A-0323859962A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306" y="2363"/>
              <a:ext cx="564" cy="231"/>
              <a:chOff x="4306" y="2273"/>
              <a:chExt cx="564" cy="231"/>
            </a:xfrm>
          </p:grpSpPr>
          <p:sp>
            <p:nvSpPr>
              <p:cNvPr id="156754" name="Rectangle 72">
                <a:extLst>
                  <a:ext uri="{FF2B5EF4-FFF2-40B4-BE49-F238E27FC236}">
                    <a16:creationId xmlns:a16="http://schemas.microsoft.com/office/drawing/2014/main" id="{680C42B2-CF96-4CB1-A9DD-1ECEE0DFA07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09" y="2365"/>
                <a:ext cx="384" cy="9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400">
                  <a:latin typeface="Comic Sans MS" panose="030F0702030302020204" pitchFamily="66" charset="0"/>
                </a:endParaRPr>
              </a:p>
            </p:txBody>
          </p:sp>
          <p:sp>
            <p:nvSpPr>
              <p:cNvPr id="156755" name="Text Box 43">
                <a:extLst>
                  <a:ext uri="{FF2B5EF4-FFF2-40B4-BE49-F238E27FC236}">
                    <a16:creationId xmlns:a16="http://schemas.microsoft.com/office/drawing/2014/main" id="{52C655C7-A949-4962-97D3-39D30F1324F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306" y="2273"/>
                <a:ext cx="564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800">
                    <a:latin typeface="Arial" panose="020B0604020202020204" pitchFamily="34" charset="0"/>
                  </a:rPr>
                  <a:t>access</a:t>
                </a:r>
              </a:p>
            </p:txBody>
          </p:sp>
        </p:grpSp>
      </p:grpSp>
      <p:grpSp>
        <p:nvGrpSpPr>
          <p:cNvPr id="156685" name="Group 81">
            <a:extLst>
              <a:ext uri="{FF2B5EF4-FFF2-40B4-BE49-F238E27FC236}">
                <a16:creationId xmlns:a16="http://schemas.microsoft.com/office/drawing/2014/main" id="{A9D84798-D58A-42EC-88BF-F0C393116528}"/>
              </a:ext>
            </a:extLst>
          </p:cNvPr>
          <p:cNvGrpSpPr>
            <a:grpSpLocks/>
          </p:cNvGrpSpPr>
          <p:nvPr/>
        </p:nvGrpSpPr>
        <p:grpSpPr bwMode="auto">
          <a:xfrm>
            <a:off x="936625" y="1922463"/>
            <a:ext cx="1068388" cy="565150"/>
            <a:chOff x="476" y="1047"/>
            <a:chExt cx="906" cy="486"/>
          </a:xfrm>
        </p:grpSpPr>
        <p:sp>
          <p:nvSpPr>
            <p:cNvPr id="156747" name="AutoShape 67">
              <a:extLst>
                <a:ext uri="{FF2B5EF4-FFF2-40B4-BE49-F238E27FC236}">
                  <a16:creationId xmlns:a16="http://schemas.microsoft.com/office/drawing/2014/main" id="{7A14DA68-1910-4357-BD12-1323DABC09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7" y="1047"/>
              <a:ext cx="855" cy="486"/>
            </a:xfrm>
            <a:prstGeom prst="can">
              <a:avLst>
                <a:gd name="adj" fmla="val 25000"/>
              </a:avLst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Comic Sans MS" panose="030F0702030302020204" pitchFamily="66" charset="0"/>
              </a:endParaRPr>
            </a:p>
          </p:txBody>
        </p:sp>
        <p:sp>
          <p:nvSpPr>
            <p:cNvPr id="156748" name="Text Box 60">
              <a:extLst>
                <a:ext uri="{FF2B5EF4-FFF2-40B4-BE49-F238E27FC236}">
                  <a16:creationId xmlns:a16="http://schemas.microsoft.com/office/drawing/2014/main" id="{B00C1BC6-D493-414A-BD4E-8869840EC02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76" y="1134"/>
              <a:ext cx="874" cy="2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 b="1">
                  <a:solidFill>
                    <a:schemeClr val="bg1"/>
                  </a:solidFill>
                  <a:latin typeface="Arial" panose="020B0604020202020204" pitchFamily="34" charset="0"/>
                </a:rPr>
                <a:t>ebay 8734</a:t>
              </a:r>
            </a:p>
          </p:txBody>
        </p:sp>
      </p:grpSp>
      <p:grpSp>
        <p:nvGrpSpPr>
          <p:cNvPr id="9" name="Group 95">
            <a:extLst>
              <a:ext uri="{FF2B5EF4-FFF2-40B4-BE49-F238E27FC236}">
                <a16:creationId xmlns:a16="http://schemas.microsoft.com/office/drawing/2014/main" id="{246C1BFE-F302-4D14-94C9-A3D0B501529A}"/>
              </a:ext>
            </a:extLst>
          </p:cNvPr>
          <p:cNvGrpSpPr>
            <a:grpSpLocks/>
          </p:cNvGrpSpPr>
          <p:nvPr/>
        </p:nvGrpSpPr>
        <p:grpSpPr bwMode="auto">
          <a:xfrm>
            <a:off x="2200275" y="2106613"/>
            <a:ext cx="5921375" cy="1296987"/>
            <a:chOff x="1386" y="1327"/>
            <a:chExt cx="3730" cy="817"/>
          </a:xfrm>
        </p:grpSpPr>
        <p:sp>
          <p:nvSpPr>
            <p:cNvPr id="156740" name="Line 4">
              <a:extLst>
                <a:ext uri="{FF2B5EF4-FFF2-40B4-BE49-F238E27FC236}">
                  <a16:creationId xmlns:a16="http://schemas.microsoft.com/office/drawing/2014/main" id="{B3711601-3A78-4F21-9F3F-C58441904B6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86" y="1355"/>
              <a:ext cx="2082" cy="24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56741" name="Text Box 8">
              <a:extLst>
                <a:ext uri="{FF2B5EF4-FFF2-40B4-BE49-F238E27FC236}">
                  <a16:creationId xmlns:a16="http://schemas.microsoft.com/office/drawing/2014/main" id="{54B3C6CE-0C78-49BD-AB60-3107EEEED1A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554" y="1327"/>
              <a:ext cx="1689" cy="237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Arial" panose="020B0604020202020204" pitchFamily="34" charset="0"/>
                </a:rPr>
                <a:t>usual http request msg</a:t>
              </a:r>
            </a:p>
          </p:txBody>
        </p:sp>
        <p:sp>
          <p:nvSpPr>
            <p:cNvPr id="156742" name="Text Box 31">
              <a:extLst>
                <a:ext uri="{FF2B5EF4-FFF2-40B4-BE49-F238E27FC236}">
                  <a16:creationId xmlns:a16="http://schemas.microsoft.com/office/drawing/2014/main" id="{DDFFD66B-60C4-40A9-9221-24EE6AE53B3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341" y="1390"/>
              <a:ext cx="1084" cy="5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 dirty="0">
                  <a:solidFill>
                    <a:srgbClr val="000099"/>
                  </a:solidFill>
                  <a:latin typeface="Arial" panose="020B0604020202020204" pitchFamily="34" charset="0"/>
                </a:rPr>
                <a:t>Amazon server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 dirty="0">
                  <a:solidFill>
                    <a:srgbClr val="000099"/>
                  </a:solidFill>
                  <a:latin typeface="Arial" panose="020B0604020202020204" pitchFamily="34" charset="0"/>
                </a:rPr>
                <a:t>creates ID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 dirty="0">
                  <a:solidFill>
                    <a:srgbClr val="000099"/>
                  </a:solidFill>
                  <a:latin typeface="Arial" panose="020B0604020202020204" pitchFamily="34" charset="0"/>
                </a:rPr>
                <a:t>1678 for user</a:t>
              </a:r>
            </a:p>
          </p:txBody>
        </p:sp>
        <p:grpSp>
          <p:nvGrpSpPr>
            <p:cNvPr id="156743" name="Group 82">
              <a:extLst>
                <a:ext uri="{FF2B5EF4-FFF2-40B4-BE49-F238E27FC236}">
                  <a16:creationId xmlns:a16="http://schemas.microsoft.com/office/drawing/2014/main" id="{731F836E-08E8-465F-98CB-1EA2006B9AF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377" y="1730"/>
              <a:ext cx="739" cy="414"/>
              <a:chOff x="4377" y="1640"/>
              <a:chExt cx="739" cy="414"/>
            </a:xfrm>
          </p:grpSpPr>
          <p:sp>
            <p:nvSpPr>
              <p:cNvPr id="156744" name="Line 40">
                <a:extLst>
                  <a:ext uri="{FF2B5EF4-FFF2-40B4-BE49-F238E27FC236}">
                    <a16:creationId xmlns:a16="http://schemas.microsoft.com/office/drawing/2014/main" id="{C86C6B84-3EB5-49D6-85CA-961B52CEFE9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77" y="1640"/>
                <a:ext cx="659" cy="41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56745" name="Rectangle 73">
                <a:extLst>
                  <a:ext uri="{FF2B5EF4-FFF2-40B4-BE49-F238E27FC236}">
                    <a16:creationId xmlns:a16="http://schemas.microsoft.com/office/drawing/2014/main" id="{43049B80-0BD3-4E4B-B4EF-953878C385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70" y="1729"/>
                <a:ext cx="602" cy="243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400">
                  <a:latin typeface="Comic Sans MS" panose="030F0702030302020204" pitchFamily="66" charset="0"/>
                </a:endParaRPr>
              </a:p>
            </p:txBody>
          </p:sp>
          <p:sp>
            <p:nvSpPr>
              <p:cNvPr id="156746" name="Text Box 41">
                <a:extLst>
                  <a:ext uri="{FF2B5EF4-FFF2-40B4-BE49-F238E27FC236}">
                    <a16:creationId xmlns:a16="http://schemas.microsoft.com/office/drawing/2014/main" id="{E56F396D-44E6-4FDB-BE58-0D20E9F8946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381" y="1702"/>
                <a:ext cx="735" cy="31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75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800">
                    <a:latin typeface="Arial" panose="020B0604020202020204" pitchFamily="34" charset="0"/>
                  </a:rPr>
                  <a:t>create</a:t>
                </a:r>
              </a:p>
              <a:p>
                <a:pPr>
                  <a:lnSpc>
                    <a:spcPct val="75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800">
                    <a:latin typeface="Arial" panose="020B0604020202020204" pitchFamily="34" charset="0"/>
                  </a:rPr>
                  <a:t>    entry</a:t>
                </a:r>
              </a:p>
            </p:txBody>
          </p:sp>
        </p:grpSp>
      </p:grpSp>
      <p:grpSp>
        <p:nvGrpSpPr>
          <p:cNvPr id="11" name="Group 88">
            <a:extLst>
              <a:ext uri="{FF2B5EF4-FFF2-40B4-BE49-F238E27FC236}">
                <a16:creationId xmlns:a16="http://schemas.microsoft.com/office/drawing/2014/main" id="{791038B9-4F62-449C-A2E1-5B3645022A1E}"/>
              </a:ext>
            </a:extLst>
          </p:cNvPr>
          <p:cNvGrpSpPr>
            <a:grpSpLocks/>
          </p:cNvGrpSpPr>
          <p:nvPr/>
        </p:nvGrpSpPr>
        <p:grpSpPr bwMode="auto">
          <a:xfrm>
            <a:off x="919163" y="2676525"/>
            <a:ext cx="4392612" cy="871538"/>
            <a:chOff x="459" y="1637"/>
            <a:chExt cx="3027" cy="704"/>
          </a:xfrm>
        </p:grpSpPr>
        <p:sp>
          <p:nvSpPr>
            <p:cNvPr id="156735" name="Line 9">
              <a:extLst>
                <a:ext uri="{FF2B5EF4-FFF2-40B4-BE49-F238E27FC236}">
                  <a16:creationId xmlns:a16="http://schemas.microsoft.com/office/drawing/2014/main" id="{DD7017B5-5D3B-4776-BDF9-D3115192515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404" y="1637"/>
              <a:ext cx="2082" cy="24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56736" name="Text Box 11">
              <a:extLst>
                <a:ext uri="{FF2B5EF4-FFF2-40B4-BE49-F238E27FC236}">
                  <a16:creationId xmlns:a16="http://schemas.microsoft.com/office/drawing/2014/main" id="{B071E8FF-8EB5-4409-9740-84E9039C8D9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552" y="1650"/>
              <a:ext cx="1665" cy="45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8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Arial" panose="020B0604020202020204" pitchFamily="34" charset="0"/>
                </a:rPr>
                <a:t>usual http response </a:t>
              </a:r>
            </a:p>
            <a:p>
              <a:pPr algn="ctr">
                <a:lnSpc>
                  <a:spcPct val="8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 b="1">
                  <a:latin typeface="Arial" panose="020B0604020202020204" pitchFamily="34" charset="0"/>
                </a:rPr>
                <a:t>set-cookie: 1678</a:t>
              </a:r>
              <a:r>
                <a:rPr lang="en-US" altLang="zh-TW" sz="2000" b="1">
                  <a:latin typeface="Courier New" panose="02070309020205020404" pitchFamily="49" charset="0"/>
                </a:rPr>
                <a:t> </a:t>
              </a:r>
            </a:p>
          </p:txBody>
        </p:sp>
        <p:grpSp>
          <p:nvGrpSpPr>
            <p:cNvPr id="156737" name="Group 76">
              <a:extLst>
                <a:ext uri="{FF2B5EF4-FFF2-40B4-BE49-F238E27FC236}">
                  <a16:creationId xmlns:a16="http://schemas.microsoft.com/office/drawing/2014/main" id="{5DFBDBFF-CFC5-483D-A721-7C9C56C068E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9" y="1836"/>
              <a:ext cx="1004" cy="505"/>
              <a:chOff x="684" y="1746"/>
              <a:chExt cx="1004" cy="505"/>
            </a:xfrm>
          </p:grpSpPr>
          <p:sp>
            <p:nvSpPr>
              <p:cNvPr id="156738" name="AutoShape 74">
                <a:extLst>
                  <a:ext uri="{FF2B5EF4-FFF2-40B4-BE49-F238E27FC236}">
                    <a16:creationId xmlns:a16="http://schemas.microsoft.com/office/drawing/2014/main" id="{A5D68556-9EF7-4849-A38A-F08C011AEB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35" y="1746"/>
                <a:ext cx="829" cy="486"/>
              </a:xfrm>
              <a:prstGeom prst="can">
                <a:avLst>
                  <a:gd name="adj" fmla="val 25000"/>
                </a:avLst>
              </a:prstGeom>
              <a:solidFill>
                <a:schemeClr val="accent2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400">
                  <a:latin typeface="Comic Sans MS" panose="030F0702030302020204" pitchFamily="66" charset="0"/>
                </a:endParaRPr>
              </a:p>
            </p:txBody>
          </p:sp>
          <p:sp>
            <p:nvSpPr>
              <p:cNvPr id="156739" name="Text Box 75">
                <a:extLst>
                  <a:ext uri="{FF2B5EF4-FFF2-40B4-BE49-F238E27FC236}">
                    <a16:creationId xmlns:a16="http://schemas.microsoft.com/office/drawing/2014/main" id="{B3F80EC3-CE43-476D-A6FE-871160CAD94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84" y="1833"/>
                <a:ext cx="1004" cy="41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400" b="1">
                    <a:solidFill>
                      <a:schemeClr val="bg1"/>
                    </a:solidFill>
                    <a:latin typeface="Arial" panose="020B0604020202020204" pitchFamily="34" charset="0"/>
                  </a:rPr>
                  <a:t>ebay 8734</a:t>
                </a:r>
              </a:p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400" b="1">
                    <a:solidFill>
                      <a:schemeClr val="bg1"/>
                    </a:solidFill>
                    <a:latin typeface="Arial" panose="020B0604020202020204" pitchFamily="34" charset="0"/>
                  </a:rPr>
                  <a:t>amazon 1678</a:t>
                </a:r>
              </a:p>
            </p:txBody>
          </p:sp>
        </p:grpSp>
      </p:grpSp>
      <p:grpSp>
        <p:nvGrpSpPr>
          <p:cNvPr id="13" name="Group 93">
            <a:extLst>
              <a:ext uri="{FF2B5EF4-FFF2-40B4-BE49-F238E27FC236}">
                <a16:creationId xmlns:a16="http://schemas.microsoft.com/office/drawing/2014/main" id="{FCB07FDF-602C-4691-8233-CFB3D0549CCE}"/>
              </a:ext>
            </a:extLst>
          </p:cNvPr>
          <p:cNvGrpSpPr>
            <a:grpSpLocks/>
          </p:cNvGrpSpPr>
          <p:nvPr/>
        </p:nvGrpSpPr>
        <p:grpSpPr bwMode="auto">
          <a:xfrm>
            <a:off x="2181225" y="4603750"/>
            <a:ext cx="5705475" cy="1901825"/>
            <a:chOff x="1374" y="2641"/>
            <a:chExt cx="3594" cy="1198"/>
          </a:xfrm>
        </p:grpSpPr>
        <p:sp>
          <p:nvSpPr>
            <p:cNvPr id="156730" name="Line 20">
              <a:extLst>
                <a:ext uri="{FF2B5EF4-FFF2-40B4-BE49-F238E27FC236}">
                  <a16:creationId xmlns:a16="http://schemas.microsoft.com/office/drawing/2014/main" id="{F3750593-1471-4481-A2CF-BDDBD53FC8B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74" y="3293"/>
              <a:ext cx="2082" cy="24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56731" name="Text Box 23">
              <a:extLst>
                <a:ext uri="{FF2B5EF4-FFF2-40B4-BE49-F238E27FC236}">
                  <a16:creationId xmlns:a16="http://schemas.microsoft.com/office/drawing/2014/main" id="{E5FC3DB6-486B-4E61-947E-7F395D9F59F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561" y="3171"/>
              <a:ext cx="1689" cy="35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8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Arial" panose="020B0604020202020204" pitchFamily="34" charset="0"/>
                </a:rPr>
                <a:t>usual http request msg</a:t>
              </a:r>
            </a:p>
            <a:p>
              <a:pPr algn="ctr">
                <a:lnSpc>
                  <a:spcPct val="8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 b="1">
                  <a:latin typeface="Arial" panose="020B0604020202020204" pitchFamily="34" charset="0"/>
                </a:rPr>
                <a:t>cookie: 1678</a:t>
              </a:r>
            </a:p>
          </p:txBody>
        </p:sp>
        <p:sp>
          <p:nvSpPr>
            <p:cNvPr id="156732" name="Text Box 29">
              <a:extLst>
                <a:ext uri="{FF2B5EF4-FFF2-40B4-BE49-F238E27FC236}">
                  <a16:creationId xmlns:a16="http://schemas.microsoft.com/office/drawing/2014/main" id="{66FEB5DA-F789-4B3E-83F2-1DD7F3E7944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84" y="3262"/>
              <a:ext cx="596" cy="5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solidFill>
                    <a:srgbClr val="000099"/>
                  </a:solidFill>
                  <a:latin typeface="Arial" panose="020B0604020202020204" pitchFamily="34" charset="0"/>
                </a:rPr>
                <a:t>cookie-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solidFill>
                    <a:srgbClr val="000099"/>
                  </a:solidFill>
                  <a:latin typeface="Arial" panose="020B0604020202020204" pitchFamily="34" charset="0"/>
                </a:rPr>
                <a:t>specific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solidFill>
                    <a:srgbClr val="000099"/>
                  </a:solidFill>
                  <a:latin typeface="Arial" panose="020B0604020202020204" pitchFamily="34" charset="0"/>
                </a:rPr>
                <a:t>action</a:t>
              </a:r>
            </a:p>
          </p:txBody>
        </p:sp>
        <p:sp>
          <p:nvSpPr>
            <p:cNvPr id="156733" name="Line 44">
              <a:extLst>
                <a:ext uri="{FF2B5EF4-FFF2-40B4-BE49-F238E27FC236}">
                  <a16:creationId xmlns:a16="http://schemas.microsoft.com/office/drawing/2014/main" id="{D339022A-76E3-44FA-992D-F0C1405258D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181" y="2641"/>
              <a:ext cx="787" cy="86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56734" name="Text Box 71">
              <a:extLst>
                <a:ext uri="{FF2B5EF4-FFF2-40B4-BE49-F238E27FC236}">
                  <a16:creationId xmlns:a16="http://schemas.microsoft.com/office/drawing/2014/main" id="{C5A62811-0FDD-4A2F-A62F-2EDCFC1A7BC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87" y="2939"/>
              <a:ext cx="564" cy="23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Arial" panose="020B0604020202020204" pitchFamily="34" charset="0"/>
                </a:rPr>
                <a:t>access</a:t>
              </a:r>
            </a:p>
          </p:txBody>
        </p:sp>
      </p:grpSp>
      <p:grpSp>
        <p:nvGrpSpPr>
          <p:cNvPr id="14" name="Group 77">
            <a:extLst>
              <a:ext uri="{FF2B5EF4-FFF2-40B4-BE49-F238E27FC236}">
                <a16:creationId xmlns:a16="http://schemas.microsoft.com/office/drawing/2014/main" id="{7755BCD0-7073-4FB9-93F3-EBC3BDE54BE8}"/>
              </a:ext>
            </a:extLst>
          </p:cNvPr>
          <p:cNvGrpSpPr>
            <a:grpSpLocks/>
          </p:cNvGrpSpPr>
          <p:nvPr/>
        </p:nvGrpSpPr>
        <p:grpSpPr bwMode="auto">
          <a:xfrm>
            <a:off x="865188" y="5351463"/>
            <a:ext cx="1389062" cy="633412"/>
            <a:chOff x="684" y="1746"/>
            <a:chExt cx="1004" cy="486"/>
          </a:xfrm>
        </p:grpSpPr>
        <p:sp>
          <p:nvSpPr>
            <p:cNvPr id="156728" name="AutoShape 78">
              <a:extLst>
                <a:ext uri="{FF2B5EF4-FFF2-40B4-BE49-F238E27FC236}">
                  <a16:creationId xmlns:a16="http://schemas.microsoft.com/office/drawing/2014/main" id="{7E284F1C-E62A-477C-AFAD-1FECC47019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35" y="1746"/>
              <a:ext cx="829" cy="486"/>
            </a:xfrm>
            <a:prstGeom prst="can">
              <a:avLst>
                <a:gd name="adj" fmla="val 25000"/>
              </a:avLst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Comic Sans MS" panose="030F0702030302020204" pitchFamily="66" charset="0"/>
              </a:endParaRPr>
            </a:p>
          </p:txBody>
        </p:sp>
        <p:sp>
          <p:nvSpPr>
            <p:cNvPr id="156729" name="Text Box 79">
              <a:extLst>
                <a:ext uri="{FF2B5EF4-FFF2-40B4-BE49-F238E27FC236}">
                  <a16:creationId xmlns:a16="http://schemas.microsoft.com/office/drawing/2014/main" id="{327824E1-53FE-4057-9893-BBB69741E3B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4" y="1833"/>
              <a:ext cx="1004" cy="3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 b="1">
                  <a:solidFill>
                    <a:schemeClr val="bg1"/>
                  </a:solidFill>
                  <a:latin typeface="Arial" panose="020B0604020202020204" pitchFamily="34" charset="0"/>
                </a:rPr>
                <a:t>ebay 8734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 b="1">
                  <a:solidFill>
                    <a:schemeClr val="bg1"/>
                  </a:solidFill>
                  <a:latin typeface="Arial" panose="020B0604020202020204" pitchFamily="34" charset="0"/>
                </a:rPr>
                <a:t>amazon 1678</a:t>
              </a:r>
            </a:p>
          </p:txBody>
        </p:sp>
      </p:grpSp>
      <p:sp>
        <p:nvSpPr>
          <p:cNvPr id="156690" name="Text Box 80">
            <a:extLst>
              <a:ext uri="{FF2B5EF4-FFF2-40B4-BE49-F238E27FC236}">
                <a16:creationId xmlns:a16="http://schemas.microsoft.com/office/drawing/2014/main" id="{781BAAE1-0E15-43AC-966D-1B225888A7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42250" y="2692400"/>
            <a:ext cx="11239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solidFill>
                  <a:srgbClr val="CC0000"/>
                </a:solidFill>
                <a:latin typeface="Arial" panose="020B0604020202020204" pitchFamily="34" charset="0"/>
              </a:rPr>
              <a:t>backend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solidFill>
                  <a:srgbClr val="CC0000"/>
                </a:solidFill>
                <a:latin typeface="Arial" panose="020B0604020202020204" pitchFamily="34" charset="0"/>
              </a:rPr>
              <a:t>database</a:t>
            </a:r>
          </a:p>
        </p:txBody>
      </p:sp>
      <p:sp>
        <p:nvSpPr>
          <p:cNvPr id="156691" name="AutoShape 327">
            <a:extLst>
              <a:ext uri="{FF2B5EF4-FFF2-40B4-BE49-F238E27FC236}">
                <a16:creationId xmlns:a16="http://schemas.microsoft.com/office/drawing/2014/main" id="{4E961330-F845-40FC-85E4-47452D34C4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12125" y="3313113"/>
            <a:ext cx="592138" cy="908050"/>
          </a:xfrm>
          <a:prstGeom prst="can">
            <a:avLst>
              <a:gd name="adj" fmla="val 31004"/>
            </a:avLst>
          </a:prstGeom>
          <a:gradFill rotWithShape="1">
            <a:gsLst>
              <a:gs pos="0">
                <a:srgbClr val="000099"/>
              </a:gs>
              <a:gs pos="100000">
                <a:srgbClr val="FFFFFF"/>
              </a:gs>
            </a:gsLst>
            <a:lin ang="0" scaled="1"/>
          </a:gra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Times New Roman" panose="02020603050405020304" pitchFamily="18" charset="0"/>
              <a:cs typeface="Arial" panose="020B0604020202020204" pitchFamily="34" charset="0"/>
            </a:endParaRPr>
          </a:p>
        </p:txBody>
      </p:sp>
      <p:grpSp>
        <p:nvGrpSpPr>
          <p:cNvPr id="156692" name="Group 63">
            <a:extLst>
              <a:ext uri="{FF2B5EF4-FFF2-40B4-BE49-F238E27FC236}">
                <a16:creationId xmlns:a16="http://schemas.microsoft.com/office/drawing/2014/main" id="{65152B96-1299-4508-ADD7-12E0DF4E5692}"/>
              </a:ext>
            </a:extLst>
          </p:cNvPr>
          <p:cNvGrpSpPr>
            <a:grpSpLocks/>
          </p:cNvGrpSpPr>
          <p:nvPr/>
        </p:nvGrpSpPr>
        <p:grpSpPr bwMode="auto">
          <a:xfrm>
            <a:off x="5475288" y="1119188"/>
            <a:ext cx="411162" cy="771525"/>
            <a:chOff x="4140" y="429"/>
            <a:chExt cx="1425" cy="2396"/>
          </a:xfrm>
        </p:grpSpPr>
        <p:sp>
          <p:nvSpPr>
            <p:cNvPr id="156696" name="Freeform 64">
              <a:extLst>
                <a:ext uri="{FF2B5EF4-FFF2-40B4-BE49-F238E27FC236}">
                  <a16:creationId xmlns:a16="http://schemas.microsoft.com/office/drawing/2014/main" id="{26FB88DD-4AC0-4835-8A90-49470D6E135D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2 w 354"/>
                <a:gd name="T3" fmla="*/ 3 h 2742"/>
                <a:gd name="T4" fmla="*/ 2 w 354"/>
                <a:gd name="T5" fmla="*/ 3 h 2742"/>
                <a:gd name="T6" fmla="*/ 0 w 354"/>
                <a:gd name="T7" fmla="*/ 3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56697" name="Rectangle 65">
              <a:extLst>
                <a:ext uri="{FF2B5EF4-FFF2-40B4-BE49-F238E27FC236}">
                  <a16:creationId xmlns:a16="http://schemas.microsoft.com/office/drawing/2014/main" id="{7514ACDB-7168-4E3A-9786-70D63D76399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6" y="429"/>
              <a:ext cx="1045" cy="2283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56698" name="Freeform 66">
              <a:extLst>
                <a:ext uri="{FF2B5EF4-FFF2-40B4-BE49-F238E27FC236}">
                  <a16:creationId xmlns:a16="http://schemas.microsoft.com/office/drawing/2014/main" id="{C8AA6914-7C61-480E-9796-62110F04457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2 w 211"/>
                <a:gd name="T3" fmla="*/ 3 h 2537"/>
                <a:gd name="T4" fmla="*/ 2 w 211"/>
                <a:gd name="T5" fmla="*/ 3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56699" name="Freeform 67">
              <a:extLst>
                <a:ext uri="{FF2B5EF4-FFF2-40B4-BE49-F238E27FC236}">
                  <a16:creationId xmlns:a16="http://schemas.microsoft.com/office/drawing/2014/main" id="{577699B4-1237-409E-A8B2-DD3DF8675EDD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3 h 226"/>
                <a:gd name="T4" fmla="*/ 2 w 328"/>
                <a:gd name="T5" fmla="*/ 3 h 226"/>
                <a:gd name="T6" fmla="*/ 0 w 328"/>
                <a:gd name="T7" fmla="*/ 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56700" name="Rectangle 68">
              <a:extLst>
                <a:ext uri="{FF2B5EF4-FFF2-40B4-BE49-F238E27FC236}">
                  <a16:creationId xmlns:a16="http://schemas.microsoft.com/office/drawing/2014/main" id="{E3830DD7-3EB3-4D67-82E8-616D0E005D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2" y="695"/>
              <a:ext cx="594" cy="44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156701" name="Group 69">
              <a:extLst>
                <a:ext uri="{FF2B5EF4-FFF2-40B4-BE49-F238E27FC236}">
                  <a16:creationId xmlns:a16="http://schemas.microsoft.com/office/drawing/2014/main" id="{79D22581-F778-4CE7-8A4D-4C21CF78B7E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56726" name="AutoShape 70">
                <a:extLst>
                  <a:ext uri="{FF2B5EF4-FFF2-40B4-BE49-F238E27FC236}">
                    <a16:creationId xmlns:a16="http://schemas.microsoft.com/office/drawing/2014/main" id="{C2B879F4-AD88-4900-A470-8AB17E6675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6"/>
                <a:ext cx="721" cy="142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56727" name="AutoShape 71">
                <a:extLst>
                  <a:ext uri="{FF2B5EF4-FFF2-40B4-BE49-F238E27FC236}">
                    <a16:creationId xmlns:a16="http://schemas.microsoft.com/office/drawing/2014/main" id="{601B0327-18FB-4085-B65B-7D1EAB8100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0"/>
                <a:ext cx="687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56702" name="Rectangle 72">
              <a:extLst>
                <a:ext uri="{FF2B5EF4-FFF2-40B4-BE49-F238E27FC236}">
                  <a16:creationId xmlns:a16="http://schemas.microsoft.com/office/drawing/2014/main" id="{70154991-3F18-4A25-A16D-1030E2613C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3" y="1021"/>
              <a:ext cx="600" cy="44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156703" name="Group 73">
              <a:extLst>
                <a:ext uri="{FF2B5EF4-FFF2-40B4-BE49-F238E27FC236}">
                  <a16:creationId xmlns:a16="http://schemas.microsoft.com/office/drawing/2014/main" id="{6C499B87-0854-462E-B49B-A107A68E060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56724" name="AutoShape 74">
                <a:extLst>
                  <a:ext uri="{FF2B5EF4-FFF2-40B4-BE49-F238E27FC236}">
                    <a16:creationId xmlns:a16="http://schemas.microsoft.com/office/drawing/2014/main" id="{B4465799-C8AA-4612-8895-5BF98738B8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70"/>
                <a:ext cx="728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56725" name="AutoShape 75">
                <a:extLst>
                  <a:ext uri="{FF2B5EF4-FFF2-40B4-BE49-F238E27FC236}">
                    <a16:creationId xmlns:a16="http://schemas.microsoft.com/office/drawing/2014/main" id="{FEE542C6-6A2F-4B7C-B9FB-DD82219CC2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5"/>
                <a:ext cx="693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56704" name="Rectangle 76">
              <a:extLst>
                <a:ext uri="{FF2B5EF4-FFF2-40B4-BE49-F238E27FC236}">
                  <a16:creationId xmlns:a16="http://schemas.microsoft.com/office/drawing/2014/main" id="{0902CCFB-FB49-4A9C-97F6-3D0ADB6903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7" y="1356"/>
              <a:ext cx="594" cy="49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56705" name="Rectangle 77">
              <a:extLst>
                <a:ext uri="{FF2B5EF4-FFF2-40B4-BE49-F238E27FC236}">
                  <a16:creationId xmlns:a16="http://schemas.microsoft.com/office/drawing/2014/main" id="{1098B086-AA47-47A3-9F0A-EB10D57454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8" y="1657"/>
              <a:ext cx="594" cy="44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156706" name="Group 78">
              <a:extLst>
                <a:ext uri="{FF2B5EF4-FFF2-40B4-BE49-F238E27FC236}">
                  <a16:creationId xmlns:a16="http://schemas.microsoft.com/office/drawing/2014/main" id="{490D6B8F-6F7E-40F1-B801-840BA976F8B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56722" name="AutoShape 79">
                <a:extLst>
                  <a:ext uri="{FF2B5EF4-FFF2-40B4-BE49-F238E27FC236}">
                    <a16:creationId xmlns:a16="http://schemas.microsoft.com/office/drawing/2014/main" id="{5633C060-D188-4098-AAE2-FA0E0C7193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8"/>
                <a:ext cx="727" cy="141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56723" name="AutoShape 80">
                <a:extLst>
                  <a:ext uri="{FF2B5EF4-FFF2-40B4-BE49-F238E27FC236}">
                    <a16:creationId xmlns:a16="http://schemas.microsoft.com/office/drawing/2014/main" id="{6597EDE7-726C-4AAC-9CF6-F60644F5A5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7" y="2586"/>
                <a:ext cx="692" cy="10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56707" name="Freeform 81">
              <a:extLst>
                <a:ext uri="{FF2B5EF4-FFF2-40B4-BE49-F238E27FC236}">
                  <a16:creationId xmlns:a16="http://schemas.microsoft.com/office/drawing/2014/main" id="{7BF7FEFA-A6E7-412A-B41B-E6A82C83B8C8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2 h 226"/>
                <a:gd name="T4" fmla="*/ 2 w 328"/>
                <a:gd name="T5" fmla="*/ 2 h 226"/>
                <a:gd name="T6" fmla="*/ 0 w 328"/>
                <a:gd name="T7" fmla="*/ 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156708" name="Group 82">
              <a:extLst>
                <a:ext uri="{FF2B5EF4-FFF2-40B4-BE49-F238E27FC236}">
                  <a16:creationId xmlns:a16="http://schemas.microsoft.com/office/drawing/2014/main" id="{06B55ECD-F822-46E7-8BB0-F626AC32438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56720" name="AutoShape 83">
                <a:extLst>
                  <a:ext uri="{FF2B5EF4-FFF2-40B4-BE49-F238E27FC236}">
                    <a16:creationId xmlns:a16="http://schemas.microsoft.com/office/drawing/2014/main" id="{97D985F3-C5CF-4D0E-9DED-5BC88E49CA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7"/>
                <a:ext cx="727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56721" name="AutoShape 84">
                <a:extLst>
                  <a:ext uri="{FF2B5EF4-FFF2-40B4-BE49-F238E27FC236}">
                    <a16:creationId xmlns:a16="http://schemas.microsoft.com/office/drawing/2014/main" id="{FA6BF9FE-C0F2-4421-B6F6-34E960782D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2"/>
                <a:ext cx="692" cy="10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56709" name="Rectangle 85">
              <a:extLst>
                <a:ext uri="{FF2B5EF4-FFF2-40B4-BE49-F238E27FC236}">
                  <a16:creationId xmlns:a16="http://schemas.microsoft.com/office/drawing/2014/main" id="{C05282D3-6DD7-41D0-9624-62912CE041C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1" y="429"/>
              <a:ext cx="66" cy="2288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56710" name="Freeform 86">
              <a:extLst>
                <a:ext uri="{FF2B5EF4-FFF2-40B4-BE49-F238E27FC236}">
                  <a16:creationId xmlns:a16="http://schemas.microsoft.com/office/drawing/2014/main" id="{6E01842D-E367-477A-92E8-7BB3D1490F0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 w 296"/>
                <a:gd name="T3" fmla="*/ 2 h 256"/>
                <a:gd name="T4" fmla="*/ 2 w 296"/>
                <a:gd name="T5" fmla="*/ 2 h 256"/>
                <a:gd name="T6" fmla="*/ 0 w 296"/>
                <a:gd name="T7" fmla="*/ 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56711" name="Freeform 87">
              <a:extLst>
                <a:ext uri="{FF2B5EF4-FFF2-40B4-BE49-F238E27FC236}">
                  <a16:creationId xmlns:a16="http://schemas.microsoft.com/office/drawing/2014/main" id="{206AB4EA-CAEA-44A2-A006-4C3D09A1992B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 w 304"/>
                <a:gd name="T3" fmla="*/ 2 h 288"/>
                <a:gd name="T4" fmla="*/ 2 w 304"/>
                <a:gd name="T5" fmla="*/ 2 h 288"/>
                <a:gd name="T6" fmla="*/ 2 w 304"/>
                <a:gd name="T7" fmla="*/ 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56712" name="Oval 88">
              <a:extLst>
                <a:ext uri="{FF2B5EF4-FFF2-40B4-BE49-F238E27FC236}">
                  <a16:creationId xmlns:a16="http://schemas.microsoft.com/office/drawing/2014/main" id="{A4356263-B3FC-4EDE-98E3-4991452490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3"/>
              <a:ext cx="50" cy="94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56713" name="Freeform 89">
              <a:extLst>
                <a:ext uri="{FF2B5EF4-FFF2-40B4-BE49-F238E27FC236}">
                  <a16:creationId xmlns:a16="http://schemas.microsoft.com/office/drawing/2014/main" id="{DAD67B94-0A95-4511-9BD1-82B3BFABE5DB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 h 240"/>
                <a:gd name="T2" fmla="*/ 2 w 306"/>
                <a:gd name="T3" fmla="*/ 3 h 240"/>
                <a:gd name="T4" fmla="*/ 2 w 306"/>
                <a:gd name="T5" fmla="*/ 3 h 240"/>
                <a:gd name="T6" fmla="*/ 2 w 306"/>
                <a:gd name="T7" fmla="*/ 0 h 240"/>
                <a:gd name="T8" fmla="*/ 0 w 306"/>
                <a:gd name="T9" fmla="*/ 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56714" name="AutoShape 90">
              <a:extLst>
                <a:ext uri="{FF2B5EF4-FFF2-40B4-BE49-F238E27FC236}">
                  <a16:creationId xmlns:a16="http://schemas.microsoft.com/office/drawing/2014/main" id="{E0CA0DF1-7211-4E1D-83A8-C44E548524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7"/>
              <a:ext cx="1199" cy="148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56715" name="AutoShape 91">
              <a:extLst>
                <a:ext uri="{FF2B5EF4-FFF2-40B4-BE49-F238E27FC236}">
                  <a16:creationId xmlns:a16="http://schemas.microsoft.com/office/drawing/2014/main" id="{763267C3-77B7-474F-95CE-204BD21A23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6" y="2712"/>
              <a:ext cx="1067" cy="84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56716" name="Oval 92">
              <a:extLst>
                <a:ext uri="{FF2B5EF4-FFF2-40B4-BE49-F238E27FC236}">
                  <a16:creationId xmlns:a16="http://schemas.microsoft.com/office/drawing/2014/main" id="{F644F354-97DA-48F5-B4F7-696BAF629E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11" y="2381"/>
              <a:ext cx="154" cy="143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56717" name="Oval 93">
              <a:extLst>
                <a:ext uri="{FF2B5EF4-FFF2-40B4-BE49-F238E27FC236}">
                  <a16:creationId xmlns:a16="http://schemas.microsoft.com/office/drawing/2014/main" id="{3DFD0E41-73C1-4B50-A979-08FAB6FA8C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7" y="2386"/>
              <a:ext cx="160" cy="143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6718" name="Oval 94">
              <a:extLst>
                <a:ext uri="{FF2B5EF4-FFF2-40B4-BE49-F238E27FC236}">
                  <a16:creationId xmlns:a16="http://schemas.microsoft.com/office/drawing/2014/main" id="{4A7546CA-C652-4997-846C-B6524D004C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3" y="2381"/>
              <a:ext cx="160" cy="143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56719" name="Rectangle 95">
              <a:extLst>
                <a:ext uri="{FF2B5EF4-FFF2-40B4-BE49-F238E27FC236}">
                  <a16:creationId xmlns:a16="http://schemas.microsoft.com/office/drawing/2014/main" id="{C678CB69-955E-42EF-BB28-EDF9066AC3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4" y="1834"/>
              <a:ext cx="83" cy="764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</p:grpSp>
      <p:grpSp>
        <p:nvGrpSpPr>
          <p:cNvPr id="156693" name="Group 96">
            <a:extLst>
              <a:ext uri="{FF2B5EF4-FFF2-40B4-BE49-F238E27FC236}">
                <a16:creationId xmlns:a16="http://schemas.microsoft.com/office/drawing/2014/main" id="{A421960D-FC3F-43D9-BB36-22335980B97D}"/>
              </a:ext>
            </a:extLst>
          </p:cNvPr>
          <p:cNvGrpSpPr>
            <a:grpSpLocks/>
          </p:cNvGrpSpPr>
          <p:nvPr/>
        </p:nvGrpSpPr>
        <p:grpSpPr bwMode="auto">
          <a:xfrm>
            <a:off x="1806575" y="1117600"/>
            <a:ext cx="687388" cy="731838"/>
            <a:chOff x="-44" y="1473"/>
            <a:chExt cx="981" cy="1105"/>
          </a:xfrm>
        </p:grpSpPr>
        <p:pic>
          <p:nvPicPr>
            <p:cNvPr id="156694" name="Picture 97" descr="desktop_computer_stylized_medium">
              <a:extLst>
                <a:ext uri="{FF2B5EF4-FFF2-40B4-BE49-F238E27FC236}">
                  <a16:creationId xmlns:a16="http://schemas.microsoft.com/office/drawing/2014/main" id="{8407A405-102D-4F39-8CF0-DE09A8DA9B1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56695" name="Freeform 98">
              <a:extLst>
                <a:ext uri="{FF2B5EF4-FFF2-40B4-BE49-F238E27FC236}">
                  <a16:creationId xmlns:a16="http://schemas.microsoft.com/office/drawing/2014/main" id="{0212E614-69F9-4130-A11A-9F49BD9C335E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5089652 w 356"/>
                <a:gd name="T3" fmla="*/ 1851256 h 368"/>
                <a:gd name="T4" fmla="*/ 17900690 w 356"/>
                <a:gd name="T5" fmla="*/ 38567519 h 368"/>
                <a:gd name="T6" fmla="*/ 3945041 w 356"/>
                <a:gd name="T7" fmla="*/ 48232874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 nodeType="clickPar">
                      <p:stCondLst>
                        <p:cond delay="indefinite"/>
                      </p:stCondLst>
                      <p:childTnLst>
                        <p:par>
                          <p:cTn id="1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3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 nodeType="afterGroup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 nodeType="clickPar">
                      <p:stCondLst>
                        <p:cond delay="indefinite"/>
                      </p:stCondLst>
                      <p:childTnLst>
                        <p:par>
                          <p:cTn id="2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 nodeType="clickPar">
                      <p:stCondLst>
                        <p:cond delay="indefinite"/>
                      </p:stCondLst>
                      <p:childTnLst>
                        <p:par>
                          <p:cTn id="3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 nodeType="afterGroup">
                            <p:stCondLst>
                              <p:cond delay="2000"/>
                            </p:stCondLst>
                            <p:childTnLst>
                              <p:par>
                                <p:cTn id="36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235" grpId="0"/>
      <p:bldP spid="50242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626" name="Rectangle 7">
            <a:extLst>
              <a:ext uri="{FF2B5EF4-FFF2-40B4-BE49-F238E27FC236}">
                <a16:creationId xmlns:a16="http://schemas.microsoft.com/office/drawing/2014/main" id="{98FD8134-9278-4F39-BF67-B828D9B3ED0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154627" name="Rectangle 8">
            <a:extLst>
              <a:ext uri="{FF2B5EF4-FFF2-40B4-BE49-F238E27FC236}">
                <a16:creationId xmlns:a16="http://schemas.microsoft.com/office/drawing/2014/main" id="{AB8FF994-2D4C-4813-90E9-BE06462511C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2-</a:t>
            </a:r>
            <a:fld id="{2923ADB1-E17E-4E7C-9435-64DE100CB96A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35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154628" name="Rectangle 2">
            <a:extLst>
              <a:ext uri="{FF2B5EF4-FFF2-40B4-BE49-F238E27FC236}">
                <a16:creationId xmlns:a16="http://schemas.microsoft.com/office/drawing/2014/main" id="{F98D47D0-858B-4C0B-97A6-2B6728669A7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>
                <a:ea typeface="ＭＳ Ｐゴシック" panose="020B0600070205080204" pitchFamily="34" charset="-128"/>
              </a:rPr>
              <a:t>User-server state: cookies</a:t>
            </a:r>
          </a:p>
        </p:txBody>
      </p:sp>
      <p:sp>
        <p:nvSpPr>
          <p:cNvPr id="154629" name="Rectangle 3">
            <a:extLst>
              <a:ext uri="{FF2B5EF4-FFF2-40B4-BE49-F238E27FC236}">
                <a16:creationId xmlns:a16="http://schemas.microsoft.com/office/drawing/2014/main" id="{FE8686FA-0A79-4DC9-83BD-120DC7EFAA86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33400" y="1611313"/>
            <a:ext cx="3810000" cy="4887912"/>
          </a:xfrm>
        </p:spPr>
        <p:txBody>
          <a:bodyPr/>
          <a:lstStyle/>
          <a:p>
            <a:pPr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US" altLang="zh-TW" sz="2400" dirty="0">
                <a:ea typeface="ＭＳ Ｐゴシック" panose="020B0600070205080204" pitchFamily="34" charset="-128"/>
              </a:rPr>
              <a:t>many Web sites use cookies</a:t>
            </a:r>
          </a:p>
          <a:p>
            <a:pPr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US" altLang="zh-TW" sz="2400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four components:</a:t>
            </a:r>
          </a:p>
          <a:p>
            <a:pPr lvl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US" altLang="zh-TW" sz="2000" dirty="0">
                <a:ea typeface="ＭＳ Ｐゴシック" panose="020B0600070205080204" pitchFamily="34" charset="-128"/>
              </a:rPr>
              <a:t>1) </a:t>
            </a:r>
            <a:r>
              <a:rPr lang="en-US" altLang="zh-TW" dirty="0">
                <a:ea typeface="ＭＳ Ｐゴシック" panose="020B0600070205080204" pitchFamily="34" charset="-128"/>
              </a:rPr>
              <a:t>cookie header line of </a:t>
            </a:r>
            <a:r>
              <a:rPr lang="en-US" altLang="zh-TW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HTTP </a:t>
            </a:r>
            <a:r>
              <a:rPr lang="en-US" altLang="zh-TW" i="1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response</a:t>
            </a:r>
            <a:r>
              <a:rPr lang="en-US" altLang="zh-TW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 message</a:t>
            </a:r>
          </a:p>
          <a:p>
            <a:pPr lvl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US" altLang="zh-TW" dirty="0">
                <a:ea typeface="ＭＳ Ｐゴシック" panose="020B0600070205080204" pitchFamily="34" charset="-128"/>
              </a:rPr>
              <a:t>2) </a:t>
            </a:r>
            <a:r>
              <a:rPr lang="en-US" altLang="zh-TW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cookie file</a:t>
            </a:r>
            <a:r>
              <a:rPr lang="en-US" altLang="zh-TW" dirty="0">
                <a:ea typeface="ＭＳ Ｐゴシック" panose="020B0600070205080204" pitchFamily="34" charset="-128"/>
              </a:rPr>
              <a:t> kept on user</a:t>
            </a:r>
            <a:r>
              <a:rPr lang="ja-JP" altLang="en-US" dirty="0">
                <a:ea typeface="ＭＳ Ｐゴシック" panose="020B0600070205080204" pitchFamily="34" charset="-128"/>
              </a:rPr>
              <a:t>’</a:t>
            </a:r>
            <a:r>
              <a:rPr lang="en-US" altLang="ja-JP" dirty="0">
                <a:ea typeface="ＭＳ Ｐゴシック" panose="020B0600070205080204" pitchFamily="34" charset="-128"/>
              </a:rPr>
              <a:t>s host, managed by user</a:t>
            </a:r>
            <a:r>
              <a:rPr lang="ja-JP" altLang="en-US" dirty="0">
                <a:ea typeface="ＭＳ Ｐゴシック" panose="020B0600070205080204" pitchFamily="34" charset="-128"/>
              </a:rPr>
              <a:t>’</a:t>
            </a:r>
            <a:r>
              <a:rPr lang="en-US" altLang="ja-JP" dirty="0">
                <a:ea typeface="ＭＳ Ｐゴシック" panose="020B0600070205080204" pitchFamily="34" charset="-128"/>
              </a:rPr>
              <a:t>s browser</a:t>
            </a:r>
          </a:p>
          <a:p>
            <a:pPr lvl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US" altLang="zh-TW" dirty="0">
                <a:ea typeface="ＭＳ Ｐゴシック" panose="020B0600070205080204" pitchFamily="34" charset="-128"/>
              </a:rPr>
              <a:t>3) </a:t>
            </a:r>
            <a:r>
              <a:rPr lang="en-US" altLang="zh-TW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backend database</a:t>
            </a:r>
            <a:r>
              <a:rPr lang="en-US" altLang="zh-TW" dirty="0">
                <a:ea typeface="ＭＳ Ｐゴシック" panose="020B0600070205080204" pitchFamily="34" charset="-128"/>
              </a:rPr>
              <a:t> at Web site</a:t>
            </a:r>
          </a:p>
          <a:p>
            <a:pPr lvl="1">
              <a:lnSpc>
                <a:spcPct val="90000"/>
              </a:lnSpc>
              <a:buNone/>
            </a:pPr>
            <a:r>
              <a:rPr lang="en-US" altLang="zh-TW" dirty="0">
                <a:ea typeface="ＭＳ Ｐゴシック" panose="020B0600070205080204" pitchFamily="34" charset="-128"/>
              </a:rPr>
              <a:t>4) cookie header line in next </a:t>
            </a:r>
            <a:r>
              <a:rPr lang="en-US" altLang="zh-TW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HTTP </a:t>
            </a:r>
            <a:r>
              <a:rPr lang="en-US" altLang="zh-TW" i="1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request</a:t>
            </a:r>
            <a:r>
              <a:rPr lang="en-US" altLang="zh-TW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 message</a:t>
            </a:r>
          </a:p>
          <a:p>
            <a:pPr lvl="1">
              <a:lnSpc>
                <a:spcPct val="90000"/>
              </a:lnSpc>
              <a:buFont typeface="Wingdings" panose="05000000000000000000" pitchFamily="2" charset="2"/>
              <a:buNone/>
            </a:pPr>
            <a:endParaRPr lang="en-US" altLang="zh-TW" dirty="0">
              <a:ea typeface="ＭＳ Ｐゴシック" panose="020B0600070205080204" pitchFamily="34" charset="-128"/>
            </a:endParaRPr>
          </a:p>
        </p:txBody>
      </p:sp>
      <p:pic>
        <p:nvPicPr>
          <p:cNvPr id="154630" name="Picture 10" descr="underline_base">
            <a:extLst>
              <a:ext uri="{FF2B5EF4-FFF2-40B4-BE49-F238E27FC236}">
                <a16:creationId xmlns:a16="http://schemas.microsoft.com/office/drawing/2014/main" id="{C18B11F9-498B-4303-822A-3F92A6B1B149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4363" y="1046163"/>
            <a:ext cx="6126162" cy="168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54631" name="Picture 10">
            <a:extLst>
              <a:ext uri="{FF2B5EF4-FFF2-40B4-BE49-F238E27FC236}">
                <a16:creationId xmlns:a16="http://schemas.microsoft.com/office/drawing/2014/main" id="{90361CE5-2038-4476-94BC-576EF3236FB4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257675" y="1666875"/>
            <a:ext cx="4841875" cy="4575175"/>
          </a:xfrm>
          <a:noFill/>
        </p:spPr>
      </p:pic>
    </p:spTree>
    <p:extLst>
      <p:ext uri="{BB962C8B-B14F-4D97-AF65-F5344CB8AC3E}">
        <p14:creationId xmlns:p14="http://schemas.microsoft.com/office/powerpoint/2010/main" val="323521367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722" name="Rectangle 7">
            <a:extLst>
              <a:ext uri="{FF2B5EF4-FFF2-40B4-BE49-F238E27FC236}">
                <a16:creationId xmlns:a16="http://schemas.microsoft.com/office/drawing/2014/main" id="{77B08194-B994-4F58-9B0B-B617B6425FB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158723" name="Rectangle 8">
            <a:extLst>
              <a:ext uri="{FF2B5EF4-FFF2-40B4-BE49-F238E27FC236}">
                <a16:creationId xmlns:a16="http://schemas.microsoft.com/office/drawing/2014/main" id="{1BF52E36-61A6-4AE4-9A6C-4EC0F03F884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2-</a:t>
            </a:r>
            <a:fld id="{8962BBD4-FA08-4E9C-9E1E-09271B0D2831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36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grpSp>
        <p:nvGrpSpPr>
          <p:cNvPr id="158724" name="Group 171">
            <a:extLst>
              <a:ext uri="{FF2B5EF4-FFF2-40B4-BE49-F238E27FC236}">
                <a16:creationId xmlns:a16="http://schemas.microsoft.com/office/drawing/2014/main" id="{C65D9AA5-EF9B-4C3F-99C2-8753FA262719}"/>
              </a:ext>
            </a:extLst>
          </p:cNvPr>
          <p:cNvGrpSpPr>
            <a:grpSpLocks/>
          </p:cNvGrpSpPr>
          <p:nvPr/>
        </p:nvGrpSpPr>
        <p:grpSpPr bwMode="auto">
          <a:xfrm>
            <a:off x="4027488" y="2695575"/>
            <a:ext cx="687387" cy="763588"/>
            <a:chOff x="-44" y="1473"/>
            <a:chExt cx="981" cy="1105"/>
          </a:xfrm>
        </p:grpSpPr>
        <p:pic>
          <p:nvPicPr>
            <p:cNvPr id="158855" name="Picture 172" descr="desktop_computer_stylized_medium">
              <a:extLst>
                <a:ext uri="{FF2B5EF4-FFF2-40B4-BE49-F238E27FC236}">
                  <a16:creationId xmlns:a16="http://schemas.microsoft.com/office/drawing/2014/main" id="{44FC9FAB-746A-4AF0-B7F7-B016E6A0C30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58856" name="Freeform 173">
              <a:extLst>
                <a:ext uri="{FF2B5EF4-FFF2-40B4-BE49-F238E27FC236}">
                  <a16:creationId xmlns:a16="http://schemas.microsoft.com/office/drawing/2014/main" id="{1CEC56FE-F0B7-4B4E-84B8-746D9F5FDBFF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5089652 w 356"/>
                <a:gd name="T3" fmla="*/ 1851256 h 368"/>
                <a:gd name="T4" fmla="*/ 17900690 w 356"/>
                <a:gd name="T5" fmla="*/ 38567519 h 368"/>
                <a:gd name="T6" fmla="*/ 3945041 w 356"/>
                <a:gd name="T7" fmla="*/ 48232874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158725" name="Group 102">
            <a:extLst>
              <a:ext uri="{FF2B5EF4-FFF2-40B4-BE49-F238E27FC236}">
                <a16:creationId xmlns:a16="http://schemas.microsoft.com/office/drawing/2014/main" id="{5D9C03E4-62F6-4DF4-8AA2-44EFF76CA4AF}"/>
              </a:ext>
            </a:extLst>
          </p:cNvPr>
          <p:cNvGrpSpPr>
            <a:grpSpLocks/>
          </p:cNvGrpSpPr>
          <p:nvPr/>
        </p:nvGrpSpPr>
        <p:grpSpPr bwMode="auto">
          <a:xfrm>
            <a:off x="4092575" y="4568825"/>
            <a:ext cx="687388" cy="763588"/>
            <a:chOff x="-44" y="1473"/>
            <a:chExt cx="981" cy="1105"/>
          </a:xfrm>
        </p:grpSpPr>
        <p:pic>
          <p:nvPicPr>
            <p:cNvPr id="158853" name="Picture 103" descr="desktop_computer_stylized_medium">
              <a:extLst>
                <a:ext uri="{FF2B5EF4-FFF2-40B4-BE49-F238E27FC236}">
                  <a16:creationId xmlns:a16="http://schemas.microsoft.com/office/drawing/2014/main" id="{914E3D20-03A9-42EA-A0A6-D118C3F097E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58854" name="Freeform 104">
              <a:extLst>
                <a:ext uri="{FF2B5EF4-FFF2-40B4-BE49-F238E27FC236}">
                  <a16:creationId xmlns:a16="http://schemas.microsoft.com/office/drawing/2014/main" id="{6C43B8C9-16C1-45DC-ADEC-6C78523AE830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5089652 w 356"/>
                <a:gd name="T3" fmla="*/ 1851256 h 368"/>
                <a:gd name="T4" fmla="*/ 17900690 w 356"/>
                <a:gd name="T5" fmla="*/ 38567519 h 368"/>
                <a:gd name="T6" fmla="*/ 3945041 w 356"/>
                <a:gd name="T7" fmla="*/ 48232874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158726" name="Group 138">
            <a:extLst>
              <a:ext uri="{FF2B5EF4-FFF2-40B4-BE49-F238E27FC236}">
                <a16:creationId xmlns:a16="http://schemas.microsoft.com/office/drawing/2014/main" id="{D149E579-D179-4C54-A076-AFDDA03766A5}"/>
              </a:ext>
            </a:extLst>
          </p:cNvPr>
          <p:cNvGrpSpPr>
            <a:grpSpLocks/>
          </p:cNvGrpSpPr>
          <p:nvPr/>
        </p:nvGrpSpPr>
        <p:grpSpPr bwMode="auto">
          <a:xfrm>
            <a:off x="6230938" y="3457575"/>
            <a:ext cx="400050" cy="715963"/>
            <a:chOff x="4140" y="429"/>
            <a:chExt cx="1425" cy="2396"/>
          </a:xfrm>
        </p:grpSpPr>
        <p:sp>
          <p:nvSpPr>
            <p:cNvPr id="158821" name="Freeform 139">
              <a:extLst>
                <a:ext uri="{FF2B5EF4-FFF2-40B4-BE49-F238E27FC236}">
                  <a16:creationId xmlns:a16="http://schemas.microsoft.com/office/drawing/2014/main" id="{619DAD5D-FB79-4B1B-8DFA-99CD4D18B6D9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2 w 354"/>
                <a:gd name="T3" fmla="*/ 3 h 2742"/>
                <a:gd name="T4" fmla="*/ 2 w 354"/>
                <a:gd name="T5" fmla="*/ 3 h 2742"/>
                <a:gd name="T6" fmla="*/ 0 w 354"/>
                <a:gd name="T7" fmla="*/ 3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58822" name="Rectangle 140">
              <a:extLst>
                <a:ext uri="{FF2B5EF4-FFF2-40B4-BE49-F238E27FC236}">
                  <a16:creationId xmlns:a16="http://schemas.microsoft.com/office/drawing/2014/main" id="{A70BF40B-59C6-4331-B0CC-F874E0B625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6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58823" name="Freeform 141">
              <a:extLst>
                <a:ext uri="{FF2B5EF4-FFF2-40B4-BE49-F238E27FC236}">
                  <a16:creationId xmlns:a16="http://schemas.microsoft.com/office/drawing/2014/main" id="{8454DB2F-96C2-4299-AB3C-67E5C4BF34F7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2 w 211"/>
                <a:gd name="T3" fmla="*/ 3 h 2537"/>
                <a:gd name="T4" fmla="*/ 2 w 211"/>
                <a:gd name="T5" fmla="*/ 3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58824" name="Freeform 142">
              <a:extLst>
                <a:ext uri="{FF2B5EF4-FFF2-40B4-BE49-F238E27FC236}">
                  <a16:creationId xmlns:a16="http://schemas.microsoft.com/office/drawing/2014/main" id="{F950B069-C087-45BD-8365-A0B072841443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3 h 226"/>
                <a:gd name="T4" fmla="*/ 2 w 328"/>
                <a:gd name="T5" fmla="*/ 3 h 226"/>
                <a:gd name="T6" fmla="*/ 0 w 328"/>
                <a:gd name="T7" fmla="*/ 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58825" name="Rectangle 143">
              <a:extLst>
                <a:ext uri="{FF2B5EF4-FFF2-40B4-BE49-F238E27FC236}">
                  <a16:creationId xmlns:a16="http://schemas.microsoft.com/office/drawing/2014/main" id="{43C308B0-7893-439E-849C-DC29390B37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695"/>
              <a:ext cx="594" cy="4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158826" name="Group 144">
              <a:extLst>
                <a:ext uri="{FF2B5EF4-FFF2-40B4-BE49-F238E27FC236}">
                  <a16:creationId xmlns:a16="http://schemas.microsoft.com/office/drawing/2014/main" id="{76A6623E-CE6C-45AE-9E1B-89FD339B8F1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58851" name="AutoShape 145">
                <a:extLst>
                  <a:ext uri="{FF2B5EF4-FFF2-40B4-BE49-F238E27FC236}">
                    <a16:creationId xmlns:a16="http://schemas.microsoft.com/office/drawing/2014/main" id="{72476DD8-1077-47A0-9136-299E7150E2F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8"/>
                <a:ext cx="720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58852" name="AutoShape 146">
                <a:extLst>
                  <a:ext uri="{FF2B5EF4-FFF2-40B4-BE49-F238E27FC236}">
                    <a16:creationId xmlns:a16="http://schemas.microsoft.com/office/drawing/2014/main" id="{486643EC-CCF9-472F-B006-D9F6DE2439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3"/>
                <a:ext cx="670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58827" name="Rectangle 147">
              <a:extLst>
                <a:ext uri="{FF2B5EF4-FFF2-40B4-BE49-F238E27FC236}">
                  <a16:creationId xmlns:a16="http://schemas.microsoft.com/office/drawing/2014/main" id="{676F3FE8-8270-4128-861B-F5DAF5911A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5" y="1019"/>
              <a:ext cx="594" cy="4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158828" name="Group 148">
              <a:extLst>
                <a:ext uri="{FF2B5EF4-FFF2-40B4-BE49-F238E27FC236}">
                  <a16:creationId xmlns:a16="http://schemas.microsoft.com/office/drawing/2014/main" id="{A1EA2AC9-3351-41EF-A4B7-B732C7D72B9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58849" name="AutoShape 149">
                <a:extLst>
                  <a:ext uri="{FF2B5EF4-FFF2-40B4-BE49-F238E27FC236}">
                    <a16:creationId xmlns:a16="http://schemas.microsoft.com/office/drawing/2014/main" id="{2C497A4B-F567-45E7-8B34-6C064981F4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66"/>
                <a:ext cx="727" cy="143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58850" name="AutoShape 150">
                <a:extLst>
                  <a:ext uri="{FF2B5EF4-FFF2-40B4-BE49-F238E27FC236}">
                    <a16:creationId xmlns:a16="http://schemas.microsoft.com/office/drawing/2014/main" id="{8F3AE12D-96C1-4DDE-BF85-735F8FFF59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3"/>
                <a:ext cx="692" cy="110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58829" name="Rectangle 151">
              <a:extLst>
                <a:ext uri="{FF2B5EF4-FFF2-40B4-BE49-F238E27FC236}">
                  <a16:creationId xmlns:a16="http://schemas.microsoft.com/office/drawing/2014/main" id="{DC78A1ED-134D-4942-9F97-04E676BE25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9" y="1359"/>
              <a:ext cx="594" cy="4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58830" name="Rectangle 152">
              <a:extLst>
                <a:ext uri="{FF2B5EF4-FFF2-40B4-BE49-F238E27FC236}">
                  <a16:creationId xmlns:a16="http://schemas.microsoft.com/office/drawing/2014/main" id="{81A75D84-3FF9-4A44-8FD2-E0A1A2B9FC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6"/>
              <a:ext cx="594" cy="4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158831" name="Group 153">
              <a:extLst>
                <a:ext uri="{FF2B5EF4-FFF2-40B4-BE49-F238E27FC236}">
                  <a16:creationId xmlns:a16="http://schemas.microsoft.com/office/drawing/2014/main" id="{9748AD89-62D6-48D7-9703-A34F1A14A4B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58847" name="AutoShape 154">
                <a:extLst>
                  <a:ext uri="{FF2B5EF4-FFF2-40B4-BE49-F238E27FC236}">
                    <a16:creationId xmlns:a16="http://schemas.microsoft.com/office/drawing/2014/main" id="{9429C344-F092-46EB-A117-92BC97345B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70"/>
                <a:ext cx="726" cy="137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58848" name="AutoShape 155">
                <a:extLst>
                  <a:ext uri="{FF2B5EF4-FFF2-40B4-BE49-F238E27FC236}">
                    <a16:creationId xmlns:a16="http://schemas.microsoft.com/office/drawing/2014/main" id="{7B1BC9F6-91D5-4EC2-8682-B139EB0A11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7" y="2585"/>
                <a:ext cx="690" cy="10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58832" name="Freeform 156">
              <a:extLst>
                <a:ext uri="{FF2B5EF4-FFF2-40B4-BE49-F238E27FC236}">
                  <a16:creationId xmlns:a16="http://schemas.microsoft.com/office/drawing/2014/main" id="{0D209048-15C7-4D40-BAEB-B665FCE9CC1E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2 h 226"/>
                <a:gd name="T4" fmla="*/ 2 w 328"/>
                <a:gd name="T5" fmla="*/ 2 h 226"/>
                <a:gd name="T6" fmla="*/ 0 w 328"/>
                <a:gd name="T7" fmla="*/ 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158833" name="Group 157">
              <a:extLst>
                <a:ext uri="{FF2B5EF4-FFF2-40B4-BE49-F238E27FC236}">
                  <a16:creationId xmlns:a16="http://schemas.microsoft.com/office/drawing/2014/main" id="{3559006B-6648-4448-808D-D69922309D4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58845" name="AutoShape 158">
                <a:extLst>
                  <a:ext uri="{FF2B5EF4-FFF2-40B4-BE49-F238E27FC236}">
                    <a16:creationId xmlns:a16="http://schemas.microsoft.com/office/drawing/2014/main" id="{47F27EE0-6EAC-4A68-81A2-38A8F9B4C8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8"/>
                <a:ext cx="726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58846" name="AutoShape 159">
                <a:extLst>
                  <a:ext uri="{FF2B5EF4-FFF2-40B4-BE49-F238E27FC236}">
                    <a16:creationId xmlns:a16="http://schemas.microsoft.com/office/drawing/2014/main" id="{B6A7EF14-C20A-4718-9AA5-4555759445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4"/>
                <a:ext cx="690" cy="106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58834" name="Rectangle 160">
              <a:extLst>
                <a:ext uri="{FF2B5EF4-FFF2-40B4-BE49-F238E27FC236}">
                  <a16:creationId xmlns:a16="http://schemas.microsoft.com/office/drawing/2014/main" id="{0E1F5925-4F11-4B2E-A010-7F8A111674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8" y="429"/>
              <a:ext cx="68" cy="2290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58835" name="Freeform 161">
              <a:extLst>
                <a:ext uri="{FF2B5EF4-FFF2-40B4-BE49-F238E27FC236}">
                  <a16:creationId xmlns:a16="http://schemas.microsoft.com/office/drawing/2014/main" id="{2178F337-A893-4A26-8C60-1DFFA122D86D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 w 296"/>
                <a:gd name="T3" fmla="*/ 2 h 256"/>
                <a:gd name="T4" fmla="*/ 2 w 296"/>
                <a:gd name="T5" fmla="*/ 2 h 256"/>
                <a:gd name="T6" fmla="*/ 0 w 296"/>
                <a:gd name="T7" fmla="*/ 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58836" name="Freeform 162">
              <a:extLst>
                <a:ext uri="{FF2B5EF4-FFF2-40B4-BE49-F238E27FC236}">
                  <a16:creationId xmlns:a16="http://schemas.microsoft.com/office/drawing/2014/main" id="{6412AB95-61E8-447E-BDCE-2E9B525A77A2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 w 304"/>
                <a:gd name="T3" fmla="*/ 2 h 288"/>
                <a:gd name="T4" fmla="*/ 2 w 304"/>
                <a:gd name="T5" fmla="*/ 2 h 288"/>
                <a:gd name="T6" fmla="*/ 2 w 304"/>
                <a:gd name="T7" fmla="*/ 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58837" name="Oval 163">
              <a:extLst>
                <a:ext uri="{FF2B5EF4-FFF2-40B4-BE49-F238E27FC236}">
                  <a16:creationId xmlns:a16="http://schemas.microsoft.com/office/drawing/2014/main" id="{4A5EE563-011C-4DC7-8FBC-C785EAC0BF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20" y="2612"/>
              <a:ext cx="45" cy="96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58838" name="Freeform 164">
              <a:extLst>
                <a:ext uri="{FF2B5EF4-FFF2-40B4-BE49-F238E27FC236}">
                  <a16:creationId xmlns:a16="http://schemas.microsoft.com/office/drawing/2014/main" id="{508E8DA0-FC20-4E04-BCD7-79EC7EC54CF8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 h 240"/>
                <a:gd name="T2" fmla="*/ 2 w 306"/>
                <a:gd name="T3" fmla="*/ 3 h 240"/>
                <a:gd name="T4" fmla="*/ 2 w 306"/>
                <a:gd name="T5" fmla="*/ 3 h 240"/>
                <a:gd name="T6" fmla="*/ 2 w 306"/>
                <a:gd name="T7" fmla="*/ 0 h 240"/>
                <a:gd name="T8" fmla="*/ 0 w 306"/>
                <a:gd name="T9" fmla="*/ 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58839" name="AutoShape 165">
              <a:extLst>
                <a:ext uri="{FF2B5EF4-FFF2-40B4-BE49-F238E27FC236}">
                  <a16:creationId xmlns:a16="http://schemas.microsoft.com/office/drawing/2014/main" id="{D2EDEC22-59B1-417D-A682-D9BA70B604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6"/>
              <a:ext cx="1199" cy="149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58840" name="AutoShape 166">
              <a:extLst>
                <a:ext uri="{FF2B5EF4-FFF2-40B4-BE49-F238E27FC236}">
                  <a16:creationId xmlns:a16="http://schemas.microsoft.com/office/drawing/2014/main" id="{F170656F-9E13-451A-99D2-87DECFC447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3"/>
              <a:ext cx="1069" cy="80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58841" name="Oval 167">
              <a:extLst>
                <a:ext uri="{FF2B5EF4-FFF2-40B4-BE49-F238E27FC236}">
                  <a16:creationId xmlns:a16="http://schemas.microsoft.com/office/drawing/2014/main" id="{54A07379-D509-46B4-AB8E-390E95FA4B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10" y="2384"/>
              <a:ext cx="158" cy="143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58842" name="Oval 168">
              <a:extLst>
                <a:ext uri="{FF2B5EF4-FFF2-40B4-BE49-F238E27FC236}">
                  <a16:creationId xmlns:a16="http://schemas.microsoft.com/office/drawing/2014/main" id="{70DBA0E5-C1B3-4047-884B-71358D04160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5" y="2384"/>
              <a:ext cx="158" cy="143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8843" name="Oval 169">
              <a:extLst>
                <a:ext uri="{FF2B5EF4-FFF2-40B4-BE49-F238E27FC236}">
                  <a16:creationId xmlns:a16="http://schemas.microsoft.com/office/drawing/2014/main" id="{CE6F280C-1936-4AEB-B7A2-1BCB607E10D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0" y="2379"/>
              <a:ext cx="158" cy="143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58844" name="Rectangle 170">
              <a:extLst>
                <a:ext uri="{FF2B5EF4-FFF2-40B4-BE49-F238E27FC236}">
                  <a16:creationId xmlns:a16="http://schemas.microsoft.com/office/drawing/2014/main" id="{7EE2FF67-9566-48CE-8F1A-B7F135D277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2" y="1837"/>
              <a:ext cx="85" cy="760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</p:grpSp>
      <p:grpSp>
        <p:nvGrpSpPr>
          <p:cNvPr id="158727" name="Group 105">
            <a:extLst>
              <a:ext uri="{FF2B5EF4-FFF2-40B4-BE49-F238E27FC236}">
                <a16:creationId xmlns:a16="http://schemas.microsoft.com/office/drawing/2014/main" id="{69E95C51-DAA6-44D0-AACD-94C297C68685}"/>
              </a:ext>
            </a:extLst>
          </p:cNvPr>
          <p:cNvGrpSpPr>
            <a:grpSpLocks/>
          </p:cNvGrpSpPr>
          <p:nvPr/>
        </p:nvGrpSpPr>
        <p:grpSpPr bwMode="auto">
          <a:xfrm>
            <a:off x="8178800" y="2836863"/>
            <a:ext cx="433388" cy="715962"/>
            <a:chOff x="4140" y="429"/>
            <a:chExt cx="1425" cy="2396"/>
          </a:xfrm>
        </p:grpSpPr>
        <p:sp>
          <p:nvSpPr>
            <p:cNvPr id="158789" name="Freeform 106">
              <a:extLst>
                <a:ext uri="{FF2B5EF4-FFF2-40B4-BE49-F238E27FC236}">
                  <a16:creationId xmlns:a16="http://schemas.microsoft.com/office/drawing/2014/main" id="{4447ED62-24E3-48EE-A9D4-6FAAE7E9D2F6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2 w 354"/>
                <a:gd name="T3" fmla="*/ 3 h 2742"/>
                <a:gd name="T4" fmla="*/ 2 w 354"/>
                <a:gd name="T5" fmla="*/ 3 h 2742"/>
                <a:gd name="T6" fmla="*/ 0 w 354"/>
                <a:gd name="T7" fmla="*/ 3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58790" name="Rectangle 107">
              <a:extLst>
                <a:ext uri="{FF2B5EF4-FFF2-40B4-BE49-F238E27FC236}">
                  <a16:creationId xmlns:a16="http://schemas.microsoft.com/office/drawing/2014/main" id="{A54CB4C2-8621-4430-AC25-0C85CDC8B73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4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58791" name="Freeform 108">
              <a:extLst>
                <a:ext uri="{FF2B5EF4-FFF2-40B4-BE49-F238E27FC236}">
                  <a16:creationId xmlns:a16="http://schemas.microsoft.com/office/drawing/2014/main" id="{A63145CB-84E6-4C87-B302-E3FDAABA58E1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2 w 211"/>
                <a:gd name="T3" fmla="*/ 3 h 2537"/>
                <a:gd name="T4" fmla="*/ 2 w 211"/>
                <a:gd name="T5" fmla="*/ 3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58792" name="Freeform 109">
              <a:extLst>
                <a:ext uri="{FF2B5EF4-FFF2-40B4-BE49-F238E27FC236}">
                  <a16:creationId xmlns:a16="http://schemas.microsoft.com/office/drawing/2014/main" id="{D5255E40-DE98-4CC7-A8B3-D0DA0F79E300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3 h 226"/>
                <a:gd name="T4" fmla="*/ 2 w 328"/>
                <a:gd name="T5" fmla="*/ 3 h 226"/>
                <a:gd name="T6" fmla="*/ 0 w 328"/>
                <a:gd name="T7" fmla="*/ 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58793" name="Rectangle 110">
              <a:extLst>
                <a:ext uri="{FF2B5EF4-FFF2-40B4-BE49-F238E27FC236}">
                  <a16:creationId xmlns:a16="http://schemas.microsoft.com/office/drawing/2014/main" id="{02CE6E05-17F8-4651-B7AC-FD4EAFBCE61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3" y="695"/>
              <a:ext cx="595" cy="4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158794" name="Group 111">
              <a:extLst>
                <a:ext uri="{FF2B5EF4-FFF2-40B4-BE49-F238E27FC236}">
                  <a16:creationId xmlns:a16="http://schemas.microsoft.com/office/drawing/2014/main" id="{26E7CC64-0D7A-4B4C-802E-1C82F953727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58819" name="AutoShape 112">
                <a:extLst>
                  <a:ext uri="{FF2B5EF4-FFF2-40B4-BE49-F238E27FC236}">
                    <a16:creationId xmlns:a16="http://schemas.microsoft.com/office/drawing/2014/main" id="{A2EACD61-407A-40D5-B8F8-AD825B6E4E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8"/>
                <a:ext cx="723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58820" name="AutoShape 113">
                <a:extLst>
                  <a:ext uri="{FF2B5EF4-FFF2-40B4-BE49-F238E27FC236}">
                    <a16:creationId xmlns:a16="http://schemas.microsoft.com/office/drawing/2014/main" id="{5B100F18-CD63-4510-9773-C5F48CBC45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3"/>
                <a:ext cx="690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58795" name="Rectangle 114">
              <a:extLst>
                <a:ext uri="{FF2B5EF4-FFF2-40B4-BE49-F238E27FC236}">
                  <a16:creationId xmlns:a16="http://schemas.microsoft.com/office/drawing/2014/main" id="{F8ED1D2C-CE74-4513-BDCF-D7DD10D052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4" y="1019"/>
              <a:ext cx="595" cy="4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158796" name="Group 115">
              <a:extLst>
                <a:ext uri="{FF2B5EF4-FFF2-40B4-BE49-F238E27FC236}">
                  <a16:creationId xmlns:a16="http://schemas.microsoft.com/office/drawing/2014/main" id="{A57F3747-1B85-4C64-92C0-80393248B00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58817" name="AutoShape 116">
                <a:extLst>
                  <a:ext uri="{FF2B5EF4-FFF2-40B4-BE49-F238E27FC236}">
                    <a16:creationId xmlns:a16="http://schemas.microsoft.com/office/drawing/2014/main" id="{8ABAEE8B-AFE9-4557-8BB1-BAC55961AB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66"/>
                <a:ext cx="730" cy="143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58818" name="AutoShape 117">
                <a:extLst>
                  <a:ext uri="{FF2B5EF4-FFF2-40B4-BE49-F238E27FC236}">
                    <a16:creationId xmlns:a16="http://schemas.microsoft.com/office/drawing/2014/main" id="{0BB686EA-BB97-45A7-A94F-CB2D88F3DA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3"/>
                <a:ext cx="697" cy="110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58797" name="Rectangle 118">
              <a:extLst>
                <a:ext uri="{FF2B5EF4-FFF2-40B4-BE49-F238E27FC236}">
                  <a16:creationId xmlns:a16="http://schemas.microsoft.com/office/drawing/2014/main" id="{A47E8BB3-40F6-4F14-8CC0-C294D77E0A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8" y="1359"/>
              <a:ext cx="595" cy="4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58798" name="Rectangle 119">
              <a:extLst>
                <a:ext uri="{FF2B5EF4-FFF2-40B4-BE49-F238E27FC236}">
                  <a16:creationId xmlns:a16="http://schemas.microsoft.com/office/drawing/2014/main" id="{09A21890-D187-48EB-9E5B-896AC63C6F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9" y="1656"/>
              <a:ext cx="595" cy="4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158799" name="Group 120">
              <a:extLst>
                <a:ext uri="{FF2B5EF4-FFF2-40B4-BE49-F238E27FC236}">
                  <a16:creationId xmlns:a16="http://schemas.microsoft.com/office/drawing/2014/main" id="{9F8E01C1-10A8-45DA-9F4B-581882F736B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58815" name="AutoShape 121">
                <a:extLst>
                  <a:ext uri="{FF2B5EF4-FFF2-40B4-BE49-F238E27FC236}">
                    <a16:creationId xmlns:a16="http://schemas.microsoft.com/office/drawing/2014/main" id="{FB14E4A4-5145-4F3B-B1FA-5273EE5C50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4" y="2570"/>
                <a:ext cx="722" cy="137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58816" name="AutoShape 122">
                <a:extLst>
                  <a:ext uri="{FF2B5EF4-FFF2-40B4-BE49-F238E27FC236}">
                    <a16:creationId xmlns:a16="http://schemas.microsoft.com/office/drawing/2014/main" id="{80631781-FAA7-49A7-A7FF-31F4E40856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7" y="2585"/>
                <a:ext cx="683" cy="10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58800" name="Freeform 123">
              <a:extLst>
                <a:ext uri="{FF2B5EF4-FFF2-40B4-BE49-F238E27FC236}">
                  <a16:creationId xmlns:a16="http://schemas.microsoft.com/office/drawing/2014/main" id="{DF73AC09-5FC8-41AC-93AF-1ABE0F4674B6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2 h 226"/>
                <a:gd name="T4" fmla="*/ 2 w 328"/>
                <a:gd name="T5" fmla="*/ 2 h 226"/>
                <a:gd name="T6" fmla="*/ 0 w 328"/>
                <a:gd name="T7" fmla="*/ 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158801" name="Group 124">
              <a:extLst>
                <a:ext uri="{FF2B5EF4-FFF2-40B4-BE49-F238E27FC236}">
                  <a16:creationId xmlns:a16="http://schemas.microsoft.com/office/drawing/2014/main" id="{E08ABA17-2FF9-40B7-B325-E98B8E46726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58813" name="AutoShape 125">
                <a:extLst>
                  <a:ext uri="{FF2B5EF4-FFF2-40B4-BE49-F238E27FC236}">
                    <a16:creationId xmlns:a16="http://schemas.microsoft.com/office/drawing/2014/main" id="{15ACC94D-37A9-4C3B-977E-F4D64CE5CB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8"/>
                <a:ext cx="722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58814" name="AutoShape 126">
                <a:extLst>
                  <a:ext uri="{FF2B5EF4-FFF2-40B4-BE49-F238E27FC236}">
                    <a16:creationId xmlns:a16="http://schemas.microsoft.com/office/drawing/2014/main" id="{ACD82851-AAC8-4330-9DC8-9EFBB8006D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4"/>
                <a:ext cx="689" cy="106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58802" name="Rectangle 127">
              <a:extLst>
                <a:ext uri="{FF2B5EF4-FFF2-40B4-BE49-F238E27FC236}">
                  <a16:creationId xmlns:a16="http://schemas.microsoft.com/office/drawing/2014/main" id="{CC016200-B1B3-4807-BF28-69178519AB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2" y="429"/>
              <a:ext cx="68" cy="2290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58803" name="Freeform 128">
              <a:extLst>
                <a:ext uri="{FF2B5EF4-FFF2-40B4-BE49-F238E27FC236}">
                  <a16:creationId xmlns:a16="http://schemas.microsoft.com/office/drawing/2014/main" id="{3572D6F2-536A-4079-86C5-4D8D97B42C0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 w 296"/>
                <a:gd name="T3" fmla="*/ 2 h 256"/>
                <a:gd name="T4" fmla="*/ 2 w 296"/>
                <a:gd name="T5" fmla="*/ 2 h 256"/>
                <a:gd name="T6" fmla="*/ 0 w 296"/>
                <a:gd name="T7" fmla="*/ 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58804" name="Freeform 129">
              <a:extLst>
                <a:ext uri="{FF2B5EF4-FFF2-40B4-BE49-F238E27FC236}">
                  <a16:creationId xmlns:a16="http://schemas.microsoft.com/office/drawing/2014/main" id="{4E5A284C-A719-43A4-840D-41512C8B6000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 w 304"/>
                <a:gd name="T3" fmla="*/ 2 h 288"/>
                <a:gd name="T4" fmla="*/ 2 w 304"/>
                <a:gd name="T5" fmla="*/ 2 h 288"/>
                <a:gd name="T6" fmla="*/ 2 w 304"/>
                <a:gd name="T7" fmla="*/ 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58805" name="Oval 130">
              <a:extLst>
                <a:ext uri="{FF2B5EF4-FFF2-40B4-BE49-F238E27FC236}">
                  <a16:creationId xmlns:a16="http://schemas.microsoft.com/office/drawing/2014/main" id="{EF4D01D7-BA8A-4575-949E-BC42E49464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8" y="2612"/>
              <a:ext cx="47" cy="96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58806" name="Freeform 131">
              <a:extLst>
                <a:ext uri="{FF2B5EF4-FFF2-40B4-BE49-F238E27FC236}">
                  <a16:creationId xmlns:a16="http://schemas.microsoft.com/office/drawing/2014/main" id="{93A084E6-AC18-42AE-85D9-F1EA22BDBA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 h 240"/>
                <a:gd name="T2" fmla="*/ 2 w 306"/>
                <a:gd name="T3" fmla="*/ 3 h 240"/>
                <a:gd name="T4" fmla="*/ 2 w 306"/>
                <a:gd name="T5" fmla="*/ 3 h 240"/>
                <a:gd name="T6" fmla="*/ 2 w 306"/>
                <a:gd name="T7" fmla="*/ 0 h 240"/>
                <a:gd name="T8" fmla="*/ 0 w 306"/>
                <a:gd name="T9" fmla="*/ 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58807" name="AutoShape 132">
              <a:extLst>
                <a:ext uri="{FF2B5EF4-FFF2-40B4-BE49-F238E27FC236}">
                  <a16:creationId xmlns:a16="http://schemas.microsoft.com/office/drawing/2014/main" id="{CB8B0A6B-69D0-4BF3-8AD1-11790E0959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6"/>
              <a:ext cx="1201" cy="149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58808" name="AutoShape 133">
              <a:extLst>
                <a:ext uri="{FF2B5EF4-FFF2-40B4-BE49-F238E27FC236}">
                  <a16:creationId xmlns:a16="http://schemas.microsoft.com/office/drawing/2014/main" id="{E32CA372-716E-4470-B641-B0FB04B002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3"/>
              <a:ext cx="1070" cy="80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58809" name="Oval 134">
              <a:extLst>
                <a:ext uri="{FF2B5EF4-FFF2-40B4-BE49-F238E27FC236}">
                  <a16:creationId xmlns:a16="http://schemas.microsoft.com/office/drawing/2014/main" id="{D9B3FF9C-EFFD-4827-9A00-AA8D43BF0F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4"/>
              <a:ext cx="157" cy="143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58810" name="Oval 135">
              <a:extLst>
                <a:ext uri="{FF2B5EF4-FFF2-40B4-BE49-F238E27FC236}">
                  <a16:creationId xmlns:a16="http://schemas.microsoft.com/office/drawing/2014/main" id="{F04C0F00-8FDF-4CE6-9494-5DCE25F8F06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5" y="2384"/>
              <a:ext cx="162" cy="143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8811" name="Oval 136">
              <a:extLst>
                <a:ext uri="{FF2B5EF4-FFF2-40B4-BE49-F238E27FC236}">
                  <a16:creationId xmlns:a16="http://schemas.microsoft.com/office/drawing/2014/main" id="{4BCDCAA9-64B8-4F7D-B3A8-C236D707C7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2" y="2379"/>
              <a:ext cx="157" cy="143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58812" name="Rectangle 137">
              <a:extLst>
                <a:ext uri="{FF2B5EF4-FFF2-40B4-BE49-F238E27FC236}">
                  <a16:creationId xmlns:a16="http://schemas.microsoft.com/office/drawing/2014/main" id="{DBE6B388-BCB4-4E6F-8F63-610F5A8EB5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4" y="1837"/>
              <a:ext cx="84" cy="760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</p:grpSp>
      <p:pic>
        <p:nvPicPr>
          <p:cNvPr id="158728" name="Picture 63" descr="underline_base">
            <a:extLst>
              <a:ext uri="{FF2B5EF4-FFF2-40B4-BE49-F238E27FC236}">
                <a16:creationId xmlns:a16="http://schemas.microsoft.com/office/drawing/2014/main" id="{BBAEAC4D-599C-44C6-9814-4FDEE3D7AE78}"/>
              </a:ext>
            </a:extLst>
          </p:cNvPr>
          <p:cNvPicPr>
            <a:picLocks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288" y="893763"/>
            <a:ext cx="59420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8729" name="Rectangle 2">
            <a:extLst>
              <a:ext uri="{FF2B5EF4-FFF2-40B4-BE49-F238E27FC236}">
                <a16:creationId xmlns:a16="http://schemas.microsoft.com/office/drawing/2014/main" id="{D0B8040C-96C1-42C6-8CFE-718739469F1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33375" y="234950"/>
            <a:ext cx="7772400" cy="892175"/>
          </a:xfrm>
        </p:spPr>
        <p:txBody>
          <a:bodyPr/>
          <a:lstStyle/>
          <a:p>
            <a:r>
              <a:rPr lang="en-US" altLang="zh-TW" sz="4000">
                <a:ea typeface="ＭＳ Ｐゴシック" panose="020B0600070205080204" pitchFamily="34" charset="-128"/>
              </a:rPr>
              <a:t>Web caches (proxy server)</a:t>
            </a:r>
            <a:endParaRPr lang="en-US" altLang="zh-TW">
              <a:ea typeface="ＭＳ Ｐゴシック" panose="020B0600070205080204" pitchFamily="34" charset="-128"/>
            </a:endParaRPr>
          </a:p>
        </p:txBody>
      </p:sp>
      <p:sp>
        <p:nvSpPr>
          <p:cNvPr id="158730" name="Rectangle 3">
            <a:extLst>
              <a:ext uri="{FF2B5EF4-FFF2-40B4-BE49-F238E27FC236}">
                <a16:creationId xmlns:a16="http://schemas.microsoft.com/office/drawing/2014/main" id="{FA1B9912-4A13-4F84-9B7F-2DCB983796DF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279400" y="1957388"/>
            <a:ext cx="3767138" cy="3762375"/>
          </a:xfrm>
        </p:spPr>
        <p:txBody>
          <a:bodyPr/>
          <a:lstStyle/>
          <a:p>
            <a:r>
              <a:rPr lang="en-US" altLang="zh-TW" sz="2400">
                <a:ea typeface="ＭＳ Ｐゴシック" panose="020B0600070205080204" pitchFamily="34" charset="-128"/>
              </a:rPr>
              <a:t>user sets browser: Web accesses via </a:t>
            </a:r>
            <a:r>
              <a:rPr lang="en-US" altLang="zh-TW" sz="2400">
                <a:solidFill>
                  <a:srgbClr val="FF0000"/>
                </a:solidFill>
                <a:ea typeface="ＭＳ Ｐゴシック" panose="020B0600070205080204" pitchFamily="34" charset="-128"/>
              </a:rPr>
              <a:t>cache</a:t>
            </a:r>
            <a:r>
              <a:rPr lang="en-US" altLang="zh-TW" sz="2400">
                <a:ea typeface="ＭＳ Ｐゴシック" panose="020B0600070205080204" pitchFamily="34" charset="-128"/>
              </a:rPr>
              <a:t> (i.e., </a:t>
            </a:r>
            <a:r>
              <a:rPr lang="en-US" altLang="zh-TW" sz="2400">
                <a:solidFill>
                  <a:srgbClr val="FF0000"/>
                </a:solidFill>
                <a:ea typeface="ＭＳ Ｐゴシック" panose="020B0600070205080204" pitchFamily="34" charset="-128"/>
              </a:rPr>
              <a:t>proxy server</a:t>
            </a:r>
            <a:r>
              <a:rPr lang="en-US" altLang="zh-TW" sz="2400">
                <a:ea typeface="ＭＳ Ｐゴシック" panose="020B0600070205080204" pitchFamily="34" charset="-128"/>
              </a:rPr>
              <a:t>)</a:t>
            </a:r>
            <a:endParaRPr lang="en-US" altLang="zh-TW" sz="2400">
              <a:solidFill>
                <a:srgbClr val="FF0000"/>
              </a:solidFill>
              <a:ea typeface="ＭＳ Ｐゴシック" panose="020B0600070205080204" pitchFamily="34" charset="-128"/>
            </a:endParaRPr>
          </a:p>
          <a:p>
            <a:r>
              <a:rPr lang="en-US" altLang="zh-TW" sz="2400">
                <a:ea typeface="ＭＳ Ｐゴシック" panose="020B0600070205080204" pitchFamily="34" charset="-128"/>
              </a:rPr>
              <a:t>browser sends all HTTP requests to cache</a:t>
            </a:r>
          </a:p>
          <a:p>
            <a:pPr lvl="1"/>
            <a:r>
              <a:rPr lang="en-US" altLang="zh-TW">
                <a:ea typeface="ＭＳ Ｐゴシック" panose="020B0600070205080204" pitchFamily="34" charset="-128"/>
              </a:rPr>
              <a:t>object in cache: cache returns object </a:t>
            </a:r>
          </a:p>
          <a:p>
            <a:pPr lvl="1"/>
            <a:r>
              <a:rPr lang="en-US" altLang="zh-TW">
                <a:ea typeface="ＭＳ Ｐゴシック" panose="020B0600070205080204" pitchFamily="34" charset="-128"/>
              </a:rPr>
              <a:t>else cache requests object from origin server, then returns object to client</a:t>
            </a:r>
          </a:p>
        </p:txBody>
      </p:sp>
      <p:sp>
        <p:nvSpPr>
          <p:cNvPr id="158731" name="Rectangle 4">
            <a:extLst>
              <a:ext uri="{FF2B5EF4-FFF2-40B4-BE49-F238E27FC236}">
                <a16:creationId xmlns:a16="http://schemas.microsoft.com/office/drawing/2014/main" id="{702A3B3D-F9E9-4809-A00E-48E22C6EF6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3700" y="1265238"/>
            <a:ext cx="8750300" cy="596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zh-TW" i="1">
                <a:solidFill>
                  <a:srgbClr val="CC0000"/>
                </a:solidFill>
              </a:rPr>
              <a:t>goal:</a:t>
            </a:r>
            <a:r>
              <a:rPr lang="en-US" altLang="zh-TW"/>
              <a:t> </a:t>
            </a:r>
            <a:r>
              <a:rPr lang="en-US" altLang="zh-TW">
                <a:solidFill>
                  <a:srgbClr val="0070C0"/>
                </a:solidFill>
              </a:rPr>
              <a:t>satisfy client request without involving origin server</a:t>
            </a:r>
          </a:p>
        </p:txBody>
      </p:sp>
      <p:sp>
        <p:nvSpPr>
          <p:cNvPr id="158732" name="Text Box 6">
            <a:extLst>
              <a:ext uri="{FF2B5EF4-FFF2-40B4-BE49-F238E27FC236}">
                <a16:creationId xmlns:a16="http://schemas.microsoft.com/office/drawing/2014/main" id="{64F78789-40D7-4FFD-8749-33E036553D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71950" y="3368675"/>
            <a:ext cx="65722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client</a:t>
            </a:r>
            <a:endParaRPr lang="en-US" altLang="zh-TW" sz="2400">
              <a:latin typeface="Arial" panose="020B0604020202020204" pitchFamily="34" charset="0"/>
            </a:endParaRPr>
          </a:p>
        </p:txBody>
      </p:sp>
      <p:sp>
        <p:nvSpPr>
          <p:cNvPr id="158733" name="Text Box 8">
            <a:extLst>
              <a:ext uri="{FF2B5EF4-FFF2-40B4-BE49-F238E27FC236}">
                <a16:creationId xmlns:a16="http://schemas.microsoft.com/office/drawing/2014/main" id="{29B466D5-602B-409D-8DAE-2F53AF2C171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57888" y="2774950"/>
            <a:ext cx="889000" cy="701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proxy</a:t>
            </a:r>
          </a:p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server</a:t>
            </a:r>
            <a:endParaRPr lang="en-US" altLang="zh-TW" sz="2400">
              <a:latin typeface="Arial" panose="020B0604020202020204" pitchFamily="34" charset="0"/>
            </a:endParaRPr>
          </a:p>
        </p:txBody>
      </p:sp>
      <p:sp>
        <p:nvSpPr>
          <p:cNvPr id="158734" name="Text Box 21">
            <a:extLst>
              <a:ext uri="{FF2B5EF4-FFF2-40B4-BE49-F238E27FC236}">
                <a16:creationId xmlns:a16="http://schemas.microsoft.com/office/drawing/2014/main" id="{FFC3C436-7A1E-4395-A85F-6E8EAAE355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94188" y="5340350"/>
            <a:ext cx="65722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client</a:t>
            </a:r>
            <a:endParaRPr lang="en-US" altLang="zh-TW" sz="2400">
              <a:latin typeface="Arial" panose="020B0604020202020204" pitchFamily="34" charset="0"/>
            </a:endParaRPr>
          </a:p>
        </p:txBody>
      </p:sp>
      <p:grpSp>
        <p:nvGrpSpPr>
          <p:cNvPr id="14" name="Group 53">
            <a:extLst>
              <a:ext uri="{FF2B5EF4-FFF2-40B4-BE49-F238E27FC236}">
                <a16:creationId xmlns:a16="http://schemas.microsoft.com/office/drawing/2014/main" id="{4C8E6D69-6EE1-4C41-A914-7CE3E7629F20}"/>
              </a:ext>
            </a:extLst>
          </p:cNvPr>
          <p:cNvGrpSpPr>
            <a:grpSpLocks/>
          </p:cNvGrpSpPr>
          <p:nvPr/>
        </p:nvGrpSpPr>
        <p:grpSpPr bwMode="auto">
          <a:xfrm>
            <a:off x="4597400" y="4095750"/>
            <a:ext cx="1563688" cy="760413"/>
            <a:chOff x="2896" y="2580"/>
            <a:chExt cx="985" cy="479"/>
          </a:xfrm>
        </p:grpSpPr>
        <p:sp>
          <p:nvSpPr>
            <p:cNvPr id="158787" name="Line 19">
              <a:extLst>
                <a:ext uri="{FF2B5EF4-FFF2-40B4-BE49-F238E27FC236}">
                  <a16:creationId xmlns:a16="http://schemas.microsoft.com/office/drawing/2014/main" id="{F26A82B0-CE78-4170-A0A1-B6A8D1DC521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998" y="2580"/>
              <a:ext cx="883" cy="479"/>
            </a:xfrm>
            <a:prstGeom prst="line">
              <a:avLst/>
            </a:prstGeom>
            <a:noFill/>
            <a:ln w="28575">
              <a:solidFill>
                <a:srgbClr val="CC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58788" name="Text Box 23">
              <a:extLst>
                <a:ext uri="{FF2B5EF4-FFF2-40B4-BE49-F238E27FC236}">
                  <a16:creationId xmlns:a16="http://schemas.microsoft.com/office/drawing/2014/main" id="{CBADC482-8C82-4333-9511-426AE464ED0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1692639">
              <a:off x="2896" y="2646"/>
              <a:ext cx="91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CC0000"/>
                  </a:solidFill>
                  <a:latin typeface="Arial" panose="020B0604020202020204" pitchFamily="34" charset="0"/>
                </a:rPr>
                <a:t>HTTP request</a:t>
              </a:r>
              <a:endParaRPr lang="en-US" altLang="zh-TW" sz="2400">
                <a:solidFill>
                  <a:srgbClr val="CC0000"/>
                </a:solidFill>
                <a:latin typeface="Arial" panose="020B0604020202020204" pitchFamily="34" charset="0"/>
              </a:endParaRPr>
            </a:p>
          </p:txBody>
        </p:sp>
      </p:grpSp>
      <p:grpSp>
        <p:nvGrpSpPr>
          <p:cNvPr id="15" name="Group 54">
            <a:extLst>
              <a:ext uri="{FF2B5EF4-FFF2-40B4-BE49-F238E27FC236}">
                <a16:creationId xmlns:a16="http://schemas.microsoft.com/office/drawing/2014/main" id="{42A1210D-D756-427B-9030-4B796983A8B4}"/>
              </a:ext>
            </a:extLst>
          </p:cNvPr>
          <p:cNvGrpSpPr>
            <a:grpSpLocks/>
          </p:cNvGrpSpPr>
          <p:nvPr/>
        </p:nvGrpSpPr>
        <p:grpSpPr bwMode="auto">
          <a:xfrm>
            <a:off x="4781550" y="4183063"/>
            <a:ext cx="1604963" cy="785812"/>
            <a:chOff x="3012" y="2635"/>
            <a:chExt cx="1011" cy="495"/>
          </a:xfrm>
        </p:grpSpPr>
        <p:sp>
          <p:nvSpPr>
            <p:cNvPr id="158785" name="Line 20">
              <a:extLst>
                <a:ext uri="{FF2B5EF4-FFF2-40B4-BE49-F238E27FC236}">
                  <a16:creationId xmlns:a16="http://schemas.microsoft.com/office/drawing/2014/main" id="{0E235936-AF07-4191-8E47-947569A5737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30" y="2635"/>
              <a:ext cx="884" cy="495"/>
            </a:xfrm>
            <a:prstGeom prst="line">
              <a:avLst/>
            </a:prstGeom>
            <a:noFill/>
            <a:ln w="28575">
              <a:solidFill>
                <a:srgbClr val="CC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58786" name="Text Box 25">
              <a:extLst>
                <a:ext uri="{FF2B5EF4-FFF2-40B4-BE49-F238E27FC236}">
                  <a16:creationId xmlns:a16="http://schemas.microsoft.com/office/drawing/2014/main" id="{C61BD55F-16EB-4E76-93F6-AF859CE0307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1737783">
              <a:off x="3012" y="2847"/>
              <a:ext cx="1011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CC0000"/>
                  </a:solidFill>
                  <a:latin typeface="Arial" panose="020B0604020202020204" pitchFamily="34" charset="0"/>
                </a:rPr>
                <a:t>HTTP response</a:t>
              </a:r>
              <a:endParaRPr lang="en-US" altLang="zh-TW" sz="2400">
                <a:solidFill>
                  <a:srgbClr val="CC0000"/>
                </a:solidFill>
                <a:latin typeface="Arial" panose="020B0604020202020204" pitchFamily="34" charset="0"/>
              </a:endParaRPr>
            </a:p>
          </p:txBody>
        </p:sp>
      </p:grpSp>
      <p:grpSp>
        <p:nvGrpSpPr>
          <p:cNvPr id="16" name="Group 49">
            <a:extLst>
              <a:ext uri="{FF2B5EF4-FFF2-40B4-BE49-F238E27FC236}">
                <a16:creationId xmlns:a16="http://schemas.microsoft.com/office/drawing/2014/main" id="{7533DCBA-67A0-4F6D-AE00-A40C0C55C255}"/>
              </a:ext>
            </a:extLst>
          </p:cNvPr>
          <p:cNvGrpSpPr>
            <a:grpSpLocks/>
          </p:cNvGrpSpPr>
          <p:nvPr/>
        </p:nvGrpSpPr>
        <p:grpSpPr bwMode="auto">
          <a:xfrm>
            <a:off x="4765675" y="3124200"/>
            <a:ext cx="3251200" cy="730250"/>
            <a:chOff x="3002" y="1979"/>
            <a:chExt cx="2048" cy="460"/>
          </a:xfrm>
        </p:grpSpPr>
        <p:sp>
          <p:nvSpPr>
            <p:cNvPr id="158782" name="Freeform 18">
              <a:extLst>
                <a:ext uri="{FF2B5EF4-FFF2-40B4-BE49-F238E27FC236}">
                  <a16:creationId xmlns:a16="http://schemas.microsoft.com/office/drawing/2014/main" id="{AE24CBAD-8EAD-4305-9A65-93A8003B6A87}"/>
                </a:ext>
              </a:extLst>
            </p:cNvPr>
            <p:cNvSpPr>
              <a:spLocks/>
            </p:cNvSpPr>
            <p:nvPr/>
          </p:nvSpPr>
          <p:spPr bwMode="auto">
            <a:xfrm>
              <a:off x="3002" y="1979"/>
              <a:ext cx="2048" cy="460"/>
            </a:xfrm>
            <a:custGeom>
              <a:avLst/>
              <a:gdLst>
                <a:gd name="T0" fmla="*/ 0 w 2048"/>
                <a:gd name="T1" fmla="*/ 2 h 460"/>
                <a:gd name="T2" fmla="*/ 1011 w 2048"/>
                <a:gd name="T3" fmla="*/ 460 h 460"/>
                <a:gd name="T4" fmla="*/ 2048 w 2048"/>
                <a:gd name="T5" fmla="*/ 0 h 460"/>
                <a:gd name="T6" fmla="*/ 0 60000 65536"/>
                <a:gd name="T7" fmla="*/ 0 60000 65536"/>
                <a:gd name="T8" fmla="*/ 0 60000 65536"/>
                <a:gd name="T9" fmla="*/ 0 w 2048"/>
                <a:gd name="T10" fmla="*/ 0 h 460"/>
                <a:gd name="T11" fmla="*/ 2048 w 2048"/>
                <a:gd name="T12" fmla="*/ 460 h 46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048" h="460">
                  <a:moveTo>
                    <a:pt x="0" y="2"/>
                  </a:moveTo>
                  <a:lnTo>
                    <a:pt x="1011" y="460"/>
                  </a:lnTo>
                  <a:lnTo>
                    <a:pt x="2048" y="0"/>
                  </a:lnTo>
                </a:path>
              </a:pathLst>
            </a:custGeom>
            <a:noFill/>
            <a:ln w="28575">
              <a:solidFill>
                <a:srgbClr val="CC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58783" name="Text Box 22">
              <a:extLst>
                <a:ext uri="{FF2B5EF4-FFF2-40B4-BE49-F238E27FC236}">
                  <a16:creationId xmlns:a16="http://schemas.microsoft.com/office/drawing/2014/main" id="{06CF04B4-65A6-4D91-AB91-A9E81C5225E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422049">
              <a:off x="3083" y="2006"/>
              <a:ext cx="91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CC0000"/>
                  </a:solidFill>
                  <a:latin typeface="Arial" panose="020B0604020202020204" pitchFamily="34" charset="0"/>
                </a:rPr>
                <a:t>HTTP request</a:t>
              </a:r>
              <a:endParaRPr lang="en-US" altLang="zh-TW" sz="2400">
                <a:solidFill>
                  <a:srgbClr val="CC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58784" name="Text Box 45">
              <a:extLst>
                <a:ext uri="{FF2B5EF4-FFF2-40B4-BE49-F238E27FC236}">
                  <a16:creationId xmlns:a16="http://schemas.microsoft.com/office/drawing/2014/main" id="{8061EB5A-3015-4199-B317-002AE9CAE2F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1419968">
              <a:off x="4114" y="2016"/>
              <a:ext cx="91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CC0000"/>
                  </a:solidFill>
                  <a:latin typeface="Arial" panose="020B0604020202020204" pitchFamily="34" charset="0"/>
                </a:rPr>
                <a:t>HTTP request</a:t>
              </a:r>
              <a:endParaRPr lang="en-US" altLang="zh-TW" sz="2400">
                <a:solidFill>
                  <a:srgbClr val="CC0000"/>
                </a:solidFill>
                <a:latin typeface="Arial" panose="020B0604020202020204" pitchFamily="34" charset="0"/>
              </a:endParaRPr>
            </a:p>
          </p:txBody>
        </p:sp>
      </p:grpSp>
      <p:sp>
        <p:nvSpPr>
          <p:cNvPr id="158738" name="Text Box 47">
            <a:extLst>
              <a:ext uri="{FF2B5EF4-FFF2-40B4-BE49-F238E27FC236}">
                <a16:creationId xmlns:a16="http://schemas.microsoft.com/office/drawing/2014/main" id="{AA0F380A-901B-4AF3-B0E8-CDF577AB58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99413" y="5421313"/>
            <a:ext cx="749300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origin </a:t>
            </a:r>
          </a:p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server</a:t>
            </a:r>
            <a:endParaRPr lang="en-US" altLang="zh-TW" sz="2400">
              <a:latin typeface="Arial" panose="020B0604020202020204" pitchFamily="34" charset="0"/>
            </a:endParaRPr>
          </a:p>
        </p:txBody>
      </p:sp>
      <p:sp>
        <p:nvSpPr>
          <p:cNvPr id="158739" name="Text Box 48">
            <a:extLst>
              <a:ext uri="{FF2B5EF4-FFF2-40B4-BE49-F238E27FC236}">
                <a16:creationId xmlns:a16="http://schemas.microsoft.com/office/drawing/2014/main" id="{F255DCF6-702A-49A3-8617-A241A6252C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16875" y="3484563"/>
            <a:ext cx="749300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origin </a:t>
            </a:r>
          </a:p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server</a:t>
            </a:r>
            <a:endParaRPr lang="en-US" altLang="zh-TW" sz="2400">
              <a:latin typeface="Arial" panose="020B0604020202020204" pitchFamily="34" charset="0"/>
            </a:endParaRPr>
          </a:p>
        </p:txBody>
      </p:sp>
      <p:sp>
        <p:nvSpPr>
          <p:cNvPr id="158740" name="Rectangle 55">
            <a:extLst>
              <a:ext uri="{FF2B5EF4-FFF2-40B4-BE49-F238E27FC236}">
                <a16:creationId xmlns:a16="http://schemas.microsoft.com/office/drawing/2014/main" id="{A92A51F0-B23D-4A2D-8C88-EF0C397098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46900" y="4349750"/>
            <a:ext cx="406400" cy="393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endParaRPr lang="zh-TW" altLang="zh-TW" sz="2400">
              <a:latin typeface="Comic Sans MS" panose="030F0702030302020204" pitchFamily="66" charset="0"/>
            </a:endParaRPr>
          </a:p>
        </p:txBody>
      </p:sp>
      <p:pic>
        <p:nvPicPr>
          <p:cNvPr id="158741" name="Picture 56">
            <a:extLst>
              <a:ext uri="{FF2B5EF4-FFF2-40B4-BE49-F238E27FC236}">
                <a16:creationId xmlns:a16="http://schemas.microsoft.com/office/drawing/2014/main" id="{6045E899-64BA-4D0C-BC88-8BD7CD526B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97863" y="2632075"/>
            <a:ext cx="527050" cy="433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7" name="Group 60">
            <a:extLst>
              <a:ext uri="{FF2B5EF4-FFF2-40B4-BE49-F238E27FC236}">
                <a16:creationId xmlns:a16="http://schemas.microsoft.com/office/drawing/2014/main" id="{198E9154-1C4E-4F31-9983-E07417ED847E}"/>
              </a:ext>
            </a:extLst>
          </p:cNvPr>
          <p:cNvGrpSpPr>
            <a:grpSpLocks/>
          </p:cNvGrpSpPr>
          <p:nvPr/>
        </p:nvGrpSpPr>
        <p:grpSpPr bwMode="auto">
          <a:xfrm>
            <a:off x="3992563" y="2671763"/>
            <a:ext cx="4178300" cy="1814512"/>
            <a:chOff x="2515" y="1687"/>
            <a:chExt cx="2632" cy="1143"/>
          </a:xfrm>
        </p:grpSpPr>
        <p:sp>
          <p:nvSpPr>
            <p:cNvPr id="158777" name="Freeform 44">
              <a:extLst>
                <a:ext uri="{FF2B5EF4-FFF2-40B4-BE49-F238E27FC236}">
                  <a16:creationId xmlns:a16="http://schemas.microsoft.com/office/drawing/2014/main" id="{1C66A2EC-BADD-4007-813F-D78C9EBC1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2985" y="2026"/>
              <a:ext cx="2119" cy="476"/>
            </a:xfrm>
            <a:custGeom>
              <a:avLst/>
              <a:gdLst>
                <a:gd name="T0" fmla="*/ 2119 w 2119"/>
                <a:gd name="T1" fmla="*/ 0 h 476"/>
                <a:gd name="T2" fmla="*/ 1020 w 2119"/>
                <a:gd name="T3" fmla="*/ 476 h 476"/>
                <a:gd name="T4" fmla="*/ 0 w 2119"/>
                <a:gd name="T5" fmla="*/ 8 h 476"/>
                <a:gd name="T6" fmla="*/ 0 60000 65536"/>
                <a:gd name="T7" fmla="*/ 0 60000 65536"/>
                <a:gd name="T8" fmla="*/ 0 60000 65536"/>
                <a:gd name="T9" fmla="*/ 0 w 2119"/>
                <a:gd name="T10" fmla="*/ 0 h 476"/>
                <a:gd name="T11" fmla="*/ 2119 w 2119"/>
                <a:gd name="T12" fmla="*/ 476 h 47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119" h="476">
                  <a:moveTo>
                    <a:pt x="2119" y="0"/>
                  </a:moveTo>
                  <a:lnTo>
                    <a:pt x="1020" y="476"/>
                  </a:lnTo>
                  <a:lnTo>
                    <a:pt x="0" y="8"/>
                  </a:lnTo>
                </a:path>
              </a:pathLst>
            </a:custGeom>
            <a:noFill/>
            <a:ln w="28575">
              <a:solidFill>
                <a:srgbClr val="CC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58778" name="Text Box 24">
              <a:extLst>
                <a:ext uri="{FF2B5EF4-FFF2-40B4-BE49-F238E27FC236}">
                  <a16:creationId xmlns:a16="http://schemas.microsoft.com/office/drawing/2014/main" id="{D85D8177-133C-44DA-89B5-1A3540EF5BA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411598">
              <a:off x="2906" y="2244"/>
              <a:ext cx="1011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CC0000"/>
                  </a:solidFill>
                  <a:latin typeface="Arial" panose="020B0604020202020204" pitchFamily="34" charset="0"/>
                </a:rPr>
                <a:t>HTTP response</a:t>
              </a:r>
              <a:endParaRPr lang="en-US" altLang="zh-TW" sz="2400">
                <a:solidFill>
                  <a:srgbClr val="CC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58779" name="Text Box 46">
              <a:extLst>
                <a:ext uri="{FF2B5EF4-FFF2-40B4-BE49-F238E27FC236}">
                  <a16:creationId xmlns:a16="http://schemas.microsoft.com/office/drawing/2014/main" id="{F3B07F33-635E-4F9C-8DA6-6535A751B45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1415789">
              <a:off x="4136" y="2232"/>
              <a:ext cx="1011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CC0000"/>
                  </a:solidFill>
                  <a:latin typeface="Arial" panose="020B0604020202020204" pitchFamily="34" charset="0"/>
                </a:rPr>
                <a:t>HTTP response</a:t>
              </a:r>
              <a:endParaRPr lang="en-US" altLang="zh-TW" sz="2400">
                <a:solidFill>
                  <a:srgbClr val="CC0000"/>
                </a:solidFill>
                <a:latin typeface="Arial" panose="020B0604020202020204" pitchFamily="34" charset="0"/>
              </a:endParaRPr>
            </a:p>
          </p:txBody>
        </p:sp>
        <p:pic>
          <p:nvPicPr>
            <p:cNvPr id="158780" name="Picture 57">
              <a:extLst>
                <a:ext uri="{FF2B5EF4-FFF2-40B4-BE49-F238E27FC236}">
                  <a16:creationId xmlns:a16="http://schemas.microsoft.com/office/drawing/2014/main" id="{A2FF447F-057C-412C-9C3F-4B32CC9CF7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79" y="2557"/>
              <a:ext cx="332" cy="2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58781" name="Picture 59">
              <a:extLst>
                <a:ext uri="{FF2B5EF4-FFF2-40B4-BE49-F238E27FC236}">
                  <a16:creationId xmlns:a16="http://schemas.microsoft.com/office/drawing/2014/main" id="{793F4DB1-E167-4C31-B88D-8A152701273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15" y="1687"/>
              <a:ext cx="332" cy="2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pic>
        <p:nvPicPr>
          <p:cNvPr id="171069" name="Picture 61">
            <a:extLst>
              <a:ext uri="{FF2B5EF4-FFF2-40B4-BE49-F238E27FC236}">
                <a16:creationId xmlns:a16="http://schemas.microsoft.com/office/drawing/2014/main" id="{A14295E8-EE47-4D19-9CFA-2E64340109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40188" y="4613275"/>
            <a:ext cx="527050" cy="433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58744" name="Group 69">
            <a:extLst>
              <a:ext uri="{FF2B5EF4-FFF2-40B4-BE49-F238E27FC236}">
                <a16:creationId xmlns:a16="http://schemas.microsoft.com/office/drawing/2014/main" id="{56FDA819-B6CA-45EB-96A4-0B16160279A8}"/>
              </a:ext>
            </a:extLst>
          </p:cNvPr>
          <p:cNvGrpSpPr>
            <a:grpSpLocks/>
          </p:cNvGrpSpPr>
          <p:nvPr/>
        </p:nvGrpSpPr>
        <p:grpSpPr bwMode="auto">
          <a:xfrm>
            <a:off x="8112125" y="4764088"/>
            <a:ext cx="433388" cy="715962"/>
            <a:chOff x="4140" y="429"/>
            <a:chExt cx="1425" cy="2396"/>
          </a:xfrm>
        </p:grpSpPr>
        <p:sp>
          <p:nvSpPr>
            <p:cNvPr id="158745" name="Freeform 70">
              <a:extLst>
                <a:ext uri="{FF2B5EF4-FFF2-40B4-BE49-F238E27FC236}">
                  <a16:creationId xmlns:a16="http://schemas.microsoft.com/office/drawing/2014/main" id="{08594DAF-AC7C-40E4-872F-1D6C6E54D10B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2 w 354"/>
                <a:gd name="T3" fmla="*/ 3 h 2742"/>
                <a:gd name="T4" fmla="*/ 2 w 354"/>
                <a:gd name="T5" fmla="*/ 3 h 2742"/>
                <a:gd name="T6" fmla="*/ 0 w 354"/>
                <a:gd name="T7" fmla="*/ 3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58746" name="Rectangle 71">
              <a:extLst>
                <a:ext uri="{FF2B5EF4-FFF2-40B4-BE49-F238E27FC236}">
                  <a16:creationId xmlns:a16="http://schemas.microsoft.com/office/drawing/2014/main" id="{CE6F10BD-8D5E-4527-987D-291B69779F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4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58747" name="Freeform 72">
              <a:extLst>
                <a:ext uri="{FF2B5EF4-FFF2-40B4-BE49-F238E27FC236}">
                  <a16:creationId xmlns:a16="http://schemas.microsoft.com/office/drawing/2014/main" id="{9FB95A5A-47CF-41D2-81BF-E7660E79906B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2 w 211"/>
                <a:gd name="T3" fmla="*/ 3 h 2537"/>
                <a:gd name="T4" fmla="*/ 2 w 211"/>
                <a:gd name="T5" fmla="*/ 3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58748" name="Freeform 73">
              <a:extLst>
                <a:ext uri="{FF2B5EF4-FFF2-40B4-BE49-F238E27FC236}">
                  <a16:creationId xmlns:a16="http://schemas.microsoft.com/office/drawing/2014/main" id="{0F65F667-1514-4206-8E5D-96EEC6484D3C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3 h 226"/>
                <a:gd name="T4" fmla="*/ 2 w 328"/>
                <a:gd name="T5" fmla="*/ 3 h 226"/>
                <a:gd name="T6" fmla="*/ 0 w 328"/>
                <a:gd name="T7" fmla="*/ 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58749" name="Rectangle 74">
              <a:extLst>
                <a:ext uri="{FF2B5EF4-FFF2-40B4-BE49-F238E27FC236}">
                  <a16:creationId xmlns:a16="http://schemas.microsoft.com/office/drawing/2014/main" id="{7D09F514-B07C-4D0C-A9EA-0536A94A9A3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3" y="695"/>
              <a:ext cx="595" cy="4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158750" name="Group 75">
              <a:extLst>
                <a:ext uri="{FF2B5EF4-FFF2-40B4-BE49-F238E27FC236}">
                  <a16:creationId xmlns:a16="http://schemas.microsoft.com/office/drawing/2014/main" id="{CBC755D0-00B5-439E-804D-F16CA5877F8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58775" name="AutoShape 76">
                <a:extLst>
                  <a:ext uri="{FF2B5EF4-FFF2-40B4-BE49-F238E27FC236}">
                    <a16:creationId xmlns:a16="http://schemas.microsoft.com/office/drawing/2014/main" id="{6029AA7A-DFBD-4D58-83EA-725A2FB3B4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8"/>
                <a:ext cx="723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58776" name="AutoShape 77">
                <a:extLst>
                  <a:ext uri="{FF2B5EF4-FFF2-40B4-BE49-F238E27FC236}">
                    <a16:creationId xmlns:a16="http://schemas.microsoft.com/office/drawing/2014/main" id="{0DDE0128-13A8-4D6D-A3D7-8428927859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3"/>
                <a:ext cx="690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58751" name="Rectangle 78">
              <a:extLst>
                <a:ext uri="{FF2B5EF4-FFF2-40B4-BE49-F238E27FC236}">
                  <a16:creationId xmlns:a16="http://schemas.microsoft.com/office/drawing/2014/main" id="{31C92631-9ABD-40FD-8313-9C984F0D6D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4" y="1019"/>
              <a:ext cx="595" cy="4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158752" name="Group 79">
              <a:extLst>
                <a:ext uri="{FF2B5EF4-FFF2-40B4-BE49-F238E27FC236}">
                  <a16:creationId xmlns:a16="http://schemas.microsoft.com/office/drawing/2014/main" id="{8DBE8323-27F1-4242-9ABE-7A2606E6ADF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58773" name="AutoShape 80">
                <a:extLst>
                  <a:ext uri="{FF2B5EF4-FFF2-40B4-BE49-F238E27FC236}">
                    <a16:creationId xmlns:a16="http://schemas.microsoft.com/office/drawing/2014/main" id="{493270F9-DCD6-44D2-A2B9-29601AD4F2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66"/>
                <a:ext cx="730" cy="143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58774" name="AutoShape 81">
                <a:extLst>
                  <a:ext uri="{FF2B5EF4-FFF2-40B4-BE49-F238E27FC236}">
                    <a16:creationId xmlns:a16="http://schemas.microsoft.com/office/drawing/2014/main" id="{513AEB6F-15DB-4CD5-938D-C56D2C08C4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3"/>
                <a:ext cx="697" cy="110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58753" name="Rectangle 82">
              <a:extLst>
                <a:ext uri="{FF2B5EF4-FFF2-40B4-BE49-F238E27FC236}">
                  <a16:creationId xmlns:a16="http://schemas.microsoft.com/office/drawing/2014/main" id="{2DA58FC1-84E1-4659-87D8-AD4BD3D161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8" y="1359"/>
              <a:ext cx="595" cy="4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58754" name="Rectangle 83">
              <a:extLst>
                <a:ext uri="{FF2B5EF4-FFF2-40B4-BE49-F238E27FC236}">
                  <a16:creationId xmlns:a16="http://schemas.microsoft.com/office/drawing/2014/main" id="{7631457F-2A59-43EA-9B76-B0455893D5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9" y="1656"/>
              <a:ext cx="595" cy="4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158755" name="Group 84">
              <a:extLst>
                <a:ext uri="{FF2B5EF4-FFF2-40B4-BE49-F238E27FC236}">
                  <a16:creationId xmlns:a16="http://schemas.microsoft.com/office/drawing/2014/main" id="{4CC7F71C-12B2-42AE-A800-470B9551BF1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58771" name="AutoShape 85">
                <a:extLst>
                  <a:ext uri="{FF2B5EF4-FFF2-40B4-BE49-F238E27FC236}">
                    <a16:creationId xmlns:a16="http://schemas.microsoft.com/office/drawing/2014/main" id="{5F4BEDB3-303F-462B-B6F6-4C7AD72A10F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4" y="2570"/>
                <a:ext cx="722" cy="137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58772" name="AutoShape 86">
                <a:extLst>
                  <a:ext uri="{FF2B5EF4-FFF2-40B4-BE49-F238E27FC236}">
                    <a16:creationId xmlns:a16="http://schemas.microsoft.com/office/drawing/2014/main" id="{9122C8B2-4438-4B8E-B0B3-97CC8C5D2C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7" y="2585"/>
                <a:ext cx="683" cy="10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58756" name="Freeform 87">
              <a:extLst>
                <a:ext uri="{FF2B5EF4-FFF2-40B4-BE49-F238E27FC236}">
                  <a16:creationId xmlns:a16="http://schemas.microsoft.com/office/drawing/2014/main" id="{D6D56731-7133-4D5B-93DA-47733522567D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2 h 226"/>
                <a:gd name="T4" fmla="*/ 2 w 328"/>
                <a:gd name="T5" fmla="*/ 2 h 226"/>
                <a:gd name="T6" fmla="*/ 0 w 328"/>
                <a:gd name="T7" fmla="*/ 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158757" name="Group 88">
              <a:extLst>
                <a:ext uri="{FF2B5EF4-FFF2-40B4-BE49-F238E27FC236}">
                  <a16:creationId xmlns:a16="http://schemas.microsoft.com/office/drawing/2014/main" id="{3E728803-52AA-43D3-BF1F-EED085159DB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58769" name="AutoShape 89">
                <a:extLst>
                  <a:ext uri="{FF2B5EF4-FFF2-40B4-BE49-F238E27FC236}">
                    <a16:creationId xmlns:a16="http://schemas.microsoft.com/office/drawing/2014/main" id="{97AC6330-87F5-423C-AAD0-6BD2FAED5A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8"/>
                <a:ext cx="722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58770" name="AutoShape 90">
                <a:extLst>
                  <a:ext uri="{FF2B5EF4-FFF2-40B4-BE49-F238E27FC236}">
                    <a16:creationId xmlns:a16="http://schemas.microsoft.com/office/drawing/2014/main" id="{5FA4B216-BC73-4B07-8566-37EEBB417D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4"/>
                <a:ext cx="689" cy="106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58758" name="Rectangle 91">
              <a:extLst>
                <a:ext uri="{FF2B5EF4-FFF2-40B4-BE49-F238E27FC236}">
                  <a16:creationId xmlns:a16="http://schemas.microsoft.com/office/drawing/2014/main" id="{0CA7C498-D82E-48CC-9189-0BF248E51D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2" y="429"/>
              <a:ext cx="68" cy="2290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58759" name="Freeform 92">
              <a:extLst>
                <a:ext uri="{FF2B5EF4-FFF2-40B4-BE49-F238E27FC236}">
                  <a16:creationId xmlns:a16="http://schemas.microsoft.com/office/drawing/2014/main" id="{79A15C6B-F72A-4C20-A9A9-9A8D58E6E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 w 296"/>
                <a:gd name="T3" fmla="*/ 2 h 256"/>
                <a:gd name="T4" fmla="*/ 2 w 296"/>
                <a:gd name="T5" fmla="*/ 2 h 256"/>
                <a:gd name="T6" fmla="*/ 0 w 296"/>
                <a:gd name="T7" fmla="*/ 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58760" name="Freeform 93">
              <a:extLst>
                <a:ext uri="{FF2B5EF4-FFF2-40B4-BE49-F238E27FC236}">
                  <a16:creationId xmlns:a16="http://schemas.microsoft.com/office/drawing/2014/main" id="{10228EE1-39B6-4085-90B0-EE26BE5A2B3C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 w 304"/>
                <a:gd name="T3" fmla="*/ 2 h 288"/>
                <a:gd name="T4" fmla="*/ 2 w 304"/>
                <a:gd name="T5" fmla="*/ 2 h 288"/>
                <a:gd name="T6" fmla="*/ 2 w 304"/>
                <a:gd name="T7" fmla="*/ 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58761" name="Oval 94">
              <a:extLst>
                <a:ext uri="{FF2B5EF4-FFF2-40B4-BE49-F238E27FC236}">
                  <a16:creationId xmlns:a16="http://schemas.microsoft.com/office/drawing/2014/main" id="{B5D738BE-7FC9-46B7-9455-26E39F11F7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8" y="2612"/>
              <a:ext cx="47" cy="96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58762" name="Freeform 95">
              <a:extLst>
                <a:ext uri="{FF2B5EF4-FFF2-40B4-BE49-F238E27FC236}">
                  <a16:creationId xmlns:a16="http://schemas.microsoft.com/office/drawing/2014/main" id="{C763B78B-7D4D-46F2-AF45-6E07652B7E25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 h 240"/>
                <a:gd name="T2" fmla="*/ 2 w 306"/>
                <a:gd name="T3" fmla="*/ 3 h 240"/>
                <a:gd name="T4" fmla="*/ 2 w 306"/>
                <a:gd name="T5" fmla="*/ 3 h 240"/>
                <a:gd name="T6" fmla="*/ 2 w 306"/>
                <a:gd name="T7" fmla="*/ 0 h 240"/>
                <a:gd name="T8" fmla="*/ 0 w 306"/>
                <a:gd name="T9" fmla="*/ 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58763" name="AutoShape 96">
              <a:extLst>
                <a:ext uri="{FF2B5EF4-FFF2-40B4-BE49-F238E27FC236}">
                  <a16:creationId xmlns:a16="http://schemas.microsoft.com/office/drawing/2014/main" id="{FE7D1970-54C7-47BC-B595-A92CE334F94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6"/>
              <a:ext cx="1201" cy="149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58764" name="AutoShape 97">
              <a:extLst>
                <a:ext uri="{FF2B5EF4-FFF2-40B4-BE49-F238E27FC236}">
                  <a16:creationId xmlns:a16="http://schemas.microsoft.com/office/drawing/2014/main" id="{42C77DF2-E85B-4DFC-8688-06A7F311FC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3"/>
              <a:ext cx="1070" cy="80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58765" name="Oval 98">
              <a:extLst>
                <a:ext uri="{FF2B5EF4-FFF2-40B4-BE49-F238E27FC236}">
                  <a16:creationId xmlns:a16="http://schemas.microsoft.com/office/drawing/2014/main" id="{1E40C6D8-324C-47C6-BC3A-64318E0E15C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4"/>
              <a:ext cx="157" cy="143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58766" name="Oval 99">
              <a:extLst>
                <a:ext uri="{FF2B5EF4-FFF2-40B4-BE49-F238E27FC236}">
                  <a16:creationId xmlns:a16="http://schemas.microsoft.com/office/drawing/2014/main" id="{24185BCC-0CE4-4709-9098-63C99DBD2E3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5" y="2384"/>
              <a:ext cx="162" cy="143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8767" name="Oval 100">
              <a:extLst>
                <a:ext uri="{FF2B5EF4-FFF2-40B4-BE49-F238E27FC236}">
                  <a16:creationId xmlns:a16="http://schemas.microsoft.com/office/drawing/2014/main" id="{36E196DB-A4F8-4A4A-863A-36F77E1817B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2" y="2379"/>
              <a:ext cx="157" cy="143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58768" name="Rectangle 101">
              <a:extLst>
                <a:ext uri="{FF2B5EF4-FFF2-40B4-BE49-F238E27FC236}">
                  <a16:creationId xmlns:a16="http://schemas.microsoft.com/office/drawing/2014/main" id="{0521978D-8265-431D-A626-936A20C281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4" y="1837"/>
              <a:ext cx="84" cy="760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 nodeType="clickPar">
                      <p:stCondLst>
                        <p:cond delay="indefinite"/>
                      </p:stCondLst>
                      <p:childTnLst>
                        <p:par>
                          <p:cTn id="1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 nodeType="afterGroup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 nodeType="afterGroup">
                            <p:stCondLst>
                              <p:cond delay="4000"/>
                            </p:stCondLst>
                            <p:childTnLst>
                              <p:par>
                                <p:cTn id="22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0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500"/>
                                        <p:tgtEl>
                                          <p:spTgt spid="1710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770" name="Rectangle 7">
            <a:extLst>
              <a:ext uri="{FF2B5EF4-FFF2-40B4-BE49-F238E27FC236}">
                <a16:creationId xmlns:a16="http://schemas.microsoft.com/office/drawing/2014/main" id="{60BE138C-4A18-4D31-9283-392976405B4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160771" name="Rectangle 8">
            <a:extLst>
              <a:ext uri="{FF2B5EF4-FFF2-40B4-BE49-F238E27FC236}">
                <a16:creationId xmlns:a16="http://schemas.microsoft.com/office/drawing/2014/main" id="{442EAD0D-4788-445C-AE96-0EBDA8C261F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2-</a:t>
            </a:r>
            <a:fld id="{209DDF80-5AB4-4687-BBFD-D68712BD8083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37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160772" name="Picture 10" descr="underline_base">
            <a:extLst>
              <a:ext uri="{FF2B5EF4-FFF2-40B4-BE49-F238E27FC236}">
                <a16:creationId xmlns:a16="http://schemas.microsoft.com/office/drawing/2014/main" id="{52C8AD30-ABCC-4B3B-9F7B-D9BAE2BB18DD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9913" y="936625"/>
            <a:ext cx="59420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0773" name="Rectangle 2">
            <a:extLst>
              <a:ext uri="{FF2B5EF4-FFF2-40B4-BE49-F238E27FC236}">
                <a16:creationId xmlns:a16="http://schemas.microsoft.com/office/drawing/2014/main" id="{EE93E19F-C22C-4ACB-A35B-E8C37E2EF09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77838" y="234950"/>
            <a:ext cx="7772400" cy="947738"/>
          </a:xfrm>
        </p:spPr>
        <p:txBody>
          <a:bodyPr/>
          <a:lstStyle/>
          <a:p>
            <a:r>
              <a:rPr lang="en-US" altLang="zh-TW">
                <a:ea typeface="ＭＳ Ｐゴシック" panose="020B0600070205080204" pitchFamily="34" charset="-128"/>
              </a:rPr>
              <a:t>More about Web caching</a:t>
            </a:r>
          </a:p>
        </p:txBody>
      </p:sp>
      <p:sp>
        <p:nvSpPr>
          <p:cNvPr id="160774" name="Rectangle 3">
            <a:extLst>
              <a:ext uri="{FF2B5EF4-FFF2-40B4-BE49-F238E27FC236}">
                <a16:creationId xmlns:a16="http://schemas.microsoft.com/office/drawing/2014/main" id="{2893D450-3957-439F-ABA4-6912C7BA9B3D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33400" y="1611313"/>
            <a:ext cx="3810000" cy="4648200"/>
          </a:xfrm>
        </p:spPr>
        <p:txBody>
          <a:bodyPr/>
          <a:lstStyle/>
          <a:p>
            <a:r>
              <a:rPr lang="en-US" altLang="zh-TW">
                <a:ea typeface="ＭＳ Ｐゴシック" panose="020B0600070205080204" pitchFamily="34" charset="-128"/>
              </a:rPr>
              <a:t>cache acts as both client and server</a:t>
            </a:r>
          </a:p>
          <a:p>
            <a:pPr lvl="1"/>
            <a:r>
              <a:rPr lang="en-US" altLang="zh-TW" sz="2000">
                <a:ea typeface="ＭＳ Ｐゴシック" panose="020B0600070205080204" pitchFamily="34" charset="-128"/>
              </a:rPr>
              <a:t>server for original requesting client</a:t>
            </a:r>
          </a:p>
          <a:p>
            <a:pPr lvl="1"/>
            <a:r>
              <a:rPr lang="en-US" altLang="zh-TW" sz="2000">
                <a:ea typeface="ＭＳ Ｐゴシック" panose="020B0600070205080204" pitchFamily="34" charset="-128"/>
              </a:rPr>
              <a:t>client to origin server</a:t>
            </a:r>
          </a:p>
          <a:p>
            <a:r>
              <a:rPr lang="en-US" altLang="zh-TW">
                <a:ea typeface="ＭＳ Ｐゴシック" panose="020B0600070205080204" pitchFamily="34" charset="-128"/>
              </a:rPr>
              <a:t>typically cache is installed by ISP (university, company, residential ISP)</a:t>
            </a:r>
          </a:p>
        </p:txBody>
      </p:sp>
      <p:sp>
        <p:nvSpPr>
          <p:cNvPr id="160775" name="Rectangle 4">
            <a:extLst>
              <a:ext uri="{FF2B5EF4-FFF2-40B4-BE49-F238E27FC236}">
                <a16:creationId xmlns:a16="http://schemas.microsoft.com/office/drawing/2014/main" id="{58D157B5-6960-4800-A0D5-766600B45907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4495800" y="1611313"/>
            <a:ext cx="4159250" cy="4648200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why Web caching?</a:t>
            </a:r>
          </a:p>
          <a:p>
            <a:r>
              <a:rPr lang="en-US" altLang="zh-TW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reduce response time </a:t>
            </a:r>
            <a:r>
              <a:rPr lang="en-US" altLang="zh-TW" dirty="0">
                <a:ea typeface="ＭＳ Ｐゴシック" panose="020B0600070205080204" pitchFamily="34" charset="-128"/>
              </a:rPr>
              <a:t>for client request</a:t>
            </a:r>
          </a:p>
          <a:p>
            <a:r>
              <a:rPr lang="en-US" altLang="zh-TW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reduce traffic </a:t>
            </a:r>
            <a:r>
              <a:rPr lang="en-US" altLang="zh-TW" dirty="0">
                <a:ea typeface="ＭＳ Ｐゴシック" panose="020B0600070205080204" pitchFamily="34" charset="-128"/>
              </a:rPr>
              <a:t>on an institution</a:t>
            </a:r>
            <a:r>
              <a:rPr lang="ja-JP" altLang="en-US" dirty="0">
                <a:ea typeface="ＭＳ Ｐゴシック" panose="020B0600070205080204" pitchFamily="34" charset="-128"/>
              </a:rPr>
              <a:t>’</a:t>
            </a:r>
            <a:r>
              <a:rPr lang="en-US" altLang="ja-JP" dirty="0">
                <a:ea typeface="ＭＳ Ｐゴシック" panose="020B0600070205080204" pitchFamily="34" charset="-128"/>
              </a:rPr>
              <a:t>s access link</a:t>
            </a:r>
          </a:p>
          <a:p>
            <a:r>
              <a:rPr lang="en-US" altLang="zh-TW" dirty="0">
                <a:ea typeface="ＭＳ Ｐゴシック" panose="020B0600070205080204" pitchFamily="34" charset="-128"/>
              </a:rPr>
              <a:t>Internet dense with caches: enables </a:t>
            </a:r>
            <a:r>
              <a:rPr lang="ja-JP" altLang="en-US" dirty="0">
                <a:ea typeface="ＭＳ Ｐゴシック" panose="020B0600070205080204" pitchFamily="34" charset="-128"/>
              </a:rPr>
              <a:t>“</a:t>
            </a:r>
            <a:r>
              <a:rPr lang="en-US" altLang="ja-JP" dirty="0">
                <a:ea typeface="ＭＳ Ｐゴシック" panose="020B0600070205080204" pitchFamily="34" charset="-128"/>
              </a:rPr>
              <a:t>poor</a:t>
            </a:r>
            <a:r>
              <a:rPr lang="ja-JP" altLang="en-US" dirty="0">
                <a:ea typeface="ＭＳ Ｐゴシック" panose="020B0600070205080204" pitchFamily="34" charset="-128"/>
              </a:rPr>
              <a:t>”</a:t>
            </a:r>
            <a:r>
              <a:rPr lang="en-US" altLang="ja-JP" dirty="0">
                <a:ea typeface="ＭＳ Ｐゴシック" panose="020B0600070205080204" pitchFamily="34" charset="-128"/>
              </a:rPr>
              <a:t> content providers to effectively deliver content (so too does P2P file sharing)</a:t>
            </a:r>
            <a:endParaRPr lang="en-US" altLang="zh-TW" dirty="0"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010" name="Rectangle 7">
            <a:extLst>
              <a:ext uri="{FF2B5EF4-FFF2-40B4-BE49-F238E27FC236}">
                <a16:creationId xmlns:a16="http://schemas.microsoft.com/office/drawing/2014/main" id="{2BACEF3E-EEB9-483A-AEF3-DE65802BF6C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171011" name="Rectangle 8">
            <a:extLst>
              <a:ext uri="{FF2B5EF4-FFF2-40B4-BE49-F238E27FC236}">
                <a16:creationId xmlns:a16="http://schemas.microsoft.com/office/drawing/2014/main" id="{8D136069-9C50-4D0B-8161-74FB3910427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2-</a:t>
            </a:r>
            <a:fld id="{70E04D16-ED15-4761-AF9A-749B5B60FB5D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38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171012" name="Rectangle 2">
            <a:extLst>
              <a:ext uri="{FF2B5EF4-FFF2-40B4-BE49-F238E27FC236}">
                <a16:creationId xmlns:a16="http://schemas.microsoft.com/office/drawing/2014/main" id="{72397AC8-05B9-4056-B4EF-F2386049E6D7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>
                <a:ea typeface="ＭＳ Ｐゴシック" panose="020B0600070205080204" pitchFamily="34" charset="-128"/>
              </a:rPr>
              <a:t>Chapter 2: outline</a:t>
            </a:r>
          </a:p>
        </p:txBody>
      </p:sp>
      <p:sp>
        <p:nvSpPr>
          <p:cNvPr id="171013" name="Rectangle 3">
            <a:extLst>
              <a:ext uri="{FF2B5EF4-FFF2-40B4-BE49-F238E27FC236}">
                <a16:creationId xmlns:a16="http://schemas.microsoft.com/office/drawing/2014/main" id="{5E2EF32E-4D40-4FD5-8426-65DD03FDF4FD}"/>
              </a:ext>
            </a:extLst>
          </p:cNvPr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533400" y="1611313"/>
            <a:ext cx="3810000" cy="4648200"/>
          </a:xfrm>
        </p:spPr>
        <p:txBody>
          <a:bodyPr/>
          <a:lstStyle/>
          <a:p>
            <a:pPr marL="457200" indent="-457200">
              <a:buFont typeface="Wingdings" panose="05000000000000000000" pitchFamily="2" charset="2"/>
              <a:buNone/>
            </a:pPr>
            <a:r>
              <a:rPr lang="en-US" altLang="zh-TW">
                <a:ea typeface="ＭＳ Ｐゴシック" panose="020B0600070205080204" pitchFamily="34" charset="-128"/>
              </a:rPr>
              <a:t>2.1 principles of network applications</a:t>
            </a:r>
          </a:p>
          <a:p>
            <a:pPr marL="912813" lvl="1"/>
            <a:r>
              <a:rPr lang="en-US" altLang="zh-TW">
                <a:ea typeface="ＭＳ Ｐゴシック" panose="020B0600070205080204" pitchFamily="34" charset="-128"/>
              </a:rPr>
              <a:t>app architectures</a:t>
            </a:r>
          </a:p>
          <a:p>
            <a:pPr marL="912813" lvl="1"/>
            <a:r>
              <a:rPr lang="en-US" altLang="zh-TW">
                <a:ea typeface="ＭＳ Ｐゴシック" panose="020B0600070205080204" pitchFamily="34" charset="-128"/>
              </a:rPr>
              <a:t>app requirements</a:t>
            </a:r>
          </a:p>
          <a:p>
            <a:pPr marL="457200" indent="-457200">
              <a:buFont typeface="Wingdings" panose="05000000000000000000" pitchFamily="2" charset="2"/>
              <a:buNone/>
            </a:pPr>
            <a:r>
              <a:rPr lang="en-US" altLang="zh-TW">
                <a:ea typeface="ＭＳ Ｐゴシック" panose="020B0600070205080204" pitchFamily="34" charset="-128"/>
              </a:rPr>
              <a:t>2.2 Web and HTTP</a:t>
            </a:r>
          </a:p>
          <a:p>
            <a:pPr marL="457200" indent="-457200">
              <a:buFont typeface="Wingdings" panose="05000000000000000000" pitchFamily="2" charset="2"/>
              <a:buNone/>
            </a:pPr>
            <a:r>
              <a:rPr lang="en-US" altLang="zh-TW">
                <a:ea typeface="ＭＳ Ｐゴシック" panose="020B0600070205080204" pitchFamily="34" charset="-128"/>
              </a:rPr>
              <a:t>2.3 FTP </a:t>
            </a:r>
          </a:p>
          <a:p>
            <a:pPr marL="457200" indent="-457200">
              <a:buFont typeface="Wingdings" panose="05000000000000000000" pitchFamily="2" charset="2"/>
              <a:buNone/>
            </a:pPr>
            <a:r>
              <a:rPr lang="en-US" altLang="zh-TW">
                <a:solidFill>
                  <a:srgbClr val="CC0000"/>
                </a:solidFill>
                <a:ea typeface="ＭＳ Ｐゴシック" panose="020B0600070205080204" pitchFamily="34" charset="-128"/>
              </a:rPr>
              <a:t>2.4 electronic mail</a:t>
            </a:r>
          </a:p>
          <a:p>
            <a:pPr marL="912813" lvl="1"/>
            <a:r>
              <a:rPr lang="en-US" altLang="zh-TW">
                <a:solidFill>
                  <a:srgbClr val="CC0000"/>
                </a:solidFill>
                <a:ea typeface="ＭＳ Ｐゴシック" panose="020B0600070205080204" pitchFamily="34" charset="-128"/>
              </a:rPr>
              <a:t>SMTP, POP3, IMAP</a:t>
            </a:r>
          </a:p>
          <a:p>
            <a:pPr marL="457200" indent="-457200">
              <a:buFont typeface="Wingdings" panose="05000000000000000000" pitchFamily="2" charset="2"/>
              <a:buNone/>
            </a:pPr>
            <a:r>
              <a:rPr lang="en-US" altLang="zh-TW">
                <a:ea typeface="ＭＳ Ｐゴシック" panose="020B0600070205080204" pitchFamily="34" charset="-128"/>
              </a:rPr>
              <a:t>2.5 DNS</a:t>
            </a:r>
          </a:p>
          <a:p>
            <a:pPr marL="457200" indent="-457200"/>
            <a:endParaRPr lang="en-US" altLang="zh-TW" sz="2400">
              <a:ea typeface="ＭＳ Ｐゴシック" panose="020B0600070205080204" pitchFamily="34" charset="-128"/>
            </a:endParaRPr>
          </a:p>
        </p:txBody>
      </p:sp>
      <p:sp>
        <p:nvSpPr>
          <p:cNvPr id="171014" name="Rectangle 4">
            <a:extLst>
              <a:ext uri="{FF2B5EF4-FFF2-40B4-BE49-F238E27FC236}">
                <a16:creationId xmlns:a16="http://schemas.microsoft.com/office/drawing/2014/main" id="{02800719-F185-4FCB-8B2C-97D8C157F9D7}"/>
              </a:ext>
            </a:extLst>
          </p:cNvPr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4673600" y="1600200"/>
            <a:ext cx="3876675" cy="4648200"/>
          </a:xfrm>
        </p:spPr>
        <p:txBody>
          <a:bodyPr/>
          <a:lstStyle/>
          <a:p>
            <a:pPr marL="457200" indent="-457200">
              <a:buFont typeface="Wingdings" panose="05000000000000000000" pitchFamily="2" charset="2"/>
              <a:buNone/>
            </a:pPr>
            <a:r>
              <a:rPr lang="en-US" altLang="zh-TW">
                <a:ea typeface="ＭＳ Ｐゴシック" panose="020B0600070205080204" pitchFamily="34" charset="-128"/>
              </a:rPr>
              <a:t>2.6 P2P applications</a:t>
            </a:r>
          </a:p>
          <a:p>
            <a:pPr marL="457200" indent="-457200">
              <a:buFont typeface="Wingdings" panose="05000000000000000000" pitchFamily="2" charset="2"/>
              <a:buNone/>
            </a:pPr>
            <a:r>
              <a:rPr lang="en-US" altLang="zh-TW">
                <a:ea typeface="ＭＳ Ｐゴシック" panose="020B0600070205080204" pitchFamily="34" charset="-128"/>
              </a:rPr>
              <a:t>2.7 Socket programming with UDP and TCP</a:t>
            </a:r>
          </a:p>
        </p:txBody>
      </p:sp>
      <p:pic>
        <p:nvPicPr>
          <p:cNvPr id="171015" name="Picture 5" descr="underline_base">
            <a:extLst>
              <a:ext uri="{FF2B5EF4-FFF2-40B4-BE49-F238E27FC236}">
                <a16:creationId xmlns:a16="http://schemas.microsoft.com/office/drawing/2014/main" id="{07CAC3C2-5AF3-4C8A-B5F0-DDE4B8B2CA4F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663" y="1025525"/>
            <a:ext cx="41132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058" name="Rectangle 7">
            <a:extLst>
              <a:ext uri="{FF2B5EF4-FFF2-40B4-BE49-F238E27FC236}">
                <a16:creationId xmlns:a16="http://schemas.microsoft.com/office/drawing/2014/main" id="{3B66771A-34F3-4953-9621-A18B86B5FC7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173059" name="Rectangle 8">
            <a:extLst>
              <a:ext uri="{FF2B5EF4-FFF2-40B4-BE49-F238E27FC236}">
                <a16:creationId xmlns:a16="http://schemas.microsoft.com/office/drawing/2014/main" id="{0940E391-C61F-417F-9D27-228B59D8656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2-</a:t>
            </a:r>
            <a:fld id="{1A8340E7-3CDC-47F8-9BFB-729881A5EA8E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39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173060" name="Rectangle 2">
            <a:extLst>
              <a:ext uri="{FF2B5EF4-FFF2-40B4-BE49-F238E27FC236}">
                <a16:creationId xmlns:a16="http://schemas.microsoft.com/office/drawing/2014/main" id="{C7539BFE-09EC-43D8-B4BF-D7601D447E4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66725" y="301625"/>
            <a:ext cx="7772400" cy="869950"/>
          </a:xfrm>
        </p:spPr>
        <p:txBody>
          <a:bodyPr/>
          <a:lstStyle/>
          <a:p>
            <a:r>
              <a:rPr lang="en-US" altLang="zh-TW" sz="4000">
                <a:ea typeface="ＭＳ Ｐゴシック" panose="020B0600070205080204" pitchFamily="34" charset="-128"/>
              </a:rPr>
              <a:t>Electronic mail</a:t>
            </a:r>
            <a:endParaRPr lang="en-US" altLang="zh-TW">
              <a:ea typeface="ＭＳ Ｐゴシック" panose="020B0600070205080204" pitchFamily="34" charset="-128"/>
            </a:endParaRPr>
          </a:p>
        </p:txBody>
      </p:sp>
      <p:sp>
        <p:nvSpPr>
          <p:cNvPr id="58373" name="Rectangle 3">
            <a:extLst>
              <a:ext uri="{FF2B5EF4-FFF2-40B4-BE49-F238E27FC236}">
                <a16:creationId xmlns:a16="http://schemas.microsoft.com/office/drawing/2014/main" id="{7C8D9520-7F81-4DC5-B878-480EB4798737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44513" y="1366838"/>
            <a:ext cx="3933825" cy="4876800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  <a:defRPr/>
            </a:pPr>
            <a:r>
              <a:rPr lang="en-US" altLang="zh-TW" i="1" dirty="0">
                <a:solidFill>
                  <a:srgbClr val="0070C0"/>
                </a:solidFill>
                <a:ea typeface="ＭＳ Ｐゴシック" pitchFamily="34" charset="-128"/>
              </a:rPr>
              <a:t>Three major components:</a:t>
            </a:r>
            <a:r>
              <a:rPr lang="en-US" altLang="zh-TW" dirty="0">
                <a:solidFill>
                  <a:srgbClr val="0070C0"/>
                </a:solidFill>
                <a:ea typeface="ＭＳ Ｐゴシック" pitchFamily="34" charset="-128"/>
              </a:rPr>
              <a:t> </a:t>
            </a:r>
          </a:p>
          <a:p>
            <a:pPr marL="457200" indent="-457200">
              <a:buFont typeface="+mj-lt"/>
              <a:buAutoNum type="arabicPeriod"/>
              <a:defRPr/>
            </a:pPr>
            <a:r>
              <a:rPr lang="en-US" altLang="zh-TW" sz="2400" dirty="0">
                <a:ea typeface="ＭＳ Ｐゴシック" pitchFamily="34" charset="-128"/>
              </a:rPr>
              <a:t>user agents </a:t>
            </a:r>
          </a:p>
          <a:p>
            <a:pPr marL="457200" indent="-457200">
              <a:buFont typeface="+mj-lt"/>
              <a:buAutoNum type="arabicPeriod"/>
              <a:defRPr/>
            </a:pPr>
            <a:r>
              <a:rPr lang="en-US" altLang="zh-TW" sz="2400" dirty="0">
                <a:ea typeface="ＭＳ Ｐゴシック" pitchFamily="34" charset="-128"/>
              </a:rPr>
              <a:t>mail servers </a:t>
            </a:r>
          </a:p>
          <a:p>
            <a:pPr marL="457200" indent="-457200">
              <a:spcAft>
                <a:spcPct val="75000"/>
              </a:spcAft>
              <a:buFont typeface="+mj-lt"/>
              <a:buAutoNum type="arabicPeriod"/>
              <a:defRPr/>
            </a:pPr>
            <a:r>
              <a:rPr lang="en-US" altLang="zh-TW" sz="2400" dirty="0">
                <a:ea typeface="ＭＳ Ｐゴシック" pitchFamily="34" charset="-128"/>
              </a:rPr>
              <a:t>simple mail transfer protocol: SMTP</a:t>
            </a:r>
          </a:p>
          <a:p>
            <a:pPr>
              <a:buFont typeface="Wingdings" panose="05000000000000000000" pitchFamily="2" charset="2"/>
              <a:buNone/>
              <a:defRPr/>
            </a:pPr>
            <a:r>
              <a:rPr lang="en-US" altLang="zh-TW" sz="3200" i="1" dirty="0">
                <a:solidFill>
                  <a:srgbClr val="CC0000"/>
                </a:solidFill>
                <a:ea typeface="ＭＳ Ｐゴシック" pitchFamily="34" charset="-128"/>
              </a:rPr>
              <a:t>User Agent</a:t>
            </a:r>
          </a:p>
          <a:p>
            <a:pPr>
              <a:defRPr/>
            </a:pPr>
            <a:r>
              <a:rPr lang="en-US" altLang="zh-TW" sz="2400" dirty="0">
                <a:ea typeface="ＭＳ Ｐゴシック" pitchFamily="34" charset="-128"/>
              </a:rPr>
              <a:t>a.k.a. </a:t>
            </a:r>
            <a:r>
              <a:rPr lang="ja-JP" altLang="en-US" sz="2400" dirty="0">
                <a:ea typeface="ＭＳ Ｐゴシック" pitchFamily="34" charset="-128"/>
              </a:rPr>
              <a:t>“</a:t>
            </a:r>
            <a:r>
              <a:rPr lang="en-US" altLang="ja-JP" sz="2400" dirty="0">
                <a:solidFill>
                  <a:srgbClr val="0070C0"/>
                </a:solidFill>
                <a:ea typeface="ＭＳ Ｐゴシック" pitchFamily="34" charset="-128"/>
              </a:rPr>
              <a:t>mail reader</a:t>
            </a:r>
            <a:r>
              <a:rPr lang="ja-JP" altLang="en-US" sz="2400" dirty="0">
                <a:ea typeface="ＭＳ Ｐゴシック" pitchFamily="34" charset="-128"/>
              </a:rPr>
              <a:t>”</a:t>
            </a:r>
            <a:endParaRPr lang="en-US" altLang="ja-JP" sz="2400" dirty="0">
              <a:ea typeface="ＭＳ Ｐゴシック" pitchFamily="34" charset="-128"/>
            </a:endParaRPr>
          </a:p>
          <a:p>
            <a:pPr>
              <a:defRPr/>
            </a:pPr>
            <a:r>
              <a:rPr lang="en-US" altLang="zh-TW" sz="2400" dirty="0">
                <a:ea typeface="ＭＳ Ｐゴシック" pitchFamily="34" charset="-128"/>
              </a:rPr>
              <a:t>composing, editing, reading mail messages</a:t>
            </a:r>
          </a:p>
          <a:p>
            <a:pPr>
              <a:defRPr/>
            </a:pPr>
            <a:r>
              <a:rPr lang="en-US" altLang="zh-TW" sz="2400" dirty="0">
                <a:ea typeface="ＭＳ Ｐゴシック" pitchFamily="34" charset="-128"/>
              </a:rPr>
              <a:t>e.g., Outlook, Thunderbird, iPhone mail client</a:t>
            </a:r>
          </a:p>
        </p:txBody>
      </p:sp>
      <p:sp>
        <p:nvSpPr>
          <p:cNvPr id="173062" name="Rectangle 280">
            <a:extLst>
              <a:ext uri="{FF2B5EF4-FFF2-40B4-BE49-F238E27FC236}">
                <a16:creationId xmlns:a16="http://schemas.microsoft.com/office/drawing/2014/main" id="{318CB125-3153-42FC-86CC-A2AFC3DBCC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62775" y="628650"/>
            <a:ext cx="1828800" cy="9810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endParaRPr lang="zh-TW" altLang="zh-TW" sz="2400">
              <a:latin typeface="Arial" panose="020B0604020202020204" pitchFamily="34" charset="0"/>
            </a:endParaRPr>
          </a:p>
        </p:txBody>
      </p:sp>
      <p:grpSp>
        <p:nvGrpSpPr>
          <p:cNvPr id="173063" name="Group 279">
            <a:extLst>
              <a:ext uri="{FF2B5EF4-FFF2-40B4-BE49-F238E27FC236}">
                <a16:creationId xmlns:a16="http://schemas.microsoft.com/office/drawing/2014/main" id="{92654A70-7227-4F84-8EE3-9DEB088B2386}"/>
              </a:ext>
            </a:extLst>
          </p:cNvPr>
          <p:cNvGrpSpPr>
            <a:grpSpLocks/>
          </p:cNvGrpSpPr>
          <p:nvPr/>
        </p:nvGrpSpPr>
        <p:grpSpPr bwMode="auto">
          <a:xfrm>
            <a:off x="7059613" y="576263"/>
            <a:ext cx="1736725" cy="955675"/>
            <a:chOff x="4458" y="3335"/>
            <a:chExt cx="1094" cy="602"/>
          </a:xfrm>
        </p:grpSpPr>
        <p:sp>
          <p:nvSpPr>
            <p:cNvPr id="173261" name="Text Box 263">
              <a:extLst>
                <a:ext uri="{FF2B5EF4-FFF2-40B4-BE49-F238E27FC236}">
                  <a16:creationId xmlns:a16="http://schemas.microsoft.com/office/drawing/2014/main" id="{571B8EEA-93CC-4CE6-944B-508E9BB047C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80" y="3725"/>
              <a:ext cx="841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user mailbox</a:t>
              </a:r>
              <a:endParaRPr lang="en-US" altLang="zh-TW" sz="2400">
                <a:latin typeface="Arial" panose="020B0604020202020204" pitchFamily="34" charset="0"/>
              </a:endParaRPr>
            </a:p>
          </p:txBody>
        </p:sp>
        <p:grpSp>
          <p:nvGrpSpPr>
            <p:cNvPr id="173262" name="Group 278">
              <a:extLst>
                <a:ext uri="{FF2B5EF4-FFF2-40B4-BE49-F238E27FC236}">
                  <a16:creationId xmlns:a16="http://schemas.microsoft.com/office/drawing/2014/main" id="{2902B758-7BCF-4F0E-9DBD-6BDF994AA60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58" y="3408"/>
              <a:ext cx="450" cy="120"/>
              <a:chOff x="4314" y="3444"/>
              <a:chExt cx="450" cy="120"/>
            </a:xfrm>
          </p:grpSpPr>
          <p:sp>
            <p:nvSpPr>
              <p:cNvPr id="173265" name="Rectangle 264">
                <a:extLst>
                  <a:ext uri="{FF2B5EF4-FFF2-40B4-BE49-F238E27FC236}">
                    <a16:creationId xmlns:a16="http://schemas.microsoft.com/office/drawing/2014/main" id="{2B6F50EA-B0D5-4518-846E-3533547D22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14" y="3444"/>
                <a:ext cx="450" cy="120"/>
              </a:xfrm>
              <a:prstGeom prst="rect">
                <a:avLst/>
              </a:prstGeom>
              <a:solidFill>
                <a:srgbClr val="00FF00"/>
              </a:solidFill>
              <a:ln w="1905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73266" name="Line 265">
                <a:extLst>
                  <a:ext uri="{FF2B5EF4-FFF2-40B4-BE49-F238E27FC236}">
                    <a16:creationId xmlns:a16="http://schemas.microsoft.com/office/drawing/2014/main" id="{9085DF7A-93AC-48C6-9F50-8F520602C86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63" y="3472"/>
                <a:ext cx="0" cy="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73267" name="Line 266">
                <a:extLst>
                  <a:ext uri="{FF2B5EF4-FFF2-40B4-BE49-F238E27FC236}">
                    <a16:creationId xmlns:a16="http://schemas.microsoft.com/office/drawing/2014/main" id="{52C9E258-0976-4B49-933F-FCFE5EE220A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4472" y="3471"/>
                <a:ext cx="6" cy="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73268" name="Line 267">
                <a:extLst>
                  <a:ext uri="{FF2B5EF4-FFF2-40B4-BE49-F238E27FC236}">
                    <a16:creationId xmlns:a16="http://schemas.microsoft.com/office/drawing/2014/main" id="{08D7635C-E9E8-4EED-B16E-19EA5605D78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27" y="3473"/>
                <a:ext cx="0" cy="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73269" name="Line 268">
                <a:extLst>
                  <a:ext uri="{FF2B5EF4-FFF2-40B4-BE49-F238E27FC236}">
                    <a16:creationId xmlns:a16="http://schemas.microsoft.com/office/drawing/2014/main" id="{A4AFBD2C-43C7-4461-8D7A-DE460C4CC05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84" y="3471"/>
                <a:ext cx="0" cy="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73270" name="Line 269">
                <a:extLst>
                  <a:ext uri="{FF2B5EF4-FFF2-40B4-BE49-F238E27FC236}">
                    <a16:creationId xmlns:a16="http://schemas.microsoft.com/office/drawing/2014/main" id="{1F182BCA-3D89-4D4D-B3AF-B7BEF558E96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645" y="3471"/>
                <a:ext cx="0" cy="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73271" name="Line 270">
                <a:extLst>
                  <a:ext uri="{FF2B5EF4-FFF2-40B4-BE49-F238E27FC236}">
                    <a16:creationId xmlns:a16="http://schemas.microsoft.com/office/drawing/2014/main" id="{72BD1BBC-4138-4E63-92CC-1C3C168616E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701" y="3471"/>
                <a:ext cx="0" cy="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73272" name="Line 271">
                <a:extLst>
                  <a:ext uri="{FF2B5EF4-FFF2-40B4-BE49-F238E27FC236}">
                    <a16:creationId xmlns:a16="http://schemas.microsoft.com/office/drawing/2014/main" id="{5F179DD0-10EE-4B62-AB3F-4C2DAE9F4FA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416" y="3472"/>
                <a:ext cx="0" cy="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</p:grpSp>
        <p:sp>
          <p:nvSpPr>
            <p:cNvPr id="173263" name="Rectangle 272">
              <a:extLst>
                <a:ext uri="{FF2B5EF4-FFF2-40B4-BE49-F238E27FC236}">
                  <a16:creationId xmlns:a16="http://schemas.microsoft.com/office/drawing/2014/main" id="{73132086-7C4B-41C4-A44C-2AD0AA80B4E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72" y="3779"/>
              <a:ext cx="64" cy="93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73264" name="Text Box 277">
              <a:extLst>
                <a:ext uri="{FF2B5EF4-FFF2-40B4-BE49-F238E27FC236}">
                  <a16:creationId xmlns:a16="http://schemas.microsoft.com/office/drawing/2014/main" id="{B37E1DC5-BC5A-46A2-9CAD-C810995BB49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26" y="3335"/>
              <a:ext cx="1026" cy="3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outgoing 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message queue</a:t>
              </a:r>
              <a:endParaRPr lang="en-US" altLang="zh-TW" sz="2400">
                <a:latin typeface="Arial" panose="020B0604020202020204" pitchFamily="34" charset="0"/>
              </a:endParaRPr>
            </a:p>
          </p:txBody>
        </p:sp>
      </p:grpSp>
      <p:pic>
        <p:nvPicPr>
          <p:cNvPr id="173064" name="Picture 230" descr="underline_base">
            <a:extLst>
              <a:ext uri="{FF2B5EF4-FFF2-40B4-BE49-F238E27FC236}">
                <a16:creationId xmlns:a16="http://schemas.microsoft.com/office/drawing/2014/main" id="{E61D4A09-3B75-492D-9952-720C1AE626B0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4513" y="947738"/>
            <a:ext cx="3194050" cy="190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73065" name="Group 454">
            <a:extLst>
              <a:ext uri="{FF2B5EF4-FFF2-40B4-BE49-F238E27FC236}">
                <a16:creationId xmlns:a16="http://schemas.microsoft.com/office/drawing/2014/main" id="{5E018C32-63AB-4275-8B4B-B0167E02633F}"/>
              </a:ext>
            </a:extLst>
          </p:cNvPr>
          <p:cNvGrpSpPr>
            <a:grpSpLocks/>
          </p:cNvGrpSpPr>
          <p:nvPr/>
        </p:nvGrpSpPr>
        <p:grpSpPr bwMode="auto">
          <a:xfrm>
            <a:off x="4662488" y="1406525"/>
            <a:ext cx="4318000" cy="5118100"/>
            <a:chOff x="2937" y="886"/>
            <a:chExt cx="2720" cy="3224"/>
          </a:xfrm>
        </p:grpSpPr>
        <p:grpSp>
          <p:nvGrpSpPr>
            <p:cNvPr id="173066" name="Group 389">
              <a:extLst>
                <a:ext uri="{FF2B5EF4-FFF2-40B4-BE49-F238E27FC236}">
                  <a16:creationId xmlns:a16="http://schemas.microsoft.com/office/drawing/2014/main" id="{5C6368BD-A0C9-4E18-9E28-06F5771016C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346" y="1756"/>
              <a:ext cx="301" cy="451"/>
              <a:chOff x="4140" y="429"/>
              <a:chExt cx="1425" cy="2396"/>
            </a:xfrm>
          </p:grpSpPr>
          <p:sp>
            <p:nvSpPr>
              <p:cNvPr id="173229" name="Freeform 390">
                <a:extLst>
                  <a:ext uri="{FF2B5EF4-FFF2-40B4-BE49-F238E27FC236}">
                    <a16:creationId xmlns:a16="http://schemas.microsoft.com/office/drawing/2014/main" id="{76E851E6-6AFA-4A9A-9EEA-3BDE3A786B4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2 w 354"/>
                  <a:gd name="T1" fmla="*/ 0 h 2742"/>
                  <a:gd name="T2" fmla="*/ 2 w 354"/>
                  <a:gd name="T3" fmla="*/ 3 h 2742"/>
                  <a:gd name="T4" fmla="*/ 2 w 354"/>
                  <a:gd name="T5" fmla="*/ 3 h 2742"/>
                  <a:gd name="T6" fmla="*/ 0 w 354"/>
                  <a:gd name="T7" fmla="*/ 3 h 2742"/>
                  <a:gd name="T8" fmla="*/ 2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73230" name="Rectangle 391">
                <a:extLst>
                  <a:ext uri="{FF2B5EF4-FFF2-40B4-BE49-F238E27FC236}">
                    <a16:creationId xmlns:a16="http://schemas.microsoft.com/office/drawing/2014/main" id="{A0751E2B-28AF-4E86-B764-1D5BC62A756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6" y="429"/>
                <a:ext cx="1046" cy="2284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73231" name="Freeform 392">
                <a:extLst>
                  <a:ext uri="{FF2B5EF4-FFF2-40B4-BE49-F238E27FC236}">
                    <a16:creationId xmlns:a16="http://schemas.microsoft.com/office/drawing/2014/main" id="{EB8D84F0-F3E4-4EB8-9CA6-35D6F77D56A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2 w 211"/>
                  <a:gd name="T3" fmla="*/ 3 h 2537"/>
                  <a:gd name="T4" fmla="*/ 2 w 211"/>
                  <a:gd name="T5" fmla="*/ 3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73232" name="Freeform 393">
                <a:extLst>
                  <a:ext uri="{FF2B5EF4-FFF2-40B4-BE49-F238E27FC236}">
                    <a16:creationId xmlns:a16="http://schemas.microsoft.com/office/drawing/2014/main" id="{121A25E1-EA44-40C4-ABCA-6CF5FDA975C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2 w 328"/>
                  <a:gd name="T3" fmla="*/ 3 h 226"/>
                  <a:gd name="T4" fmla="*/ 2 w 328"/>
                  <a:gd name="T5" fmla="*/ 3 h 226"/>
                  <a:gd name="T6" fmla="*/ 0 w 328"/>
                  <a:gd name="T7" fmla="*/ 3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73233" name="Rectangle 394">
                <a:extLst>
                  <a:ext uri="{FF2B5EF4-FFF2-40B4-BE49-F238E27FC236}">
                    <a16:creationId xmlns:a16="http://schemas.microsoft.com/office/drawing/2014/main" id="{C3B2339B-01E1-42BF-8EBC-C779A3954F3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1" y="695"/>
                <a:ext cx="597" cy="48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grpSp>
            <p:nvGrpSpPr>
              <p:cNvPr id="173234" name="Group 395">
                <a:extLst>
                  <a:ext uri="{FF2B5EF4-FFF2-40B4-BE49-F238E27FC236}">
                    <a16:creationId xmlns:a16="http://schemas.microsoft.com/office/drawing/2014/main" id="{7A756060-850A-4C30-86ED-D81BBA8EDD0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173259" name="AutoShape 396">
                  <a:extLst>
                    <a:ext uri="{FF2B5EF4-FFF2-40B4-BE49-F238E27FC236}">
                      <a16:creationId xmlns:a16="http://schemas.microsoft.com/office/drawing/2014/main" id="{3C62FEAD-F5E9-4D1E-AB57-0C795C7B91F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6" y="2568"/>
                  <a:ext cx="721" cy="138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73260" name="AutoShape 397">
                  <a:extLst>
                    <a:ext uri="{FF2B5EF4-FFF2-40B4-BE49-F238E27FC236}">
                      <a16:creationId xmlns:a16="http://schemas.microsoft.com/office/drawing/2014/main" id="{FFE3A58A-81AA-4BBE-865A-5D8BB351D1D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4" y="2583"/>
                  <a:ext cx="685" cy="107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173235" name="Rectangle 398">
                <a:extLst>
                  <a:ext uri="{FF2B5EF4-FFF2-40B4-BE49-F238E27FC236}">
                    <a16:creationId xmlns:a16="http://schemas.microsoft.com/office/drawing/2014/main" id="{326B1E5B-B578-49E8-931C-6039382D42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5" y="1019"/>
                <a:ext cx="597" cy="48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grpSp>
            <p:nvGrpSpPr>
              <p:cNvPr id="173236" name="Group 399">
                <a:extLst>
                  <a:ext uri="{FF2B5EF4-FFF2-40B4-BE49-F238E27FC236}">
                    <a16:creationId xmlns:a16="http://schemas.microsoft.com/office/drawing/2014/main" id="{F8D21F05-B4ED-4558-AEDD-2C6F1F676A0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173257" name="AutoShape 400">
                  <a:extLst>
                    <a:ext uri="{FF2B5EF4-FFF2-40B4-BE49-F238E27FC236}">
                      <a16:creationId xmlns:a16="http://schemas.microsoft.com/office/drawing/2014/main" id="{A3D8F57B-11F9-415E-B32C-CF3D358297C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66"/>
                  <a:ext cx="727" cy="143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73258" name="AutoShape 401">
                  <a:extLst>
                    <a:ext uri="{FF2B5EF4-FFF2-40B4-BE49-F238E27FC236}">
                      <a16:creationId xmlns:a16="http://schemas.microsoft.com/office/drawing/2014/main" id="{3CD18768-7796-43F3-B097-DDD778E14AE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0" y="2583"/>
                  <a:ext cx="691" cy="110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173237" name="Rectangle 402">
                <a:extLst>
                  <a:ext uri="{FF2B5EF4-FFF2-40B4-BE49-F238E27FC236}">
                    <a16:creationId xmlns:a16="http://schemas.microsoft.com/office/drawing/2014/main" id="{CCC0FACF-6619-4BB4-A482-27598B82ED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6" y="1359"/>
                <a:ext cx="597" cy="48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73238" name="Rectangle 403">
                <a:extLst>
                  <a:ext uri="{FF2B5EF4-FFF2-40B4-BE49-F238E27FC236}">
                    <a16:creationId xmlns:a16="http://schemas.microsoft.com/office/drawing/2014/main" id="{10EB8BC7-1DB1-450D-B8AF-96F4DE115A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30" y="1656"/>
                <a:ext cx="592" cy="48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grpSp>
            <p:nvGrpSpPr>
              <p:cNvPr id="173239" name="Group 404">
                <a:extLst>
                  <a:ext uri="{FF2B5EF4-FFF2-40B4-BE49-F238E27FC236}">
                    <a16:creationId xmlns:a16="http://schemas.microsoft.com/office/drawing/2014/main" id="{B32A2926-877E-4361-A3D5-853DA75DFCD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173255" name="AutoShape 405">
                  <a:extLst>
                    <a:ext uri="{FF2B5EF4-FFF2-40B4-BE49-F238E27FC236}">
                      <a16:creationId xmlns:a16="http://schemas.microsoft.com/office/drawing/2014/main" id="{7F23BC37-F3A1-4C88-BCEF-A93B0C82727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6" y="2570"/>
                  <a:ext cx="725" cy="137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73256" name="AutoShape 406">
                  <a:extLst>
                    <a:ext uri="{FF2B5EF4-FFF2-40B4-BE49-F238E27FC236}">
                      <a16:creationId xmlns:a16="http://schemas.microsoft.com/office/drawing/2014/main" id="{150D4B16-5110-4898-A338-D5059CF3ACD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4" y="2585"/>
                  <a:ext cx="690" cy="108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173240" name="Freeform 407">
                <a:extLst>
                  <a:ext uri="{FF2B5EF4-FFF2-40B4-BE49-F238E27FC236}">
                    <a16:creationId xmlns:a16="http://schemas.microsoft.com/office/drawing/2014/main" id="{CCD7B524-13E0-4246-813D-CFA41727D6A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2 w 328"/>
                  <a:gd name="T3" fmla="*/ 2 h 226"/>
                  <a:gd name="T4" fmla="*/ 2 w 328"/>
                  <a:gd name="T5" fmla="*/ 2 h 226"/>
                  <a:gd name="T6" fmla="*/ 0 w 328"/>
                  <a:gd name="T7" fmla="*/ 2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173241" name="Group 408">
                <a:extLst>
                  <a:ext uri="{FF2B5EF4-FFF2-40B4-BE49-F238E27FC236}">
                    <a16:creationId xmlns:a16="http://schemas.microsoft.com/office/drawing/2014/main" id="{9B96203B-E566-40FC-9998-DE16F59B982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173253" name="AutoShape 409">
                  <a:extLst>
                    <a:ext uri="{FF2B5EF4-FFF2-40B4-BE49-F238E27FC236}">
                      <a16:creationId xmlns:a16="http://schemas.microsoft.com/office/drawing/2014/main" id="{678547C3-C2EA-4195-937F-F53BCA0C5F8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9" y="2568"/>
                  <a:ext cx="702" cy="138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73254" name="AutoShape 410">
                  <a:extLst>
                    <a:ext uri="{FF2B5EF4-FFF2-40B4-BE49-F238E27FC236}">
                      <a16:creationId xmlns:a16="http://schemas.microsoft.com/office/drawing/2014/main" id="{3AFC97CD-495A-40F5-8044-01C7667C654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4" y="2584"/>
                  <a:ext cx="672" cy="106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173242" name="Rectangle 411">
                <a:extLst>
                  <a:ext uri="{FF2B5EF4-FFF2-40B4-BE49-F238E27FC236}">
                    <a16:creationId xmlns:a16="http://schemas.microsoft.com/office/drawing/2014/main" id="{FEECD225-47B8-4F4E-BAAF-C243F35CF9A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48" y="429"/>
                <a:ext cx="71" cy="2290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73243" name="Freeform 412">
                <a:extLst>
                  <a:ext uri="{FF2B5EF4-FFF2-40B4-BE49-F238E27FC236}">
                    <a16:creationId xmlns:a16="http://schemas.microsoft.com/office/drawing/2014/main" id="{29A376DC-D525-43F6-8F9D-FC4B97F7830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2 w 296"/>
                  <a:gd name="T3" fmla="*/ 2 h 256"/>
                  <a:gd name="T4" fmla="*/ 2 w 296"/>
                  <a:gd name="T5" fmla="*/ 2 h 256"/>
                  <a:gd name="T6" fmla="*/ 0 w 296"/>
                  <a:gd name="T7" fmla="*/ 2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73244" name="Freeform 413">
                <a:extLst>
                  <a:ext uri="{FF2B5EF4-FFF2-40B4-BE49-F238E27FC236}">
                    <a16:creationId xmlns:a16="http://schemas.microsoft.com/office/drawing/2014/main" id="{D883CF94-4D63-41BD-ACC6-489765DD19A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2 w 304"/>
                  <a:gd name="T3" fmla="*/ 2 h 288"/>
                  <a:gd name="T4" fmla="*/ 2 w 304"/>
                  <a:gd name="T5" fmla="*/ 2 h 288"/>
                  <a:gd name="T6" fmla="*/ 2 w 304"/>
                  <a:gd name="T7" fmla="*/ 2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73245" name="Oval 414">
                <a:extLst>
                  <a:ext uri="{FF2B5EF4-FFF2-40B4-BE49-F238E27FC236}">
                    <a16:creationId xmlns:a16="http://schemas.microsoft.com/office/drawing/2014/main" id="{16B0EF27-A510-4517-B29B-B0E1650CB1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8" y="2612"/>
                <a:ext cx="47" cy="96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73246" name="Freeform 415">
                <a:extLst>
                  <a:ext uri="{FF2B5EF4-FFF2-40B4-BE49-F238E27FC236}">
                    <a16:creationId xmlns:a16="http://schemas.microsoft.com/office/drawing/2014/main" id="{DC341000-506E-4ECE-AC33-51DB6F7A110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3 h 240"/>
                  <a:gd name="T2" fmla="*/ 2 w 306"/>
                  <a:gd name="T3" fmla="*/ 3 h 240"/>
                  <a:gd name="T4" fmla="*/ 2 w 306"/>
                  <a:gd name="T5" fmla="*/ 3 h 240"/>
                  <a:gd name="T6" fmla="*/ 2 w 306"/>
                  <a:gd name="T7" fmla="*/ 0 h 240"/>
                  <a:gd name="T8" fmla="*/ 0 w 306"/>
                  <a:gd name="T9" fmla="*/ 3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73247" name="AutoShape 416">
                <a:extLst>
                  <a:ext uri="{FF2B5EF4-FFF2-40B4-BE49-F238E27FC236}">
                    <a16:creationId xmlns:a16="http://schemas.microsoft.com/office/drawing/2014/main" id="{14A32517-E57D-409E-81C7-4039C79CA0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76"/>
                <a:ext cx="1198" cy="149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73248" name="AutoShape 417">
                <a:extLst>
                  <a:ext uri="{FF2B5EF4-FFF2-40B4-BE49-F238E27FC236}">
                    <a16:creationId xmlns:a16="http://schemas.microsoft.com/office/drawing/2014/main" id="{E870CF54-C2E1-433B-BA8C-BCBFA5C096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6" y="2713"/>
                <a:ext cx="1070" cy="80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chemeClr val="tx2"/>
                  </a:gs>
                  <a:gs pos="100000">
                    <a:schemeClr val="bg2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73249" name="Oval 418">
                <a:extLst>
                  <a:ext uri="{FF2B5EF4-FFF2-40B4-BE49-F238E27FC236}">
                    <a16:creationId xmlns:a16="http://schemas.microsoft.com/office/drawing/2014/main" id="{20EB1B26-58EE-4D48-8204-75052726C21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6" y="2384"/>
                <a:ext cx="161" cy="143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73250" name="Oval 419">
                <a:extLst>
                  <a:ext uri="{FF2B5EF4-FFF2-40B4-BE49-F238E27FC236}">
                    <a16:creationId xmlns:a16="http://schemas.microsoft.com/office/drawing/2014/main" id="{25589D68-96D6-4265-B461-78414AA182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6" y="2384"/>
                <a:ext cx="161" cy="143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73251" name="Oval 420">
                <a:extLst>
                  <a:ext uri="{FF2B5EF4-FFF2-40B4-BE49-F238E27FC236}">
                    <a16:creationId xmlns:a16="http://schemas.microsoft.com/office/drawing/2014/main" id="{0142735B-E04B-4E8F-AE39-6E351BA4CC5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61" y="2379"/>
                <a:ext cx="161" cy="143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73252" name="Rectangle 421">
                <a:extLst>
                  <a:ext uri="{FF2B5EF4-FFF2-40B4-BE49-F238E27FC236}">
                    <a16:creationId xmlns:a16="http://schemas.microsoft.com/office/drawing/2014/main" id="{D832BCEB-2B72-4C47-BCB4-08F81E0127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3" y="1837"/>
                <a:ext cx="85" cy="760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grpSp>
          <p:nvGrpSpPr>
            <p:cNvPr id="173067" name="Group 356">
              <a:extLst>
                <a:ext uri="{FF2B5EF4-FFF2-40B4-BE49-F238E27FC236}">
                  <a16:creationId xmlns:a16="http://schemas.microsoft.com/office/drawing/2014/main" id="{35315AE0-44E3-4CBB-B629-9099BF64024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091" y="2634"/>
              <a:ext cx="301" cy="451"/>
              <a:chOff x="4140" y="429"/>
              <a:chExt cx="1425" cy="2396"/>
            </a:xfrm>
          </p:grpSpPr>
          <p:sp>
            <p:nvSpPr>
              <p:cNvPr id="173197" name="Freeform 357">
                <a:extLst>
                  <a:ext uri="{FF2B5EF4-FFF2-40B4-BE49-F238E27FC236}">
                    <a16:creationId xmlns:a16="http://schemas.microsoft.com/office/drawing/2014/main" id="{2E837C03-680B-4522-BEE6-D9D9C619543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2 w 354"/>
                  <a:gd name="T1" fmla="*/ 0 h 2742"/>
                  <a:gd name="T2" fmla="*/ 2 w 354"/>
                  <a:gd name="T3" fmla="*/ 3 h 2742"/>
                  <a:gd name="T4" fmla="*/ 2 w 354"/>
                  <a:gd name="T5" fmla="*/ 3 h 2742"/>
                  <a:gd name="T6" fmla="*/ 0 w 354"/>
                  <a:gd name="T7" fmla="*/ 3 h 2742"/>
                  <a:gd name="T8" fmla="*/ 2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73198" name="Rectangle 358">
                <a:extLst>
                  <a:ext uri="{FF2B5EF4-FFF2-40B4-BE49-F238E27FC236}">
                    <a16:creationId xmlns:a16="http://schemas.microsoft.com/office/drawing/2014/main" id="{5B9FF779-2B3C-4A1B-B29D-9132FC318B4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6" y="429"/>
                <a:ext cx="1046" cy="2284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73199" name="Freeform 359">
                <a:extLst>
                  <a:ext uri="{FF2B5EF4-FFF2-40B4-BE49-F238E27FC236}">
                    <a16:creationId xmlns:a16="http://schemas.microsoft.com/office/drawing/2014/main" id="{8AA8AA24-7914-42F8-BFD3-4F09A2FCC6F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2 w 211"/>
                  <a:gd name="T3" fmla="*/ 3 h 2537"/>
                  <a:gd name="T4" fmla="*/ 2 w 211"/>
                  <a:gd name="T5" fmla="*/ 3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73200" name="Freeform 360">
                <a:extLst>
                  <a:ext uri="{FF2B5EF4-FFF2-40B4-BE49-F238E27FC236}">
                    <a16:creationId xmlns:a16="http://schemas.microsoft.com/office/drawing/2014/main" id="{6A6FA4EF-765A-4F01-854D-355DAD0FBA1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2 w 328"/>
                  <a:gd name="T3" fmla="*/ 3 h 226"/>
                  <a:gd name="T4" fmla="*/ 2 w 328"/>
                  <a:gd name="T5" fmla="*/ 3 h 226"/>
                  <a:gd name="T6" fmla="*/ 0 w 328"/>
                  <a:gd name="T7" fmla="*/ 3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73201" name="Rectangle 361">
                <a:extLst>
                  <a:ext uri="{FF2B5EF4-FFF2-40B4-BE49-F238E27FC236}">
                    <a16:creationId xmlns:a16="http://schemas.microsoft.com/office/drawing/2014/main" id="{A00FE8E1-9A05-4398-87A0-1440A658DF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1" y="695"/>
                <a:ext cx="597" cy="48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grpSp>
            <p:nvGrpSpPr>
              <p:cNvPr id="173202" name="Group 362">
                <a:extLst>
                  <a:ext uri="{FF2B5EF4-FFF2-40B4-BE49-F238E27FC236}">
                    <a16:creationId xmlns:a16="http://schemas.microsoft.com/office/drawing/2014/main" id="{E84598BA-43A9-450E-AE23-338E859D22A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173227" name="AutoShape 363">
                  <a:extLst>
                    <a:ext uri="{FF2B5EF4-FFF2-40B4-BE49-F238E27FC236}">
                      <a16:creationId xmlns:a16="http://schemas.microsoft.com/office/drawing/2014/main" id="{1ED40145-7138-4D26-8C92-774ACB30367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6" y="2568"/>
                  <a:ext cx="721" cy="138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73228" name="AutoShape 364">
                  <a:extLst>
                    <a:ext uri="{FF2B5EF4-FFF2-40B4-BE49-F238E27FC236}">
                      <a16:creationId xmlns:a16="http://schemas.microsoft.com/office/drawing/2014/main" id="{7850A436-DC77-4FA4-A41D-58CDB5E3C48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4" y="2583"/>
                  <a:ext cx="685" cy="107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173203" name="Rectangle 365">
                <a:extLst>
                  <a:ext uri="{FF2B5EF4-FFF2-40B4-BE49-F238E27FC236}">
                    <a16:creationId xmlns:a16="http://schemas.microsoft.com/office/drawing/2014/main" id="{F742D0A9-D5B5-49DA-9DE2-37F5340946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5" y="1019"/>
                <a:ext cx="597" cy="48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grpSp>
            <p:nvGrpSpPr>
              <p:cNvPr id="173204" name="Group 366">
                <a:extLst>
                  <a:ext uri="{FF2B5EF4-FFF2-40B4-BE49-F238E27FC236}">
                    <a16:creationId xmlns:a16="http://schemas.microsoft.com/office/drawing/2014/main" id="{BDBEA849-A851-4DF9-ADDF-0A96885BD3D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173225" name="AutoShape 367">
                  <a:extLst>
                    <a:ext uri="{FF2B5EF4-FFF2-40B4-BE49-F238E27FC236}">
                      <a16:creationId xmlns:a16="http://schemas.microsoft.com/office/drawing/2014/main" id="{5705132E-0C64-4520-8D93-E4DB2CE4534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66"/>
                  <a:ext cx="727" cy="143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73226" name="AutoShape 368">
                  <a:extLst>
                    <a:ext uri="{FF2B5EF4-FFF2-40B4-BE49-F238E27FC236}">
                      <a16:creationId xmlns:a16="http://schemas.microsoft.com/office/drawing/2014/main" id="{EF448E04-DDD6-4CED-AC7E-C35A29D92D6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0" y="2583"/>
                  <a:ext cx="691" cy="110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173205" name="Rectangle 369">
                <a:extLst>
                  <a:ext uri="{FF2B5EF4-FFF2-40B4-BE49-F238E27FC236}">
                    <a16:creationId xmlns:a16="http://schemas.microsoft.com/office/drawing/2014/main" id="{50876D3D-4603-4BA7-9A36-B792A40E61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6" y="1359"/>
                <a:ext cx="597" cy="48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73206" name="Rectangle 370">
                <a:extLst>
                  <a:ext uri="{FF2B5EF4-FFF2-40B4-BE49-F238E27FC236}">
                    <a16:creationId xmlns:a16="http://schemas.microsoft.com/office/drawing/2014/main" id="{32190D45-DAB3-4006-BE0D-A9D61E937E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30" y="1656"/>
                <a:ext cx="592" cy="48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grpSp>
            <p:nvGrpSpPr>
              <p:cNvPr id="173207" name="Group 371">
                <a:extLst>
                  <a:ext uri="{FF2B5EF4-FFF2-40B4-BE49-F238E27FC236}">
                    <a16:creationId xmlns:a16="http://schemas.microsoft.com/office/drawing/2014/main" id="{1EE52930-81A0-4637-87B0-1731B9DD467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173223" name="AutoShape 372">
                  <a:extLst>
                    <a:ext uri="{FF2B5EF4-FFF2-40B4-BE49-F238E27FC236}">
                      <a16:creationId xmlns:a16="http://schemas.microsoft.com/office/drawing/2014/main" id="{7E25C7C5-F27C-4A13-B199-7F1DFC2D1C2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6" y="2570"/>
                  <a:ext cx="725" cy="137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73224" name="AutoShape 373">
                  <a:extLst>
                    <a:ext uri="{FF2B5EF4-FFF2-40B4-BE49-F238E27FC236}">
                      <a16:creationId xmlns:a16="http://schemas.microsoft.com/office/drawing/2014/main" id="{E0614293-329D-49F9-BDDF-DC891D565C6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4" y="2585"/>
                  <a:ext cx="690" cy="108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173208" name="Freeform 374">
                <a:extLst>
                  <a:ext uri="{FF2B5EF4-FFF2-40B4-BE49-F238E27FC236}">
                    <a16:creationId xmlns:a16="http://schemas.microsoft.com/office/drawing/2014/main" id="{4D72D1EE-EB3E-4DB4-B3AA-8FBBCF23C80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2 w 328"/>
                  <a:gd name="T3" fmla="*/ 2 h 226"/>
                  <a:gd name="T4" fmla="*/ 2 w 328"/>
                  <a:gd name="T5" fmla="*/ 2 h 226"/>
                  <a:gd name="T6" fmla="*/ 0 w 328"/>
                  <a:gd name="T7" fmla="*/ 2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173209" name="Group 375">
                <a:extLst>
                  <a:ext uri="{FF2B5EF4-FFF2-40B4-BE49-F238E27FC236}">
                    <a16:creationId xmlns:a16="http://schemas.microsoft.com/office/drawing/2014/main" id="{332E80FD-290C-4F82-962F-AC0AB03402D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173221" name="AutoShape 376">
                  <a:extLst>
                    <a:ext uri="{FF2B5EF4-FFF2-40B4-BE49-F238E27FC236}">
                      <a16:creationId xmlns:a16="http://schemas.microsoft.com/office/drawing/2014/main" id="{23C75572-8058-40A8-8762-93CBD482CDE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9" y="2568"/>
                  <a:ext cx="702" cy="138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73222" name="AutoShape 377">
                  <a:extLst>
                    <a:ext uri="{FF2B5EF4-FFF2-40B4-BE49-F238E27FC236}">
                      <a16:creationId xmlns:a16="http://schemas.microsoft.com/office/drawing/2014/main" id="{D49FB770-3767-404C-B1EB-0A6F0138CA4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4" y="2584"/>
                  <a:ext cx="672" cy="106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173210" name="Rectangle 378">
                <a:extLst>
                  <a:ext uri="{FF2B5EF4-FFF2-40B4-BE49-F238E27FC236}">
                    <a16:creationId xmlns:a16="http://schemas.microsoft.com/office/drawing/2014/main" id="{91651B30-2651-4F9B-8F95-0B9BB95DCB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48" y="429"/>
                <a:ext cx="71" cy="2290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73211" name="Freeform 379">
                <a:extLst>
                  <a:ext uri="{FF2B5EF4-FFF2-40B4-BE49-F238E27FC236}">
                    <a16:creationId xmlns:a16="http://schemas.microsoft.com/office/drawing/2014/main" id="{F061666A-FCCA-47D9-9D3E-3504F6CE122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2 w 296"/>
                  <a:gd name="T3" fmla="*/ 2 h 256"/>
                  <a:gd name="T4" fmla="*/ 2 w 296"/>
                  <a:gd name="T5" fmla="*/ 2 h 256"/>
                  <a:gd name="T6" fmla="*/ 0 w 296"/>
                  <a:gd name="T7" fmla="*/ 2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73212" name="Freeform 380">
                <a:extLst>
                  <a:ext uri="{FF2B5EF4-FFF2-40B4-BE49-F238E27FC236}">
                    <a16:creationId xmlns:a16="http://schemas.microsoft.com/office/drawing/2014/main" id="{858A07B1-02E9-496E-8B10-52C486F667B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2 w 304"/>
                  <a:gd name="T3" fmla="*/ 2 h 288"/>
                  <a:gd name="T4" fmla="*/ 2 w 304"/>
                  <a:gd name="T5" fmla="*/ 2 h 288"/>
                  <a:gd name="T6" fmla="*/ 2 w 304"/>
                  <a:gd name="T7" fmla="*/ 2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73213" name="Oval 381">
                <a:extLst>
                  <a:ext uri="{FF2B5EF4-FFF2-40B4-BE49-F238E27FC236}">
                    <a16:creationId xmlns:a16="http://schemas.microsoft.com/office/drawing/2014/main" id="{8B83DEE4-96A7-4194-B8CE-959462437F6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8" y="2612"/>
                <a:ext cx="47" cy="96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73214" name="Freeform 382">
                <a:extLst>
                  <a:ext uri="{FF2B5EF4-FFF2-40B4-BE49-F238E27FC236}">
                    <a16:creationId xmlns:a16="http://schemas.microsoft.com/office/drawing/2014/main" id="{753603E4-7F40-4595-811E-732A3EECFA2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3 h 240"/>
                  <a:gd name="T2" fmla="*/ 2 w 306"/>
                  <a:gd name="T3" fmla="*/ 3 h 240"/>
                  <a:gd name="T4" fmla="*/ 2 w 306"/>
                  <a:gd name="T5" fmla="*/ 3 h 240"/>
                  <a:gd name="T6" fmla="*/ 2 w 306"/>
                  <a:gd name="T7" fmla="*/ 0 h 240"/>
                  <a:gd name="T8" fmla="*/ 0 w 306"/>
                  <a:gd name="T9" fmla="*/ 3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73215" name="AutoShape 383">
                <a:extLst>
                  <a:ext uri="{FF2B5EF4-FFF2-40B4-BE49-F238E27FC236}">
                    <a16:creationId xmlns:a16="http://schemas.microsoft.com/office/drawing/2014/main" id="{78DC5EEE-BDD1-443B-8116-405FECF937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76"/>
                <a:ext cx="1198" cy="149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73216" name="AutoShape 384">
                <a:extLst>
                  <a:ext uri="{FF2B5EF4-FFF2-40B4-BE49-F238E27FC236}">
                    <a16:creationId xmlns:a16="http://schemas.microsoft.com/office/drawing/2014/main" id="{B822167A-9657-4AEC-A82A-84389C5F2F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6" y="2713"/>
                <a:ext cx="1070" cy="80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chemeClr val="tx2"/>
                  </a:gs>
                  <a:gs pos="100000">
                    <a:schemeClr val="bg2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73217" name="Oval 385">
                <a:extLst>
                  <a:ext uri="{FF2B5EF4-FFF2-40B4-BE49-F238E27FC236}">
                    <a16:creationId xmlns:a16="http://schemas.microsoft.com/office/drawing/2014/main" id="{4B355B91-EC15-43B4-AB39-3C08D9B96F3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6" y="2384"/>
                <a:ext cx="161" cy="143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73218" name="Oval 386">
                <a:extLst>
                  <a:ext uri="{FF2B5EF4-FFF2-40B4-BE49-F238E27FC236}">
                    <a16:creationId xmlns:a16="http://schemas.microsoft.com/office/drawing/2014/main" id="{797B6D0E-1D8F-42EF-B91C-C2836BDCB15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6" y="2384"/>
                <a:ext cx="161" cy="143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73219" name="Oval 387">
                <a:extLst>
                  <a:ext uri="{FF2B5EF4-FFF2-40B4-BE49-F238E27FC236}">
                    <a16:creationId xmlns:a16="http://schemas.microsoft.com/office/drawing/2014/main" id="{C1FDDA5D-1477-49D1-B4FE-E6C7441AE2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61" y="2379"/>
                <a:ext cx="161" cy="143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73220" name="Rectangle 388">
                <a:extLst>
                  <a:ext uri="{FF2B5EF4-FFF2-40B4-BE49-F238E27FC236}">
                    <a16:creationId xmlns:a16="http://schemas.microsoft.com/office/drawing/2014/main" id="{A72BA71E-5016-48C4-B646-B84AA5D4B06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3" y="1837"/>
                <a:ext cx="85" cy="760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grpSp>
          <p:nvGrpSpPr>
            <p:cNvPr id="173068" name="Group 320">
              <a:extLst>
                <a:ext uri="{FF2B5EF4-FFF2-40B4-BE49-F238E27FC236}">
                  <a16:creationId xmlns:a16="http://schemas.microsoft.com/office/drawing/2014/main" id="{D1B34D8D-03F6-4504-8DAD-20321803594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05" y="1159"/>
              <a:ext cx="301" cy="451"/>
              <a:chOff x="4140" y="429"/>
              <a:chExt cx="1425" cy="2396"/>
            </a:xfrm>
          </p:grpSpPr>
          <p:sp>
            <p:nvSpPr>
              <p:cNvPr id="173165" name="Freeform 321">
                <a:extLst>
                  <a:ext uri="{FF2B5EF4-FFF2-40B4-BE49-F238E27FC236}">
                    <a16:creationId xmlns:a16="http://schemas.microsoft.com/office/drawing/2014/main" id="{7B301291-AB86-41BF-A468-F3EE98856EB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2 w 354"/>
                  <a:gd name="T1" fmla="*/ 0 h 2742"/>
                  <a:gd name="T2" fmla="*/ 2 w 354"/>
                  <a:gd name="T3" fmla="*/ 3 h 2742"/>
                  <a:gd name="T4" fmla="*/ 2 w 354"/>
                  <a:gd name="T5" fmla="*/ 3 h 2742"/>
                  <a:gd name="T6" fmla="*/ 0 w 354"/>
                  <a:gd name="T7" fmla="*/ 3 h 2742"/>
                  <a:gd name="T8" fmla="*/ 2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73166" name="Rectangle 322">
                <a:extLst>
                  <a:ext uri="{FF2B5EF4-FFF2-40B4-BE49-F238E27FC236}">
                    <a16:creationId xmlns:a16="http://schemas.microsoft.com/office/drawing/2014/main" id="{8BAC6998-3766-4A1E-A16E-ACE54C302B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6" y="429"/>
                <a:ext cx="1046" cy="2284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73167" name="Freeform 323">
                <a:extLst>
                  <a:ext uri="{FF2B5EF4-FFF2-40B4-BE49-F238E27FC236}">
                    <a16:creationId xmlns:a16="http://schemas.microsoft.com/office/drawing/2014/main" id="{C67C2722-70D3-4280-9971-4594C361DB5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2 w 211"/>
                  <a:gd name="T3" fmla="*/ 3 h 2537"/>
                  <a:gd name="T4" fmla="*/ 2 w 211"/>
                  <a:gd name="T5" fmla="*/ 3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73168" name="Freeform 324">
                <a:extLst>
                  <a:ext uri="{FF2B5EF4-FFF2-40B4-BE49-F238E27FC236}">
                    <a16:creationId xmlns:a16="http://schemas.microsoft.com/office/drawing/2014/main" id="{0CC4356F-3007-4CAB-B9AD-2536F3D4CB2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2 w 328"/>
                  <a:gd name="T3" fmla="*/ 3 h 226"/>
                  <a:gd name="T4" fmla="*/ 2 w 328"/>
                  <a:gd name="T5" fmla="*/ 3 h 226"/>
                  <a:gd name="T6" fmla="*/ 0 w 328"/>
                  <a:gd name="T7" fmla="*/ 3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73169" name="Rectangle 325">
                <a:extLst>
                  <a:ext uri="{FF2B5EF4-FFF2-40B4-BE49-F238E27FC236}">
                    <a16:creationId xmlns:a16="http://schemas.microsoft.com/office/drawing/2014/main" id="{30E813D1-FF21-43D2-972F-2B0558FE5D9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1" y="695"/>
                <a:ext cx="597" cy="48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grpSp>
            <p:nvGrpSpPr>
              <p:cNvPr id="173170" name="Group 326">
                <a:extLst>
                  <a:ext uri="{FF2B5EF4-FFF2-40B4-BE49-F238E27FC236}">
                    <a16:creationId xmlns:a16="http://schemas.microsoft.com/office/drawing/2014/main" id="{9495B668-564C-4803-982F-5F371AA91BF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173195" name="AutoShape 327">
                  <a:extLst>
                    <a:ext uri="{FF2B5EF4-FFF2-40B4-BE49-F238E27FC236}">
                      <a16:creationId xmlns:a16="http://schemas.microsoft.com/office/drawing/2014/main" id="{2F2B9B67-A395-4BA7-9033-2A674DAA2FD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6" y="2568"/>
                  <a:ext cx="721" cy="138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73196" name="AutoShape 328">
                  <a:extLst>
                    <a:ext uri="{FF2B5EF4-FFF2-40B4-BE49-F238E27FC236}">
                      <a16:creationId xmlns:a16="http://schemas.microsoft.com/office/drawing/2014/main" id="{E6DB7E58-2E03-46FA-B1CE-0D18958E213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4" y="2583"/>
                  <a:ext cx="685" cy="107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173171" name="Rectangle 329">
                <a:extLst>
                  <a:ext uri="{FF2B5EF4-FFF2-40B4-BE49-F238E27FC236}">
                    <a16:creationId xmlns:a16="http://schemas.microsoft.com/office/drawing/2014/main" id="{2F3318C9-42B9-4194-B223-E7539CCC0B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5" y="1019"/>
                <a:ext cx="597" cy="48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grpSp>
            <p:nvGrpSpPr>
              <p:cNvPr id="173172" name="Group 330">
                <a:extLst>
                  <a:ext uri="{FF2B5EF4-FFF2-40B4-BE49-F238E27FC236}">
                    <a16:creationId xmlns:a16="http://schemas.microsoft.com/office/drawing/2014/main" id="{5F5B6A99-774D-4B05-A5DC-5FD6B2C03B0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173193" name="AutoShape 331">
                  <a:extLst>
                    <a:ext uri="{FF2B5EF4-FFF2-40B4-BE49-F238E27FC236}">
                      <a16:creationId xmlns:a16="http://schemas.microsoft.com/office/drawing/2014/main" id="{95CCB05B-5195-4770-B6CF-52C1F06004C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66"/>
                  <a:ext cx="727" cy="143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73194" name="AutoShape 332">
                  <a:extLst>
                    <a:ext uri="{FF2B5EF4-FFF2-40B4-BE49-F238E27FC236}">
                      <a16:creationId xmlns:a16="http://schemas.microsoft.com/office/drawing/2014/main" id="{4A50E96C-B4BC-42EA-97FD-FE04A64F73E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0" y="2583"/>
                  <a:ext cx="691" cy="110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173173" name="Rectangle 333">
                <a:extLst>
                  <a:ext uri="{FF2B5EF4-FFF2-40B4-BE49-F238E27FC236}">
                    <a16:creationId xmlns:a16="http://schemas.microsoft.com/office/drawing/2014/main" id="{FE38F2B9-5454-41D0-9D43-5659A33D5E9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6" y="1359"/>
                <a:ext cx="597" cy="48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73174" name="Rectangle 334">
                <a:extLst>
                  <a:ext uri="{FF2B5EF4-FFF2-40B4-BE49-F238E27FC236}">
                    <a16:creationId xmlns:a16="http://schemas.microsoft.com/office/drawing/2014/main" id="{08E909CD-46DD-43FF-9A80-6D8336460F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30" y="1656"/>
                <a:ext cx="592" cy="48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grpSp>
            <p:nvGrpSpPr>
              <p:cNvPr id="173175" name="Group 335">
                <a:extLst>
                  <a:ext uri="{FF2B5EF4-FFF2-40B4-BE49-F238E27FC236}">
                    <a16:creationId xmlns:a16="http://schemas.microsoft.com/office/drawing/2014/main" id="{902348BB-0775-4937-8772-E55BAD3C384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173191" name="AutoShape 336">
                  <a:extLst>
                    <a:ext uri="{FF2B5EF4-FFF2-40B4-BE49-F238E27FC236}">
                      <a16:creationId xmlns:a16="http://schemas.microsoft.com/office/drawing/2014/main" id="{9B3E69CB-3868-4A23-AAB2-901B5319E07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6" y="2570"/>
                  <a:ext cx="725" cy="137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73192" name="AutoShape 337">
                  <a:extLst>
                    <a:ext uri="{FF2B5EF4-FFF2-40B4-BE49-F238E27FC236}">
                      <a16:creationId xmlns:a16="http://schemas.microsoft.com/office/drawing/2014/main" id="{F854305D-4C5A-4211-A050-AECC7A2A263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4" y="2585"/>
                  <a:ext cx="690" cy="108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173176" name="Freeform 338">
                <a:extLst>
                  <a:ext uri="{FF2B5EF4-FFF2-40B4-BE49-F238E27FC236}">
                    <a16:creationId xmlns:a16="http://schemas.microsoft.com/office/drawing/2014/main" id="{204C48B6-E2B0-45C2-8BD6-5755A26265D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2 w 328"/>
                  <a:gd name="T3" fmla="*/ 2 h 226"/>
                  <a:gd name="T4" fmla="*/ 2 w 328"/>
                  <a:gd name="T5" fmla="*/ 2 h 226"/>
                  <a:gd name="T6" fmla="*/ 0 w 328"/>
                  <a:gd name="T7" fmla="*/ 2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173177" name="Group 339">
                <a:extLst>
                  <a:ext uri="{FF2B5EF4-FFF2-40B4-BE49-F238E27FC236}">
                    <a16:creationId xmlns:a16="http://schemas.microsoft.com/office/drawing/2014/main" id="{82DC464C-6CFC-43AC-ADD9-05A9EC34F68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173189" name="AutoShape 340">
                  <a:extLst>
                    <a:ext uri="{FF2B5EF4-FFF2-40B4-BE49-F238E27FC236}">
                      <a16:creationId xmlns:a16="http://schemas.microsoft.com/office/drawing/2014/main" id="{681363A4-9867-4791-9521-C738A3E362E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9" y="2568"/>
                  <a:ext cx="702" cy="138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73190" name="AutoShape 341">
                  <a:extLst>
                    <a:ext uri="{FF2B5EF4-FFF2-40B4-BE49-F238E27FC236}">
                      <a16:creationId xmlns:a16="http://schemas.microsoft.com/office/drawing/2014/main" id="{2138E536-BDAD-43E4-9EAB-7C18D29105C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4" y="2584"/>
                  <a:ext cx="672" cy="106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173178" name="Rectangle 342">
                <a:extLst>
                  <a:ext uri="{FF2B5EF4-FFF2-40B4-BE49-F238E27FC236}">
                    <a16:creationId xmlns:a16="http://schemas.microsoft.com/office/drawing/2014/main" id="{ACC61792-B713-465D-A94F-C26A406691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48" y="429"/>
                <a:ext cx="71" cy="2290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73179" name="Freeform 343">
                <a:extLst>
                  <a:ext uri="{FF2B5EF4-FFF2-40B4-BE49-F238E27FC236}">
                    <a16:creationId xmlns:a16="http://schemas.microsoft.com/office/drawing/2014/main" id="{C6F54C60-C7B0-4721-9F76-4B4C005AE95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2 w 296"/>
                  <a:gd name="T3" fmla="*/ 2 h 256"/>
                  <a:gd name="T4" fmla="*/ 2 w 296"/>
                  <a:gd name="T5" fmla="*/ 2 h 256"/>
                  <a:gd name="T6" fmla="*/ 0 w 296"/>
                  <a:gd name="T7" fmla="*/ 2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73180" name="Freeform 344">
                <a:extLst>
                  <a:ext uri="{FF2B5EF4-FFF2-40B4-BE49-F238E27FC236}">
                    <a16:creationId xmlns:a16="http://schemas.microsoft.com/office/drawing/2014/main" id="{E655C7FF-FBDA-41D0-83F1-7615D1B56D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2 w 304"/>
                  <a:gd name="T3" fmla="*/ 2 h 288"/>
                  <a:gd name="T4" fmla="*/ 2 w 304"/>
                  <a:gd name="T5" fmla="*/ 2 h 288"/>
                  <a:gd name="T6" fmla="*/ 2 w 304"/>
                  <a:gd name="T7" fmla="*/ 2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73181" name="Oval 345">
                <a:extLst>
                  <a:ext uri="{FF2B5EF4-FFF2-40B4-BE49-F238E27FC236}">
                    <a16:creationId xmlns:a16="http://schemas.microsoft.com/office/drawing/2014/main" id="{2A8C4832-1919-4730-A2C0-E7E17F9B38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8" y="2612"/>
                <a:ext cx="47" cy="96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73182" name="Freeform 346">
                <a:extLst>
                  <a:ext uri="{FF2B5EF4-FFF2-40B4-BE49-F238E27FC236}">
                    <a16:creationId xmlns:a16="http://schemas.microsoft.com/office/drawing/2014/main" id="{7ABED3C2-7B95-4E34-9D09-04F60FB90A1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3 h 240"/>
                  <a:gd name="T2" fmla="*/ 2 w 306"/>
                  <a:gd name="T3" fmla="*/ 3 h 240"/>
                  <a:gd name="T4" fmla="*/ 2 w 306"/>
                  <a:gd name="T5" fmla="*/ 3 h 240"/>
                  <a:gd name="T6" fmla="*/ 2 w 306"/>
                  <a:gd name="T7" fmla="*/ 0 h 240"/>
                  <a:gd name="T8" fmla="*/ 0 w 306"/>
                  <a:gd name="T9" fmla="*/ 3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73183" name="AutoShape 347">
                <a:extLst>
                  <a:ext uri="{FF2B5EF4-FFF2-40B4-BE49-F238E27FC236}">
                    <a16:creationId xmlns:a16="http://schemas.microsoft.com/office/drawing/2014/main" id="{67B9B685-79DF-4DEB-A0A7-72CB638F7A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76"/>
                <a:ext cx="1198" cy="149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73184" name="AutoShape 348">
                <a:extLst>
                  <a:ext uri="{FF2B5EF4-FFF2-40B4-BE49-F238E27FC236}">
                    <a16:creationId xmlns:a16="http://schemas.microsoft.com/office/drawing/2014/main" id="{7BB12560-DADF-4FC5-863F-C6D211CB52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6" y="2713"/>
                <a:ext cx="1070" cy="80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chemeClr val="tx2"/>
                  </a:gs>
                  <a:gs pos="100000">
                    <a:schemeClr val="bg2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73185" name="Oval 349">
                <a:extLst>
                  <a:ext uri="{FF2B5EF4-FFF2-40B4-BE49-F238E27FC236}">
                    <a16:creationId xmlns:a16="http://schemas.microsoft.com/office/drawing/2014/main" id="{DF4711F8-7FAA-4BE8-A48D-780EA87FE56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6" y="2384"/>
                <a:ext cx="161" cy="143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73186" name="Oval 350">
                <a:extLst>
                  <a:ext uri="{FF2B5EF4-FFF2-40B4-BE49-F238E27FC236}">
                    <a16:creationId xmlns:a16="http://schemas.microsoft.com/office/drawing/2014/main" id="{44582C82-3E66-4053-A96E-B522184A2A4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6" y="2384"/>
                <a:ext cx="161" cy="143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73187" name="Oval 351">
                <a:extLst>
                  <a:ext uri="{FF2B5EF4-FFF2-40B4-BE49-F238E27FC236}">
                    <a16:creationId xmlns:a16="http://schemas.microsoft.com/office/drawing/2014/main" id="{8EFA1B88-C2F7-45E3-AFCB-7C6C14AB4A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61" y="2379"/>
                <a:ext cx="161" cy="143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73188" name="Rectangle 352">
                <a:extLst>
                  <a:ext uri="{FF2B5EF4-FFF2-40B4-BE49-F238E27FC236}">
                    <a16:creationId xmlns:a16="http://schemas.microsoft.com/office/drawing/2014/main" id="{CBD35C05-3E4B-4C3E-B874-F0FB0EA79A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3" y="1837"/>
                <a:ext cx="85" cy="760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73069" name="Line 9">
              <a:extLst>
                <a:ext uri="{FF2B5EF4-FFF2-40B4-BE49-F238E27FC236}">
                  <a16:creationId xmlns:a16="http://schemas.microsoft.com/office/drawing/2014/main" id="{CF9F794B-8FE3-46B0-A48A-531FF2CDD95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34" y="1642"/>
              <a:ext cx="708" cy="498"/>
            </a:xfrm>
            <a:prstGeom prst="line">
              <a:avLst/>
            </a:prstGeom>
            <a:noFill/>
            <a:ln w="28575">
              <a:solidFill>
                <a:srgbClr val="CC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grpSp>
          <p:nvGrpSpPr>
            <p:cNvPr id="173070" name="Group 19">
              <a:extLst>
                <a:ext uri="{FF2B5EF4-FFF2-40B4-BE49-F238E27FC236}">
                  <a16:creationId xmlns:a16="http://schemas.microsoft.com/office/drawing/2014/main" id="{323331AA-C566-4990-BD1E-71885123BA1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66" y="1881"/>
              <a:ext cx="510" cy="661"/>
              <a:chOff x="4296" y="2627"/>
              <a:chExt cx="510" cy="661"/>
            </a:xfrm>
          </p:grpSpPr>
          <p:sp>
            <p:nvSpPr>
              <p:cNvPr id="173150" name="Rectangle 20">
                <a:extLst>
                  <a:ext uri="{FF2B5EF4-FFF2-40B4-BE49-F238E27FC236}">
                    <a16:creationId xmlns:a16="http://schemas.microsoft.com/office/drawing/2014/main" id="{DEB7A15F-6044-41D6-9A7D-4730564AC3B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96" y="2652"/>
                <a:ext cx="510" cy="636"/>
              </a:xfrm>
              <a:prstGeom prst="rect">
                <a:avLst/>
              </a:prstGeom>
              <a:solidFill>
                <a:schemeClr val="hlink"/>
              </a:solidFill>
              <a:ln w="1905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73151" name="Text Box 21">
                <a:extLst>
                  <a:ext uri="{FF2B5EF4-FFF2-40B4-BE49-F238E27FC236}">
                    <a16:creationId xmlns:a16="http://schemas.microsoft.com/office/drawing/2014/main" id="{C9B2FCFE-C3B2-438E-9A64-802AB1ED8A7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304" y="2627"/>
                <a:ext cx="472" cy="3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600">
                    <a:latin typeface="Arial" panose="020B0604020202020204" pitchFamily="34" charset="0"/>
                  </a:rPr>
                  <a:t>mail</a:t>
                </a: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600">
                    <a:latin typeface="Arial" panose="020B0604020202020204" pitchFamily="34" charset="0"/>
                  </a:rPr>
                  <a:t>server</a:t>
                </a:r>
                <a:endParaRPr lang="en-US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73152" name="Rectangle 22">
                <a:extLst>
                  <a:ext uri="{FF2B5EF4-FFF2-40B4-BE49-F238E27FC236}">
                    <a16:creationId xmlns:a16="http://schemas.microsoft.com/office/drawing/2014/main" id="{73FD9276-9DE2-4A58-AAF7-6757EAF4072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20" y="3006"/>
                <a:ext cx="450" cy="120"/>
              </a:xfrm>
              <a:prstGeom prst="rect">
                <a:avLst/>
              </a:prstGeom>
              <a:solidFill>
                <a:srgbClr val="00FF00"/>
              </a:solidFill>
              <a:ln w="1905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73153" name="Line 23">
                <a:extLst>
                  <a:ext uri="{FF2B5EF4-FFF2-40B4-BE49-F238E27FC236}">
                    <a16:creationId xmlns:a16="http://schemas.microsoft.com/office/drawing/2014/main" id="{419EE310-EB3D-46F5-987E-7C20150E243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69" y="3034"/>
                <a:ext cx="0" cy="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73154" name="Line 24">
                <a:extLst>
                  <a:ext uri="{FF2B5EF4-FFF2-40B4-BE49-F238E27FC236}">
                    <a16:creationId xmlns:a16="http://schemas.microsoft.com/office/drawing/2014/main" id="{AEEF6642-5CF8-4D37-BBB2-F01F3871D1C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478" y="3033"/>
                <a:ext cx="0" cy="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73155" name="Line 25">
                <a:extLst>
                  <a:ext uri="{FF2B5EF4-FFF2-40B4-BE49-F238E27FC236}">
                    <a16:creationId xmlns:a16="http://schemas.microsoft.com/office/drawing/2014/main" id="{FAB4E035-C17A-4C6A-BC65-F5815A7FFAD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33" y="3035"/>
                <a:ext cx="0" cy="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73156" name="Line 26">
                <a:extLst>
                  <a:ext uri="{FF2B5EF4-FFF2-40B4-BE49-F238E27FC236}">
                    <a16:creationId xmlns:a16="http://schemas.microsoft.com/office/drawing/2014/main" id="{B8C622B6-699F-489D-BD35-9E04819ED04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90" y="3033"/>
                <a:ext cx="0" cy="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73157" name="Line 27">
                <a:extLst>
                  <a:ext uri="{FF2B5EF4-FFF2-40B4-BE49-F238E27FC236}">
                    <a16:creationId xmlns:a16="http://schemas.microsoft.com/office/drawing/2014/main" id="{66A768F1-875A-4729-A96A-A34290FD8A6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651" y="3033"/>
                <a:ext cx="0" cy="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73158" name="Line 28">
                <a:extLst>
                  <a:ext uri="{FF2B5EF4-FFF2-40B4-BE49-F238E27FC236}">
                    <a16:creationId xmlns:a16="http://schemas.microsoft.com/office/drawing/2014/main" id="{8F240571-21B6-4611-9B7A-7EFACE71B3D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707" y="3033"/>
                <a:ext cx="0" cy="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73159" name="Line 29">
                <a:extLst>
                  <a:ext uri="{FF2B5EF4-FFF2-40B4-BE49-F238E27FC236}">
                    <a16:creationId xmlns:a16="http://schemas.microsoft.com/office/drawing/2014/main" id="{92987E0E-2995-4BD6-9A62-8836F9A6A5E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422" y="3034"/>
                <a:ext cx="0" cy="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73160" name="Rectangle 30">
                <a:extLst>
                  <a:ext uri="{FF2B5EF4-FFF2-40B4-BE49-F238E27FC236}">
                    <a16:creationId xmlns:a16="http://schemas.microsoft.com/office/drawing/2014/main" id="{02C7F2BD-64FC-42A2-BA06-6E5588A10F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28" y="3173"/>
                <a:ext cx="64" cy="93"/>
              </a:xfrm>
              <a:prstGeom prst="rect">
                <a:avLst/>
              </a:prstGeom>
              <a:solidFill>
                <a:srgbClr val="FFFF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73161" name="Rectangle 31">
                <a:extLst>
                  <a:ext uri="{FF2B5EF4-FFF2-40B4-BE49-F238E27FC236}">
                    <a16:creationId xmlns:a16="http://schemas.microsoft.com/office/drawing/2014/main" id="{96A458E8-DEAD-4883-A698-B16FF68A37F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14" y="3173"/>
                <a:ext cx="64" cy="93"/>
              </a:xfrm>
              <a:prstGeom prst="rect">
                <a:avLst/>
              </a:prstGeom>
              <a:solidFill>
                <a:srgbClr val="FFFF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73162" name="Rectangle 32">
                <a:extLst>
                  <a:ext uri="{FF2B5EF4-FFF2-40B4-BE49-F238E27FC236}">
                    <a16:creationId xmlns:a16="http://schemas.microsoft.com/office/drawing/2014/main" id="{D49A6464-8C96-4117-8732-13171BAD6A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500" y="3172"/>
                <a:ext cx="64" cy="93"/>
              </a:xfrm>
              <a:prstGeom prst="rect">
                <a:avLst/>
              </a:prstGeom>
              <a:solidFill>
                <a:srgbClr val="FFFF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73163" name="Rectangle 33">
                <a:extLst>
                  <a:ext uri="{FF2B5EF4-FFF2-40B4-BE49-F238E27FC236}">
                    <a16:creationId xmlns:a16="http://schemas.microsoft.com/office/drawing/2014/main" id="{9B59DD70-717E-4841-8829-F48C1C49298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597" y="3170"/>
                <a:ext cx="64" cy="93"/>
              </a:xfrm>
              <a:prstGeom prst="rect">
                <a:avLst/>
              </a:prstGeom>
              <a:solidFill>
                <a:srgbClr val="FFFF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73164" name="Rectangle 34">
                <a:extLst>
                  <a:ext uri="{FF2B5EF4-FFF2-40B4-BE49-F238E27FC236}">
                    <a16:creationId xmlns:a16="http://schemas.microsoft.com/office/drawing/2014/main" id="{960DD3D7-FF95-43B0-90D9-749F4EFAB9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93" y="3170"/>
                <a:ext cx="64" cy="93"/>
              </a:xfrm>
              <a:prstGeom prst="rect">
                <a:avLst/>
              </a:prstGeom>
              <a:solidFill>
                <a:srgbClr val="FFFF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grpSp>
          <p:nvGrpSpPr>
            <p:cNvPr id="173071" name="Group 60">
              <a:extLst>
                <a:ext uri="{FF2B5EF4-FFF2-40B4-BE49-F238E27FC236}">
                  <a16:creationId xmlns:a16="http://schemas.microsoft.com/office/drawing/2014/main" id="{B3F01AE9-C6A0-46C2-B9C0-4B251A1C55D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206" y="2763"/>
              <a:ext cx="510" cy="661"/>
              <a:chOff x="4296" y="2627"/>
              <a:chExt cx="510" cy="661"/>
            </a:xfrm>
          </p:grpSpPr>
          <p:sp>
            <p:nvSpPr>
              <p:cNvPr id="173135" name="Rectangle 61">
                <a:extLst>
                  <a:ext uri="{FF2B5EF4-FFF2-40B4-BE49-F238E27FC236}">
                    <a16:creationId xmlns:a16="http://schemas.microsoft.com/office/drawing/2014/main" id="{01A0A14A-78B4-4709-A05D-42B9B743614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96" y="2652"/>
                <a:ext cx="510" cy="636"/>
              </a:xfrm>
              <a:prstGeom prst="rect">
                <a:avLst/>
              </a:prstGeom>
              <a:solidFill>
                <a:schemeClr val="hlink"/>
              </a:solidFill>
              <a:ln w="1905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73136" name="Text Box 62">
                <a:extLst>
                  <a:ext uri="{FF2B5EF4-FFF2-40B4-BE49-F238E27FC236}">
                    <a16:creationId xmlns:a16="http://schemas.microsoft.com/office/drawing/2014/main" id="{AD428650-F882-4E90-98B8-1097DDA3B85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304" y="2627"/>
                <a:ext cx="472" cy="3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600">
                    <a:latin typeface="Arial" panose="020B0604020202020204" pitchFamily="34" charset="0"/>
                  </a:rPr>
                  <a:t>mail</a:t>
                </a: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600">
                    <a:latin typeface="Arial" panose="020B0604020202020204" pitchFamily="34" charset="0"/>
                  </a:rPr>
                  <a:t>server</a:t>
                </a:r>
                <a:endParaRPr lang="en-US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73137" name="Rectangle 63">
                <a:extLst>
                  <a:ext uri="{FF2B5EF4-FFF2-40B4-BE49-F238E27FC236}">
                    <a16:creationId xmlns:a16="http://schemas.microsoft.com/office/drawing/2014/main" id="{6C320A57-BA42-49E2-B194-BB64DB7847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20" y="3006"/>
                <a:ext cx="450" cy="120"/>
              </a:xfrm>
              <a:prstGeom prst="rect">
                <a:avLst/>
              </a:prstGeom>
              <a:solidFill>
                <a:srgbClr val="00FF00"/>
              </a:solidFill>
              <a:ln w="1905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73138" name="Line 64">
                <a:extLst>
                  <a:ext uri="{FF2B5EF4-FFF2-40B4-BE49-F238E27FC236}">
                    <a16:creationId xmlns:a16="http://schemas.microsoft.com/office/drawing/2014/main" id="{3998D13A-2A0E-4A36-AF36-56C7935709C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69" y="3034"/>
                <a:ext cx="0" cy="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73139" name="Line 65">
                <a:extLst>
                  <a:ext uri="{FF2B5EF4-FFF2-40B4-BE49-F238E27FC236}">
                    <a16:creationId xmlns:a16="http://schemas.microsoft.com/office/drawing/2014/main" id="{B595A592-4399-4895-9B17-BDAF3AD2ECE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478" y="3033"/>
                <a:ext cx="0" cy="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73140" name="Line 66">
                <a:extLst>
                  <a:ext uri="{FF2B5EF4-FFF2-40B4-BE49-F238E27FC236}">
                    <a16:creationId xmlns:a16="http://schemas.microsoft.com/office/drawing/2014/main" id="{FA23924A-AA05-4EB2-95D9-43ABFC43B4F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33" y="3035"/>
                <a:ext cx="0" cy="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73141" name="Line 67">
                <a:extLst>
                  <a:ext uri="{FF2B5EF4-FFF2-40B4-BE49-F238E27FC236}">
                    <a16:creationId xmlns:a16="http://schemas.microsoft.com/office/drawing/2014/main" id="{B5FA708F-A6EB-4EFB-9034-E720F70385E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90" y="3033"/>
                <a:ext cx="0" cy="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73142" name="Line 68">
                <a:extLst>
                  <a:ext uri="{FF2B5EF4-FFF2-40B4-BE49-F238E27FC236}">
                    <a16:creationId xmlns:a16="http://schemas.microsoft.com/office/drawing/2014/main" id="{7E888FC4-1DF4-4B17-AAB2-A100EAA11D4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651" y="3033"/>
                <a:ext cx="0" cy="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73143" name="Line 69">
                <a:extLst>
                  <a:ext uri="{FF2B5EF4-FFF2-40B4-BE49-F238E27FC236}">
                    <a16:creationId xmlns:a16="http://schemas.microsoft.com/office/drawing/2014/main" id="{333D9A33-8E0E-4750-B9F7-274030F6CF7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707" y="3033"/>
                <a:ext cx="0" cy="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73144" name="Line 70">
                <a:extLst>
                  <a:ext uri="{FF2B5EF4-FFF2-40B4-BE49-F238E27FC236}">
                    <a16:creationId xmlns:a16="http://schemas.microsoft.com/office/drawing/2014/main" id="{21FD5DE5-000E-4978-A80A-F7A9FCFE95C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422" y="3034"/>
                <a:ext cx="0" cy="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73145" name="Rectangle 71">
                <a:extLst>
                  <a:ext uri="{FF2B5EF4-FFF2-40B4-BE49-F238E27FC236}">
                    <a16:creationId xmlns:a16="http://schemas.microsoft.com/office/drawing/2014/main" id="{11C87935-1324-42F0-A46D-80B93974C67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28" y="3173"/>
                <a:ext cx="64" cy="93"/>
              </a:xfrm>
              <a:prstGeom prst="rect">
                <a:avLst/>
              </a:prstGeom>
              <a:solidFill>
                <a:srgbClr val="FFFF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73146" name="Rectangle 72">
                <a:extLst>
                  <a:ext uri="{FF2B5EF4-FFF2-40B4-BE49-F238E27FC236}">
                    <a16:creationId xmlns:a16="http://schemas.microsoft.com/office/drawing/2014/main" id="{FD0C87BD-E06B-4300-87E9-020066F934B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14" y="3173"/>
                <a:ext cx="64" cy="93"/>
              </a:xfrm>
              <a:prstGeom prst="rect">
                <a:avLst/>
              </a:prstGeom>
              <a:solidFill>
                <a:srgbClr val="FFFF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73147" name="Rectangle 73">
                <a:extLst>
                  <a:ext uri="{FF2B5EF4-FFF2-40B4-BE49-F238E27FC236}">
                    <a16:creationId xmlns:a16="http://schemas.microsoft.com/office/drawing/2014/main" id="{7181BE57-9E73-4DE4-B2E0-69A18A9453E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500" y="3172"/>
                <a:ext cx="64" cy="93"/>
              </a:xfrm>
              <a:prstGeom prst="rect">
                <a:avLst/>
              </a:prstGeom>
              <a:solidFill>
                <a:srgbClr val="FFFF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73148" name="Rectangle 74">
                <a:extLst>
                  <a:ext uri="{FF2B5EF4-FFF2-40B4-BE49-F238E27FC236}">
                    <a16:creationId xmlns:a16="http://schemas.microsoft.com/office/drawing/2014/main" id="{005DD2F7-FC94-42AC-9A8E-84B817477B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597" y="3170"/>
                <a:ext cx="64" cy="93"/>
              </a:xfrm>
              <a:prstGeom prst="rect">
                <a:avLst/>
              </a:prstGeom>
              <a:solidFill>
                <a:srgbClr val="FFFF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73149" name="Rectangle 75">
                <a:extLst>
                  <a:ext uri="{FF2B5EF4-FFF2-40B4-BE49-F238E27FC236}">
                    <a16:creationId xmlns:a16="http://schemas.microsoft.com/office/drawing/2014/main" id="{1CAC3769-710F-4CE4-8AAF-7F4485FD53E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93" y="3170"/>
                <a:ext cx="64" cy="93"/>
              </a:xfrm>
              <a:prstGeom prst="rect">
                <a:avLst/>
              </a:prstGeom>
              <a:solidFill>
                <a:srgbClr val="FFFF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grpSp>
          <p:nvGrpSpPr>
            <p:cNvPr id="173072" name="Group 96">
              <a:extLst>
                <a:ext uri="{FF2B5EF4-FFF2-40B4-BE49-F238E27FC236}">
                  <a16:creationId xmlns:a16="http://schemas.microsoft.com/office/drawing/2014/main" id="{928D4131-7AC7-4347-9FA9-2F0AE4529CC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206" y="1347"/>
              <a:ext cx="510" cy="661"/>
              <a:chOff x="4296" y="2627"/>
              <a:chExt cx="510" cy="661"/>
            </a:xfrm>
          </p:grpSpPr>
          <p:sp>
            <p:nvSpPr>
              <p:cNvPr id="173120" name="Rectangle 97">
                <a:extLst>
                  <a:ext uri="{FF2B5EF4-FFF2-40B4-BE49-F238E27FC236}">
                    <a16:creationId xmlns:a16="http://schemas.microsoft.com/office/drawing/2014/main" id="{657515E5-2E11-4284-A528-FDB608766A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96" y="2652"/>
                <a:ext cx="510" cy="636"/>
              </a:xfrm>
              <a:prstGeom prst="rect">
                <a:avLst/>
              </a:prstGeom>
              <a:solidFill>
                <a:schemeClr val="hlink"/>
              </a:solidFill>
              <a:ln w="1905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73121" name="Text Box 98">
                <a:extLst>
                  <a:ext uri="{FF2B5EF4-FFF2-40B4-BE49-F238E27FC236}">
                    <a16:creationId xmlns:a16="http://schemas.microsoft.com/office/drawing/2014/main" id="{58E1AC06-01A9-4750-9254-8DBA73EA984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304" y="2627"/>
                <a:ext cx="472" cy="3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600">
                    <a:latin typeface="Arial" panose="020B0604020202020204" pitchFamily="34" charset="0"/>
                  </a:rPr>
                  <a:t>mail</a:t>
                </a: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600">
                    <a:latin typeface="Arial" panose="020B0604020202020204" pitchFamily="34" charset="0"/>
                  </a:rPr>
                  <a:t>server</a:t>
                </a:r>
                <a:endParaRPr lang="en-US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73122" name="Rectangle 99">
                <a:extLst>
                  <a:ext uri="{FF2B5EF4-FFF2-40B4-BE49-F238E27FC236}">
                    <a16:creationId xmlns:a16="http://schemas.microsoft.com/office/drawing/2014/main" id="{49C86788-20FD-4259-9162-B8F34F7A24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20" y="3006"/>
                <a:ext cx="450" cy="120"/>
              </a:xfrm>
              <a:prstGeom prst="rect">
                <a:avLst/>
              </a:prstGeom>
              <a:solidFill>
                <a:srgbClr val="00FF00"/>
              </a:solidFill>
              <a:ln w="1905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73123" name="Line 100">
                <a:extLst>
                  <a:ext uri="{FF2B5EF4-FFF2-40B4-BE49-F238E27FC236}">
                    <a16:creationId xmlns:a16="http://schemas.microsoft.com/office/drawing/2014/main" id="{23CF6732-14A7-4B89-AC97-FCD1CDCD18C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69" y="3034"/>
                <a:ext cx="0" cy="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73124" name="Line 101">
                <a:extLst>
                  <a:ext uri="{FF2B5EF4-FFF2-40B4-BE49-F238E27FC236}">
                    <a16:creationId xmlns:a16="http://schemas.microsoft.com/office/drawing/2014/main" id="{086E1555-E566-45EB-ABBE-2318CD27C9A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478" y="3033"/>
                <a:ext cx="0" cy="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73125" name="Line 102">
                <a:extLst>
                  <a:ext uri="{FF2B5EF4-FFF2-40B4-BE49-F238E27FC236}">
                    <a16:creationId xmlns:a16="http://schemas.microsoft.com/office/drawing/2014/main" id="{0F15E0DF-F6DC-4E98-9D8F-0902E853BCD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33" y="3035"/>
                <a:ext cx="0" cy="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73126" name="Line 103">
                <a:extLst>
                  <a:ext uri="{FF2B5EF4-FFF2-40B4-BE49-F238E27FC236}">
                    <a16:creationId xmlns:a16="http://schemas.microsoft.com/office/drawing/2014/main" id="{42C191E1-726D-4678-B79E-DF3B3B2CEA4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90" y="3033"/>
                <a:ext cx="0" cy="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73127" name="Line 104">
                <a:extLst>
                  <a:ext uri="{FF2B5EF4-FFF2-40B4-BE49-F238E27FC236}">
                    <a16:creationId xmlns:a16="http://schemas.microsoft.com/office/drawing/2014/main" id="{4DB56A6D-BD14-4A2C-929B-CD3729D0DEE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651" y="3033"/>
                <a:ext cx="0" cy="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73128" name="Line 105">
                <a:extLst>
                  <a:ext uri="{FF2B5EF4-FFF2-40B4-BE49-F238E27FC236}">
                    <a16:creationId xmlns:a16="http://schemas.microsoft.com/office/drawing/2014/main" id="{28E4E7F7-8240-4F3B-ABB5-E0D2F0490FE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707" y="3033"/>
                <a:ext cx="0" cy="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73129" name="Line 106">
                <a:extLst>
                  <a:ext uri="{FF2B5EF4-FFF2-40B4-BE49-F238E27FC236}">
                    <a16:creationId xmlns:a16="http://schemas.microsoft.com/office/drawing/2014/main" id="{55D3FC66-7815-481D-AF22-1976C173F84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422" y="3034"/>
                <a:ext cx="0" cy="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73130" name="Rectangle 107">
                <a:extLst>
                  <a:ext uri="{FF2B5EF4-FFF2-40B4-BE49-F238E27FC236}">
                    <a16:creationId xmlns:a16="http://schemas.microsoft.com/office/drawing/2014/main" id="{74AECDE4-D4FD-4359-8FDB-005FC1F76F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28" y="3173"/>
                <a:ext cx="64" cy="93"/>
              </a:xfrm>
              <a:prstGeom prst="rect">
                <a:avLst/>
              </a:prstGeom>
              <a:solidFill>
                <a:srgbClr val="FFFF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73131" name="Rectangle 108">
                <a:extLst>
                  <a:ext uri="{FF2B5EF4-FFF2-40B4-BE49-F238E27FC236}">
                    <a16:creationId xmlns:a16="http://schemas.microsoft.com/office/drawing/2014/main" id="{70F5EB0D-A26D-4A6D-B2E8-F3F25D01AE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14" y="3173"/>
                <a:ext cx="64" cy="93"/>
              </a:xfrm>
              <a:prstGeom prst="rect">
                <a:avLst/>
              </a:prstGeom>
              <a:solidFill>
                <a:srgbClr val="FFFF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73132" name="Rectangle 109">
                <a:extLst>
                  <a:ext uri="{FF2B5EF4-FFF2-40B4-BE49-F238E27FC236}">
                    <a16:creationId xmlns:a16="http://schemas.microsoft.com/office/drawing/2014/main" id="{C677B8C0-56E3-4786-8722-6C2F3C4C95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500" y="3172"/>
                <a:ext cx="64" cy="93"/>
              </a:xfrm>
              <a:prstGeom prst="rect">
                <a:avLst/>
              </a:prstGeom>
              <a:solidFill>
                <a:srgbClr val="FFFF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73133" name="Rectangle 110">
                <a:extLst>
                  <a:ext uri="{FF2B5EF4-FFF2-40B4-BE49-F238E27FC236}">
                    <a16:creationId xmlns:a16="http://schemas.microsoft.com/office/drawing/2014/main" id="{6FD714C6-1120-4E40-A74F-03C1A845BB1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597" y="3170"/>
                <a:ext cx="64" cy="93"/>
              </a:xfrm>
              <a:prstGeom prst="rect">
                <a:avLst/>
              </a:prstGeom>
              <a:solidFill>
                <a:srgbClr val="FFFF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73134" name="Rectangle 111">
                <a:extLst>
                  <a:ext uri="{FF2B5EF4-FFF2-40B4-BE49-F238E27FC236}">
                    <a16:creationId xmlns:a16="http://schemas.microsoft.com/office/drawing/2014/main" id="{ABB33CCF-B3E2-4635-B70C-FE2B5FF34C6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93" y="3170"/>
                <a:ext cx="64" cy="93"/>
              </a:xfrm>
              <a:prstGeom prst="rect">
                <a:avLst/>
              </a:prstGeom>
              <a:solidFill>
                <a:srgbClr val="FFFF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73073" name="Line 117">
              <a:extLst>
                <a:ext uri="{FF2B5EF4-FFF2-40B4-BE49-F238E27FC236}">
                  <a16:creationId xmlns:a16="http://schemas.microsoft.com/office/drawing/2014/main" id="{13250A94-B1C0-49DF-8A03-DEFBBDE74D6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734" y="2350"/>
              <a:ext cx="708" cy="684"/>
            </a:xfrm>
            <a:prstGeom prst="line">
              <a:avLst/>
            </a:prstGeom>
            <a:noFill/>
            <a:ln w="28575">
              <a:solidFill>
                <a:srgbClr val="CC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73074" name="Line 118">
              <a:extLst>
                <a:ext uri="{FF2B5EF4-FFF2-40B4-BE49-F238E27FC236}">
                  <a16:creationId xmlns:a16="http://schemas.microsoft.com/office/drawing/2014/main" id="{64339DDF-82D1-4724-9E94-97247B1BEF2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266" y="2020"/>
              <a:ext cx="0" cy="786"/>
            </a:xfrm>
            <a:prstGeom prst="line">
              <a:avLst/>
            </a:prstGeom>
            <a:noFill/>
            <a:ln w="28575">
              <a:solidFill>
                <a:srgbClr val="CC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grpSp>
          <p:nvGrpSpPr>
            <p:cNvPr id="173075" name="Group 119">
              <a:extLst>
                <a:ext uri="{FF2B5EF4-FFF2-40B4-BE49-F238E27FC236}">
                  <a16:creationId xmlns:a16="http://schemas.microsoft.com/office/drawing/2014/main" id="{2FD73387-EF25-41B3-8599-AAA7F58807C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95" y="2535"/>
              <a:ext cx="650" cy="288"/>
              <a:chOff x="3745" y="2537"/>
              <a:chExt cx="650" cy="288"/>
            </a:xfrm>
          </p:grpSpPr>
          <p:sp>
            <p:nvSpPr>
              <p:cNvPr id="173118" name="Rectangle 120">
                <a:extLst>
                  <a:ext uri="{FF2B5EF4-FFF2-40B4-BE49-F238E27FC236}">
                    <a16:creationId xmlns:a16="http://schemas.microsoft.com/office/drawing/2014/main" id="{9139209D-2CD8-4433-BAD8-5A1E1DB2EE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798" y="2580"/>
                <a:ext cx="540" cy="192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73119" name="Text Box 121">
                <a:extLst>
                  <a:ext uri="{FF2B5EF4-FFF2-40B4-BE49-F238E27FC236}">
                    <a16:creationId xmlns:a16="http://schemas.microsoft.com/office/drawing/2014/main" id="{8CF8A555-D4DC-40BF-A21A-04077FC618F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745" y="2537"/>
                <a:ext cx="650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2400">
                    <a:solidFill>
                      <a:srgbClr val="CC0000"/>
                    </a:solidFill>
                    <a:latin typeface="Arial" panose="020B0604020202020204" pitchFamily="34" charset="0"/>
                  </a:rPr>
                  <a:t>SMTP</a:t>
                </a:r>
              </a:p>
            </p:txBody>
          </p:sp>
        </p:grpSp>
        <p:grpSp>
          <p:nvGrpSpPr>
            <p:cNvPr id="173076" name="Group 122">
              <a:extLst>
                <a:ext uri="{FF2B5EF4-FFF2-40B4-BE49-F238E27FC236}">
                  <a16:creationId xmlns:a16="http://schemas.microsoft.com/office/drawing/2014/main" id="{DBE89077-A176-4DBF-93F4-40F8CE15889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71" y="1743"/>
              <a:ext cx="650" cy="288"/>
              <a:chOff x="3745" y="2537"/>
              <a:chExt cx="650" cy="288"/>
            </a:xfrm>
          </p:grpSpPr>
          <p:sp>
            <p:nvSpPr>
              <p:cNvPr id="173116" name="Rectangle 123">
                <a:extLst>
                  <a:ext uri="{FF2B5EF4-FFF2-40B4-BE49-F238E27FC236}">
                    <a16:creationId xmlns:a16="http://schemas.microsoft.com/office/drawing/2014/main" id="{67225165-E4A8-4E47-B9C8-AEF2C01AB6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798" y="2580"/>
                <a:ext cx="540" cy="192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73117" name="Text Box 124">
                <a:extLst>
                  <a:ext uri="{FF2B5EF4-FFF2-40B4-BE49-F238E27FC236}">
                    <a16:creationId xmlns:a16="http://schemas.microsoft.com/office/drawing/2014/main" id="{AB3FCF1F-F637-44A5-A11B-562249C1F4E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745" y="2537"/>
                <a:ext cx="650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2400">
                    <a:solidFill>
                      <a:srgbClr val="CC0000"/>
                    </a:solidFill>
                    <a:latin typeface="Arial" panose="020B0604020202020204" pitchFamily="34" charset="0"/>
                  </a:rPr>
                  <a:t>SMTP</a:t>
                </a:r>
              </a:p>
            </p:txBody>
          </p:sp>
        </p:grpSp>
        <p:grpSp>
          <p:nvGrpSpPr>
            <p:cNvPr id="173077" name="Group 125">
              <a:extLst>
                <a:ext uri="{FF2B5EF4-FFF2-40B4-BE49-F238E27FC236}">
                  <a16:creationId xmlns:a16="http://schemas.microsoft.com/office/drawing/2014/main" id="{3364F44D-56CF-4C00-A85B-66242CBD953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937" y="2193"/>
              <a:ext cx="650" cy="288"/>
              <a:chOff x="3745" y="2537"/>
              <a:chExt cx="650" cy="288"/>
            </a:xfrm>
          </p:grpSpPr>
          <p:sp>
            <p:nvSpPr>
              <p:cNvPr id="173114" name="Rectangle 126">
                <a:extLst>
                  <a:ext uri="{FF2B5EF4-FFF2-40B4-BE49-F238E27FC236}">
                    <a16:creationId xmlns:a16="http://schemas.microsoft.com/office/drawing/2014/main" id="{8EF3B3B7-4DBE-4BBC-B5FB-2A005FF92B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798" y="2580"/>
                <a:ext cx="540" cy="192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73115" name="Text Box 127">
                <a:extLst>
                  <a:ext uri="{FF2B5EF4-FFF2-40B4-BE49-F238E27FC236}">
                    <a16:creationId xmlns:a16="http://schemas.microsoft.com/office/drawing/2014/main" id="{C5CD5D74-376A-4676-977A-195BF723BE9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745" y="2537"/>
                <a:ext cx="650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2400">
                    <a:solidFill>
                      <a:srgbClr val="CC0000"/>
                    </a:solidFill>
                    <a:latin typeface="Arial" panose="020B0604020202020204" pitchFamily="34" charset="0"/>
                  </a:rPr>
                  <a:t>SMTP</a:t>
                </a:r>
              </a:p>
            </p:txBody>
          </p:sp>
        </p:grpSp>
        <p:grpSp>
          <p:nvGrpSpPr>
            <p:cNvPr id="173078" name="Group 423">
              <a:extLst>
                <a:ext uri="{FF2B5EF4-FFF2-40B4-BE49-F238E27FC236}">
                  <a16:creationId xmlns:a16="http://schemas.microsoft.com/office/drawing/2014/main" id="{A8EDF7C8-0EBB-4177-B994-4CBA043BC5B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87" y="886"/>
              <a:ext cx="575" cy="664"/>
              <a:chOff x="3574" y="550"/>
              <a:chExt cx="575" cy="664"/>
            </a:xfrm>
          </p:grpSpPr>
          <p:grpSp>
            <p:nvGrpSpPr>
              <p:cNvPr id="173109" name="Group 353">
                <a:extLst>
                  <a:ext uri="{FF2B5EF4-FFF2-40B4-BE49-F238E27FC236}">
                    <a16:creationId xmlns:a16="http://schemas.microsoft.com/office/drawing/2014/main" id="{FFC98B7A-D123-4E3C-845F-6D96EF3F397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588" y="692"/>
                <a:ext cx="561" cy="522"/>
                <a:chOff x="-44" y="1473"/>
                <a:chExt cx="981" cy="1105"/>
              </a:xfrm>
            </p:grpSpPr>
            <p:pic>
              <p:nvPicPr>
                <p:cNvPr id="173112" name="Picture 354" descr="desktop_computer_stylized_medium">
                  <a:extLst>
                    <a:ext uri="{FF2B5EF4-FFF2-40B4-BE49-F238E27FC236}">
                      <a16:creationId xmlns:a16="http://schemas.microsoft.com/office/drawing/2014/main" id="{3A3E4568-1F81-4719-92FB-A5E1D4A9F09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flipH="1">
                  <a:off x="-44" y="1473"/>
                  <a:ext cx="981" cy="1105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173113" name="Freeform 355">
                  <a:extLst>
                    <a:ext uri="{FF2B5EF4-FFF2-40B4-BE49-F238E27FC236}">
                      <a16:creationId xmlns:a16="http://schemas.microsoft.com/office/drawing/2014/main" id="{BF6A5359-67AA-47CA-91E1-3DA7D95F11B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 flipH="1">
                  <a:off x="374" y="1579"/>
                  <a:ext cx="477" cy="506"/>
                </a:xfrm>
                <a:custGeom>
                  <a:avLst/>
                  <a:gdLst>
                    <a:gd name="T0" fmla="*/ 0 w 356"/>
                    <a:gd name="T1" fmla="*/ 0 h 368"/>
                    <a:gd name="T2" fmla="*/ 15089652 w 356"/>
                    <a:gd name="T3" fmla="*/ 1851256 h 368"/>
                    <a:gd name="T4" fmla="*/ 17900690 w 356"/>
                    <a:gd name="T5" fmla="*/ 38567519 h 368"/>
                    <a:gd name="T6" fmla="*/ 3945041 w 356"/>
                    <a:gd name="T7" fmla="*/ 48232874 h 368"/>
                    <a:gd name="T8" fmla="*/ 0 w 356"/>
                    <a:gd name="T9" fmla="*/ 0 h 3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56"/>
                    <a:gd name="T16" fmla="*/ 0 h 368"/>
                    <a:gd name="T17" fmla="*/ 356 w 356"/>
                    <a:gd name="T18" fmla="*/ 368 h 3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56" h="368">
                      <a:moveTo>
                        <a:pt x="0" y="0"/>
                      </a:moveTo>
                      <a:lnTo>
                        <a:pt x="300" y="14"/>
                      </a:lnTo>
                      <a:lnTo>
                        <a:pt x="356" y="294"/>
                      </a:lnTo>
                      <a:lnTo>
                        <a:pt x="78" y="368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99"/>
                    </a:gs>
                    <a:gs pos="100000">
                      <a:schemeClr val="bg1"/>
                    </a:gs>
                  </a:gsLst>
                  <a:lin ang="27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</p:grpSp>
          <p:sp>
            <p:nvSpPr>
              <p:cNvPr id="173110" name="Rectangle 115">
                <a:extLst>
                  <a:ext uri="{FF2B5EF4-FFF2-40B4-BE49-F238E27FC236}">
                    <a16:creationId xmlns:a16="http://schemas.microsoft.com/office/drawing/2014/main" id="{16736CD0-2D1C-41AD-A84D-73E9BC92BF8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611" y="576"/>
                <a:ext cx="381" cy="330"/>
              </a:xfrm>
              <a:prstGeom prst="rect">
                <a:avLst/>
              </a:prstGeom>
              <a:solidFill>
                <a:schemeClr val="hlink"/>
              </a:solidFill>
              <a:ln w="1905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73111" name="Text Box 116">
                <a:extLst>
                  <a:ext uri="{FF2B5EF4-FFF2-40B4-BE49-F238E27FC236}">
                    <a16:creationId xmlns:a16="http://schemas.microsoft.com/office/drawing/2014/main" id="{D5BA9D1D-FD03-4486-B508-30EDE974A3A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74" y="550"/>
                <a:ext cx="436" cy="3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600">
                    <a:latin typeface="Arial" panose="020B0604020202020204" pitchFamily="34" charset="0"/>
                  </a:rPr>
                  <a:t>user</a:t>
                </a: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600">
                    <a:latin typeface="Arial" panose="020B0604020202020204" pitchFamily="34" charset="0"/>
                  </a:rPr>
                  <a:t>agent</a:t>
                </a:r>
                <a:endParaRPr lang="en-US" altLang="zh-TW" sz="2400">
                  <a:latin typeface="Arial" panose="020B0604020202020204" pitchFamily="34" charset="0"/>
                </a:endParaRPr>
              </a:p>
            </p:txBody>
          </p:sp>
        </p:grpSp>
        <p:grpSp>
          <p:nvGrpSpPr>
            <p:cNvPr id="173079" name="Group 424">
              <a:extLst>
                <a:ext uri="{FF2B5EF4-FFF2-40B4-BE49-F238E27FC236}">
                  <a16:creationId xmlns:a16="http://schemas.microsoft.com/office/drawing/2014/main" id="{0BAFD156-3297-4086-B7DC-BA0B497618A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870" y="1400"/>
              <a:ext cx="575" cy="664"/>
              <a:chOff x="3574" y="550"/>
              <a:chExt cx="575" cy="664"/>
            </a:xfrm>
          </p:grpSpPr>
          <p:grpSp>
            <p:nvGrpSpPr>
              <p:cNvPr id="173104" name="Group 425">
                <a:extLst>
                  <a:ext uri="{FF2B5EF4-FFF2-40B4-BE49-F238E27FC236}">
                    <a16:creationId xmlns:a16="http://schemas.microsoft.com/office/drawing/2014/main" id="{C1E1DF00-E138-4C17-AAAF-65E51A913C0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588" y="692"/>
                <a:ext cx="561" cy="522"/>
                <a:chOff x="-44" y="1473"/>
                <a:chExt cx="981" cy="1105"/>
              </a:xfrm>
            </p:grpSpPr>
            <p:pic>
              <p:nvPicPr>
                <p:cNvPr id="173107" name="Picture 426" descr="desktop_computer_stylized_medium">
                  <a:extLst>
                    <a:ext uri="{FF2B5EF4-FFF2-40B4-BE49-F238E27FC236}">
                      <a16:creationId xmlns:a16="http://schemas.microsoft.com/office/drawing/2014/main" id="{5CB525F3-31D5-4C81-9479-D78D7868886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flipH="1">
                  <a:off x="-44" y="1473"/>
                  <a:ext cx="981" cy="1105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173108" name="Freeform 427">
                  <a:extLst>
                    <a:ext uri="{FF2B5EF4-FFF2-40B4-BE49-F238E27FC236}">
                      <a16:creationId xmlns:a16="http://schemas.microsoft.com/office/drawing/2014/main" id="{BAE0C171-6EE3-4304-9317-DF92553827D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 flipH="1">
                  <a:off x="374" y="1579"/>
                  <a:ext cx="477" cy="506"/>
                </a:xfrm>
                <a:custGeom>
                  <a:avLst/>
                  <a:gdLst>
                    <a:gd name="T0" fmla="*/ 0 w 356"/>
                    <a:gd name="T1" fmla="*/ 0 h 368"/>
                    <a:gd name="T2" fmla="*/ 15089652 w 356"/>
                    <a:gd name="T3" fmla="*/ 1851256 h 368"/>
                    <a:gd name="T4" fmla="*/ 17900690 w 356"/>
                    <a:gd name="T5" fmla="*/ 38567519 h 368"/>
                    <a:gd name="T6" fmla="*/ 3945041 w 356"/>
                    <a:gd name="T7" fmla="*/ 48232874 h 368"/>
                    <a:gd name="T8" fmla="*/ 0 w 356"/>
                    <a:gd name="T9" fmla="*/ 0 h 3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56"/>
                    <a:gd name="T16" fmla="*/ 0 h 368"/>
                    <a:gd name="T17" fmla="*/ 356 w 356"/>
                    <a:gd name="T18" fmla="*/ 368 h 3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56" h="368">
                      <a:moveTo>
                        <a:pt x="0" y="0"/>
                      </a:moveTo>
                      <a:lnTo>
                        <a:pt x="300" y="14"/>
                      </a:lnTo>
                      <a:lnTo>
                        <a:pt x="356" y="294"/>
                      </a:lnTo>
                      <a:lnTo>
                        <a:pt x="78" y="368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99"/>
                    </a:gs>
                    <a:gs pos="100000">
                      <a:schemeClr val="bg1"/>
                    </a:gs>
                  </a:gsLst>
                  <a:lin ang="27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</p:grpSp>
          <p:sp>
            <p:nvSpPr>
              <p:cNvPr id="173105" name="Rectangle 115">
                <a:extLst>
                  <a:ext uri="{FF2B5EF4-FFF2-40B4-BE49-F238E27FC236}">
                    <a16:creationId xmlns:a16="http://schemas.microsoft.com/office/drawing/2014/main" id="{8963CBB7-971A-40D5-AF57-BE19A86B80B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611" y="576"/>
                <a:ext cx="381" cy="330"/>
              </a:xfrm>
              <a:prstGeom prst="rect">
                <a:avLst/>
              </a:prstGeom>
              <a:solidFill>
                <a:schemeClr val="hlink"/>
              </a:solidFill>
              <a:ln w="1905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73106" name="Text Box 116">
                <a:extLst>
                  <a:ext uri="{FF2B5EF4-FFF2-40B4-BE49-F238E27FC236}">
                    <a16:creationId xmlns:a16="http://schemas.microsoft.com/office/drawing/2014/main" id="{62C75378-3D12-4776-B70E-17E4010443A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74" y="550"/>
                <a:ext cx="436" cy="3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600">
                    <a:latin typeface="Arial" panose="020B0604020202020204" pitchFamily="34" charset="0"/>
                  </a:rPr>
                  <a:t>user</a:t>
                </a: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600">
                    <a:latin typeface="Arial" panose="020B0604020202020204" pitchFamily="34" charset="0"/>
                  </a:rPr>
                  <a:t>agent</a:t>
                </a:r>
                <a:endParaRPr lang="en-US" altLang="zh-TW" sz="2400">
                  <a:latin typeface="Arial" panose="020B0604020202020204" pitchFamily="34" charset="0"/>
                </a:endParaRPr>
              </a:p>
            </p:txBody>
          </p:sp>
        </p:grpSp>
        <p:grpSp>
          <p:nvGrpSpPr>
            <p:cNvPr id="173080" name="Group 430">
              <a:extLst>
                <a:ext uri="{FF2B5EF4-FFF2-40B4-BE49-F238E27FC236}">
                  <a16:creationId xmlns:a16="http://schemas.microsoft.com/office/drawing/2014/main" id="{4529963B-60BE-4A78-978E-D2987ADED10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082" y="1880"/>
              <a:ext cx="575" cy="664"/>
              <a:chOff x="3574" y="550"/>
              <a:chExt cx="575" cy="664"/>
            </a:xfrm>
          </p:grpSpPr>
          <p:grpSp>
            <p:nvGrpSpPr>
              <p:cNvPr id="173099" name="Group 431">
                <a:extLst>
                  <a:ext uri="{FF2B5EF4-FFF2-40B4-BE49-F238E27FC236}">
                    <a16:creationId xmlns:a16="http://schemas.microsoft.com/office/drawing/2014/main" id="{F8911B2F-3856-4FB3-824A-A65600DD800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588" y="692"/>
                <a:ext cx="561" cy="522"/>
                <a:chOff x="-44" y="1473"/>
                <a:chExt cx="981" cy="1105"/>
              </a:xfrm>
            </p:grpSpPr>
            <p:pic>
              <p:nvPicPr>
                <p:cNvPr id="173102" name="Picture 432" descr="desktop_computer_stylized_medium">
                  <a:extLst>
                    <a:ext uri="{FF2B5EF4-FFF2-40B4-BE49-F238E27FC236}">
                      <a16:creationId xmlns:a16="http://schemas.microsoft.com/office/drawing/2014/main" id="{C193CB75-AFC8-41BB-8093-BD555A13E2C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flipH="1">
                  <a:off x="-44" y="1473"/>
                  <a:ext cx="981" cy="1105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173103" name="Freeform 433">
                  <a:extLst>
                    <a:ext uri="{FF2B5EF4-FFF2-40B4-BE49-F238E27FC236}">
                      <a16:creationId xmlns:a16="http://schemas.microsoft.com/office/drawing/2014/main" id="{D150B2B9-8694-44C8-BEF9-D59C21DCB8F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 flipH="1">
                  <a:off x="374" y="1579"/>
                  <a:ext cx="477" cy="506"/>
                </a:xfrm>
                <a:custGeom>
                  <a:avLst/>
                  <a:gdLst>
                    <a:gd name="T0" fmla="*/ 0 w 356"/>
                    <a:gd name="T1" fmla="*/ 0 h 368"/>
                    <a:gd name="T2" fmla="*/ 15089652 w 356"/>
                    <a:gd name="T3" fmla="*/ 1851256 h 368"/>
                    <a:gd name="T4" fmla="*/ 17900690 w 356"/>
                    <a:gd name="T5" fmla="*/ 38567519 h 368"/>
                    <a:gd name="T6" fmla="*/ 3945041 w 356"/>
                    <a:gd name="T7" fmla="*/ 48232874 h 368"/>
                    <a:gd name="T8" fmla="*/ 0 w 356"/>
                    <a:gd name="T9" fmla="*/ 0 h 3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56"/>
                    <a:gd name="T16" fmla="*/ 0 h 368"/>
                    <a:gd name="T17" fmla="*/ 356 w 356"/>
                    <a:gd name="T18" fmla="*/ 368 h 3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56" h="368">
                      <a:moveTo>
                        <a:pt x="0" y="0"/>
                      </a:moveTo>
                      <a:lnTo>
                        <a:pt x="300" y="14"/>
                      </a:lnTo>
                      <a:lnTo>
                        <a:pt x="356" y="294"/>
                      </a:lnTo>
                      <a:lnTo>
                        <a:pt x="78" y="368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99"/>
                    </a:gs>
                    <a:gs pos="100000">
                      <a:schemeClr val="bg1"/>
                    </a:gs>
                  </a:gsLst>
                  <a:lin ang="27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</p:grpSp>
          <p:sp>
            <p:nvSpPr>
              <p:cNvPr id="173100" name="Rectangle 115">
                <a:extLst>
                  <a:ext uri="{FF2B5EF4-FFF2-40B4-BE49-F238E27FC236}">
                    <a16:creationId xmlns:a16="http://schemas.microsoft.com/office/drawing/2014/main" id="{4CFEB155-E539-4E30-A33F-17196EB52D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611" y="576"/>
                <a:ext cx="381" cy="330"/>
              </a:xfrm>
              <a:prstGeom prst="rect">
                <a:avLst/>
              </a:prstGeom>
              <a:solidFill>
                <a:schemeClr val="hlink"/>
              </a:solidFill>
              <a:ln w="1905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73101" name="Text Box 116">
                <a:extLst>
                  <a:ext uri="{FF2B5EF4-FFF2-40B4-BE49-F238E27FC236}">
                    <a16:creationId xmlns:a16="http://schemas.microsoft.com/office/drawing/2014/main" id="{C4F7AD86-E1D1-4386-BCD8-21B6CD87417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74" y="550"/>
                <a:ext cx="436" cy="3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600">
                    <a:latin typeface="Arial" panose="020B0604020202020204" pitchFamily="34" charset="0"/>
                  </a:rPr>
                  <a:t>user</a:t>
                </a: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600">
                    <a:latin typeface="Arial" panose="020B0604020202020204" pitchFamily="34" charset="0"/>
                  </a:rPr>
                  <a:t>agent</a:t>
                </a:r>
                <a:endParaRPr lang="en-US" altLang="zh-TW" sz="2400">
                  <a:latin typeface="Arial" panose="020B0604020202020204" pitchFamily="34" charset="0"/>
                </a:endParaRPr>
              </a:p>
            </p:txBody>
          </p:sp>
        </p:grpSp>
        <p:grpSp>
          <p:nvGrpSpPr>
            <p:cNvPr id="173081" name="Group 436">
              <a:extLst>
                <a:ext uri="{FF2B5EF4-FFF2-40B4-BE49-F238E27FC236}">
                  <a16:creationId xmlns:a16="http://schemas.microsoft.com/office/drawing/2014/main" id="{0148F1B5-819C-4A3D-9008-1C4D724C733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999" y="2540"/>
              <a:ext cx="575" cy="664"/>
              <a:chOff x="3574" y="550"/>
              <a:chExt cx="575" cy="664"/>
            </a:xfrm>
          </p:grpSpPr>
          <p:grpSp>
            <p:nvGrpSpPr>
              <p:cNvPr id="173094" name="Group 437">
                <a:extLst>
                  <a:ext uri="{FF2B5EF4-FFF2-40B4-BE49-F238E27FC236}">
                    <a16:creationId xmlns:a16="http://schemas.microsoft.com/office/drawing/2014/main" id="{DC69D4B2-1A0C-4120-83D7-C06717C512C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588" y="692"/>
                <a:ext cx="561" cy="522"/>
                <a:chOff x="-44" y="1473"/>
                <a:chExt cx="981" cy="1105"/>
              </a:xfrm>
            </p:grpSpPr>
            <p:pic>
              <p:nvPicPr>
                <p:cNvPr id="173097" name="Picture 438" descr="desktop_computer_stylized_medium">
                  <a:extLst>
                    <a:ext uri="{FF2B5EF4-FFF2-40B4-BE49-F238E27FC236}">
                      <a16:creationId xmlns:a16="http://schemas.microsoft.com/office/drawing/2014/main" id="{3A9CE6BA-47F9-4AF7-8E44-453BB5AD152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flipH="1">
                  <a:off x="-44" y="1473"/>
                  <a:ext cx="981" cy="1105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173098" name="Freeform 439">
                  <a:extLst>
                    <a:ext uri="{FF2B5EF4-FFF2-40B4-BE49-F238E27FC236}">
                      <a16:creationId xmlns:a16="http://schemas.microsoft.com/office/drawing/2014/main" id="{BD40EDE9-2369-4DD4-8D7C-DBAA83C2237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 flipH="1">
                  <a:off x="374" y="1579"/>
                  <a:ext cx="477" cy="506"/>
                </a:xfrm>
                <a:custGeom>
                  <a:avLst/>
                  <a:gdLst>
                    <a:gd name="T0" fmla="*/ 0 w 356"/>
                    <a:gd name="T1" fmla="*/ 0 h 368"/>
                    <a:gd name="T2" fmla="*/ 15089652 w 356"/>
                    <a:gd name="T3" fmla="*/ 1851256 h 368"/>
                    <a:gd name="T4" fmla="*/ 17900690 w 356"/>
                    <a:gd name="T5" fmla="*/ 38567519 h 368"/>
                    <a:gd name="T6" fmla="*/ 3945041 w 356"/>
                    <a:gd name="T7" fmla="*/ 48232874 h 368"/>
                    <a:gd name="T8" fmla="*/ 0 w 356"/>
                    <a:gd name="T9" fmla="*/ 0 h 3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56"/>
                    <a:gd name="T16" fmla="*/ 0 h 368"/>
                    <a:gd name="T17" fmla="*/ 356 w 356"/>
                    <a:gd name="T18" fmla="*/ 368 h 3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56" h="368">
                      <a:moveTo>
                        <a:pt x="0" y="0"/>
                      </a:moveTo>
                      <a:lnTo>
                        <a:pt x="300" y="14"/>
                      </a:lnTo>
                      <a:lnTo>
                        <a:pt x="356" y="294"/>
                      </a:lnTo>
                      <a:lnTo>
                        <a:pt x="78" y="368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99"/>
                    </a:gs>
                    <a:gs pos="100000">
                      <a:schemeClr val="bg1"/>
                    </a:gs>
                  </a:gsLst>
                  <a:lin ang="27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</p:grpSp>
          <p:sp>
            <p:nvSpPr>
              <p:cNvPr id="173095" name="Rectangle 115">
                <a:extLst>
                  <a:ext uri="{FF2B5EF4-FFF2-40B4-BE49-F238E27FC236}">
                    <a16:creationId xmlns:a16="http://schemas.microsoft.com/office/drawing/2014/main" id="{8A6F568D-5664-4E19-9954-7F0ADFBC91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611" y="576"/>
                <a:ext cx="381" cy="330"/>
              </a:xfrm>
              <a:prstGeom prst="rect">
                <a:avLst/>
              </a:prstGeom>
              <a:solidFill>
                <a:schemeClr val="hlink"/>
              </a:solidFill>
              <a:ln w="1905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73096" name="Text Box 116">
                <a:extLst>
                  <a:ext uri="{FF2B5EF4-FFF2-40B4-BE49-F238E27FC236}">
                    <a16:creationId xmlns:a16="http://schemas.microsoft.com/office/drawing/2014/main" id="{EB6F1619-C7C7-46DC-AF2B-E44CD3775BF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74" y="550"/>
                <a:ext cx="436" cy="3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600">
                    <a:latin typeface="Arial" panose="020B0604020202020204" pitchFamily="34" charset="0"/>
                  </a:rPr>
                  <a:t>user</a:t>
                </a: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600">
                    <a:latin typeface="Arial" panose="020B0604020202020204" pitchFamily="34" charset="0"/>
                  </a:rPr>
                  <a:t>agent</a:t>
                </a:r>
                <a:endParaRPr lang="en-US" altLang="zh-TW" sz="2400">
                  <a:latin typeface="Arial" panose="020B0604020202020204" pitchFamily="34" charset="0"/>
                </a:endParaRPr>
              </a:p>
            </p:txBody>
          </p:sp>
        </p:grpSp>
        <p:grpSp>
          <p:nvGrpSpPr>
            <p:cNvPr id="173082" name="Group 442">
              <a:extLst>
                <a:ext uri="{FF2B5EF4-FFF2-40B4-BE49-F238E27FC236}">
                  <a16:creationId xmlns:a16="http://schemas.microsoft.com/office/drawing/2014/main" id="{480B59C5-94C3-4729-B9B3-974FDDCD8AC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354" y="3446"/>
              <a:ext cx="575" cy="664"/>
              <a:chOff x="3574" y="550"/>
              <a:chExt cx="575" cy="664"/>
            </a:xfrm>
          </p:grpSpPr>
          <p:grpSp>
            <p:nvGrpSpPr>
              <p:cNvPr id="173089" name="Group 443">
                <a:extLst>
                  <a:ext uri="{FF2B5EF4-FFF2-40B4-BE49-F238E27FC236}">
                    <a16:creationId xmlns:a16="http://schemas.microsoft.com/office/drawing/2014/main" id="{082E0823-50A1-4AD7-9BDF-0F740FB7D09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588" y="692"/>
                <a:ext cx="561" cy="522"/>
                <a:chOff x="-44" y="1473"/>
                <a:chExt cx="981" cy="1105"/>
              </a:xfrm>
            </p:grpSpPr>
            <p:pic>
              <p:nvPicPr>
                <p:cNvPr id="173092" name="Picture 444" descr="desktop_computer_stylized_medium">
                  <a:extLst>
                    <a:ext uri="{FF2B5EF4-FFF2-40B4-BE49-F238E27FC236}">
                      <a16:creationId xmlns:a16="http://schemas.microsoft.com/office/drawing/2014/main" id="{B82B71FF-A89E-4D7D-B643-1A050B123A2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flipH="1">
                  <a:off x="-44" y="1473"/>
                  <a:ext cx="981" cy="1105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173093" name="Freeform 445">
                  <a:extLst>
                    <a:ext uri="{FF2B5EF4-FFF2-40B4-BE49-F238E27FC236}">
                      <a16:creationId xmlns:a16="http://schemas.microsoft.com/office/drawing/2014/main" id="{118F7381-224D-426E-80FA-2CB6A933F93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 flipH="1">
                  <a:off x="374" y="1579"/>
                  <a:ext cx="477" cy="506"/>
                </a:xfrm>
                <a:custGeom>
                  <a:avLst/>
                  <a:gdLst>
                    <a:gd name="T0" fmla="*/ 0 w 356"/>
                    <a:gd name="T1" fmla="*/ 0 h 368"/>
                    <a:gd name="T2" fmla="*/ 15089652 w 356"/>
                    <a:gd name="T3" fmla="*/ 1851256 h 368"/>
                    <a:gd name="T4" fmla="*/ 17900690 w 356"/>
                    <a:gd name="T5" fmla="*/ 38567519 h 368"/>
                    <a:gd name="T6" fmla="*/ 3945041 w 356"/>
                    <a:gd name="T7" fmla="*/ 48232874 h 368"/>
                    <a:gd name="T8" fmla="*/ 0 w 356"/>
                    <a:gd name="T9" fmla="*/ 0 h 3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56"/>
                    <a:gd name="T16" fmla="*/ 0 h 368"/>
                    <a:gd name="T17" fmla="*/ 356 w 356"/>
                    <a:gd name="T18" fmla="*/ 368 h 3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56" h="368">
                      <a:moveTo>
                        <a:pt x="0" y="0"/>
                      </a:moveTo>
                      <a:lnTo>
                        <a:pt x="300" y="14"/>
                      </a:lnTo>
                      <a:lnTo>
                        <a:pt x="356" y="294"/>
                      </a:lnTo>
                      <a:lnTo>
                        <a:pt x="78" y="368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99"/>
                    </a:gs>
                    <a:gs pos="100000">
                      <a:schemeClr val="bg1"/>
                    </a:gs>
                  </a:gsLst>
                  <a:lin ang="27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</p:grpSp>
          <p:sp>
            <p:nvSpPr>
              <p:cNvPr id="173090" name="Rectangle 115">
                <a:extLst>
                  <a:ext uri="{FF2B5EF4-FFF2-40B4-BE49-F238E27FC236}">
                    <a16:creationId xmlns:a16="http://schemas.microsoft.com/office/drawing/2014/main" id="{ECEE3F38-0C8A-41AC-9023-3B93FAC686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611" y="576"/>
                <a:ext cx="381" cy="330"/>
              </a:xfrm>
              <a:prstGeom prst="rect">
                <a:avLst/>
              </a:prstGeom>
              <a:solidFill>
                <a:schemeClr val="hlink"/>
              </a:solidFill>
              <a:ln w="1905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73091" name="Text Box 116">
                <a:extLst>
                  <a:ext uri="{FF2B5EF4-FFF2-40B4-BE49-F238E27FC236}">
                    <a16:creationId xmlns:a16="http://schemas.microsoft.com/office/drawing/2014/main" id="{AE60B643-80D6-4761-AEDF-7D81E8E0DAA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74" y="550"/>
                <a:ext cx="436" cy="3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600">
                    <a:latin typeface="Arial" panose="020B0604020202020204" pitchFamily="34" charset="0"/>
                  </a:rPr>
                  <a:t>user</a:t>
                </a: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600">
                    <a:latin typeface="Arial" panose="020B0604020202020204" pitchFamily="34" charset="0"/>
                  </a:rPr>
                  <a:t>agent</a:t>
                </a:r>
                <a:endParaRPr lang="en-US" altLang="zh-TW" sz="2400">
                  <a:latin typeface="Arial" panose="020B0604020202020204" pitchFamily="34" charset="0"/>
                </a:endParaRPr>
              </a:p>
            </p:txBody>
          </p:sp>
        </p:grpSp>
        <p:grpSp>
          <p:nvGrpSpPr>
            <p:cNvPr id="173083" name="Group 448">
              <a:extLst>
                <a:ext uri="{FF2B5EF4-FFF2-40B4-BE49-F238E27FC236}">
                  <a16:creationId xmlns:a16="http://schemas.microsoft.com/office/drawing/2014/main" id="{24AC7960-1168-4C53-9391-8023FCB3451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813" y="3056"/>
              <a:ext cx="575" cy="664"/>
              <a:chOff x="3574" y="550"/>
              <a:chExt cx="575" cy="664"/>
            </a:xfrm>
          </p:grpSpPr>
          <p:grpSp>
            <p:nvGrpSpPr>
              <p:cNvPr id="173084" name="Group 449">
                <a:extLst>
                  <a:ext uri="{FF2B5EF4-FFF2-40B4-BE49-F238E27FC236}">
                    <a16:creationId xmlns:a16="http://schemas.microsoft.com/office/drawing/2014/main" id="{3A08CFD2-1914-4AFD-BF3F-F155B312B4E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588" y="692"/>
                <a:ext cx="561" cy="522"/>
                <a:chOff x="-44" y="1473"/>
                <a:chExt cx="981" cy="1105"/>
              </a:xfrm>
            </p:grpSpPr>
            <p:pic>
              <p:nvPicPr>
                <p:cNvPr id="173087" name="Picture 450" descr="desktop_computer_stylized_medium">
                  <a:extLst>
                    <a:ext uri="{FF2B5EF4-FFF2-40B4-BE49-F238E27FC236}">
                      <a16:creationId xmlns:a16="http://schemas.microsoft.com/office/drawing/2014/main" id="{44A59175-3CB8-4BAD-B580-D6C75EE8949A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flipH="1">
                  <a:off x="-44" y="1473"/>
                  <a:ext cx="981" cy="1105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173088" name="Freeform 451">
                  <a:extLst>
                    <a:ext uri="{FF2B5EF4-FFF2-40B4-BE49-F238E27FC236}">
                      <a16:creationId xmlns:a16="http://schemas.microsoft.com/office/drawing/2014/main" id="{2578E3AD-A91B-49AF-B18D-FBA522D0D2E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 flipH="1">
                  <a:off x="374" y="1579"/>
                  <a:ext cx="477" cy="506"/>
                </a:xfrm>
                <a:custGeom>
                  <a:avLst/>
                  <a:gdLst>
                    <a:gd name="T0" fmla="*/ 0 w 356"/>
                    <a:gd name="T1" fmla="*/ 0 h 368"/>
                    <a:gd name="T2" fmla="*/ 15089652 w 356"/>
                    <a:gd name="T3" fmla="*/ 1851256 h 368"/>
                    <a:gd name="T4" fmla="*/ 17900690 w 356"/>
                    <a:gd name="T5" fmla="*/ 38567519 h 368"/>
                    <a:gd name="T6" fmla="*/ 3945041 w 356"/>
                    <a:gd name="T7" fmla="*/ 48232874 h 368"/>
                    <a:gd name="T8" fmla="*/ 0 w 356"/>
                    <a:gd name="T9" fmla="*/ 0 h 3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56"/>
                    <a:gd name="T16" fmla="*/ 0 h 368"/>
                    <a:gd name="T17" fmla="*/ 356 w 356"/>
                    <a:gd name="T18" fmla="*/ 368 h 3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56" h="368">
                      <a:moveTo>
                        <a:pt x="0" y="0"/>
                      </a:moveTo>
                      <a:lnTo>
                        <a:pt x="300" y="14"/>
                      </a:lnTo>
                      <a:lnTo>
                        <a:pt x="356" y="294"/>
                      </a:lnTo>
                      <a:lnTo>
                        <a:pt x="78" y="368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99"/>
                    </a:gs>
                    <a:gs pos="100000">
                      <a:schemeClr val="bg1"/>
                    </a:gs>
                  </a:gsLst>
                  <a:lin ang="27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</p:grpSp>
          <p:sp>
            <p:nvSpPr>
              <p:cNvPr id="173085" name="Rectangle 115">
                <a:extLst>
                  <a:ext uri="{FF2B5EF4-FFF2-40B4-BE49-F238E27FC236}">
                    <a16:creationId xmlns:a16="http://schemas.microsoft.com/office/drawing/2014/main" id="{41C77831-F3C3-440E-AD73-18EC77EA00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611" y="576"/>
                <a:ext cx="381" cy="330"/>
              </a:xfrm>
              <a:prstGeom prst="rect">
                <a:avLst/>
              </a:prstGeom>
              <a:solidFill>
                <a:schemeClr val="hlink"/>
              </a:solidFill>
              <a:ln w="1905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73086" name="Text Box 116">
                <a:extLst>
                  <a:ext uri="{FF2B5EF4-FFF2-40B4-BE49-F238E27FC236}">
                    <a16:creationId xmlns:a16="http://schemas.microsoft.com/office/drawing/2014/main" id="{CE9B7BD3-2659-461F-81AF-AEE5A61A6FF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74" y="550"/>
                <a:ext cx="436" cy="3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600">
                    <a:latin typeface="Arial" panose="020B0604020202020204" pitchFamily="34" charset="0"/>
                  </a:rPr>
                  <a:t>user</a:t>
                </a: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600">
                    <a:latin typeface="Arial" panose="020B0604020202020204" pitchFamily="34" charset="0"/>
                  </a:rPr>
                  <a:t>agent</a:t>
                </a:r>
                <a:endParaRPr lang="en-US" altLang="zh-TW" sz="2400">
                  <a:latin typeface="Arial" panose="020B0604020202020204" pitchFamily="34" charset="0"/>
                </a:endParaRPr>
              </a:p>
            </p:txBody>
          </p:sp>
        </p:grp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106" name="Rectangle 7">
            <a:extLst>
              <a:ext uri="{FF2B5EF4-FFF2-40B4-BE49-F238E27FC236}">
                <a16:creationId xmlns:a16="http://schemas.microsoft.com/office/drawing/2014/main" id="{9FCCE95B-FAF9-4AD5-94BB-5F82D3A856C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175107" name="Rectangle 8">
            <a:extLst>
              <a:ext uri="{FF2B5EF4-FFF2-40B4-BE49-F238E27FC236}">
                <a16:creationId xmlns:a16="http://schemas.microsoft.com/office/drawing/2014/main" id="{76D376E6-C9D3-4658-88F5-C0DAD56AFC3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2-</a:t>
            </a:r>
            <a:fld id="{F32DBF33-1F47-4D90-8C8F-B4FFF1432946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40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175108" name="Rectangle 2">
            <a:extLst>
              <a:ext uri="{FF2B5EF4-FFF2-40B4-BE49-F238E27FC236}">
                <a16:creationId xmlns:a16="http://schemas.microsoft.com/office/drawing/2014/main" id="{5FBED6F9-8F3C-4A95-ABC6-BEEB11B7B0A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76238" y="222250"/>
            <a:ext cx="7772400" cy="882650"/>
          </a:xfrm>
        </p:spPr>
        <p:txBody>
          <a:bodyPr/>
          <a:lstStyle/>
          <a:p>
            <a:r>
              <a:rPr lang="en-US" altLang="zh-TW" sz="4000">
                <a:ea typeface="ＭＳ Ｐゴシック" panose="020B0600070205080204" pitchFamily="34" charset="-128"/>
              </a:rPr>
              <a:t>Electronic mail: mail servers</a:t>
            </a:r>
            <a:endParaRPr lang="en-US" altLang="zh-TW">
              <a:ea typeface="ＭＳ Ｐゴシック" panose="020B0600070205080204" pitchFamily="34" charset="-128"/>
            </a:endParaRPr>
          </a:p>
        </p:txBody>
      </p:sp>
      <p:sp>
        <p:nvSpPr>
          <p:cNvPr id="175109" name="Rectangle 3">
            <a:extLst>
              <a:ext uri="{FF2B5EF4-FFF2-40B4-BE49-F238E27FC236}">
                <a16:creationId xmlns:a16="http://schemas.microsoft.com/office/drawing/2014/main" id="{2F790E43-4070-4FDF-9D04-591AC84A9C33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457200" y="1398588"/>
            <a:ext cx="3933825" cy="4648200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mail servers:</a:t>
            </a:r>
          </a:p>
          <a:p>
            <a:r>
              <a:rPr lang="en-US" altLang="zh-TW" sz="2400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mailbox</a:t>
            </a:r>
            <a:r>
              <a:rPr lang="en-US" altLang="zh-TW" sz="2400" dirty="0">
                <a:ea typeface="ＭＳ Ｐゴシック" panose="020B0600070205080204" pitchFamily="34" charset="-128"/>
              </a:rPr>
              <a:t> contains </a:t>
            </a:r>
            <a:r>
              <a:rPr lang="en-US" altLang="zh-TW" sz="24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incoming</a:t>
            </a:r>
            <a:r>
              <a:rPr lang="en-US" altLang="zh-TW" sz="2400" dirty="0">
                <a:ea typeface="ＭＳ Ｐゴシック" panose="020B0600070205080204" pitchFamily="34" charset="-128"/>
              </a:rPr>
              <a:t> messages for user</a:t>
            </a:r>
          </a:p>
          <a:p>
            <a:r>
              <a:rPr lang="en-US" altLang="zh-TW" sz="2400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message queue</a:t>
            </a:r>
            <a:r>
              <a:rPr lang="en-US" altLang="zh-TW" sz="2400" dirty="0">
                <a:ea typeface="ＭＳ Ｐゴシック" panose="020B0600070205080204" pitchFamily="34" charset="-128"/>
              </a:rPr>
              <a:t> of </a:t>
            </a:r>
            <a:r>
              <a:rPr lang="en-US" altLang="zh-TW" sz="24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outgoing</a:t>
            </a:r>
            <a:r>
              <a:rPr lang="en-US" altLang="zh-TW" sz="2400" dirty="0">
                <a:ea typeface="ＭＳ Ｐゴシック" panose="020B0600070205080204" pitchFamily="34" charset="-128"/>
              </a:rPr>
              <a:t> (to be sent) mail messages</a:t>
            </a:r>
          </a:p>
          <a:p>
            <a:r>
              <a:rPr lang="en-US" altLang="zh-TW" sz="2400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SMTP protocol</a:t>
            </a:r>
            <a:r>
              <a:rPr lang="en-US" altLang="zh-TW" sz="2400" dirty="0">
                <a:ea typeface="ＭＳ Ｐゴシック" panose="020B0600070205080204" pitchFamily="34" charset="-128"/>
              </a:rPr>
              <a:t> </a:t>
            </a:r>
            <a:r>
              <a:rPr lang="en-US" altLang="zh-TW" sz="24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between mail servers</a:t>
            </a:r>
            <a:r>
              <a:rPr lang="en-US" altLang="zh-TW" sz="2400" dirty="0">
                <a:ea typeface="ＭＳ Ｐゴシック" panose="020B0600070205080204" pitchFamily="34" charset="-128"/>
              </a:rPr>
              <a:t> to send email messages</a:t>
            </a:r>
          </a:p>
          <a:p>
            <a:pPr lvl="1"/>
            <a:r>
              <a:rPr lang="en-US" altLang="zh-TW" dirty="0">
                <a:ea typeface="ＭＳ Ｐゴシック" panose="020B0600070205080204" pitchFamily="34" charset="-128"/>
              </a:rPr>
              <a:t>client: sending-mail server</a:t>
            </a:r>
          </a:p>
          <a:p>
            <a:pPr lvl="1"/>
            <a:r>
              <a:rPr lang="ja-JP" altLang="en-US" dirty="0">
                <a:ea typeface="ＭＳ Ｐゴシック" panose="020B0600070205080204" pitchFamily="34" charset="-128"/>
              </a:rPr>
              <a:t>“</a:t>
            </a:r>
            <a:r>
              <a:rPr lang="en-US" altLang="ja-JP" dirty="0">
                <a:ea typeface="ＭＳ Ｐゴシック" panose="020B0600070205080204" pitchFamily="34" charset="-128"/>
              </a:rPr>
              <a:t>server</a:t>
            </a:r>
            <a:r>
              <a:rPr lang="ja-JP" altLang="en-US" dirty="0">
                <a:ea typeface="ＭＳ Ｐゴシック" panose="020B0600070205080204" pitchFamily="34" charset="-128"/>
              </a:rPr>
              <a:t>”</a:t>
            </a:r>
            <a:r>
              <a:rPr lang="en-US" altLang="ja-JP" dirty="0">
                <a:ea typeface="ＭＳ Ｐゴシック" panose="020B0600070205080204" pitchFamily="34" charset="-128"/>
              </a:rPr>
              <a:t>: receiving-mail server</a:t>
            </a:r>
            <a:endParaRPr lang="en-US" altLang="zh-TW" dirty="0">
              <a:ea typeface="ＭＳ Ｐゴシック" panose="020B0600070205080204" pitchFamily="34" charset="-128"/>
            </a:endParaRPr>
          </a:p>
        </p:txBody>
      </p:sp>
      <p:pic>
        <p:nvPicPr>
          <p:cNvPr id="175110" name="Picture 159" descr="underline_base">
            <a:extLst>
              <a:ext uri="{FF2B5EF4-FFF2-40B4-BE49-F238E27FC236}">
                <a16:creationId xmlns:a16="http://schemas.microsoft.com/office/drawing/2014/main" id="{9354DE1C-89DD-496C-83D5-A8242B97DA59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4188" y="882650"/>
            <a:ext cx="59420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75111" name="Group 271">
            <a:extLst>
              <a:ext uri="{FF2B5EF4-FFF2-40B4-BE49-F238E27FC236}">
                <a16:creationId xmlns:a16="http://schemas.microsoft.com/office/drawing/2014/main" id="{14F7D5C2-EF30-4EC3-BB8B-A6573EAE0147}"/>
              </a:ext>
            </a:extLst>
          </p:cNvPr>
          <p:cNvGrpSpPr>
            <a:grpSpLocks/>
          </p:cNvGrpSpPr>
          <p:nvPr/>
        </p:nvGrpSpPr>
        <p:grpSpPr bwMode="auto">
          <a:xfrm>
            <a:off x="6899275" y="2787650"/>
            <a:ext cx="477838" cy="715963"/>
            <a:chOff x="4140" y="429"/>
            <a:chExt cx="1425" cy="2396"/>
          </a:xfrm>
        </p:grpSpPr>
        <p:sp>
          <p:nvSpPr>
            <p:cNvPr id="175288" name="Freeform 272">
              <a:extLst>
                <a:ext uri="{FF2B5EF4-FFF2-40B4-BE49-F238E27FC236}">
                  <a16:creationId xmlns:a16="http://schemas.microsoft.com/office/drawing/2014/main" id="{ADBADA42-8D51-421A-8378-A96E1E19A780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2 w 354"/>
                <a:gd name="T3" fmla="*/ 3 h 2742"/>
                <a:gd name="T4" fmla="*/ 2 w 354"/>
                <a:gd name="T5" fmla="*/ 3 h 2742"/>
                <a:gd name="T6" fmla="*/ 0 w 354"/>
                <a:gd name="T7" fmla="*/ 3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5289" name="Rectangle 273">
              <a:extLst>
                <a:ext uri="{FF2B5EF4-FFF2-40B4-BE49-F238E27FC236}">
                  <a16:creationId xmlns:a16="http://schemas.microsoft.com/office/drawing/2014/main" id="{783536EF-DE4B-4AC6-B81E-006652642E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6" y="429"/>
              <a:ext cx="1046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75290" name="Freeform 274">
              <a:extLst>
                <a:ext uri="{FF2B5EF4-FFF2-40B4-BE49-F238E27FC236}">
                  <a16:creationId xmlns:a16="http://schemas.microsoft.com/office/drawing/2014/main" id="{C7870ECA-995C-4DBA-B880-91A97748EA8C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2 w 211"/>
                <a:gd name="T3" fmla="*/ 3 h 2537"/>
                <a:gd name="T4" fmla="*/ 2 w 211"/>
                <a:gd name="T5" fmla="*/ 3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5291" name="Freeform 275">
              <a:extLst>
                <a:ext uri="{FF2B5EF4-FFF2-40B4-BE49-F238E27FC236}">
                  <a16:creationId xmlns:a16="http://schemas.microsoft.com/office/drawing/2014/main" id="{C072B6E4-C232-491C-9557-BABE57E548C1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3 h 226"/>
                <a:gd name="T4" fmla="*/ 2 w 328"/>
                <a:gd name="T5" fmla="*/ 3 h 226"/>
                <a:gd name="T6" fmla="*/ 0 w 328"/>
                <a:gd name="T7" fmla="*/ 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5292" name="Rectangle 276">
              <a:extLst>
                <a:ext uri="{FF2B5EF4-FFF2-40B4-BE49-F238E27FC236}">
                  <a16:creationId xmlns:a16="http://schemas.microsoft.com/office/drawing/2014/main" id="{66E7F8F4-94C5-4208-8C94-9BC50D9D97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1" y="695"/>
              <a:ext cx="597" cy="4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175293" name="Group 277">
              <a:extLst>
                <a:ext uri="{FF2B5EF4-FFF2-40B4-BE49-F238E27FC236}">
                  <a16:creationId xmlns:a16="http://schemas.microsoft.com/office/drawing/2014/main" id="{13CCA2AD-8005-4FE9-9117-AC9CA73EA0F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75318" name="AutoShape 278">
                <a:extLst>
                  <a:ext uri="{FF2B5EF4-FFF2-40B4-BE49-F238E27FC236}">
                    <a16:creationId xmlns:a16="http://schemas.microsoft.com/office/drawing/2014/main" id="{494FEF3D-3499-466C-8855-CCBA4C6652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8"/>
                <a:ext cx="721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75319" name="AutoShape 279">
                <a:extLst>
                  <a:ext uri="{FF2B5EF4-FFF2-40B4-BE49-F238E27FC236}">
                    <a16:creationId xmlns:a16="http://schemas.microsoft.com/office/drawing/2014/main" id="{A08E046C-9544-446D-9C84-8F2C8078A5D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4" y="2583"/>
                <a:ext cx="685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75294" name="Rectangle 280">
              <a:extLst>
                <a:ext uri="{FF2B5EF4-FFF2-40B4-BE49-F238E27FC236}">
                  <a16:creationId xmlns:a16="http://schemas.microsoft.com/office/drawing/2014/main" id="{5CA1217E-9BEC-406F-AA37-666674028D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5" y="1019"/>
              <a:ext cx="597" cy="4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175295" name="Group 281">
              <a:extLst>
                <a:ext uri="{FF2B5EF4-FFF2-40B4-BE49-F238E27FC236}">
                  <a16:creationId xmlns:a16="http://schemas.microsoft.com/office/drawing/2014/main" id="{B9C9F6D8-BF3B-42C5-AD5F-909FCA1AAF8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75316" name="AutoShape 282">
                <a:extLst>
                  <a:ext uri="{FF2B5EF4-FFF2-40B4-BE49-F238E27FC236}">
                    <a16:creationId xmlns:a16="http://schemas.microsoft.com/office/drawing/2014/main" id="{391596B3-229E-4D4E-9D04-207CB78FD4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7" cy="143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75317" name="AutoShape 283">
                <a:extLst>
                  <a:ext uri="{FF2B5EF4-FFF2-40B4-BE49-F238E27FC236}">
                    <a16:creationId xmlns:a16="http://schemas.microsoft.com/office/drawing/2014/main" id="{A16E476B-4D52-427B-9AD9-244894F65D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3"/>
                <a:ext cx="691" cy="110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75296" name="Rectangle 284">
              <a:extLst>
                <a:ext uri="{FF2B5EF4-FFF2-40B4-BE49-F238E27FC236}">
                  <a16:creationId xmlns:a16="http://schemas.microsoft.com/office/drawing/2014/main" id="{F765BAEA-7B3B-400A-9C47-08AE6853592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6" y="1359"/>
              <a:ext cx="597" cy="4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75297" name="Rectangle 285">
              <a:extLst>
                <a:ext uri="{FF2B5EF4-FFF2-40B4-BE49-F238E27FC236}">
                  <a16:creationId xmlns:a16="http://schemas.microsoft.com/office/drawing/2014/main" id="{E78BA69E-FFE0-41A9-80A5-97C5748728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6"/>
              <a:ext cx="592" cy="4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175298" name="Group 286">
              <a:extLst>
                <a:ext uri="{FF2B5EF4-FFF2-40B4-BE49-F238E27FC236}">
                  <a16:creationId xmlns:a16="http://schemas.microsoft.com/office/drawing/2014/main" id="{CB8C7F2D-7A16-447F-880F-E6A9ED47304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75314" name="AutoShape 287">
                <a:extLst>
                  <a:ext uri="{FF2B5EF4-FFF2-40B4-BE49-F238E27FC236}">
                    <a16:creationId xmlns:a16="http://schemas.microsoft.com/office/drawing/2014/main" id="{05F62AB0-F56C-44E6-92A8-D18051A401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70"/>
                <a:ext cx="725" cy="137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75315" name="AutoShape 288">
                <a:extLst>
                  <a:ext uri="{FF2B5EF4-FFF2-40B4-BE49-F238E27FC236}">
                    <a16:creationId xmlns:a16="http://schemas.microsoft.com/office/drawing/2014/main" id="{941B4151-43F3-4FE3-8BE6-A3DDCBA272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4" y="2585"/>
                <a:ext cx="690" cy="10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75299" name="Freeform 289">
              <a:extLst>
                <a:ext uri="{FF2B5EF4-FFF2-40B4-BE49-F238E27FC236}">
                  <a16:creationId xmlns:a16="http://schemas.microsoft.com/office/drawing/2014/main" id="{B7FF4820-8961-4577-A85D-DE0E1FD71EF4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2 h 226"/>
                <a:gd name="T4" fmla="*/ 2 w 328"/>
                <a:gd name="T5" fmla="*/ 2 h 226"/>
                <a:gd name="T6" fmla="*/ 0 w 328"/>
                <a:gd name="T7" fmla="*/ 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175300" name="Group 290">
              <a:extLst>
                <a:ext uri="{FF2B5EF4-FFF2-40B4-BE49-F238E27FC236}">
                  <a16:creationId xmlns:a16="http://schemas.microsoft.com/office/drawing/2014/main" id="{38F6353F-6452-444F-948B-46E0DA6E685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75312" name="AutoShape 291">
                <a:extLst>
                  <a:ext uri="{FF2B5EF4-FFF2-40B4-BE49-F238E27FC236}">
                    <a16:creationId xmlns:a16="http://schemas.microsoft.com/office/drawing/2014/main" id="{11AB8F4B-B111-4C32-AC5B-8E401DCF42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68"/>
                <a:ext cx="702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75313" name="AutoShape 292">
                <a:extLst>
                  <a:ext uri="{FF2B5EF4-FFF2-40B4-BE49-F238E27FC236}">
                    <a16:creationId xmlns:a16="http://schemas.microsoft.com/office/drawing/2014/main" id="{AAFFFBFA-8DED-4807-9959-4CE816A80A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4" y="2584"/>
                <a:ext cx="672" cy="106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75301" name="Rectangle 293">
              <a:extLst>
                <a:ext uri="{FF2B5EF4-FFF2-40B4-BE49-F238E27FC236}">
                  <a16:creationId xmlns:a16="http://schemas.microsoft.com/office/drawing/2014/main" id="{D86BDE93-C2DF-44E3-9338-580A458FFF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8" y="429"/>
              <a:ext cx="71" cy="2290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75302" name="Freeform 294">
              <a:extLst>
                <a:ext uri="{FF2B5EF4-FFF2-40B4-BE49-F238E27FC236}">
                  <a16:creationId xmlns:a16="http://schemas.microsoft.com/office/drawing/2014/main" id="{17E932D5-968E-43F6-A6E6-1B121675EEAD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 w 296"/>
                <a:gd name="T3" fmla="*/ 2 h 256"/>
                <a:gd name="T4" fmla="*/ 2 w 296"/>
                <a:gd name="T5" fmla="*/ 2 h 256"/>
                <a:gd name="T6" fmla="*/ 0 w 296"/>
                <a:gd name="T7" fmla="*/ 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5303" name="Freeform 295">
              <a:extLst>
                <a:ext uri="{FF2B5EF4-FFF2-40B4-BE49-F238E27FC236}">
                  <a16:creationId xmlns:a16="http://schemas.microsoft.com/office/drawing/2014/main" id="{25FDD774-9977-472B-823D-40A7DE24A776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 w 304"/>
                <a:gd name="T3" fmla="*/ 2 h 288"/>
                <a:gd name="T4" fmla="*/ 2 w 304"/>
                <a:gd name="T5" fmla="*/ 2 h 288"/>
                <a:gd name="T6" fmla="*/ 2 w 304"/>
                <a:gd name="T7" fmla="*/ 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5304" name="Oval 296">
              <a:extLst>
                <a:ext uri="{FF2B5EF4-FFF2-40B4-BE49-F238E27FC236}">
                  <a16:creationId xmlns:a16="http://schemas.microsoft.com/office/drawing/2014/main" id="{F89E81FA-79D8-420A-BAAE-9EC38F1E30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8" y="2612"/>
              <a:ext cx="47" cy="96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75305" name="Freeform 297">
              <a:extLst>
                <a:ext uri="{FF2B5EF4-FFF2-40B4-BE49-F238E27FC236}">
                  <a16:creationId xmlns:a16="http://schemas.microsoft.com/office/drawing/2014/main" id="{6BFFD818-B770-4AB1-938C-9AC0C4046F44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 h 240"/>
                <a:gd name="T2" fmla="*/ 2 w 306"/>
                <a:gd name="T3" fmla="*/ 3 h 240"/>
                <a:gd name="T4" fmla="*/ 2 w 306"/>
                <a:gd name="T5" fmla="*/ 3 h 240"/>
                <a:gd name="T6" fmla="*/ 2 w 306"/>
                <a:gd name="T7" fmla="*/ 0 h 240"/>
                <a:gd name="T8" fmla="*/ 0 w 306"/>
                <a:gd name="T9" fmla="*/ 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5306" name="AutoShape 298">
              <a:extLst>
                <a:ext uri="{FF2B5EF4-FFF2-40B4-BE49-F238E27FC236}">
                  <a16:creationId xmlns:a16="http://schemas.microsoft.com/office/drawing/2014/main" id="{8C02BEEF-E34C-4AF6-993B-5ECD8108EE7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6"/>
              <a:ext cx="1198" cy="149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75307" name="AutoShape 299">
              <a:extLst>
                <a:ext uri="{FF2B5EF4-FFF2-40B4-BE49-F238E27FC236}">
                  <a16:creationId xmlns:a16="http://schemas.microsoft.com/office/drawing/2014/main" id="{E5C242DE-E495-4F10-855E-2F3F347E4C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6" y="2713"/>
              <a:ext cx="1070" cy="80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75308" name="Oval 300">
              <a:extLst>
                <a:ext uri="{FF2B5EF4-FFF2-40B4-BE49-F238E27FC236}">
                  <a16:creationId xmlns:a16="http://schemas.microsoft.com/office/drawing/2014/main" id="{AF7C2389-96B7-4D5F-8859-C8A0A833635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6" y="2384"/>
              <a:ext cx="161" cy="143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75309" name="Oval 301">
              <a:extLst>
                <a:ext uri="{FF2B5EF4-FFF2-40B4-BE49-F238E27FC236}">
                  <a16:creationId xmlns:a16="http://schemas.microsoft.com/office/drawing/2014/main" id="{246F701D-097D-4667-81A3-ACAAF0058D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6" y="2384"/>
              <a:ext cx="161" cy="143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5310" name="Oval 302">
              <a:extLst>
                <a:ext uri="{FF2B5EF4-FFF2-40B4-BE49-F238E27FC236}">
                  <a16:creationId xmlns:a16="http://schemas.microsoft.com/office/drawing/2014/main" id="{4DEFA60D-5B90-41AF-A222-C92D84BEA2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1" y="2379"/>
              <a:ext cx="161" cy="143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75311" name="Rectangle 303">
              <a:extLst>
                <a:ext uri="{FF2B5EF4-FFF2-40B4-BE49-F238E27FC236}">
                  <a16:creationId xmlns:a16="http://schemas.microsoft.com/office/drawing/2014/main" id="{D1F50F43-F6D8-469A-98A8-2A98B33FAE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3" y="1837"/>
              <a:ext cx="85" cy="760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</p:grpSp>
      <p:grpSp>
        <p:nvGrpSpPr>
          <p:cNvPr id="175112" name="Group 304">
            <a:extLst>
              <a:ext uri="{FF2B5EF4-FFF2-40B4-BE49-F238E27FC236}">
                <a16:creationId xmlns:a16="http://schemas.microsoft.com/office/drawing/2014/main" id="{CB553B23-2244-4B06-A516-A387DDF480A1}"/>
              </a:ext>
            </a:extLst>
          </p:cNvPr>
          <p:cNvGrpSpPr>
            <a:grpSpLocks/>
          </p:cNvGrpSpPr>
          <p:nvPr/>
        </p:nvGrpSpPr>
        <p:grpSpPr bwMode="auto">
          <a:xfrm>
            <a:off x="4906963" y="4181475"/>
            <a:ext cx="477837" cy="715963"/>
            <a:chOff x="4140" y="429"/>
            <a:chExt cx="1425" cy="2396"/>
          </a:xfrm>
        </p:grpSpPr>
        <p:sp>
          <p:nvSpPr>
            <p:cNvPr id="175256" name="Freeform 305">
              <a:extLst>
                <a:ext uri="{FF2B5EF4-FFF2-40B4-BE49-F238E27FC236}">
                  <a16:creationId xmlns:a16="http://schemas.microsoft.com/office/drawing/2014/main" id="{08B81BAC-9E45-45E5-81BF-09A936F29516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2 w 354"/>
                <a:gd name="T3" fmla="*/ 3 h 2742"/>
                <a:gd name="T4" fmla="*/ 2 w 354"/>
                <a:gd name="T5" fmla="*/ 3 h 2742"/>
                <a:gd name="T6" fmla="*/ 0 w 354"/>
                <a:gd name="T7" fmla="*/ 3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5257" name="Rectangle 306">
              <a:extLst>
                <a:ext uri="{FF2B5EF4-FFF2-40B4-BE49-F238E27FC236}">
                  <a16:creationId xmlns:a16="http://schemas.microsoft.com/office/drawing/2014/main" id="{D5487CE6-643A-4FBA-B4E6-E9CC7B4C4C7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6" y="429"/>
              <a:ext cx="1046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75258" name="Freeform 307">
              <a:extLst>
                <a:ext uri="{FF2B5EF4-FFF2-40B4-BE49-F238E27FC236}">
                  <a16:creationId xmlns:a16="http://schemas.microsoft.com/office/drawing/2014/main" id="{21EFC4E3-531C-4E78-A7C7-6838DB1EF98D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2 w 211"/>
                <a:gd name="T3" fmla="*/ 3 h 2537"/>
                <a:gd name="T4" fmla="*/ 2 w 211"/>
                <a:gd name="T5" fmla="*/ 3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5259" name="Freeform 308">
              <a:extLst>
                <a:ext uri="{FF2B5EF4-FFF2-40B4-BE49-F238E27FC236}">
                  <a16:creationId xmlns:a16="http://schemas.microsoft.com/office/drawing/2014/main" id="{A02993C1-F70F-45E4-ABF6-BBB952E07300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3 h 226"/>
                <a:gd name="T4" fmla="*/ 2 w 328"/>
                <a:gd name="T5" fmla="*/ 3 h 226"/>
                <a:gd name="T6" fmla="*/ 0 w 328"/>
                <a:gd name="T7" fmla="*/ 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5260" name="Rectangle 309">
              <a:extLst>
                <a:ext uri="{FF2B5EF4-FFF2-40B4-BE49-F238E27FC236}">
                  <a16:creationId xmlns:a16="http://schemas.microsoft.com/office/drawing/2014/main" id="{ADEEDE4E-70AD-4C6E-9DE3-012B7EA880A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1" y="695"/>
              <a:ext cx="597" cy="4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175261" name="Group 310">
              <a:extLst>
                <a:ext uri="{FF2B5EF4-FFF2-40B4-BE49-F238E27FC236}">
                  <a16:creationId xmlns:a16="http://schemas.microsoft.com/office/drawing/2014/main" id="{5D87B585-7FDF-4508-9D00-A82E70670FE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75286" name="AutoShape 311">
                <a:extLst>
                  <a:ext uri="{FF2B5EF4-FFF2-40B4-BE49-F238E27FC236}">
                    <a16:creationId xmlns:a16="http://schemas.microsoft.com/office/drawing/2014/main" id="{D867E611-3FDA-4FDE-9650-B2BF6145AE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8"/>
                <a:ext cx="721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75287" name="AutoShape 312">
                <a:extLst>
                  <a:ext uri="{FF2B5EF4-FFF2-40B4-BE49-F238E27FC236}">
                    <a16:creationId xmlns:a16="http://schemas.microsoft.com/office/drawing/2014/main" id="{B84DABFB-C917-487A-BDCA-D16B9920923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4" y="2583"/>
                <a:ext cx="685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75262" name="Rectangle 313">
              <a:extLst>
                <a:ext uri="{FF2B5EF4-FFF2-40B4-BE49-F238E27FC236}">
                  <a16:creationId xmlns:a16="http://schemas.microsoft.com/office/drawing/2014/main" id="{662C8178-C5AE-4F0C-BD35-DCD2627F26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5" y="1019"/>
              <a:ext cx="597" cy="4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175263" name="Group 314">
              <a:extLst>
                <a:ext uri="{FF2B5EF4-FFF2-40B4-BE49-F238E27FC236}">
                  <a16:creationId xmlns:a16="http://schemas.microsoft.com/office/drawing/2014/main" id="{1C131227-E511-4F79-8A11-AB75B3861EA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75284" name="AutoShape 315">
                <a:extLst>
                  <a:ext uri="{FF2B5EF4-FFF2-40B4-BE49-F238E27FC236}">
                    <a16:creationId xmlns:a16="http://schemas.microsoft.com/office/drawing/2014/main" id="{810064EF-E60B-4C37-8669-28E3F836E32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7" cy="143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75285" name="AutoShape 316">
                <a:extLst>
                  <a:ext uri="{FF2B5EF4-FFF2-40B4-BE49-F238E27FC236}">
                    <a16:creationId xmlns:a16="http://schemas.microsoft.com/office/drawing/2014/main" id="{2C15DD82-95A8-4B9C-8709-EFEC437E61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3"/>
                <a:ext cx="691" cy="110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75264" name="Rectangle 317">
              <a:extLst>
                <a:ext uri="{FF2B5EF4-FFF2-40B4-BE49-F238E27FC236}">
                  <a16:creationId xmlns:a16="http://schemas.microsoft.com/office/drawing/2014/main" id="{60AA641D-85E1-4D01-A590-CC06CD6C85F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6" y="1359"/>
              <a:ext cx="597" cy="4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75265" name="Rectangle 318">
              <a:extLst>
                <a:ext uri="{FF2B5EF4-FFF2-40B4-BE49-F238E27FC236}">
                  <a16:creationId xmlns:a16="http://schemas.microsoft.com/office/drawing/2014/main" id="{D5095F18-F721-4606-90D5-348E231F92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6"/>
              <a:ext cx="592" cy="4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175266" name="Group 319">
              <a:extLst>
                <a:ext uri="{FF2B5EF4-FFF2-40B4-BE49-F238E27FC236}">
                  <a16:creationId xmlns:a16="http://schemas.microsoft.com/office/drawing/2014/main" id="{029EA6C4-61CB-478A-8866-52CA3616B2B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75282" name="AutoShape 320">
                <a:extLst>
                  <a:ext uri="{FF2B5EF4-FFF2-40B4-BE49-F238E27FC236}">
                    <a16:creationId xmlns:a16="http://schemas.microsoft.com/office/drawing/2014/main" id="{A74C221F-DC6A-41D2-8D04-2A210040B8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70"/>
                <a:ext cx="725" cy="137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75283" name="AutoShape 321">
                <a:extLst>
                  <a:ext uri="{FF2B5EF4-FFF2-40B4-BE49-F238E27FC236}">
                    <a16:creationId xmlns:a16="http://schemas.microsoft.com/office/drawing/2014/main" id="{03BDEB5D-3E24-4FBD-984D-5FBACDBF36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4" y="2585"/>
                <a:ext cx="690" cy="10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75267" name="Freeform 322">
              <a:extLst>
                <a:ext uri="{FF2B5EF4-FFF2-40B4-BE49-F238E27FC236}">
                  <a16:creationId xmlns:a16="http://schemas.microsoft.com/office/drawing/2014/main" id="{07FDE9C9-4489-4F27-8FEA-D1150D5615C9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2 h 226"/>
                <a:gd name="T4" fmla="*/ 2 w 328"/>
                <a:gd name="T5" fmla="*/ 2 h 226"/>
                <a:gd name="T6" fmla="*/ 0 w 328"/>
                <a:gd name="T7" fmla="*/ 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175268" name="Group 323">
              <a:extLst>
                <a:ext uri="{FF2B5EF4-FFF2-40B4-BE49-F238E27FC236}">
                  <a16:creationId xmlns:a16="http://schemas.microsoft.com/office/drawing/2014/main" id="{546932AC-2454-4921-9CD6-D9D8B4E4F40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75280" name="AutoShape 324">
                <a:extLst>
                  <a:ext uri="{FF2B5EF4-FFF2-40B4-BE49-F238E27FC236}">
                    <a16:creationId xmlns:a16="http://schemas.microsoft.com/office/drawing/2014/main" id="{91ADEA44-9C71-43DD-BD41-ED42F87BCC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68"/>
                <a:ext cx="702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75281" name="AutoShape 325">
                <a:extLst>
                  <a:ext uri="{FF2B5EF4-FFF2-40B4-BE49-F238E27FC236}">
                    <a16:creationId xmlns:a16="http://schemas.microsoft.com/office/drawing/2014/main" id="{E4104DBB-DE06-4637-AD26-85B3B3E3AA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4" y="2584"/>
                <a:ext cx="672" cy="106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75269" name="Rectangle 326">
              <a:extLst>
                <a:ext uri="{FF2B5EF4-FFF2-40B4-BE49-F238E27FC236}">
                  <a16:creationId xmlns:a16="http://schemas.microsoft.com/office/drawing/2014/main" id="{3511767D-388B-4915-BE74-0C97A9A78E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8" y="429"/>
              <a:ext cx="71" cy="2290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75270" name="Freeform 327">
              <a:extLst>
                <a:ext uri="{FF2B5EF4-FFF2-40B4-BE49-F238E27FC236}">
                  <a16:creationId xmlns:a16="http://schemas.microsoft.com/office/drawing/2014/main" id="{5D610BF3-5103-4C7B-A22E-7AE2ED2BD49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 w 296"/>
                <a:gd name="T3" fmla="*/ 2 h 256"/>
                <a:gd name="T4" fmla="*/ 2 w 296"/>
                <a:gd name="T5" fmla="*/ 2 h 256"/>
                <a:gd name="T6" fmla="*/ 0 w 296"/>
                <a:gd name="T7" fmla="*/ 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5271" name="Freeform 328">
              <a:extLst>
                <a:ext uri="{FF2B5EF4-FFF2-40B4-BE49-F238E27FC236}">
                  <a16:creationId xmlns:a16="http://schemas.microsoft.com/office/drawing/2014/main" id="{40310915-5EC1-4B63-979C-E7C9EF4FDDD9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 w 304"/>
                <a:gd name="T3" fmla="*/ 2 h 288"/>
                <a:gd name="T4" fmla="*/ 2 w 304"/>
                <a:gd name="T5" fmla="*/ 2 h 288"/>
                <a:gd name="T6" fmla="*/ 2 w 304"/>
                <a:gd name="T7" fmla="*/ 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5272" name="Oval 329">
              <a:extLst>
                <a:ext uri="{FF2B5EF4-FFF2-40B4-BE49-F238E27FC236}">
                  <a16:creationId xmlns:a16="http://schemas.microsoft.com/office/drawing/2014/main" id="{7937D8D0-BA1D-4C5B-898F-8CDF3213B3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8" y="2612"/>
              <a:ext cx="47" cy="96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75273" name="Freeform 330">
              <a:extLst>
                <a:ext uri="{FF2B5EF4-FFF2-40B4-BE49-F238E27FC236}">
                  <a16:creationId xmlns:a16="http://schemas.microsoft.com/office/drawing/2014/main" id="{94783454-1750-4CFA-9502-1E5BEF90007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 h 240"/>
                <a:gd name="T2" fmla="*/ 2 w 306"/>
                <a:gd name="T3" fmla="*/ 3 h 240"/>
                <a:gd name="T4" fmla="*/ 2 w 306"/>
                <a:gd name="T5" fmla="*/ 3 h 240"/>
                <a:gd name="T6" fmla="*/ 2 w 306"/>
                <a:gd name="T7" fmla="*/ 0 h 240"/>
                <a:gd name="T8" fmla="*/ 0 w 306"/>
                <a:gd name="T9" fmla="*/ 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5274" name="AutoShape 331">
              <a:extLst>
                <a:ext uri="{FF2B5EF4-FFF2-40B4-BE49-F238E27FC236}">
                  <a16:creationId xmlns:a16="http://schemas.microsoft.com/office/drawing/2014/main" id="{F26798DA-41ED-4A3F-B6ED-73C386F254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6"/>
              <a:ext cx="1198" cy="149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75275" name="AutoShape 332">
              <a:extLst>
                <a:ext uri="{FF2B5EF4-FFF2-40B4-BE49-F238E27FC236}">
                  <a16:creationId xmlns:a16="http://schemas.microsoft.com/office/drawing/2014/main" id="{277F3A62-CEDF-4EA2-86F8-C00880EBC56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6" y="2713"/>
              <a:ext cx="1070" cy="80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75276" name="Oval 333">
              <a:extLst>
                <a:ext uri="{FF2B5EF4-FFF2-40B4-BE49-F238E27FC236}">
                  <a16:creationId xmlns:a16="http://schemas.microsoft.com/office/drawing/2014/main" id="{57F685DA-EF3C-471D-A75B-66554AC6EE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6" y="2384"/>
              <a:ext cx="161" cy="143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75277" name="Oval 334">
              <a:extLst>
                <a:ext uri="{FF2B5EF4-FFF2-40B4-BE49-F238E27FC236}">
                  <a16:creationId xmlns:a16="http://schemas.microsoft.com/office/drawing/2014/main" id="{F225C94B-29AA-435F-910A-C8FC239D25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6" y="2384"/>
              <a:ext cx="161" cy="143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5278" name="Oval 335">
              <a:extLst>
                <a:ext uri="{FF2B5EF4-FFF2-40B4-BE49-F238E27FC236}">
                  <a16:creationId xmlns:a16="http://schemas.microsoft.com/office/drawing/2014/main" id="{0C24FA0A-1EF5-4AB2-A6B7-517161C92F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1" y="2379"/>
              <a:ext cx="161" cy="143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75279" name="Rectangle 336">
              <a:extLst>
                <a:ext uri="{FF2B5EF4-FFF2-40B4-BE49-F238E27FC236}">
                  <a16:creationId xmlns:a16="http://schemas.microsoft.com/office/drawing/2014/main" id="{96C48B9F-D0E0-48EE-9F6C-02F4894965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3" y="1837"/>
              <a:ext cx="85" cy="760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</p:grpSp>
      <p:grpSp>
        <p:nvGrpSpPr>
          <p:cNvPr id="175113" name="Group 337">
            <a:extLst>
              <a:ext uri="{FF2B5EF4-FFF2-40B4-BE49-F238E27FC236}">
                <a16:creationId xmlns:a16="http://schemas.microsoft.com/office/drawing/2014/main" id="{0E703F94-B35C-455C-99BB-DC244735BA3F}"/>
              </a:ext>
            </a:extLst>
          </p:cNvPr>
          <p:cNvGrpSpPr>
            <a:grpSpLocks/>
          </p:cNvGrpSpPr>
          <p:nvPr/>
        </p:nvGrpSpPr>
        <p:grpSpPr bwMode="auto">
          <a:xfrm>
            <a:off x="4929188" y="1839913"/>
            <a:ext cx="477837" cy="715962"/>
            <a:chOff x="4140" y="429"/>
            <a:chExt cx="1425" cy="2396"/>
          </a:xfrm>
        </p:grpSpPr>
        <p:sp>
          <p:nvSpPr>
            <p:cNvPr id="175224" name="Freeform 338">
              <a:extLst>
                <a:ext uri="{FF2B5EF4-FFF2-40B4-BE49-F238E27FC236}">
                  <a16:creationId xmlns:a16="http://schemas.microsoft.com/office/drawing/2014/main" id="{73596547-5FED-4D9A-9015-EB2C925E050F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2 w 354"/>
                <a:gd name="T3" fmla="*/ 3 h 2742"/>
                <a:gd name="T4" fmla="*/ 2 w 354"/>
                <a:gd name="T5" fmla="*/ 3 h 2742"/>
                <a:gd name="T6" fmla="*/ 0 w 354"/>
                <a:gd name="T7" fmla="*/ 3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5225" name="Rectangle 339">
              <a:extLst>
                <a:ext uri="{FF2B5EF4-FFF2-40B4-BE49-F238E27FC236}">
                  <a16:creationId xmlns:a16="http://schemas.microsoft.com/office/drawing/2014/main" id="{3AFB1004-5245-4F65-95B4-E2CE751F51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6" y="429"/>
              <a:ext cx="1046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75226" name="Freeform 340">
              <a:extLst>
                <a:ext uri="{FF2B5EF4-FFF2-40B4-BE49-F238E27FC236}">
                  <a16:creationId xmlns:a16="http://schemas.microsoft.com/office/drawing/2014/main" id="{482CC7FA-74FC-49D5-854E-04C30016717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2 w 211"/>
                <a:gd name="T3" fmla="*/ 3 h 2537"/>
                <a:gd name="T4" fmla="*/ 2 w 211"/>
                <a:gd name="T5" fmla="*/ 3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5227" name="Freeform 341">
              <a:extLst>
                <a:ext uri="{FF2B5EF4-FFF2-40B4-BE49-F238E27FC236}">
                  <a16:creationId xmlns:a16="http://schemas.microsoft.com/office/drawing/2014/main" id="{A7AA14A1-33BC-4095-9E70-FBF581C26424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3 h 226"/>
                <a:gd name="T4" fmla="*/ 2 w 328"/>
                <a:gd name="T5" fmla="*/ 3 h 226"/>
                <a:gd name="T6" fmla="*/ 0 w 328"/>
                <a:gd name="T7" fmla="*/ 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5228" name="Rectangle 342">
              <a:extLst>
                <a:ext uri="{FF2B5EF4-FFF2-40B4-BE49-F238E27FC236}">
                  <a16:creationId xmlns:a16="http://schemas.microsoft.com/office/drawing/2014/main" id="{3D7F778E-D578-4E7D-AB0D-F1DC88F926B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1" y="695"/>
              <a:ext cx="597" cy="4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175229" name="Group 343">
              <a:extLst>
                <a:ext uri="{FF2B5EF4-FFF2-40B4-BE49-F238E27FC236}">
                  <a16:creationId xmlns:a16="http://schemas.microsoft.com/office/drawing/2014/main" id="{DAB78270-AD90-4E69-ABB6-C467C5F1728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75254" name="AutoShape 344">
                <a:extLst>
                  <a:ext uri="{FF2B5EF4-FFF2-40B4-BE49-F238E27FC236}">
                    <a16:creationId xmlns:a16="http://schemas.microsoft.com/office/drawing/2014/main" id="{3E08B52F-ADA4-4012-BD6B-44CFEEEF05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8"/>
                <a:ext cx="721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75255" name="AutoShape 345">
                <a:extLst>
                  <a:ext uri="{FF2B5EF4-FFF2-40B4-BE49-F238E27FC236}">
                    <a16:creationId xmlns:a16="http://schemas.microsoft.com/office/drawing/2014/main" id="{80D85D8F-5266-4EA4-8229-A9967654AA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4" y="2583"/>
                <a:ext cx="685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75230" name="Rectangle 346">
              <a:extLst>
                <a:ext uri="{FF2B5EF4-FFF2-40B4-BE49-F238E27FC236}">
                  <a16:creationId xmlns:a16="http://schemas.microsoft.com/office/drawing/2014/main" id="{F21484F0-A1B6-46B6-A859-9CB11134BBF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5" y="1019"/>
              <a:ext cx="597" cy="4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175231" name="Group 347">
              <a:extLst>
                <a:ext uri="{FF2B5EF4-FFF2-40B4-BE49-F238E27FC236}">
                  <a16:creationId xmlns:a16="http://schemas.microsoft.com/office/drawing/2014/main" id="{99246A1D-B1E9-498D-A56E-24D2FCEA35B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75252" name="AutoShape 348">
                <a:extLst>
                  <a:ext uri="{FF2B5EF4-FFF2-40B4-BE49-F238E27FC236}">
                    <a16:creationId xmlns:a16="http://schemas.microsoft.com/office/drawing/2014/main" id="{B74A2AE4-0A74-4FF5-BFB8-A0480A8499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7" cy="143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75253" name="AutoShape 349">
                <a:extLst>
                  <a:ext uri="{FF2B5EF4-FFF2-40B4-BE49-F238E27FC236}">
                    <a16:creationId xmlns:a16="http://schemas.microsoft.com/office/drawing/2014/main" id="{8E87E967-B76C-43C8-BDD8-09EE49851E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3"/>
                <a:ext cx="691" cy="110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75232" name="Rectangle 350">
              <a:extLst>
                <a:ext uri="{FF2B5EF4-FFF2-40B4-BE49-F238E27FC236}">
                  <a16:creationId xmlns:a16="http://schemas.microsoft.com/office/drawing/2014/main" id="{1F9AFA70-B97E-49CD-B0E3-91E436EE6D8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6" y="1359"/>
              <a:ext cx="597" cy="4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75233" name="Rectangle 351">
              <a:extLst>
                <a:ext uri="{FF2B5EF4-FFF2-40B4-BE49-F238E27FC236}">
                  <a16:creationId xmlns:a16="http://schemas.microsoft.com/office/drawing/2014/main" id="{2C2B9ED6-4A1C-497B-A0EE-136AA87EBD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6"/>
              <a:ext cx="592" cy="4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175234" name="Group 352">
              <a:extLst>
                <a:ext uri="{FF2B5EF4-FFF2-40B4-BE49-F238E27FC236}">
                  <a16:creationId xmlns:a16="http://schemas.microsoft.com/office/drawing/2014/main" id="{4D3A70C7-1F93-4A97-AD02-290727153AA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75250" name="AutoShape 353">
                <a:extLst>
                  <a:ext uri="{FF2B5EF4-FFF2-40B4-BE49-F238E27FC236}">
                    <a16:creationId xmlns:a16="http://schemas.microsoft.com/office/drawing/2014/main" id="{21931BC6-5A62-4837-ACEB-354D595092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70"/>
                <a:ext cx="725" cy="137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75251" name="AutoShape 354">
                <a:extLst>
                  <a:ext uri="{FF2B5EF4-FFF2-40B4-BE49-F238E27FC236}">
                    <a16:creationId xmlns:a16="http://schemas.microsoft.com/office/drawing/2014/main" id="{91A0AAA2-DAA4-4D45-A482-37CEE09FB1B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4" y="2585"/>
                <a:ext cx="690" cy="10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75235" name="Freeform 355">
              <a:extLst>
                <a:ext uri="{FF2B5EF4-FFF2-40B4-BE49-F238E27FC236}">
                  <a16:creationId xmlns:a16="http://schemas.microsoft.com/office/drawing/2014/main" id="{1EBD026D-0819-4FF7-A0DF-CFB17D0F062D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2 h 226"/>
                <a:gd name="T4" fmla="*/ 2 w 328"/>
                <a:gd name="T5" fmla="*/ 2 h 226"/>
                <a:gd name="T6" fmla="*/ 0 w 328"/>
                <a:gd name="T7" fmla="*/ 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175236" name="Group 356">
              <a:extLst>
                <a:ext uri="{FF2B5EF4-FFF2-40B4-BE49-F238E27FC236}">
                  <a16:creationId xmlns:a16="http://schemas.microsoft.com/office/drawing/2014/main" id="{32E0F9D2-7EB2-49C7-8AAC-16C0B8478C7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75248" name="AutoShape 357">
                <a:extLst>
                  <a:ext uri="{FF2B5EF4-FFF2-40B4-BE49-F238E27FC236}">
                    <a16:creationId xmlns:a16="http://schemas.microsoft.com/office/drawing/2014/main" id="{915A4D57-22FE-433C-AF15-651AB0BA99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68"/>
                <a:ext cx="702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75249" name="AutoShape 358">
                <a:extLst>
                  <a:ext uri="{FF2B5EF4-FFF2-40B4-BE49-F238E27FC236}">
                    <a16:creationId xmlns:a16="http://schemas.microsoft.com/office/drawing/2014/main" id="{31F572CC-1FF7-4916-8E16-7ADAA687F9E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4" y="2584"/>
                <a:ext cx="672" cy="106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75237" name="Rectangle 359">
              <a:extLst>
                <a:ext uri="{FF2B5EF4-FFF2-40B4-BE49-F238E27FC236}">
                  <a16:creationId xmlns:a16="http://schemas.microsoft.com/office/drawing/2014/main" id="{3DACD362-393F-4511-B4E0-D54FA8DBB9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8" y="429"/>
              <a:ext cx="71" cy="2290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75238" name="Freeform 360">
              <a:extLst>
                <a:ext uri="{FF2B5EF4-FFF2-40B4-BE49-F238E27FC236}">
                  <a16:creationId xmlns:a16="http://schemas.microsoft.com/office/drawing/2014/main" id="{7542C279-84A9-474F-9E5E-34B44D101AF0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 w 296"/>
                <a:gd name="T3" fmla="*/ 2 h 256"/>
                <a:gd name="T4" fmla="*/ 2 w 296"/>
                <a:gd name="T5" fmla="*/ 2 h 256"/>
                <a:gd name="T6" fmla="*/ 0 w 296"/>
                <a:gd name="T7" fmla="*/ 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5239" name="Freeform 361">
              <a:extLst>
                <a:ext uri="{FF2B5EF4-FFF2-40B4-BE49-F238E27FC236}">
                  <a16:creationId xmlns:a16="http://schemas.microsoft.com/office/drawing/2014/main" id="{B59B8E0A-AB40-4D72-9674-FFEA9B2B1D95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 w 304"/>
                <a:gd name="T3" fmla="*/ 2 h 288"/>
                <a:gd name="T4" fmla="*/ 2 w 304"/>
                <a:gd name="T5" fmla="*/ 2 h 288"/>
                <a:gd name="T6" fmla="*/ 2 w 304"/>
                <a:gd name="T7" fmla="*/ 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5240" name="Oval 362">
              <a:extLst>
                <a:ext uri="{FF2B5EF4-FFF2-40B4-BE49-F238E27FC236}">
                  <a16:creationId xmlns:a16="http://schemas.microsoft.com/office/drawing/2014/main" id="{21278E5D-A642-48DB-B2BB-DEFC95F8EF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8" y="2612"/>
              <a:ext cx="47" cy="96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75241" name="Freeform 363">
              <a:extLst>
                <a:ext uri="{FF2B5EF4-FFF2-40B4-BE49-F238E27FC236}">
                  <a16:creationId xmlns:a16="http://schemas.microsoft.com/office/drawing/2014/main" id="{22A8D9DE-A824-4E0B-8F63-B8D144C9B6D0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 h 240"/>
                <a:gd name="T2" fmla="*/ 2 w 306"/>
                <a:gd name="T3" fmla="*/ 3 h 240"/>
                <a:gd name="T4" fmla="*/ 2 w 306"/>
                <a:gd name="T5" fmla="*/ 3 h 240"/>
                <a:gd name="T6" fmla="*/ 2 w 306"/>
                <a:gd name="T7" fmla="*/ 0 h 240"/>
                <a:gd name="T8" fmla="*/ 0 w 306"/>
                <a:gd name="T9" fmla="*/ 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5242" name="AutoShape 364">
              <a:extLst>
                <a:ext uri="{FF2B5EF4-FFF2-40B4-BE49-F238E27FC236}">
                  <a16:creationId xmlns:a16="http://schemas.microsoft.com/office/drawing/2014/main" id="{9D024F7A-6C72-4362-9F8A-77AD65F7F13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6"/>
              <a:ext cx="1198" cy="149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75243" name="AutoShape 365">
              <a:extLst>
                <a:ext uri="{FF2B5EF4-FFF2-40B4-BE49-F238E27FC236}">
                  <a16:creationId xmlns:a16="http://schemas.microsoft.com/office/drawing/2014/main" id="{4664572B-0F72-49E8-8FDF-7E6787F3DD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6" y="2713"/>
              <a:ext cx="1070" cy="80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75244" name="Oval 366">
              <a:extLst>
                <a:ext uri="{FF2B5EF4-FFF2-40B4-BE49-F238E27FC236}">
                  <a16:creationId xmlns:a16="http://schemas.microsoft.com/office/drawing/2014/main" id="{7D5D5E6F-E850-4005-900D-55AC891194C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6" y="2384"/>
              <a:ext cx="161" cy="143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75245" name="Oval 367">
              <a:extLst>
                <a:ext uri="{FF2B5EF4-FFF2-40B4-BE49-F238E27FC236}">
                  <a16:creationId xmlns:a16="http://schemas.microsoft.com/office/drawing/2014/main" id="{346CAC17-3639-4C09-8199-AB8F532F61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6" y="2384"/>
              <a:ext cx="161" cy="143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5246" name="Oval 368">
              <a:extLst>
                <a:ext uri="{FF2B5EF4-FFF2-40B4-BE49-F238E27FC236}">
                  <a16:creationId xmlns:a16="http://schemas.microsoft.com/office/drawing/2014/main" id="{59543590-EAB4-4492-B922-676B9585959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1" y="2379"/>
              <a:ext cx="161" cy="143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75247" name="Rectangle 369">
              <a:extLst>
                <a:ext uri="{FF2B5EF4-FFF2-40B4-BE49-F238E27FC236}">
                  <a16:creationId xmlns:a16="http://schemas.microsoft.com/office/drawing/2014/main" id="{B407CE09-556D-4DF3-9C20-C63DD0CEAC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3" y="1837"/>
              <a:ext cx="85" cy="760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</p:grpSp>
      <p:sp>
        <p:nvSpPr>
          <p:cNvPr id="175114" name="Line 9">
            <a:extLst>
              <a:ext uri="{FF2B5EF4-FFF2-40B4-BE49-F238E27FC236}">
                <a16:creationId xmlns:a16="http://schemas.microsoft.com/office/drawing/2014/main" id="{E6A3B841-904A-49BA-AFE5-AECB96998416}"/>
              </a:ext>
            </a:extLst>
          </p:cNvPr>
          <p:cNvSpPr>
            <a:spLocks noChangeShapeType="1"/>
          </p:cNvSpPr>
          <p:nvPr/>
        </p:nvSpPr>
        <p:spPr bwMode="auto">
          <a:xfrm>
            <a:off x="5927725" y="2606675"/>
            <a:ext cx="1123950" cy="790575"/>
          </a:xfrm>
          <a:prstGeom prst="line">
            <a:avLst/>
          </a:prstGeom>
          <a:noFill/>
          <a:ln w="28575">
            <a:solidFill>
              <a:srgbClr val="CC0000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grpSp>
        <p:nvGrpSpPr>
          <p:cNvPr id="175115" name="Group 19">
            <a:extLst>
              <a:ext uri="{FF2B5EF4-FFF2-40B4-BE49-F238E27FC236}">
                <a16:creationId xmlns:a16="http://schemas.microsoft.com/office/drawing/2014/main" id="{CF35D460-71C9-4680-88A1-266B17731EEF}"/>
              </a:ext>
            </a:extLst>
          </p:cNvPr>
          <p:cNvGrpSpPr>
            <a:grpSpLocks/>
          </p:cNvGrpSpPr>
          <p:nvPr/>
        </p:nvGrpSpPr>
        <p:grpSpPr bwMode="auto">
          <a:xfrm>
            <a:off x="7089775" y="2986088"/>
            <a:ext cx="809625" cy="1049337"/>
            <a:chOff x="4296" y="2627"/>
            <a:chExt cx="510" cy="661"/>
          </a:xfrm>
        </p:grpSpPr>
        <p:sp>
          <p:nvSpPr>
            <p:cNvPr id="175209" name="Rectangle 20">
              <a:extLst>
                <a:ext uri="{FF2B5EF4-FFF2-40B4-BE49-F238E27FC236}">
                  <a16:creationId xmlns:a16="http://schemas.microsoft.com/office/drawing/2014/main" id="{0F0DC25F-2A8E-4A46-8F85-1E77414306A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96" y="2652"/>
              <a:ext cx="510" cy="636"/>
            </a:xfrm>
            <a:prstGeom prst="rect">
              <a:avLst/>
            </a:prstGeom>
            <a:solidFill>
              <a:schemeClr val="hlink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75210" name="Text Box 21">
              <a:extLst>
                <a:ext uri="{FF2B5EF4-FFF2-40B4-BE49-F238E27FC236}">
                  <a16:creationId xmlns:a16="http://schemas.microsoft.com/office/drawing/2014/main" id="{D3922016-C721-4BDC-A4E2-A6B74E5F0E2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04" y="2627"/>
              <a:ext cx="472" cy="3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mail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server</a:t>
              </a:r>
              <a:endParaRPr lang="en-US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75211" name="Rectangle 22">
              <a:extLst>
                <a:ext uri="{FF2B5EF4-FFF2-40B4-BE49-F238E27FC236}">
                  <a16:creationId xmlns:a16="http://schemas.microsoft.com/office/drawing/2014/main" id="{522D75CD-3508-4B98-97C2-FADA195CA1D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20" y="3006"/>
              <a:ext cx="450" cy="120"/>
            </a:xfrm>
            <a:prstGeom prst="rect">
              <a:avLst/>
            </a:prstGeom>
            <a:solidFill>
              <a:srgbClr val="00FF00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75212" name="Line 23">
              <a:extLst>
                <a:ext uri="{FF2B5EF4-FFF2-40B4-BE49-F238E27FC236}">
                  <a16:creationId xmlns:a16="http://schemas.microsoft.com/office/drawing/2014/main" id="{0E28863F-CF60-422B-A3DB-E48A5513B7D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69" y="3034"/>
              <a:ext cx="0" cy="7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75213" name="Line 24">
              <a:extLst>
                <a:ext uri="{FF2B5EF4-FFF2-40B4-BE49-F238E27FC236}">
                  <a16:creationId xmlns:a16="http://schemas.microsoft.com/office/drawing/2014/main" id="{19569E0E-A713-4795-9691-D5BD4223667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78" y="3033"/>
              <a:ext cx="0" cy="7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75214" name="Line 25">
              <a:extLst>
                <a:ext uri="{FF2B5EF4-FFF2-40B4-BE49-F238E27FC236}">
                  <a16:creationId xmlns:a16="http://schemas.microsoft.com/office/drawing/2014/main" id="{29206FB8-5017-4736-BEE4-EBE66DB3BF6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33" y="3035"/>
              <a:ext cx="0" cy="7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75215" name="Line 26">
              <a:extLst>
                <a:ext uri="{FF2B5EF4-FFF2-40B4-BE49-F238E27FC236}">
                  <a16:creationId xmlns:a16="http://schemas.microsoft.com/office/drawing/2014/main" id="{C3E3FE1B-9B85-4B72-9ABB-FC1586B2B84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90" y="3033"/>
              <a:ext cx="0" cy="7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75216" name="Line 27">
              <a:extLst>
                <a:ext uri="{FF2B5EF4-FFF2-40B4-BE49-F238E27FC236}">
                  <a16:creationId xmlns:a16="http://schemas.microsoft.com/office/drawing/2014/main" id="{3BEE06B3-CEC7-4BB0-BA0D-92A875BD935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1" y="3033"/>
              <a:ext cx="0" cy="7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75217" name="Line 28">
              <a:extLst>
                <a:ext uri="{FF2B5EF4-FFF2-40B4-BE49-F238E27FC236}">
                  <a16:creationId xmlns:a16="http://schemas.microsoft.com/office/drawing/2014/main" id="{622370DE-0623-4773-89D8-936437DC5B2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07" y="3033"/>
              <a:ext cx="0" cy="7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75218" name="Line 29">
              <a:extLst>
                <a:ext uri="{FF2B5EF4-FFF2-40B4-BE49-F238E27FC236}">
                  <a16:creationId xmlns:a16="http://schemas.microsoft.com/office/drawing/2014/main" id="{E6028366-4113-4DCE-AD90-394447F6F7A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22" y="3034"/>
              <a:ext cx="0" cy="7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75219" name="Rectangle 30">
              <a:extLst>
                <a:ext uri="{FF2B5EF4-FFF2-40B4-BE49-F238E27FC236}">
                  <a16:creationId xmlns:a16="http://schemas.microsoft.com/office/drawing/2014/main" id="{C7A99337-3DC2-49CE-9C82-A37A5F41F8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28" y="3173"/>
              <a:ext cx="64" cy="93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75220" name="Rectangle 31">
              <a:extLst>
                <a:ext uri="{FF2B5EF4-FFF2-40B4-BE49-F238E27FC236}">
                  <a16:creationId xmlns:a16="http://schemas.microsoft.com/office/drawing/2014/main" id="{9106EC29-1495-47A8-97D7-FAFBD93BC5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14" y="3173"/>
              <a:ext cx="64" cy="93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75221" name="Rectangle 32">
              <a:extLst>
                <a:ext uri="{FF2B5EF4-FFF2-40B4-BE49-F238E27FC236}">
                  <a16:creationId xmlns:a16="http://schemas.microsoft.com/office/drawing/2014/main" id="{8E5C057E-9F14-4AFA-A06D-997C0DB83CC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00" y="3172"/>
              <a:ext cx="64" cy="93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75222" name="Rectangle 33">
              <a:extLst>
                <a:ext uri="{FF2B5EF4-FFF2-40B4-BE49-F238E27FC236}">
                  <a16:creationId xmlns:a16="http://schemas.microsoft.com/office/drawing/2014/main" id="{D1C3BE84-7F1A-4B09-BFFA-3D170E3FC5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97" y="3170"/>
              <a:ext cx="64" cy="93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75223" name="Rectangle 34">
              <a:extLst>
                <a:ext uri="{FF2B5EF4-FFF2-40B4-BE49-F238E27FC236}">
                  <a16:creationId xmlns:a16="http://schemas.microsoft.com/office/drawing/2014/main" id="{8CA488CD-4C91-42E1-B8FF-AF1EF6ADE86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93" y="3170"/>
              <a:ext cx="64" cy="93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</p:grpSp>
      <p:grpSp>
        <p:nvGrpSpPr>
          <p:cNvPr id="175116" name="Group 60">
            <a:extLst>
              <a:ext uri="{FF2B5EF4-FFF2-40B4-BE49-F238E27FC236}">
                <a16:creationId xmlns:a16="http://schemas.microsoft.com/office/drawing/2014/main" id="{86C7BF5E-5ACB-4E07-A0C8-FF2EAE6B4E27}"/>
              </a:ext>
            </a:extLst>
          </p:cNvPr>
          <p:cNvGrpSpPr>
            <a:grpSpLocks/>
          </p:cNvGrpSpPr>
          <p:nvPr/>
        </p:nvGrpSpPr>
        <p:grpSpPr bwMode="auto">
          <a:xfrm>
            <a:off x="5089525" y="4386263"/>
            <a:ext cx="809625" cy="1049337"/>
            <a:chOff x="4296" y="2627"/>
            <a:chExt cx="510" cy="661"/>
          </a:xfrm>
        </p:grpSpPr>
        <p:sp>
          <p:nvSpPr>
            <p:cNvPr id="175194" name="Rectangle 61">
              <a:extLst>
                <a:ext uri="{FF2B5EF4-FFF2-40B4-BE49-F238E27FC236}">
                  <a16:creationId xmlns:a16="http://schemas.microsoft.com/office/drawing/2014/main" id="{C1BF8DC8-DD88-41E8-915C-E99D9D53DF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96" y="2652"/>
              <a:ext cx="510" cy="636"/>
            </a:xfrm>
            <a:prstGeom prst="rect">
              <a:avLst/>
            </a:prstGeom>
            <a:solidFill>
              <a:schemeClr val="hlink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75195" name="Text Box 62">
              <a:extLst>
                <a:ext uri="{FF2B5EF4-FFF2-40B4-BE49-F238E27FC236}">
                  <a16:creationId xmlns:a16="http://schemas.microsoft.com/office/drawing/2014/main" id="{8FA1ECB0-FCAC-44BD-AA76-4FCAC1B1707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04" y="2627"/>
              <a:ext cx="472" cy="3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mail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server</a:t>
              </a:r>
              <a:endParaRPr lang="en-US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75196" name="Rectangle 63">
              <a:extLst>
                <a:ext uri="{FF2B5EF4-FFF2-40B4-BE49-F238E27FC236}">
                  <a16:creationId xmlns:a16="http://schemas.microsoft.com/office/drawing/2014/main" id="{9EEA46FD-B1C3-4056-A0EF-21210CB421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20" y="3006"/>
              <a:ext cx="450" cy="120"/>
            </a:xfrm>
            <a:prstGeom prst="rect">
              <a:avLst/>
            </a:prstGeom>
            <a:solidFill>
              <a:srgbClr val="00FF00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75197" name="Line 64">
              <a:extLst>
                <a:ext uri="{FF2B5EF4-FFF2-40B4-BE49-F238E27FC236}">
                  <a16:creationId xmlns:a16="http://schemas.microsoft.com/office/drawing/2014/main" id="{63414F64-24DF-44C0-ABC6-C37DF486791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69" y="3034"/>
              <a:ext cx="0" cy="7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75198" name="Line 65">
              <a:extLst>
                <a:ext uri="{FF2B5EF4-FFF2-40B4-BE49-F238E27FC236}">
                  <a16:creationId xmlns:a16="http://schemas.microsoft.com/office/drawing/2014/main" id="{B2C49F30-5C96-4433-9722-80CD781ECDE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78" y="3033"/>
              <a:ext cx="0" cy="7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75199" name="Line 66">
              <a:extLst>
                <a:ext uri="{FF2B5EF4-FFF2-40B4-BE49-F238E27FC236}">
                  <a16:creationId xmlns:a16="http://schemas.microsoft.com/office/drawing/2014/main" id="{BAC1AE6F-E16E-4227-B987-1306D7FF939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33" y="3035"/>
              <a:ext cx="0" cy="7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75200" name="Line 67">
              <a:extLst>
                <a:ext uri="{FF2B5EF4-FFF2-40B4-BE49-F238E27FC236}">
                  <a16:creationId xmlns:a16="http://schemas.microsoft.com/office/drawing/2014/main" id="{E5B39A80-639A-4E31-972D-48E4C8C110F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90" y="3033"/>
              <a:ext cx="0" cy="7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75201" name="Line 68">
              <a:extLst>
                <a:ext uri="{FF2B5EF4-FFF2-40B4-BE49-F238E27FC236}">
                  <a16:creationId xmlns:a16="http://schemas.microsoft.com/office/drawing/2014/main" id="{BE09878C-A0EF-4FDD-AF33-A57CB2A64F9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1" y="3033"/>
              <a:ext cx="0" cy="7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75202" name="Line 69">
              <a:extLst>
                <a:ext uri="{FF2B5EF4-FFF2-40B4-BE49-F238E27FC236}">
                  <a16:creationId xmlns:a16="http://schemas.microsoft.com/office/drawing/2014/main" id="{D6DCD6B3-5A6B-4C8F-8A53-17CFAFEC36D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07" y="3033"/>
              <a:ext cx="0" cy="7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75203" name="Line 70">
              <a:extLst>
                <a:ext uri="{FF2B5EF4-FFF2-40B4-BE49-F238E27FC236}">
                  <a16:creationId xmlns:a16="http://schemas.microsoft.com/office/drawing/2014/main" id="{06B75413-5D4C-4700-91D4-BFF8CEB39C2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22" y="3034"/>
              <a:ext cx="0" cy="7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75204" name="Rectangle 71">
              <a:extLst>
                <a:ext uri="{FF2B5EF4-FFF2-40B4-BE49-F238E27FC236}">
                  <a16:creationId xmlns:a16="http://schemas.microsoft.com/office/drawing/2014/main" id="{F5646C34-7940-417E-852A-6D794749FE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28" y="3173"/>
              <a:ext cx="64" cy="93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75205" name="Rectangle 72">
              <a:extLst>
                <a:ext uri="{FF2B5EF4-FFF2-40B4-BE49-F238E27FC236}">
                  <a16:creationId xmlns:a16="http://schemas.microsoft.com/office/drawing/2014/main" id="{82B0B8AD-63F7-4AB3-BC57-3A2F4CC1448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14" y="3173"/>
              <a:ext cx="64" cy="93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75206" name="Rectangle 73">
              <a:extLst>
                <a:ext uri="{FF2B5EF4-FFF2-40B4-BE49-F238E27FC236}">
                  <a16:creationId xmlns:a16="http://schemas.microsoft.com/office/drawing/2014/main" id="{37C1BC6A-14A3-4EAF-83CB-7AC4149CF2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00" y="3172"/>
              <a:ext cx="64" cy="93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75207" name="Rectangle 74">
              <a:extLst>
                <a:ext uri="{FF2B5EF4-FFF2-40B4-BE49-F238E27FC236}">
                  <a16:creationId xmlns:a16="http://schemas.microsoft.com/office/drawing/2014/main" id="{B3B26A33-8993-4417-BBEE-D89FAA1A2F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97" y="3170"/>
              <a:ext cx="64" cy="93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75208" name="Rectangle 75">
              <a:extLst>
                <a:ext uri="{FF2B5EF4-FFF2-40B4-BE49-F238E27FC236}">
                  <a16:creationId xmlns:a16="http://schemas.microsoft.com/office/drawing/2014/main" id="{1095EE8C-64FD-4D92-86CB-6B528D7F28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93" y="3170"/>
              <a:ext cx="64" cy="93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</p:grpSp>
      <p:grpSp>
        <p:nvGrpSpPr>
          <p:cNvPr id="175117" name="Group 96">
            <a:extLst>
              <a:ext uri="{FF2B5EF4-FFF2-40B4-BE49-F238E27FC236}">
                <a16:creationId xmlns:a16="http://schemas.microsoft.com/office/drawing/2014/main" id="{CB68ED24-6743-412E-A518-FF2B7EF0331E}"/>
              </a:ext>
            </a:extLst>
          </p:cNvPr>
          <p:cNvGrpSpPr>
            <a:grpSpLocks/>
          </p:cNvGrpSpPr>
          <p:nvPr/>
        </p:nvGrpSpPr>
        <p:grpSpPr bwMode="auto">
          <a:xfrm>
            <a:off x="5089525" y="2138363"/>
            <a:ext cx="809625" cy="1049337"/>
            <a:chOff x="4296" y="2627"/>
            <a:chExt cx="510" cy="661"/>
          </a:xfrm>
        </p:grpSpPr>
        <p:sp>
          <p:nvSpPr>
            <p:cNvPr id="175179" name="Rectangle 97">
              <a:extLst>
                <a:ext uri="{FF2B5EF4-FFF2-40B4-BE49-F238E27FC236}">
                  <a16:creationId xmlns:a16="http://schemas.microsoft.com/office/drawing/2014/main" id="{F5ECECB9-C670-4711-91E2-7E5E562DF1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96" y="2652"/>
              <a:ext cx="510" cy="636"/>
            </a:xfrm>
            <a:prstGeom prst="rect">
              <a:avLst/>
            </a:prstGeom>
            <a:solidFill>
              <a:schemeClr val="hlink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75180" name="Text Box 98">
              <a:extLst>
                <a:ext uri="{FF2B5EF4-FFF2-40B4-BE49-F238E27FC236}">
                  <a16:creationId xmlns:a16="http://schemas.microsoft.com/office/drawing/2014/main" id="{A47A5DB4-77D6-4E3A-ADCF-A3059BC2511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04" y="2627"/>
              <a:ext cx="472" cy="3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mail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server</a:t>
              </a:r>
              <a:endParaRPr lang="en-US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75181" name="Rectangle 99">
              <a:extLst>
                <a:ext uri="{FF2B5EF4-FFF2-40B4-BE49-F238E27FC236}">
                  <a16:creationId xmlns:a16="http://schemas.microsoft.com/office/drawing/2014/main" id="{FDF1FDAF-A7FB-4FFC-95B5-4B739E9C64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20" y="3006"/>
              <a:ext cx="450" cy="120"/>
            </a:xfrm>
            <a:prstGeom prst="rect">
              <a:avLst/>
            </a:prstGeom>
            <a:solidFill>
              <a:srgbClr val="00FF00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75182" name="Line 100">
              <a:extLst>
                <a:ext uri="{FF2B5EF4-FFF2-40B4-BE49-F238E27FC236}">
                  <a16:creationId xmlns:a16="http://schemas.microsoft.com/office/drawing/2014/main" id="{98370F16-8508-459A-86C2-0F55655C8AB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69" y="3034"/>
              <a:ext cx="0" cy="7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75183" name="Line 101">
              <a:extLst>
                <a:ext uri="{FF2B5EF4-FFF2-40B4-BE49-F238E27FC236}">
                  <a16:creationId xmlns:a16="http://schemas.microsoft.com/office/drawing/2014/main" id="{D4FBC678-0497-431B-8973-165D01797E2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78" y="3033"/>
              <a:ext cx="0" cy="7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75184" name="Line 102">
              <a:extLst>
                <a:ext uri="{FF2B5EF4-FFF2-40B4-BE49-F238E27FC236}">
                  <a16:creationId xmlns:a16="http://schemas.microsoft.com/office/drawing/2014/main" id="{678802E8-57C2-42AC-864D-D5707C04FB5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33" y="3035"/>
              <a:ext cx="0" cy="7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75185" name="Line 103">
              <a:extLst>
                <a:ext uri="{FF2B5EF4-FFF2-40B4-BE49-F238E27FC236}">
                  <a16:creationId xmlns:a16="http://schemas.microsoft.com/office/drawing/2014/main" id="{6C8F7B7D-D7F0-4748-BF75-BF4769FCCF0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90" y="3033"/>
              <a:ext cx="0" cy="7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75186" name="Line 104">
              <a:extLst>
                <a:ext uri="{FF2B5EF4-FFF2-40B4-BE49-F238E27FC236}">
                  <a16:creationId xmlns:a16="http://schemas.microsoft.com/office/drawing/2014/main" id="{061AA467-4FDD-4AD5-B7A6-BAC9F0282DA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1" y="3033"/>
              <a:ext cx="0" cy="7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75187" name="Line 105">
              <a:extLst>
                <a:ext uri="{FF2B5EF4-FFF2-40B4-BE49-F238E27FC236}">
                  <a16:creationId xmlns:a16="http://schemas.microsoft.com/office/drawing/2014/main" id="{C05B8CC5-9C16-46CF-BB1D-AC36EE57589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07" y="3033"/>
              <a:ext cx="0" cy="7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75188" name="Line 106">
              <a:extLst>
                <a:ext uri="{FF2B5EF4-FFF2-40B4-BE49-F238E27FC236}">
                  <a16:creationId xmlns:a16="http://schemas.microsoft.com/office/drawing/2014/main" id="{6C6E9C2D-8578-4658-B61F-831CAB8DCD1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22" y="3034"/>
              <a:ext cx="0" cy="7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75189" name="Rectangle 107">
              <a:extLst>
                <a:ext uri="{FF2B5EF4-FFF2-40B4-BE49-F238E27FC236}">
                  <a16:creationId xmlns:a16="http://schemas.microsoft.com/office/drawing/2014/main" id="{DAE614F2-3454-4C03-B1BA-45AB5DE273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28" y="3173"/>
              <a:ext cx="64" cy="93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75190" name="Rectangle 108">
              <a:extLst>
                <a:ext uri="{FF2B5EF4-FFF2-40B4-BE49-F238E27FC236}">
                  <a16:creationId xmlns:a16="http://schemas.microsoft.com/office/drawing/2014/main" id="{283A7365-0BA0-4235-927C-AB411496B5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14" y="3173"/>
              <a:ext cx="64" cy="93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75191" name="Rectangle 109">
              <a:extLst>
                <a:ext uri="{FF2B5EF4-FFF2-40B4-BE49-F238E27FC236}">
                  <a16:creationId xmlns:a16="http://schemas.microsoft.com/office/drawing/2014/main" id="{F3ECC1E8-FC10-4BE0-BD59-A68FCC9E42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00" y="3172"/>
              <a:ext cx="64" cy="93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75192" name="Rectangle 110">
              <a:extLst>
                <a:ext uri="{FF2B5EF4-FFF2-40B4-BE49-F238E27FC236}">
                  <a16:creationId xmlns:a16="http://schemas.microsoft.com/office/drawing/2014/main" id="{1DD93FD8-EE82-4E59-82FA-1D0E574DAB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97" y="3170"/>
              <a:ext cx="64" cy="93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75193" name="Rectangle 111">
              <a:extLst>
                <a:ext uri="{FF2B5EF4-FFF2-40B4-BE49-F238E27FC236}">
                  <a16:creationId xmlns:a16="http://schemas.microsoft.com/office/drawing/2014/main" id="{8708E6BF-BF55-4781-999C-31CD210093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93" y="3170"/>
              <a:ext cx="64" cy="93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</p:grpSp>
      <p:sp>
        <p:nvSpPr>
          <p:cNvPr id="175118" name="Line 117">
            <a:extLst>
              <a:ext uri="{FF2B5EF4-FFF2-40B4-BE49-F238E27FC236}">
                <a16:creationId xmlns:a16="http://schemas.microsoft.com/office/drawing/2014/main" id="{5F794217-7DAB-481F-A26F-FE36335C231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927725" y="3730625"/>
            <a:ext cx="1123950" cy="1085850"/>
          </a:xfrm>
          <a:prstGeom prst="line">
            <a:avLst/>
          </a:prstGeom>
          <a:noFill/>
          <a:ln w="28575">
            <a:solidFill>
              <a:srgbClr val="CC0000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75119" name="Line 118">
            <a:extLst>
              <a:ext uri="{FF2B5EF4-FFF2-40B4-BE49-F238E27FC236}">
                <a16:creationId xmlns:a16="http://schemas.microsoft.com/office/drawing/2014/main" id="{A29AF255-CEE7-4FC6-ADF8-627BF270DDC2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5184775" y="3206750"/>
            <a:ext cx="0" cy="1247775"/>
          </a:xfrm>
          <a:prstGeom prst="line">
            <a:avLst/>
          </a:prstGeom>
          <a:noFill/>
          <a:ln w="28575">
            <a:solidFill>
              <a:srgbClr val="CC0000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grpSp>
        <p:nvGrpSpPr>
          <p:cNvPr id="175120" name="Group 119">
            <a:extLst>
              <a:ext uri="{FF2B5EF4-FFF2-40B4-BE49-F238E27FC236}">
                <a16:creationId xmlns:a16="http://schemas.microsoft.com/office/drawing/2014/main" id="{225CD2F0-232E-47A7-92FA-D556C44D2926}"/>
              </a:ext>
            </a:extLst>
          </p:cNvPr>
          <p:cNvGrpSpPr>
            <a:grpSpLocks/>
          </p:cNvGrpSpPr>
          <p:nvPr/>
        </p:nvGrpSpPr>
        <p:grpSpPr bwMode="auto">
          <a:xfrm>
            <a:off x="6024563" y="4024313"/>
            <a:ext cx="1031875" cy="457200"/>
            <a:chOff x="3745" y="2537"/>
            <a:chExt cx="650" cy="288"/>
          </a:xfrm>
        </p:grpSpPr>
        <p:sp>
          <p:nvSpPr>
            <p:cNvPr id="175177" name="Rectangle 120">
              <a:extLst>
                <a:ext uri="{FF2B5EF4-FFF2-40B4-BE49-F238E27FC236}">
                  <a16:creationId xmlns:a16="http://schemas.microsoft.com/office/drawing/2014/main" id="{45B1186D-0318-4221-B93B-085399436F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98" y="2580"/>
              <a:ext cx="540" cy="19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75178" name="Text Box 121">
              <a:extLst>
                <a:ext uri="{FF2B5EF4-FFF2-40B4-BE49-F238E27FC236}">
                  <a16:creationId xmlns:a16="http://schemas.microsoft.com/office/drawing/2014/main" id="{6C97E4AE-9989-4E4B-A5B7-398A4AE60AC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45" y="2537"/>
              <a:ext cx="650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400">
                  <a:solidFill>
                    <a:srgbClr val="CC0000"/>
                  </a:solidFill>
                  <a:latin typeface="Arial" panose="020B0604020202020204" pitchFamily="34" charset="0"/>
                </a:rPr>
                <a:t>SMTP</a:t>
              </a:r>
            </a:p>
          </p:txBody>
        </p:sp>
      </p:grpSp>
      <p:grpSp>
        <p:nvGrpSpPr>
          <p:cNvPr id="175121" name="Group 122">
            <a:extLst>
              <a:ext uri="{FF2B5EF4-FFF2-40B4-BE49-F238E27FC236}">
                <a16:creationId xmlns:a16="http://schemas.microsoft.com/office/drawing/2014/main" id="{ABE1128B-9D5C-4F26-8F14-9CE15011DC99}"/>
              </a:ext>
            </a:extLst>
          </p:cNvPr>
          <p:cNvGrpSpPr>
            <a:grpSpLocks/>
          </p:cNvGrpSpPr>
          <p:nvPr/>
        </p:nvGrpSpPr>
        <p:grpSpPr bwMode="auto">
          <a:xfrm>
            <a:off x="5986463" y="2767013"/>
            <a:ext cx="1031875" cy="457200"/>
            <a:chOff x="3745" y="2537"/>
            <a:chExt cx="650" cy="288"/>
          </a:xfrm>
        </p:grpSpPr>
        <p:sp>
          <p:nvSpPr>
            <p:cNvPr id="175175" name="Rectangle 123">
              <a:extLst>
                <a:ext uri="{FF2B5EF4-FFF2-40B4-BE49-F238E27FC236}">
                  <a16:creationId xmlns:a16="http://schemas.microsoft.com/office/drawing/2014/main" id="{1DA02F69-F0A5-407F-895A-12C2240AE3B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98" y="2580"/>
              <a:ext cx="540" cy="19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75176" name="Text Box 124">
              <a:extLst>
                <a:ext uri="{FF2B5EF4-FFF2-40B4-BE49-F238E27FC236}">
                  <a16:creationId xmlns:a16="http://schemas.microsoft.com/office/drawing/2014/main" id="{F5E06DF5-742F-4783-8BDC-2E1B73D92C5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45" y="2537"/>
              <a:ext cx="650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400">
                  <a:solidFill>
                    <a:srgbClr val="CC0000"/>
                  </a:solidFill>
                  <a:latin typeface="Arial" panose="020B0604020202020204" pitchFamily="34" charset="0"/>
                </a:rPr>
                <a:t>SMTP</a:t>
              </a:r>
            </a:p>
          </p:txBody>
        </p:sp>
      </p:grpSp>
      <p:grpSp>
        <p:nvGrpSpPr>
          <p:cNvPr id="175122" name="Group 125">
            <a:extLst>
              <a:ext uri="{FF2B5EF4-FFF2-40B4-BE49-F238E27FC236}">
                <a16:creationId xmlns:a16="http://schemas.microsoft.com/office/drawing/2014/main" id="{4E72DDE3-F810-4A83-9C44-0CE3F2E97E22}"/>
              </a:ext>
            </a:extLst>
          </p:cNvPr>
          <p:cNvGrpSpPr>
            <a:grpSpLocks/>
          </p:cNvGrpSpPr>
          <p:nvPr/>
        </p:nvGrpSpPr>
        <p:grpSpPr bwMode="auto">
          <a:xfrm>
            <a:off x="4662488" y="3481388"/>
            <a:ext cx="1031875" cy="457200"/>
            <a:chOff x="3745" y="2537"/>
            <a:chExt cx="650" cy="288"/>
          </a:xfrm>
        </p:grpSpPr>
        <p:sp>
          <p:nvSpPr>
            <p:cNvPr id="175173" name="Rectangle 126">
              <a:extLst>
                <a:ext uri="{FF2B5EF4-FFF2-40B4-BE49-F238E27FC236}">
                  <a16:creationId xmlns:a16="http://schemas.microsoft.com/office/drawing/2014/main" id="{51912209-9A3C-4899-B8C5-98F42BEA709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98" y="2580"/>
              <a:ext cx="540" cy="19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75174" name="Text Box 127">
              <a:extLst>
                <a:ext uri="{FF2B5EF4-FFF2-40B4-BE49-F238E27FC236}">
                  <a16:creationId xmlns:a16="http://schemas.microsoft.com/office/drawing/2014/main" id="{A0B524F5-5144-489F-ABA7-58C21001079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45" y="2537"/>
              <a:ext cx="650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400">
                  <a:solidFill>
                    <a:srgbClr val="CC0000"/>
                  </a:solidFill>
                  <a:latin typeface="Arial" panose="020B0604020202020204" pitchFamily="34" charset="0"/>
                </a:rPr>
                <a:t>SMTP</a:t>
              </a:r>
            </a:p>
          </p:txBody>
        </p:sp>
      </p:grpSp>
      <p:grpSp>
        <p:nvGrpSpPr>
          <p:cNvPr id="175123" name="Group 430">
            <a:extLst>
              <a:ext uri="{FF2B5EF4-FFF2-40B4-BE49-F238E27FC236}">
                <a16:creationId xmlns:a16="http://schemas.microsoft.com/office/drawing/2014/main" id="{CE426EE9-1C8B-4FF3-AD5D-D9A7F2E3D3F3}"/>
              </a:ext>
            </a:extLst>
          </p:cNvPr>
          <p:cNvGrpSpPr>
            <a:grpSpLocks/>
          </p:cNvGrpSpPr>
          <p:nvPr/>
        </p:nvGrpSpPr>
        <p:grpSpPr bwMode="auto">
          <a:xfrm>
            <a:off x="5694363" y="1406525"/>
            <a:ext cx="912812" cy="1054100"/>
            <a:chOff x="3574" y="550"/>
            <a:chExt cx="575" cy="664"/>
          </a:xfrm>
        </p:grpSpPr>
        <p:grpSp>
          <p:nvGrpSpPr>
            <p:cNvPr id="175168" name="Group 431">
              <a:extLst>
                <a:ext uri="{FF2B5EF4-FFF2-40B4-BE49-F238E27FC236}">
                  <a16:creationId xmlns:a16="http://schemas.microsoft.com/office/drawing/2014/main" id="{E4C2A082-A736-4B2F-8A95-A13ABF6ED0D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88" y="692"/>
              <a:ext cx="561" cy="522"/>
              <a:chOff x="-44" y="1473"/>
              <a:chExt cx="981" cy="1105"/>
            </a:xfrm>
          </p:grpSpPr>
          <p:pic>
            <p:nvPicPr>
              <p:cNvPr id="175171" name="Picture 432" descr="desktop_computer_stylized_medium">
                <a:extLst>
                  <a:ext uri="{FF2B5EF4-FFF2-40B4-BE49-F238E27FC236}">
                    <a16:creationId xmlns:a16="http://schemas.microsoft.com/office/drawing/2014/main" id="{11E956AA-28A0-4B81-A296-E57CA834377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-44" y="1473"/>
                <a:ext cx="981" cy="11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75172" name="Freeform 433">
                <a:extLst>
                  <a:ext uri="{FF2B5EF4-FFF2-40B4-BE49-F238E27FC236}">
                    <a16:creationId xmlns:a16="http://schemas.microsoft.com/office/drawing/2014/main" id="{2F3B785F-6AC2-4A52-9B11-B1E1E5952EB5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374" y="1579"/>
                <a:ext cx="477" cy="506"/>
              </a:xfrm>
              <a:custGeom>
                <a:avLst/>
                <a:gdLst>
                  <a:gd name="T0" fmla="*/ 0 w 356"/>
                  <a:gd name="T1" fmla="*/ 0 h 368"/>
                  <a:gd name="T2" fmla="*/ 15089652 w 356"/>
                  <a:gd name="T3" fmla="*/ 1851256 h 368"/>
                  <a:gd name="T4" fmla="*/ 17900690 w 356"/>
                  <a:gd name="T5" fmla="*/ 38567519 h 368"/>
                  <a:gd name="T6" fmla="*/ 3945041 w 356"/>
                  <a:gd name="T7" fmla="*/ 48232874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sp>
          <p:nvSpPr>
            <p:cNvPr id="175169" name="Rectangle 115">
              <a:extLst>
                <a:ext uri="{FF2B5EF4-FFF2-40B4-BE49-F238E27FC236}">
                  <a16:creationId xmlns:a16="http://schemas.microsoft.com/office/drawing/2014/main" id="{CF267667-349D-4EBE-AECE-F61DD335040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11" y="576"/>
              <a:ext cx="381" cy="330"/>
            </a:xfrm>
            <a:prstGeom prst="rect">
              <a:avLst/>
            </a:prstGeom>
            <a:solidFill>
              <a:schemeClr val="hlink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75170" name="Text Box 116">
              <a:extLst>
                <a:ext uri="{FF2B5EF4-FFF2-40B4-BE49-F238E27FC236}">
                  <a16:creationId xmlns:a16="http://schemas.microsoft.com/office/drawing/2014/main" id="{BA8A8D3E-EDA9-47ED-8B46-0C8801E8754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74" y="550"/>
              <a:ext cx="436" cy="3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user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agent</a:t>
              </a:r>
              <a:endParaRPr lang="en-US" altLang="zh-TW" sz="2400">
                <a:latin typeface="Arial" panose="020B0604020202020204" pitchFamily="34" charset="0"/>
              </a:endParaRPr>
            </a:p>
          </p:txBody>
        </p:sp>
      </p:grpSp>
      <p:grpSp>
        <p:nvGrpSpPr>
          <p:cNvPr id="175124" name="Group 436">
            <a:extLst>
              <a:ext uri="{FF2B5EF4-FFF2-40B4-BE49-F238E27FC236}">
                <a16:creationId xmlns:a16="http://schemas.microsoft.com/office/drawing/2014/main" id="{D25AB1B2-C1A5-4037-B9F8-515DA1D0EC16}"/>
              </a:ext>
            </a:extLst>
          </p:cNvPr>
          <p:cNvGrpSpPr>
            <a:grpSpLocks/>
          </p:cNvGrpSpPr>
          <p:nvPr/>
        </p:nvGrpSpPr>
        <p:grpSpPr bwMode="auto">
          <a:xfrm>
            <a:off x="7731125" y="2222500"/>
            <a:ext cx="912813" cy="1054100"/>
            <a:chOff x="3574" y="550"/>
            <a:chExt cx="575" cy="664"/>
          </a:xfrm>
        </p:grpSpPr>
        <p:grpSp>
          <p:nvGrpSpPr>
            <p:cNvPr id="175163" name="Group 437">
              <a:extLst>
                <a:ext uri="{FF2B5EF4-FFF2-40B4-BE49-F238E27FC236}">
                  <a16:creationId xmlns:a16="http://schemas.microsoft.com/office/drawing/2014/main" id="{ED87083A-67FB-4090-9C80-083BD82FCAD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88" y="692"/>
              <a:ext cx="561" cy="522"/>
              <a:chOff x="-44" y="1473"/>
              <a:chExt cx="981" cy="1105"/>
            </a:xfrm>
          </p:grpSpPr>
          <p:pic>
            <p:nvPicPr>
              <p:cNvPr id="175166" name="Picture 438" descr="desktop_computer_stylized_medium">
                <a:extLst>
                  <a:ext uri="{FF2B5EF4-FFF2-40B4-BE49-F238E27FC236}">
                    <a16:creationId xmlns:a16="http://schemas.microsoft.com/office/drawing/2014/main" id="{05DA884E-5350-418A-B947-2650BA2E9F3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-44" y="1473"/>
                <a:ext cx="981" cy="11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75167" name="Freeform 439">
                <a:extLst>
                  <a:ext uri="{FF2B5EF4-FFF2-40B4-BE49-F238E27FC236}">
                    <a16:creationId xmlns:a16="http://schemas.microsoft.com/office/drawing/2014/main" id="{33D0EFC9-EAFC-4A03-AF3F-0CCE6AE410E7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374" y="1579"/>
                <a:ext cx="477" cy="506"/>
              </a:xfrm>
              <a:custGeom>
                <a:avLst/>
                <a:gdLst>
                  <a:gd name="T0" fmla="*/ 0 w 356"/>
                  <a:gd name="T1" fmla="*/ 0 h 368"/>
                  <a:gd name="T2" fmla="*/ 15089652 w 356"/>
                  <a:gd name="T3" fmla="*/ 1851256 h 368"/>
                  <a:gd name="T4" fmla="*/ 17900690 w 356"/>
                  <a:gd name="T5" fmla="*/ 38567519 h 368"/>
                  <a:gd name="T6" fmla="*/ 3945041 w 356"/>
                  <a:gd name="T7" fmla="*/ 48232874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sp>
          <p:nvSpPr>
            <p:cNvPr id="175164" name="Rectangle 115">
              <a:extLst>
                <a:ext uri="{FF2B5EF4-FFF2-40B4-BE49-F238E27FC236}">
                  <a16:creationId xmlns:a16="http://schemas.microsoft.com/office/drawing/2014/main" id="{1B3D0431-5AE1-4F41-8D7E-34792316F1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11" y="576"/>
              <a:ext cx="381" cy="330"/>
            </a:xfrm>
            <a:prstGeom prst="rect">
              <a:avLst/>
            </a:prstGeom>
            <a:solidFill>
              <a:schemeClr val="hlink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75165" name="Text Box 116">
              <a:extLst>
                <a:ext uri="{FF2B5EF4-FFF2-40B4-BE49-F238E27FC236}">
                  <a16:creationId xmlns:a16="http://schemas.microsoft.com/office/drawing/2014/main" id="{6570B7F7-600E-4F28-92E2-0C7AF976F60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74" y="550"/>
              <a:ext cx="436" cy="3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user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agent</a:t>
              </a:r>
              <a:endParaRPr lang="en-US" altLang="zh-TW" sz="2400">
                <a:latin typeface="Arial" panose="020B0604020202020204" pitchFamily="34" charset="0"/>
              </a:endParaRPr>
            </a:p>
          </p:txBody>
        </p:sp>
      </p:grpSp>
      <p:grpSp>
        <p:nvGrpSpPr>
          <p:cNvPr id="175125" name="Group 442">
            <a:extLst>
              <a:ext uri="{FF2B5EF4-FFF2-40B4-BE49-F238E27FC236}">
                <a16:creationId xmlns:a16="http://schemas.microsoft.com/office/drawing/2014/main" id="{95F86DE2-587D-4347-8E24-6321346F74F7}"/>
              </a:ext>
            </a:extLst>
          </p:cNvPr>
          <p:cNvGrpSpPr>
            <a:grpSpLocks/>
          </p:cNvGrpSpPr>
          <p:nvPr/>
        </p:nvGrpSpPr>
        <p:grpSpPr bwMode="auto">
          <a:xfrm>
            <a:off x="8067675" y="2984500"/>
            <a:ext cx="912813" cy="1054100"/>
            <a:chOff x="3574" y="550"/>
            <a:chExt cx="575" cy="664"/>
          </a:xfrm>
        </p:grpSpPr>
        <p:grpSp>
          <p:nvGrpSpPr>
            <p:cNvPr id="175158" name="Group 443">
              <a:extLst>
                <a:ext uri="{FF2B5EF4-FFF2-40B4-BE49-F238E27FC236}">
                  <a16:creationId xmlns:a16="http://schemas.microsoft.com/office/drawing/2014/main" id="{A823AE0C-06F8-450C-9772-AD8518BABFE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88" y="692"/>
              <a:ext cx="561" cy="522"/>
              <a:chOff x="-44" y="1473"/>
              <a:chExt cx="981" cy="1105"/>
            </a:xfrm>
          </p:grpSpPr>
          <p:pic>
            <p:nvPicPr>
              <p:cNvPr id="175161" name="Picture 444" descr="desktop_computer_stylized_medium">
                <a:extLst>
                  <a:ext uri="{FF2B5EF4-FFF2-40B4-BE49-F238E27FC236}">
                    <a16:creationId xmlns:a16="http://schemas.microsoft.com/office/drawing/2014/main" id="{5D48AC96-1AA2-4C51-B5F1-E54C4771328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-44" y="1473"/>
                <a:ext cx="981" cy="11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75162" name="Freeform 445">
                <a:extLst>
                  <a:ext uri="{FF2B5EF4-FFF2-40B4-BE49-F238E27FC236}">
                    <a16:creationId xmlns:a16="http://schemas.microsoft.com/office/drawing/2014/main" id="{46311C80-44F5-4646-913D-1DAD07F665C3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374" y="1579"/>
                <a:ext cx="477" cy="506"/>
              </a:xfrm>
              <a:custGeom>
                <a:avLst/>
                <a:gdLst>
                  <a:gd name="T0" fmla="*/ 0 w 356"/>
                  <a:gd name="T1" fmla="*/ 0 h 368"/>
                  <a:gd name="T2" fmla="*/ 15089652 w 356"/>
                  <a:gd name="T3" fmla="*/ 1851256 h 368"/>
                  <a:gd name="T4" fmla="*/ 17900690 w 356"/>
                  <a:gd name="T5" fmla="*/ 38567519 h 368"/>
                  <a:gd name="T6" fmla="*/ 3945041 w 356"/>
                  <a:gd name="T7" fmla="*/ 48232874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sp>
          <p:nvSpPr>
            <p:cNvPr id="175159" name="Rectangle 115">
              <a:extLst>
                <a:ext uri="{FF2B5EF4-FFF2-40B4-BE49-F238E27FC236}">
                  <a16:creationId xmlns:a16="http://schemas.microsoft.com/office/drawing/2014/main" id="{FCA7DB46-98DA-4E7A-BCDF-EFA2D19C36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11" y="576"/>
              <a:ext cx="381" cy="330"/>
            </a:xfrm>
            <a:prstGeom prst="rect">
              <a:avLst/>
            </a:prstGeom>
            <a:solidFill>
              <a:schemeClr val="hlink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75160" name="Text Box 116">
              <a:extLst>
                <a:ext uri="{FF2B5EF4-FFF2-40B4-BE49-F238E27FC236}">
                  <a16:creationId xmlns:a16="http://schemas.microsoft.com/office/drawing/2014/main" id="{8686A0D9-5285-4EAB-8323-23BBFE29209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74" y="550"/>
              <a:ext cx="436" cy="3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user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agent</a:t>
              </a:r>
              <a:endParaRPr lang="en-US" altLang="zh-TW" sz="2400">
                <a:latin typeface="Arial" panose="020B0604020202020204" pitchFamily="34" charset="0"/>
              </a:endParaRPr>
            </a:p>
          </p:txBody>
        </p:sp>
      </p:grpSp>
      <p:grpSp>
        <p:nvGrpSpPr>
          <p:cNvPr id="175126" name="Group 448">
            <a:extLst>
              <a:ext uri="{FF2B5EF4-FFF2-40B4-BE49-F238E27FC236}">
                <a16:creationId xmlns:a16="http://schemas.microsoft.com/office/drawing/2014/main" id="{92229ED3-CE92-48E1-B3AD-FF6D4FE73339}"/>
              </a:ext>
            </a:extLst>
          </p:cNvPr>
          <p:cNvGrpSpPr>
            <a:grpSpLocks/>
          </p:cNvGrpSpPr>
          <p:nvPr/>
        </p:nvGrpSpPr>
        <p:grpSpPr bwMode="auto">
          <a:xfrm>
            <a:off x="7935913" y="4032250"/>
            <a:ext cx="912812" cy="1054100"/>
            <a:chOff x="3574" y="550"/>
            <a:chExt cx="575" cy="664"/>
          </a:xfrm>
        </p:grpSpPr>
        <p:grpSp>
          <p:nvGrpSpPr>
            <p:cNvPr id="175153" name="Group 449">
              <a:extLst>
                <a:ext uri="{FF2B5EF4-FFF2-40B4-BE49-F238E27FC236}">
                  <a16:creationId xmlns:a16="http://schemas.microsoft.com/office/drawing/2014/main" id="{46EFB057-5536-494D-A537-017FE4E630E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88" y="692"/>
              <a:ext cx="561" cy="522"/>
              <a:chOff x="-44" y="1473"/>
              <a:chExt cx="981" cy="1105"/>
            </a:xfrm>
          </p:grpSpPr>
          <p:pic>
            <p:nvPicPr>
              <p:cNvPr id="175156" name="Picture 450" descr="desktop_computer_stylized_medium">
                <a:extLst>
                  <a:ext uri="{FF2B5EF4-FFF2-40B4-BE49-F238E27FC236}">
                    <a16:creationId xmlns:a16="http://schemas.microsoft.com/office/drawing/2014/main" id="{E643ADBC-D04F-44CD-9A49-8724935336F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-44" y="1473"/>
                <a:ext cx="981" cy="11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75157" name="Freeform 451">
                <a:extLst>
                  <a:ext uri="{FF2B5EF4-FFF2-40B4-BE49-F238E27FC236}">
                    <a16:creationId xmlns:a16="http://schemas.microsoft.com/office/drawing/2014/main" id="{A5CBCAA6-E958-4261-820B-934185F77C97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374" y="1579"/>
                <a:ext cx="477" cy="506"/>
              </a:xfrm>
              <a:custGeom>
                <a:avLst/>
                <a:gdLst>
                  <a:gd name="T0" fmla="*/ 0 w 356"/>
                  <a:gd name="T1" fmla="*/ 0 h 368"/>
                  <a:gd name="T2" fmla="*/ 15089652 w 356"/>
                  <a:gd name="T3" fmla="*/ 1851256 h 368"/>
                  <a:gd name="T4" fmla="*/ 17900690 w 356"/>
                  <a:gd name="T5" fmla="*/ 38567519 h 368"/>
                  <a:gd name="T6" fmla="*/ 3945041 w 356"/>
                  <a:gd name="T7" fmla="*/ 48232874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sp>
          <p:nvSpPr>
            <p:cNvPr id="175154" name="Rectangle 115">
              <a:extLst>
                <a:ext uri="{FF2B5EF4-FFF2-40B4-BE49-F238E27FC236}">
                  <a16:creationId xmlns:a16="http://schemas.microsoft.com/office/drawing/2014/main" id="{3BC013B3-AEBA-4353-A28D-C88C920B6B1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11" y="576"/>
              <a:ext cx="381" cy="330"/>
            </a:xfrm>
            <a:prstGeom prst="rect">
              <a:avLst/>
            </a:prstGeom>
            <a:solidFill>
              <a:schemeClr val="hlink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75155" name="Text Box 116">
              <a:extLst>
                <a:ext uri="{FF2B5EF4-FFF2-40B4-BE49-F238E27FC236}">
                  <a16:creationId xmlns:a16="http://schemas.microsoft.com/office/drawing/2014/main" id="{B21BA321-78D8-44DC-BE63-487B3C06DD0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74" y="550"/>
              <a:ext cx="436" cy="3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user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agent</a:t>
              </a:r>
              <a:endParaRPr lang="en-US" altLang="zh-TW" sz="2400">
                <a:latin typeface="Arial" panose="020B0604020202020204" pitchFamily="34" charset="0"/>
              </a:endParaRPr>
            </a:p>
          </p:txBody>
        </p:sp>
      </p:grpSp>
      <p:grpSp>
        <p:nvGrpSpPr>
          <p:cNvPr id="175127" name="Group 454">
            <a:extLst>
              <a:ext uri="{FF2B5EF4-FFF2-40B4-BE49-F238E27FC236}">
                <a16:creationId xmlns:a16="http://schemas.microsoft.com/office/drawing/2014/main" id="{54BC3236-3338-4CBD-AB56-89FF04E6E675}"/>
              </a:ext>
            </a:extLst>
          </p:cNvPr>
          <p:cNvGrpSpPr>
            <a:grpSpLocks/>
          </p:cNvGrpSpPr>
          <p:nvPr/>
        </p:nvGrpSpPr>
        <p:grpSpPr bwMode="auto">
          <a:xfrm>
            <a:off x="5324475" y="5470525"/>
            <a:ext cx="912813" cy="1054100"/>
            <a:chOff x="3574" y="550"/>
            <a:chExt cx="575" cy="664"/>
          </a:xfrm>
        </p:grpSpPr>
        <p:grpSp>
          <p:nvGrpSpPr>
            <p:cNvPr id="175148" name="Group 455">
              <a:extLst>
                <a:ext uri="{FF2B5EF4-FFF2-40B4-BE49-F238E27FC236}">
                  <a16:creationId xmlns:a16="http://schemas.microsoft.com/office/drawing/2014/main" id="{63BFCA49-2836-4B46-83C1-ED9A143BFF1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88" y="692"/>
              <a:ext cx="561" cy="522"/>
              <a:chOff x="-44" y="1473"/>
              <a:chExt cx="981" cy="1105"/>
            </a:xfrm>
          </p:grpSpPr>
          <p:pic>
            <p:nvPicPr>
              <p:cNvPr id="175151" name="Picture 456" descr="desktop_computer_stylized_medium">
                <a:extLst>
                  <a:ext uri="{FF2B5EF4-FFF2-40B4-BE49-F238E27FC236}">
                    <a16:creationId xmlns:a16="http://schemas.microsoft.com/office/drawing/2014/main" id="{92829AB6-25A4-40B6-A7B5-498549C2932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-44" y="1473"/>
                <a:ext cx="981" cy="11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75152" name="Freeform 457">
                <a:extLst>
                  <a:ext uri="{FF2B5EF4-FFF2-40B4-BE49-F238E27FC236}">
                    <a16:creationId xmlns:a16="http://schemas.microsoft.com/office/drawing/2014/main" id="{5B7D5EB4-B70C-4A68-9B0B-66C0439C3874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374" y="1579"/>
                <a:ext cx="477" cy="506"/>
              </a:xfrm>
              <a:custGeom>
                <a:avLst/>
                <a:gdLst>
                  <a:gd name="T0" fmla="*/ 0 w 356"/>
                  <a:gd name="T1" fmla="*/ 0 h 368"/>
                  <a:gd name="T2" fmla="*/ 15089652 w 356"/>
                  <a:gd name="T3" fmla="*/ 1851256 h 368"/>
                  <a:gd name="T4" fmla="*/ 17900690 w 356"/>
                  <a:gd name="T5" fmla="*/ 38567519 h 368"/>
                  <a:gd name="T6" fmla="*/ 3945041 w 356"/>
                  <a:gd name="T7" fmla="*/ 48232874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sp>
          <p:nvSpPr>
            <p:cNvPr id="175149" name="Rectangle 115">
              <a:extLst>
                <a:ext uri="{FF2B5EF4-FFF2-40B4-BE49-F238E27FC236}">
                  <a16:creationId xmlns:a16="http://schemas.microsoft.com/office/drawing/2014/main" id="{1D18CC30-2FEA-46F8-967A-0279201081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11" y="576"/>
              <a:ext cx="381" cy="330"/>
            </a:xfrm>
            <a:prstGeom prst="rect">
              <a:avLst/>
            </a:prstGeom>
            <a:solidFill>
              <a:schemeClr val="hlink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75150" name="Text Box 116">
              <a:extLst>
                <a:ext uri="{FF2B5EF4-FFF2-40B4-BE49-F238E27FC236}">
                  <a16:creationId xmlns:a16="http://schemas.microsoft.com/office/drawing/2014/main" id="{6364B109-A7B8-4D22-BEC2-F8E866D4A2E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74" y="550"/>
              <a:ext cx="436" cy="3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user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agent</a:t>
              </a:r>
              <a:endParaRPr lang="en-US" altLang="zh-TW" sz="2400">
                <a:latin typeface="Arial" panose="020B0604020202020204" pitchFamily="34" charset="0"/>
              </a:endParaRPr>
            </a:p>
          </p:txBody>
        </p:sp>
      </p:grpSp>
      <p:grpSp>
        <p:nvGrpSpPr>
          <p:cNvPr id="175128" name="Group 460">
            <a:extLst>
              <a:ext uri="{FF2B5EF4-FFF2-40B4-BE49-F238E27FC236}">
                <a16:creationId xmlns:a16="http://schemas.microsoft.com/office/drawing/2014/main" id="{4110EA4A-A191-4FB0-A7F9-439352523A3E}"/>
              </a:ext>
            </a:extLst>
          </p:cNvPr>
          <p:cNvGrpSpPr>
            <a:grpSpLocks/>
          </p:cNvGrpSpPr>
          <p:nvPr/>
        </p:nvGrpSpPr>
        <p:grpSpPr bwMode="auto">
          <a:xfrm>
            <a:off x="6053138" y="4851400"/>
            <a:ext cx="912812" cy="1054100"/>
            <a:chOff x="3574" y="550"/>
            <a:chExt cx="575" cy="664"/>
          </a:xfrm>
        </p:grpSpPr>
        <p:grpSp>
          <p:nvGrpSpPr>
            <p:cNvPr id="175143" name="Group 461">
              <a:extLst>
                <a:ext uri="{FF2B5EF4-FFF2-40B4-BE49-F238E27FC236}">
                  <a16:creationId xmlns:a16="http://schemas.microsoft.com/office/drawing/2014/main" id="{0A62F8CD-DA3D-490D-B501-9FAA76B2EE2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88" y="692"/>
              <a:ext cx="561" cy="522"/>
              <a:chOff x="-44" y="1473"/>
              <a:chExt cx="981" cy="1105"/>
            </a:xfrm>
          </p:grpSpPr>
          <p:pic>
            <p:nvPicPr>
              <p:cNvPr id="175146" name="Picture 462" descr="desktop_computer_stylized_medium">
                <a:extLst>
                  <a:ext uri="{FF2B5EF4-FFF2-40B4-BE49-F238E27FC236}">
                    <a16:creationId xmlns:a16="http://schemas.microsoft.com/office/drawing/2014/main" id="{3BB81A77-A8C4-4008-BD0B-392CDA8E3C3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-44" y="1473"/>
                <a:ext cx="981" cy="11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75147" name="Freeform 463">
                <a:extLst>
                  <a:ext uri="{FF2B5EF4-FFF2-40B4-BE49-F238E27FC236}">
                    <a16:creationId xmlns:a16="http://schemas.microsoft.com/office/drawing/2014/main" id="{9DEB317E-D39C-4B24-A279-F2C3570EF956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374" y="1579"/>
                <a:ext cx="477" cy="506"/>
              </a:xfrm>
              <a:custGeom>
                <a:avLst/>
                <a:gdLst>
                  <a:gd name="T0" fmla="*/ 0 w 356"/>
                  <a:gd name="T1" fmla="*/ 0 h 368"/>
                  <a:gd name="T2" fmla="*/ 15089652 w 356"/>
                  <a:gd name="T3" fmla="*/ 1851256 h 368"/>
                  <a:gd name="T4" fmla="*/ 17900690 w 356"/>
                  <a:gd name="T5" fmla="*/ 38567519 h 368"/>
                  <a:gd name="T6" fmla="*/ 3945041 w 356"/>
                  <a:gd name="T7" fmla="*/ 48232874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sp>
          <p:nvSpPr>
            <p:cNvPr id="175144" name="Rectangle 115">
              <a:extLst>
                <a:ext uri="{FF2B5EF4-FFF2-40B4-BE49-F238E27FC236}">
                  <a16:creationId xmlns:a16="http://schemas.microsoft.com/office/drawing/2014/main" id="{1863CDBE-0735-40A8-948D-9830084E73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11" y="576"/>
              <a:ext cx="381" cy="330"/>
            </a:xfrm>
            <a:prstGeom prst="rect">
              <a:avLst/>
            </a:prstGeom>
            <a:solidFill>
              <a:schemeClr val="hlink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75145" name="Text Box 116">
              <a:extLst>
                <a:ext uri="{FF2B5EF4-FFF2-40B4-BE49-F238E27FC236}">
                  <a16:creationId xmlns:a16="http://schemas.microsoft.com/office/drawing/2014/main" id="{28D96F35-BD35-4440-BA17-41AD68D64C0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74" y="550"/>
              <a:ext cx="436" cy="3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user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agent</a:t>
              </a:r>
              <a:endParaRPr lang="en-US" altLang="zh-TW" sz="2400">
                <a:latin typeface="Arial" panose="020B0604020202020204" pitchFamily="34" charset="0"/>
              </a:endParaRPr>
            </a:p>
          </p:txBody>
        </p:sp>
      </p:grpSp>
      <p:sp>
        <p:nvSpPr>
          <p:cNvPr id="175129" name="Rectangle 280">
            <a:extLst>
              <a:ext uri="{FF2B5EF4-FFF2-40B4-BE49-F238E27FC236}">
                <a16:creationId xmlns:a16="http://schemas.microsoft.com/office/drawing/2014/main" id="{95A18D03-FBB8-4F16-905A-B45B20C87B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62775" y="628650"/>
            <a:ext cx="1828800" cy="9810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endParaRPr lang="zh-TW" altLang="zh-TW" sz="2400">
              <a:latin typeface="Arial" panose="020B0604020202020204" pitchFamily="34" charset="0"/>
            </a:endParaRPr>
          </a:p>
        </p:txBody>
      </p:sp>
      <p:grpSp>
        <p:nvGrpSpPr>
          <p:cNvPr id="175130" name="Group 279">
            <a:extLst>
              <a:ext uri="{FF2B5EF4-FFF2-40B4-BE49-F238E27FC236}">
                <a16:creationId xmlns:a16="http://schemas.microsoft.com/office/drawing/2014/main" id="{FEA45C62-182E-44DB-80B8-0C0BC92443FC}"/>
              </a:ext>
            </a:extLst>
          </p:cNvPr>
          <p:cNvGrpSpPr>
            <a:grpSpLocks/>
          </p:cNvGrpSpPr>
          <p:nvPr/>
        </p:nvGrpSpPr>
        <p:grpSpPr bwMode="auto">
          <a:xfrm>
            <a:off x="7059613" y="576263"/>
            <a:ext cx="1736725" cy="955675"/>
            <a:chOff x="4458" y="3335"/>
            <a:chExt cx="1094" cy="602"/>
          </a:xfrm>
        </p:grpSpPr>
        <p:sp>
          <p:nvSpPr>
            <p:cNvPr id="175131" name="Text Box 263">
              <a:extLst>
                <a:ext uri="{FF2B5EF4-FFF2-40B4-BE49-F238E27FC236}">
                  <a16:creationId xmlns:a16="http://schemas.microsoft.com/office/drawing/2014/main" id="{D0A8E403-C01B-4FF2-87CD-0248A228449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80" y="3725"/>
              <a:ext cx="841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 dirty="0">
                  <a:latin typeface="Arial" panose="020B0604020202020204" pitchFamily="34" charset="0"/>
                </a:rPr>
                <a:t>user mailbox</a:t>
              </a:r>
              <a:endParaRPr lang="en-US" altLang="zh-TW" sz="2400" dirty="0">
                <a:latin typeface="Arial" panose="020B0604020202020204" pitchFamily="34" charset="0"/>
              </a:endParaRPr>
            </a:p>
          </p:txBody>
        </p:sp>
        <p:grpSp>
          <p:nvGrpSpPr>
            <p:cNvPr id="175132" name="Group 278">
              <a:extLst>
                <a:ext uri="{FF2B5EF4-FFF2-40B4-BE49-F238E27FC236}">
                  <a16:creationId xmlns:a16="http://schemas.microsoft.com/office/drawing/2014/main" id="{42822EA9-AD55-44BD-93CC-459F063DB89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58" y="3408"/>
              <a:ext cx="450" cy="120"/>
              <a:chOff x="4314" y="3444"/>
              <a:chExt cx="450" cy="120"/>
            </a:xfrm>
          </p:grpSpPr>
          <p:sp>
            <p:nvSpPr>
              <p:cNvPr id="175135" name="Rectangle 264">
                <a:extLst>
                  <a:ext uri="{FF2B5EF4-FFF2-40B4-BE49-F238E27FC236}">
                    <a16:creationId xmlns:a16="http://schemas.microsoft.com/office/drawing/2014/main" id="{6453CACD-5D3F-4B9F-8012-262D243F7AE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14" y="3444"/>
                <a:ext cx="450" cy="120"/>
              </a:xfrm>
              <a:prstGeom prst="rect">
                <a:avLst/>
              </a:prstGeom>
              <a:solidFill>
                <a:srgbClr val="00FF00"/>
              </a:solidFill>
              <a:ln w="1905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75136" name="Line 265">
                <a:extLst>
                  <a:ext uri="{FF2B5EF4-FFF2-40B4-BE49-F238E27FC236}">
                    <a16:creationId xmlns:a16="http://schemas.microsoft.com/office/drawing/2014/main" id="{5056BB0E-F66B-46B0-80C3-B4833AC953A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63" y="3472"/>
                <a:ext cx="0" cy="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75137" name="Line 266">
                <a:extLst>
                  <a:ext uri="{FF2B5EF4-FFF2-40B4-BE49-F238E27FC236}">
                    <a16:creationId xmlns:a16="http://schemas.microsoft.com/office/drawing/2014/main" id="{A5344734-8A61-4B2A-BAB5-6773983A993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4472" y="3471"/>
                <a:ext cx="6" cy="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75138" name="Line 267">
                <a:extLst>
                  <a:ext uri="{FF2B5EF4-FFF2-40B4-BE49-F238E27FC236}">
                    <a16:creationId xmlns:a16="http://schemas.microsoft.com/office/drawing/2014/main" id="{2D2C7256-5D43-4976-A4D4-C567DFEBB97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27" y="3473"/>
                <a:ext cx="0" cy="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75139" name="Line 268">
                <a:extLst>
                  <a:ext uri="{FF2B5EF4-FFF2-40B4-BE49-F238E27FC236}">
                    <a16:creationId xmlns:a16="http://schemas.microsoft.com/office/drawing/2014/main" id="{BFDDC76B-7B89-4F4A-A648-553E0FDC02B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84" y="3471"/>
                <a:ext cx="0" cy="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75140" name="Line 269">
                <a:extLst>
                  <a:ext uri="{FF2B5EF4-FFF2-40B4-BE49-F238E27FC236}">
                    <a16:creationId xmlns:a16="http://schemas.microsoft.com/office/drawing/2014/main" id="{A9F3CFCC-8682-4BB8-A840-46FD45DE1C9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645" y="3471"/>
                <a:ext cx="0" cy="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75141" name="Line 270">
                <a:extLst>
                  <a:ext uri="{FF2B5EF4-FFF2-40B4-BE49-F238E27FC236}">
                    <a16:creationId xmlns:a16="http://schemas.microsoft.com/office/drawing/2014/main" id="{D721C085-02FC-4299-B1BE-444720E2C7A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701" y="3471"/>
                <a:ext cx="0" cy="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75142" name="Line 271">
                <a:extLst>
                  <a:ext uri="{FF2B5EF4-FFF2-40B4-BE49-F238E27FC236}">
                    <a16:creationId xmlns:a16="http://schemas.microsoft.com/office/drawing/2014/main" id="{684C267C-749C-4275-81EA-A0C0DB3BD79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416" y="3472"/>
                <a:ext cx="0" cy="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</p:grpSp>
        <p:sp>
          <p:nvSpPr>
            <p:cNvPr id="175133" name="Rectangle 272">
              <a:extLst>
                <a:ext uri="{FF2B5EF4-FFF2-40B4-BE49-F238E27FC236}">
                  <a16:creationId xmlns:a16="http://schemas.microsoft.com/office/drawing/2014/main" id="{159D88BC-FA44-4CE7-ADD1-9A99B57B03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72" y="3779"/>
              <a:ext cx="64" cy="93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75134" name="Text Box 277">
              <a:extLst>
                <a:ext uri="{FF2B5EF4-FFF2-40B4-BE49-F238E27FC236}">
                  <a16:creationId xmlns:a16="http://schemas.microsoft.com/office/drawing/2014/main" id="{4E31269B-93DB-4F57-AB11-BAC5BE9DD2E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26" y="3335"/>
              <a:ext cx="1026" cy="3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 dirty="0">
                  <a:latin typeface="Arial" panose="020B0604020202020204" pitchFamily="34" charset="0"/>
                </a:rPr>
                <a:t>outgoing 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 dirty="0">
                  <a:latin typeface="Arial" panose="020B0604020202020204" pitchFamily="34" charset="0"/>
                </a:rPr>
                <a:t>message queue</a:t>
              </a:r>
              <a:endParaRPr lang="en-US" altLang="zh-TW" sz="2400" dirty="0">
                <a:latin typeface="Arial" panose="020B0604020202020204" pitchFamily="34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0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0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0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0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0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154" name="Rectangle 7">
            <a:extLst>
              <a:ext uri="{FF2B5EF4-FFF2-40B4-BE49-F238E27FC236}">
                <a16:creationId xmlns:a16="http://schemas.microsoft.com/office/drawing/2014/main" id="{56A5AD09-9860-4A02-BDF5-5EE62737295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177155" name="Rectangle 8">
            <a:extLst>
              <a:ext uri="{FF2B5EF4-FFF2-40B4-BE49-F238E27FC236}">
                <a16:creationId xmlns:a16="http://schemas.microsoft.com/office/drawing/2014/main" id="{1C6A215A-E96B-4B92-B5D4-0980AF82A8A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2-</a:t>
            </a:r>
            <a:fld id="{77AB600E-FDAB-4CA8-8197-C5A1495854D6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41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177156" name="Picture 9" descr="underline_base">
            <a:extLst>
              <a:ext uri="{FF2B5EF4-FFF2-40B4-BE49-F238E27FC236}">
                <a16:creationId xmlns:a16="http://schemas.microsoft.com/office/drawing/2014/main" id="{FCB55335-5AAD-405B-9384-D98DB60F7A49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1175" y="942975"/>
            <a:ext cx="73136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77157" name="Rectangle 2">
            <a:extLst>
              <a:ext uri="{FF2B5EF4-FFF2-40B4-BE49-F238E27FC236}">
                <a16:creationId xmlns:a16="http://schemas.microsoft.com/office/drawing/2014/main" id="{0AE7A41C-12D5-49A1-B66B-5159A1410C5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66725" y="234950"/>
            <a:ext cx="7772400" cy="958850"/>
          </a:xfrm>
        </p:spPr>
        <p:txBody>
          <a:bodyPr/>
          <a:lstStyle/>
          <a:p>
            <a:r>
              <a:rPr lang="en-US" altLang="zh-TW" sz="4000">
                <a:ea typeface="ＭＳ Ｐゴシック" panose="020B0600070205080204" pitchFamily="34" charset="-128"/>
              </a:rPr>
              <a:t>Electronic Mail: SMTP </a:t>
            </a:r>
            <a:r>
              <a:rPr lang="en-US" altLang="zh-TW" sz="3600">
                <a:ea typeface="ＭＳ Ｐゴシック" panose="020B0600070205080204" pitchFamily="34" charset="-128"/>
              </a:rPr>
              <a:t>[RFC 2821]</a:t>
            </a:r>
            <a:endParaRPr lang="en-US" altLang="zh-TW">
              <a:ea typeface="ＭＳ Ｐゴシック" panose="020B0600070205080204" pitchFamily="34" charset="-128"/>
            </a:endParaRPr>
          </a:p>
        </p:txBody>
      </p:sp>
      <p:sp>
        <p:nvSpPr>
          <p:cNvPr id="177158" name="Rectangle 3">
            <a:extLst>
              <a:ext uri="{FF2B5EF4-FFF2-40B4-BE49-F238E27FC236}">
                <a16:creationId xmlns:a16="http://schemas.microsoft.com/office/drawing/2014/main" id="{64A8B813-8749-418F-8AB5-F3F309BD0F29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88963" y="1422400"/>
            <a:ext cx="7629525" cy="4648200"/>
          </a:xfrm>
        </p:spPr>
        <p:txBody>
          <a:bodyPr/>
          <a:lstStyle/>
          <a:p>
            <a:r>
              <a:rPr lang="en-US" altLang="zh-TW">
                <a:ea typeface="ＭＳ Ｐゴシック" panose="020B0600070205080204" pitchFamily="34" charset="-128"/>
              </a:rPr>
              <a:t>uses </a:t>
            </a:r>
            <a:r>
              <a:rPr lang="en-US" altLang="zh-TW">
                <a:solidFill>
                  <a:srgbClr val="FF0000"/>
                </a:solidFill>
                <a:ea typeface="ＭＳ Ｐゴシック" panose="020B0600070205080204" pitchFamily="34" charset="-128"/>
              </a:rPr>
              <a:t>TCP</a:t>
            </a:r>
            <a:r>
              <a:rPr lang="en-US" altLang="zh-TW">
                <a:ea typeface="ＭＳ Ｐゴシック" panose="020B0600070205080204" pitchFamily="34" charset="-128"/>
              </a:rPr>
              <a:t> to reliably transfer email message from client to server, </a:t>
            </a:r>
            <a:r>
              <a:rPr lang="en-US" altLang="zh-TW">
                <a:solidFill>
                  <a:srgbClr val="FF0000"/>
                </a:solidFill>
                <a:ea typeface="ＭＳ Ｐゴシック" panose="020B0600070205080204" pitchFamily="34" charset="-128"/>
              </a:rPr>
              <a:t>port 25</a:t>
            </a:r>
          </a:p>
          <a:p>
            <a:r>
              <a:rPr lang="en-US" altLang="zh-TW">
                <a:ea typeface="ＭＳ Ｐゴシック" panose="020B0600070205080204" pitchFamily="34" charset="-128"/>
              </a:rPr>
              <a:t>direct transfer: sending server to receiving server</a:t>
            </a:r>
          </a:p>
          <a:p>
            <a:r>
              <a:rPr lang="en-US" altLang="zh-TW">
                <a:ea typeface="ＭＳ Ｐゴシック" panose="020B0600070205080204" pitchFamily="34" charset="-128"/>
              </a:rPr>
              <a:t>three phases of transfer</a:t>
            </a:r>
          </a:p>
          <a:p>
            <a:pPr lvl="1"/>
            <a:r>
              <a:rPr lang="en-US" altLang="zh-TW">
                <a:ea typeface="ＭＳ Ｐゴシック" panose="020B0600070205080204" pitchFamily="34" charset="-128"/>
              </a:rPr>
              <a:t>handshaking (greeting)</a:t>
            </a:r>
          </a:p>
          <a:p>
            <a:pPr lvl="1"/>
            <a:r>
              <a:rPr lang="en-US" altLang="zh-TW">
                <a:ea typeface="ＭＳ Ｐゴシック" panose="020B0600070205080204" pitchFamily="34" charset="-128"/>
              </a:rPr>
              <a:t>transfer of messages</a:t>
            </a:r>
          </a:p>
          <a:p>
            <a:pPr lvl="1"/>
            <a:r>
              <a:rPr lang="en-US" altLang="zh-TW">
                <a:ea typeface="ＭＳ Ｐゴシック" panose="020B0600070205080204" pitchFamily="34" charset="-128"/>
              </a:rPr>
              <a:t>closure</a:t>
            </a:r>
          </a:p>
          <a:p>
            <a:r>
              <a:rPr lang="en-US" altLang="zh-TW">
                <a:ea typeface="ＭＳ Ｐゴシック" panose="020B0600070205080204" pitchFamily="34" charset="-128"/>
              </a:rPr>
              <a:t>command/response interaction (like </a:t>
            </a:r>
            <a:r>
              <a:rPr lang="en-US" altLang="zh-TW" sz="2400">
                <a:ea typeface="ＭＳ Ｐゴシック" panose="020B0600070205080204" pitchFamily="34" charset="-128"/>
              </a:rPr>
              <a:t>HTTP, FTP</a:t>
            </a:r>
            <a:r>
              <a:rPr lang="en-US" altLang="zh-TW">
                <a:ea typeface="ＭＳ Ｐゴシック" panose="020B0600070205080204" pitchFamily="34" charset="-128"/>
              </a:rPr>
              <a:t>)</a:t>
            </a:r>
            <a:endParaRPr lang="en-US" altLang="zh-TW">
              <a:solidFill>
                <a:schemeClr val="accent2"/>
              </a:solidFill>
              <a:ea typeface="ＭＳ Ｐゴシック" panose="020B0600070205080204" pitchFamily="34" charset="-128"/>
            </a:endParaRPr>
          </a:p>
          <a:p>
            <a:pPr lvl="1"/>
            <a:r>
              <a:rPr lang="en-US" altLang="zh-TW">
                <a:solidFill>
                  <a:srgbClr val="000099"/>
                </a:solidFill>
                <a:ea typeface="ＭＳ Ｐゴシック" panose="020B0600070205080204" pitchFamily="34" charset="-128"/>
              </a:rPr>
              <a:t>commands:</a:t>
            </a:r>
            <a:r>
              <a:rPr lang="en-US" altLang="zh-TW">
                <a:ea typeface="ＭＳ Ｐゴシック" panose="020B0600070205080204" pitchFamily="34" charset="-128"/>
              </a:rPr>
              <a:t> ASCII text</a:t>
            </a:r>
          </a:p>
          <a:p>
            <a:pPr lvl="1"/>
            <a:r>
              <a:rPr lang="en-US" altLang="zh-TW">
                <a:solidFill>
                  <a:srgbClr val="000099"/>
                </a:solidFill>
                <a:ea typeface="ＭＳ Ｐゴシック" panose="020B0600070205080204" pitchFamily="34" charset="-128"/>
              </a:rPr>
              <a:t>response:</a:t>
            </a:r>
            <a:r>
              <a:rPr lang="en-US" altLang="zh-TW">
                <a:ea typeface="ＭＳ Ｐゴシック" panose="020B0600070205080204" pitchFamily="34" charset="-128"/>
              </a:rPr>
              <a:t> status code and phrase</a:t>
            </a:r>
          </a:p>
          <a:p>
            <a:r>
              <a:rPr lang="en-US" altLang="zh-TW">
                <a:ea typeface="ＭＳ Ｐゴシック" panose="020B0600070205080204" pitchFamily="34" charset="-128"/>
              </a:rPr>
              <a:t>messages must be in 7-bit ASCII</a:t>
            </a:r>
            <a:endParaRPr lang="en-US" altLang="zh-TW" sz="3200">
              <a:ea typeface="ＭＳ Ｐゴシック" panose="020B0600070205080204" pitchFamily="34" charset="-128"/>
            </a:endParaRPr>
          </a:p>
          <a:p>
            <a:pPr lvl="1"/>
            <a:endParaRPr lang="en-US" altLang="zh-TW" sz="2000"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202" name="Rectangle 7">
            <a:extLst>
              <a:ext uri="{FF2B5EF4-FFF2-40B4-BE49-F238E27FC236}">
                <a16:creationId xmlns:a16="http://schemas.microsoft.com/office/drawing/2014/main" id="{FC7822B8-C53A-4985-AB93-58A5FA93C71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179203" name="Rectangle 8">
            <a:extLst>
              <a:ext uri="{FF2B5EF4-FFF2-40B4-BE49-F238E27FC236}">
                <a16:creationId xmlns:a16="http://schemas.microsoft.com/office/drawing/2014/main" id="{5A7DF0E4-3ADE-47E4-923B-08FA2F6D08D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200">
                <a:latin typeface="Tahoma" panose="020B0604030504040204" pitchFamily="34" charset="0"/>
              </a:rPr>
              <a:t>2-</a:t>
            </a:r>
            <a:fld id="{8B298CA1-0975-4CF2-A60C-C7AE12827011}" type="slidenum">
              <a:rPr lang="en-US" altLang="en-US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42</a:t>
            </a:fld>
            <a:endParaRPr lang="en-US" altLang="en-US" sz="1200">
              <a:latin typeface="Tahoma" panose="020B0604030504040204" pitchFamily="34" charset="0"/>
            </a:endParaRPr>
          </a:p>
        </p:txBody>
      </p:sp>
      <p:pic>
        <p:nvPicPr>
          <p:cNvPr id="179204" name="Picture 10" descr="underline_base">
            <a:extLst>
              <a:ext uri="{FF2B5EF4-FFF2-40B4-BE49-F238E27FC236}">
                <a16:creationId xmlns:a16="http://schemas.microsoft.com/office/drawing/2014/main" id="{5D485138-2849-45B5-BB82-F863C61C42DD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8638" y="854075"/>
            <a:ext cx="54848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79205" name="Rectangle 2">
            <a:extLst>
              <a:ext uri="{FF2B5EF4-FFF2-40B4-BE49-F238E27FC236}">
                <a16:creationId xmlns:a16="http://schemas.microsoft.com/office/drawing/2014/main" id="{BA7B9515-BB5C-4432-8F5B-C9A34A09ED6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201613"/>
            <a:ext cx="7772400" cy="903287"/>
          </a:xfrm>
        </p:spPr>
        <p:txBody>
          <a:bodyPr/>
          <a:lstStyle/>
          <a:p>
            <a:r>
              <a:rPr lang="en-US" altLang="en-US" sz="4000">
                <a:ea typeface="ＭＳ Ｐゴシック" panose="020B0600070205080204" pitchFamily="34" charset="-128"/>
              </a:rPr>
              <a:t>Sample SMTP interaction</a:t>
            </a:r>
            <a:endParaRPr lang="en-US" altLang="en-US">
              <a:ea typeface="ＭＳ Ｐゴシック" panose="020B0600070205080204" pitchFamily="34" charset="-128"/>
            </a:endParaRPr>
          </a:p>
        </p:txBody>
      </p:sp>
      <p:sp>
        <p:nvSpPr>
          <p:cNvPr id="179206" name="Rectangle 3">
            <a:extLst>
              <a:ext uri="{FF2B5EF4-FFF2-40B4-BE49-F238E27FC236}">
                <a16:creationId xmlns:a16="http://schemas.microsoft.com/office/drawing/2014/main" id="{00E356B7-B0F1-4D04-92B7-9E34A44B11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273175"/>
            <a:ext cx="8870950" cy="4664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 b="1" dirty="0">
                <a:latin typeface="Courier New" panose="02070309020205020404" pitchFamily="49" charset="0"/>
              </a:rPr>
              <a:t>     S: 220 hamburger.edu </a:t>
            </a:r>
            <a:r>
              <a:rPr lang="en-US" altLang="zh-TW" sz="2000" dirty="0">
                <a:solidFill>
                  <a:srgbClr val="FFC000"/>
                </a:solidFill>
                <a:latin typeface="Arial" panose="020B0604020202020204" pitchFamily="34" charset="0"/>
              </a:rPr>
              <a:t>(server's host name) </a:t>
            </a:r>
            <a:endParaRPr lang="en-US" altLang="en-US" sz="2000" b="1" dirty="0">
              <a:solidFill>
                <a:srgbClr val="FFC000"/>
              </a:solidFill>
              <a:latin typeface="Courier New" panose="02070309020205020404" pitchFamily="49" charset="0"/>
            </a:endParaRP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 typeface="ZapfDingbats" pitchFamily="82" charset="2"/>
              <a:buNone/>
            </a:pPr>
            <a:r>
              <a:rPr lang="en-US" altLang="en-US" sz="2000" b="1" dirty="0">
                <a:latin typeface="Courier New" panose="02070309020205020404" pitchFamily="49" charset="0"/>
              </a:rPr>
              <a:t>     C: </a:t>
            </a:r>
            <a:r>
              <a:rPr lang="en-US" altLang="en-US" sz="2000" b="1" dirty="0">
                <a:solidFill>
                  <a:srgbClr val="00B0F0"/>
                </a:solidFill>
                <a:latin typeface="Courier New" panose="02070309020205020404" pitchFamily="49" charset="0"/>
              </a:rPr>
              <a:t>HELO</a:t>
            </a:r>
            <a:r>
              <a:rPr lang="en-US" altLang="en-US" sz="2000" b="1" dirty="0">
                <a:latin typeface="Courier New" panose="02070309020205020404" pitchFamily="49" charset="0"/>
              </a:rPr>
              <a:t> crepes.fr 	  </a:t>
            </a:r>
            <a:r>
              <a:rPr lang="en-US" altLang="zh-TW" sz="2000" dirty="0">
                <a:solidFill>
                  <a:srgbClr val="FFC000"/>
                </a:solidFill>
                <a:latin typeface="Arial" panose="020B0604020202020204" pitchFamily="34" charset="0"/>
              </a:rPr>
              <a:t>(client's host name) </a:t>
            </a:r>
            <a:endParaRPr lang="en-US" altLang="en-US" sz="2000" b="1" dirty="0">
              <a:latin typeface="Courier New" panose="02070309020205020404" pitchFamily="49" charset="0"/>
            </a:endParaRP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 b="1" dirty="0">
                <a:latin typeface="Courier New" panose="02070309020205020404" pitchFamily="49" charset="0"/>
              </a:rPr>
              <a:t>     S: 250  Hello crepes.fr, pleased to meet you 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 b="1" dirty="0">
                <a:latin typeface="Courier New" panose="02070309020205020404" pitchFamily="49" charset="0"/>
              </a:rPr>
              <a:t>     C: </a:t>
            </a:r>
            <a:r>
              <a:rPr lang="en-US" altLang="en-US" sz="2000" b="1" dirty="0">
                <a:solidFill>
                  <a:srgbClr val="00B0F0"/>
                </a:solidFill>
                <a:latin typeface="Courier New" panose="02070309020205020404" pitchFamily="49" charset="0"/>
              </a:rPr>
              <a:t>MAIL FROM</a:t>
            </a:r>
            <a:r>
              <a:rPr lang="en-US" altLang="en-US" sz="2000" b="1" dirty="0">
                <a:latin typeface="Courier New" panose="02070309020205020404" pitchFamily="49" charset="0"/>
              </a:rPr>
              <a:t>: &lt;alice@crepes.fr&gt; </a:t>
            </a:r>
            <a:r>
              <a:rPr lang="en-US" altLang="zh-TW" sz="2000" dirty="0">
                <a:solidFill>
                  <a:srgbClr val="FFC000"/>
                </a:solidFill>
                <a:latin typeface="Arial" panose="020B0604020202020204" pitchFamily="34" charset="0"/>
              </a:rPr>
              <a:t>(beginning of message) </a:t>
            </a:r>
            <a:endParaRPr lang="en-US" altLang="en-US" sz="2000" b="1" dirty="0">
              <a:latin typeface="Courier New" panose="02070309020205020404" pitchFamily="49" charset="0"/>
            </a:endParaRP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 b="1" dirty="0">
                <a:latin typeface="Courier New" panose="02070309020205020404" pitchFamily="49" charset="0"/>
              </a:rPr>
              <a:t>     S: 250 alice@crepes.fr... Sender ok 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 b="1" dirty="0">
                <a:latin typeface="Courier New" panose="02070309020205020404" pitchFamily="49" charset="0"/>
              </a:rPr>
              <a:t>     C: </a:t>
            </a:r>
            <a:r>
              <a:rPr lang="en-US" altLang="en-US" sz="2000" b="1" dirty="0">
                <a:solidFill>
                  <a:srgbClr val="00B0F0"/>
                </a:solidFill>
                <a:latin typeface="Courier New" panose="02070309020205020404" pitchFamily="49" charset="0"/>
              </a:rPr>
              <a:t>RCPT TO</a:t>
            </a:r>
            <a:r>
              <a:rPr lang="en-US" altLang="en-US" sz="2000" b="1" dirty="0">
                <a:latin typeface="Courier New" panose="02070309020205020404" pitchFamily="49" charset="0"/>
              </a:rPr>
              <a:t>: &lt;bob@hamburger.edu&gt; 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 b="1" dirty="0">
                <a:latin typeface="Courier New" panose="02070309020205020404" pitchFamily="49" charset="0"/>
              </a:rPr>
              <a:t>     S: 250 bob@hamburger.edu ... Recipient ok 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 b="1" dirty="0">
                <a:latin typeface="Courier New" panose="02070309020205020404" pitchFamily="49" charset="0"/>
              </a:rPr>
              <a:t>     C: </a:t>
            </a:r>
            <a:r>
              <a:rPr lang="en-US" altLang="en-US" sz="2000" b="1" dirty="0">
                <a:solidFill>
                  <a:srgbClr val="00B0F0"/>
                </a:solidFill>
                <a:latin typeface="Courier New" panose="02070309020205020404" pitchFamily="49" charset="0"/>
              </a:rPr>
              <a:t>DATA</a:t>
            </a:r>
            <a:r>
              <a:rPr lang="en-US" altLang="en-US" sz="2000" b="1" dirty="0">
                <a:latin typeface="Courier New" panose="02070309020205020404" pitchFamily="49" charset="0"/>
              </a:rPr>
              <a:t> 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 b="1" dirty="0">
                <a:latin typeface="Courier New" panose="02070309020205020404" pitchFamily="49" charset="0"/>
              </a:rPr>
              <a:t>     S: 354 Enter mail, end with "." on a line by itself 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 b="1" dirty="0">
                <a:latin typeface="Courier New" panose="02070309020205020404" pitchFamily="49" charset="0"/>
              </a:rPr>
              <a:t>     C: Do you like ketchup? 		</a:t>
            </a:r>
            <a:r>
              <a:rPr lang="en-US" altLang="zh-TW" sz="2000" dirty="0">
                <a:solidFill>
                  <a:srgbClr val="FFC000"/>
                </a:solidFill>
                <a:latin typeface="Arial" panose="020B0604020202020204" pitchFamily="34" charset="0"/>
              </a:rPr>
              <a:t>(two-line message) </a:t>
            </a:r>
            <a:endParaRPr lang="en-US" altLang="en-US" sz="2000" b="1" dirty="0">
              <a:latin typeface="Courier New" panose="02070309020205020404" pitchFamily="49" charset="0"/>
            </a:endParaRP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 b="1" dirty="0">
                <a:latin typeface="Courier New" panose="02070309020205020404" pitchFamily="49" charset="0"/>
              </a:rPr>
              <a:t>     C: How about pickles? 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 b="1" dirty="0">
                <a:latin typeface="Courier New" panose="02070309020205020404" pitchFamily="49" charset="0"/>
              </a:rPr>
              <a:t>     C: . 					</a:t>
            </a:r>
            <a:r>
              <a:rPr lang="en-US" altLang="zh-TW" sz="2000" dirty="0">
                <a:solidFill>
                  <a:srgbClr val="FFC000"/>
                </a:solidFill>
                <a:latin typeface="Arial" panose="020B0604020202020204" pitchFamily="34" charset="0"/>
              </a:rPr>
              <a:t> (end of message) </a:t>
            </a:r>
            <a:endParaRPr lang="en-US" altLang="en-US" sz="2000" b="1" dirty="0">
              <a:latin typeface="Courier New" panose="02070309020205020404" pitchFamily="49" charset="0"/>
            </a:endParaRP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 b="1" dirty="0">
                <a:latin typeface="Courier New" panose="02070309020205020404" pitchFamily="49" charset="0"/>
              </a:rPr>
              <a:t>     S: 250 Message accepted for delivery 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 b="1" dirty="0">
                <a:latin typeface="Courier New" panose="02070309020205020404" pitchFamily="49" charset="0"/>
              </a:rPr>
              <a:t>     C: </a:t>
            </a:r>
            <a:r>
              <a:rPr lang="en-US" altLang="en-US" sz="2000" b="1" dirty="0">
                <a:solidFill>
                  <a:srgbClr val="00B0F0"/>
                </a:solidFill>
                <a:latin typeface="Courier New" panose="02070309020205020404" pitchFamily="49" charset="0"/>
              </a:rPr>
              <a:t>QUIT</a:t>
            </a:r>
            <a:r>
              <a:rPr lang="en-US" altLang="en-US" sz="2000" b="1" dirty="0">
                <a:latin typeface="Courier New" panose="02070309020205020404" pitchFamily="49" charset="0"/>
              </a:rPr>
              <a:t> 		</a:t>
            </a:r>
            <a:r>
              <a:rPr lang="en-US" altLang="zh-TW" sz="2000" dirty="0">
                <a:solidFill>
                  <a:srgbClr val="FFC000"/>
                </a:solidFill>
                <a:latin typeface="Arial" panose="020B0604020202020204" pitchFamily="34" charset="0"/>
              </a:rPr>
              <a:t> (all messages have been sent) </a:t>
            </a:r>
            <a:endParaRPr lang="en-US" altLang="en-US" sz="2000" b="1" dirty="0">
              <a:latin typeface="Courier New" panose="02070309020205020404" pitchFamily="49" charset="0"/>
            </a:endParaRP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 b="1" dirty="0">
                <a:latin typeface="Courier New" panose="02070309020205020404" pitchFamily="49" charset="0"/>
              </a:rPr>
              <a:t>     S: 221 hamburger.edu closing connection</a:t>
            </a:r>
            <a:endParaRPr lang="en-US" altLang="en-US" sz="2000" dirty="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7">
            <a:extLst>
              <a:ext uri="{FF2B5EF4-FFF2-40B4-BE49-F238E27FC236}">
                <a16:creationId xmlns:a16="http://schemas.microsoft.com/office/drawing/2014/main" id="{65F4B5C9-0D98-4A09-BD79-07DE6FF7980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181251" name="Rectangle 8">
            <a:extLst>
              <a:ext uri="{FF2B5EF4-FFF2-40B4-BE49-F238E27FC236}">
                <a16:creationId xmlns:a16="http://schemas.microsoft.com/office/drawing/2014/main" id="{03725AD6-7FF5-4813-A062-D5237412B3C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2-</a:t>
            </a:r>
            <a:fld id="{4D2C58D3-3915-4299-83EA-63EAEC1FD8FE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43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grpSp>
        <p:nvGrpSpPr>
          <p:cNvPr id="181252" name="Group 163">
            <a:extLst>
              <a:ext uri="{FF2B5EF4-FFF2-40B4-BE49-F238E27FC236}">
                <a16:creationId xmlns:a16="http://schemas.microsoft.com/office/drawing/2014/main" id="{4ADBA9F1-3E6B-4DF5-88F5-D400F6879821}"/>
              </a:ext>
            </a:extLst>
          </p:cNvPr>
          <p:cNvGrpSpPr>
            <a:grpSpLocks/>
          </p:cNvGrpSpPr>
          <p:nvPr/>
        </p:nvGrpSpPr>
        <p:grpSpPr bwMode="auto">
          <a:xfrm>
            <a:off x="1143000" y="4881563"/>
            <a:ext cx="912813" cy="1054100"/>
            <a:chOff x="3574" y="550"/>
            <a:chExt cx="575" cy="664"/>
          </a:xfrm>
        </p:grpSpPr>
        <p:grpSp>
          <p:nvGrpSpPr>
            <p:cNvPr id="181374" name="Group 164">
              <a:extLst>
                <a:ext uri="{FF2B5EF4-FFF2-40B4-BE49-F238E27FC236}">
                  <a16:creationId xmlns:a16="http://schemas.microsoft.com/office/drawing/2014/main" id="{5BA60382-143A-4018-9F86-FC1D4040F70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88" y="692"/>
              <a:ext cx="561" cy="522"/>
              <a:chOff x="-44" y="1473"/>
              <a:chExt cx="981" cy="1105"/>
            </a:xfrm>
          </p:grpSpPr>
          <p:pic>
            <p:nvPicPr>
              <p:cNvPr id="181377" name="Picture 165" descr="desktop_computer_stylized_medium">
                <a:extLst>
                  <a:ext uri="{FF2B5EF4-FFF2-40B4-BE49-F238E27FC236}">
                    <a16:creationId xmlns:a16="http://schemas.microsoft.com/office/drawing/2014/main" id="{705404E4-0831-4734-9F53-5A7667DE347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-44" y="1473"/>
                <a:ext cx="981" cy="11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81378" name="Freeform 166">
                <a:extLst>
                  <a:ext uri="{FF2B5EF4-FFF2-40B4-BE49-F238E27FC236}">
                    <a16:creationId xmlns:a16="http://schemas.microsoft.com/office/drawing/2014/main" id="{B795959F-9A78-46FF-A04B-F2562FE313E1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374" y="1579"/>
                <a:ext cx="477" cy="506"/>
              </a:xfrm>
              <a:custGeom>
                <a:avLst/>
                <a:gdLst>
                  <a:gd name="T0" fmla="*/ 0 w 356"/>
                  <a:gd name="T1" fmla="*/ 0 h 368"/>
                  <a:gd name="T2" fmla="*/ 15089652 w 356"/>
                  <a:gd name="T3" fmla="*/ 1851256 h 368"/>
                  <a:gd name="T4" fmla="*/ 17900690 w 356"/>
                  <a:gd name="T5" fmla="*/ 38567519 h 368"/>
                  <a:gd name="T6" fmla="*/ 3945041 w 356"/>
                  <a:gd name="T7" fmla="*/ 48232874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sp>
          <p:nvSpPr>
            <p:cNvPr id="181375" name="Rectangle 115">
              <a:extLst>
                <a:ext uri="{FF2B5EF4-FFF2-40B4-BE49-F238E27FC236}">
                  <a16:creationId xmlns:a16="http://schemas.microsoft.com/office/drawing/2014/main" id="{4405A0FB-CC36-4306-BB8B-D838D8E311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11" y="576"/>
              <a:ext cx="381" cy="330"/>
            </a:xfrm>
            <a:prstGeom prst="rect">
              <a:avLst/>
            </a:prstGeom>
            <a:solidFill>
              <a:schemeClr val="hlink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81376" name="Text Box 116">
              <a:extLst>
                <a:ext uri="{FF2B5EF4-FFF2-40B4-BE49-F238E27FC236}">
                  <a16:creationId xmlns:a16="http://schemas.microsoft.com/office/drawing/2014/main" id="{5A5599E8-6AC8-4409-9FA1-083848CD6A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74" y="550"/>
              <a:ext cx="436" cy="3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user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agent</a:t>
              </a:r>
              <a:endParaRPr lang="en-US" altLang="zh-TW" sz="2400">
                <a:latin typeface="Arial" panose="020B0604020202020204" pitchFamily="34" charset="0"/>
              </a:endParaRPr>
            </a:p>
          </p:txBody>
        </p:sp>
      </p:grpSp>
      <p:grpSp>
        <p:nvGrpSpPr>
          <p:cNvPr id="181253" name="Group 130">
            <a:extLst>
              <a:ext uri="{FF2B5EF4-FFF2-40B4-BE49-F238E27FC236}">
                <a16:creationId xmlns:a16="http://schemas.microsoft.com/office/drawing/2014/main" id="{7B9D9AC5-7356-4770-A0A4-1DB48B0AE997}"/>
              </a:ext>
            </a:extLst>
          </p:cNvPr>
          <p:cNvGrpSpPr>
            <a:grpSpLocks/>
          </p:cNvGrpSpPr>
          <p:nvPr/>
        </p:nvGrpSpPr>
        <p:grpSpPr bwMode="auto">
          <a:xfrm>
            <a:off x="4852988" y="4613275"/>
            <a:ext cx="511175" cy="693738"/>
            <a:chOff x="4140" y="429"/>
            <a:chExt cx="1425" cy="2396"/>
          </a:xfrm>
        </p:grpSpPr>
        <p:sp>
          <p:nvSpPr>
            <p:cNvPr id="181342" name="Freeform 131">
              <a:extLst>
                <a:ext uri="{FF2B5EF4-FFF2-40B4-BE49-F238E27FC236}">
                  <a16:creationId xmlns:a16="http://schemas.microsoft.com/office/drawing/2014/main" id="{DEBE6202-94F5-4E83-8224-B48D4E30423E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2 w 354"/>
                <a:gd name="T3" fmla="*/ 3 h 2742"/>
                <a:gd name="T4" fmla="*/ 2 w 354"/>
                <a:gd name="T5" fmla="*/ 3 h 2742"/>
                <a:gd name="T6" fmla="*/ 0 w 354"/>
                <a:gd name="T7" fmla="*/ 3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81343" name="Rectangle 132">
              <a:extLst>
                <a:ext uri="{FF2B5EF4-FFF2-40B4-BE49-F238E27FC236}">
                  <a16:creationId xmlns:a16="http://schemas.microsoft.com/office/drawing/2014/main" id="{BCF769BA-A609-494E-96B6-F37A58230E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6" y="429"/>
              <a:ext cx="1044" cy="2286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81344" name="Freeform 133">
              <a:extLst>
                <a:ext uri="{FF2B5EF4-FFF2-40B4-BE49-F238E27FC236}">
                  <a16:creationId xmlns:a16="http://schemas.microsoft.com/office/drawing/2014/main" id="{818A75F6-7020-4D12-82A8-5F4A106AD4E7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2 w 211"/>
                <a:gd name="T3" fmla="*/ 3 h 2537"/>
                <a:gd name="T4" fmla="*/ 2 w 211"/>
                <a:gd name="T5" fmla="*/ 3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81345" name="Freeform 134">
              <a:extLst>
                <a:ext uri="{FF2B5EF4-FFF2-40B4-BE49-F238E27FC236}">
                  <a16:creationId xmlns:a16="http://schemas.microsoft.com/office/drawing/2014/main" id="{1FC4D65F-CD9A-4B04-A04E-5226E47644C8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3 h 226"/>
                <a:gd name="T4" fmla="*/ 2 w 328"/>
                <a:gd name="T5" fmla="*/ 3 h 226"/>
                <a:gd name="T6" fmla="*/ 0 w 328"/>
                <a:gd name="T7" fmla="*/ 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81346" name="Rectangle 135">
              <a:extLst>
                <a:ext uri="{FF2B5EF4-FFF2-40B4-BE49-F238E27FC236}">
                  <a16:creationId xmlns:a16="http://schemas.microsoft.com/office/drawing/2014/main" id="{19A4D285-72BD-4D03-8F00-610AED2795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1" y="692"/>
              <a:ext cx="597" cy="49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181347" name="Group 136">
              <a:extLst>
                <a:ext uri="{FF2B5EF4-FFF2-40B4-BE49-F238E27FC236}">
                  <a16:creationId xmlns:a16="http://schemas.microsoft.com/office/drawing/2014/main" id="{C4087579-1114-49C5-BB5A-CC6E4B707B5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81372" name="AutoShape 137">
                <a:extLst>
                  <a:ext uri="{FF2B5EF4-FFF2-40B4-BE49-F238E27FC236}">
                    <a16:creationId xmlns:a16="http://schemas.microsoft.com/office/drawing/2014/main" id="{2EADFDCB-DF3A-4670-8099-F421FAFDF8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70"/>
                <a:ext cx="723" cy="137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81373" name="AutoShape 138">
                <a:extLst>
                  <a:ext uri="{FF2B5EF4-FFF2-40B4-BE49-F238E27FC236}">
                    <a16:creationId xmlns:a16="http://schemas.microsoft.com/office/drawing/2014/main" id="{469CE679-FCB9-463C-B6FA-FF098690B1A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3" y="2586"/>
                <a:ext cx="690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81348" name="Rectangle 139">
              <a:extLst>
                <a:ext uri="{FF2B5EF4-FFF2-40B4-BE49-F238E27FC236}">
                  <a16:creationId xmlns:a16="http://schemas.microsoft.com/office/drawing/2014/main" id="{4A8AFCB0-9E00-440F-831C-1730A2AB5D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4" y="1021"/>
              <a:ext cx="597" cy="44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181349" name="Group 140">
              <a:extLst>
                <a:ext uri="{FF2B5EF4-FFF2-40B4-BE49-F238E27FC236}">
                  <a16:creationId xmlns:a16="http://schemas.microsoft.com/office/drawing/2014/main" id="{EF9CB66D-081C-49DB-A261-1B3F088C9BE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81370" name="AutoShape 141">
                <a:extLst>
                  <a:ext uri="{FF2B5EF4-FFF2-40B4-BE49-F238E27FC236}">
                    <a16:creationId xmlns:a16="http://schemas.microsoft.com/office/drawing/2014/main" id="{19E0D8E6-D0A7-4646-8EB2-3165E02763A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8"/>
                <a:ext cx="718" cy="131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81371" name="AutoShape 142">
                <a:extLst>
                  <a:ext uri="{FF2B5EF4-FFF2-40B4-BE49-F238E27FC236}">
                    <a16:creationId xmlns:a16="http://schemas.microsoft.com/office/drawing/2014/main" id="{C8630A7E-4185-4755-BB2E-58FB208C47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5"/>
                <a:ext cx="690" cy="102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81350" name="Rectangle 143">
              <a:extLst>
                <a:ext uri="{FF2B5EF4-FFF2-40B4-BE49-F238E27FC236}">
                  <a16:creationId xmlns:a16="http://schemas.microsoft.com/office/drawing/2014/main" id="{B09D3CD2-270D-423D-9317-31FF0CE323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5" y="1356"/>
              <a:ext cx="597" cy="49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81351" name="Rectangle 144">
              <a:extLst>
                <a:ext uri="{FF2B5EF4-FFF2-40B4-BE49-F238E27FC236}">
                  <a16:creationId xmlns:a16="http://schemas.microsoft.com/office/drawing/2014/main" id="{C2639122-BD3F-41F9-ADFB-6EA347E98F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9" y="1657"/>
              <a:ext cx="597" cy="44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181352" name="Group 145">
              <a:extLst>
                <a:ext uri="{FF2B5EF4-FFF2-40B4-BE49-F238E27FC236}">
                  <a16:creationId xmlns:a16="http://schemas.microsoft.com/office/drawing/2014/main" id="{F849E06F-F181-4806-AFAE-4F83EFD8A2C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81368" name="AutoShape 146">
                <a:extLst>
                  <a:ext uri="{FF2B5EF4-FFF2-40B4-BE49-F238E27FC236}">
                    <a16:creationId xmlns:a16="http://schemas.microsoft.com/office/drawing/2014/main" id="{31BD30D9-8982-4232-8BE9-9E10D3F0CBC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81"/>
                <a:ext cx="728" cy="126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81369" name="AutoShape 147">
                <a:extLst>
                  <a:ext uri="{FF2B5EF4-FFF2-40B4-BE49-F238E27FC236}">
                    <a16:creationId xmlns:a16="http://schemas.microsoft.com/office/drawing/2014/main" id="{EFF6FE5A-EF86-4DB7-9D14-D45F1DBE17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6"/>
                <a:ext cx="695" cy="106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81353" name="Freeform 148">
              <a:extLst>
                <a:ext uri="{FF2B5EF4-FFF2-40B4-BE49-F238E27FC236}">
                  <a16:creationId xmlns:a16="http://schemas.microsoft.com/office/drawing/2014/main" id="{DB92CCBC-E266-4CED-B23E-BC25843FA264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2 h 226"/>
                <a:gd name="T4" fmla="*/ 2 w 328"/>
                <a:gd name="T5" fmla="*/ 2 h 226"/>
                <a:gd name="T6" fmla="*/ 0 w 328"/>
                <a:gd name="T7" fmla="*/ 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181354" name="Group 149">
              <a:extLst>
                <a:ext uri="{FF2B5EF4-FFF2-40B4-BE49-F238E27FC236}">
                  <a16:creationId xmlns:a16="http://schemas.microsoft.com/office/drawing/2014/main" id="{8D72C2A7-8C7B-4D98-A994-DBA77E1BE1B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81366" name="AutoShape 150">
                <a:extLst>
                  <a:ext uri="{FF2B5EF4-FFF2-40B4-BE49-F238E27FC236}">
                    <a16:creationId xmlns:a16="http://schemas.microsoft.com/office/drawing/2014/main" id="{F94ABE01-8A88-41A3-A396-9353DB318E8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69"/>
                <a:ext cx="728" cy="137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81367" name="AutoShape 151">
                <a:extLst>
                  <a:ext uri="{FF2B5EF4-FFF2-40B4-BE49-F238E27FC236}">
                    <a16:creationId xmlns:a16="http://schemas.microsoft.com/office/drawing/2014/main" id="{A68EFB2B-2172-4580-A5BB-B0D591F2D4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6"/>
                <a:ext cx="695" cy="10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81355" name="Rectangle 152">
              <a:extLst>
                <a:ext uri="{FF2B5EF4-FFF2-40B4-BE49-F238E27FC236}">
                  <a16:creationId xmlns:a16="http://schemas.microsoft.com/office/drawing/2014/main" id="{6B5BD66C-C8C6-4E18-9AE5-6120EA62AE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1" y="429"/>
              <a:ext cx="66" cy="2286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81356" name="Freeform 153">
              <a:extLst>
                <a:ext uri="{FF2B5EF4-FFF2-40B4-BE49-F238E27FC236}">
                  <a16:creationId xmlns:a16="http://schemas.microsoft.com/office/drawing/2014/main" id="{E153A718-144A-4337-BB8C-BD755D8540C6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 w 296"/>
                <a:gd name="T3" fmla="*/ 2 h 256"/>
                <a:gd name="T4" fmla="*/ 2 w 296"/>
                <a:gd name="T5" fmla="*/ 2 h 256"/>
                <a:gd name="T6" fmla="*/ 0 w 296"/>
                <a:gd name="T7" fmla="*/ 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81357" name="Freeform 154">
              <a:extLst>
                <a:ext uri="{FF2B5EF4-FFF2-40B4-BE49-F238E27FC236}">
                  <a16:creationId xmlns:a16="http://schemas.microsoft.com/office/drawing/2014/main" id="{B2E2628C-C325-4DA7-896D-DA0259566E63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 w 304"/>
                <a:gd name="T3" fmla="*/ 2 h 288"/>
                <a:gd name="T4" fmla="*/ 2 w 304"/>
                <a:gd name="T5" fmla="*/ 2 h 288"/>
                <a:gd name="T6" fmla="*/ 2 w 304"/>
                <a:gd name="T7" fmla="*/ 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81358" name="Oval 155">
              <a:extLst>
                <a:ext uri="{FF2B5EF4-FFF2-40B4-BE49-F238E27FC236}">
                  <a16:creationId xmlns:a16="http://schemas.microsoft.com/office/drawing/2014/main" id="{8F5E76C3-C75F-4B26-8322-66F38586BA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6" y="2611"/>
              <a:ext cx="49" cy="93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81359" name="Freeform 156">
              <a:extLst>
                <a:ext uri="{FF2B5EF4-FFF2-40B4-BE49-F238E27FC236}">
                  <a16:creationId xmlns:a16="http://schemas.microsoft.com/office/drawing/2014/main" id="{B5DDCF3E-6F25-45DB-BD62-E921559B2E87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 h 240"/>
                <a:gd name="T2" fmla="*/ 2 w 306"/>
                <a:gd name="T3" fmla="*/ 3 h 240"/>
                <a:gd name="T4" fmla="*/ 2 w 306"/>
                <a:gd name="T5" fmla="*/ 3 h 240"/>
                <a:gd name="T6" fmla="*/ 2 w 306"/>
                <a:gd name="T7" fmla="*/ 0 h 240"/>
                <a:gd name="T8" fmla="*/ 0 w 306"/>
                <a:gd name="T9" fmla="*/ 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81360" name="AutoShape 157">
              <a:extLst>
                <a:ext uri="{FF2B5EF4-FFF2-40B4-BE49-F238E27FC236}">
                  <a16:creationId xmlns:a16="http://schemas.microsoft.com/office/drawing/2014/main" id="{5C5F29A8-2B0D-4B86-B8C4-56404DD835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7"/>
              <a:ext cx="1199" cy="148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81361" name="AutoShape 158">
              <a:extLst>
                <a:ext uri="{FF2B5EF4-FFF2-40B4-BE49-F238E27FC236}">
                  <a16:creationId xmlns:a16="http://schemas.microsoft.com/office/drawing/2014/main" id="{CB55DA54-D831-4081-9077-DB99F89E51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6" y="2710"/>
              <a:ext cx="1071" cy="82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81362" name="Oval 159">
              <a:extLst>
                <a:ext uri="{FF2B5EF4-FFF2-40B4-BE49-F238E27FC236}">
                  <a16:creationId xmlns:a16="http://schemas.microsoft.com/office/drawing/2014/main" id="{8FEA8A96-F50E-48AA-8AFA-DDED4F080D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8" y="2381"/>
              <a:ext cx="159" cy="143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81363" name="Oval 160">
              <a:extLst>
                <a:ext uri="{FF2B5EF4-FFF2-40B4-BE49-F238E27FC236}">
                  <a16:creationId xmlns:a16="http://schemas.microsoft.com/office/drawing/2014/main" id="{82D4865C-2FB5-44D4-A680-FC3EBCC29A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5" y="2386"/>
              <a:ext cx="159" cy="143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1364" name="Oval 161">
              <a:extLst>
                <a:ext uri="{FF2B5EF4-FFF2-40B4-BE49-F238E27FC236}">
                  <a16:creationId xmlns:a16="http://schemas.microsoft.com/office/drawing/2014/main" id="{6704F217-B083-4150-AB30-913427B074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2" y="2381"/>
              <a:ext cx="159" cy="143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81365" name="Rectangle 162">
              <a:extLst>
                <a:ext uri="{FF2B5EF4-FFF2-40B4-BE49-F238E27FC236}">
                  <a16:creationId xmlns:a16="http://schemas.microsoft.com/office/drawing/2014/main" id="{0A08433C-7FAF-45F4-91B0-4EE5BB6053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0" y="1833"/>
              <a:ext cx="89" cy="762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</p:grpSp>
      <p:grpSp>
        <p:nvGrpSpPr>
          <p:cNvPr id="181254" name="Group 97">
            <a:extLst>
              <a:ext uri="{FF2B5EF4-FFF2-40B4-BE49-F238E27FC236}">
                <a16:creationId xmlns:a16="http://schemas.microsoft.com/office/drawing/2014/main" id="{558DB216-41DA-437F-A965-DA35C78E3D9E}"/>
              </a:ext>
            </a:extLst>
          </p:cNvPr>
          <p:cNvGrpSpPr>
            <a:grpSpLocks/>
          </p:cNvGrpSpPr>
          <p:nvPr/>
        </p:nvGrpSpPr>
        <p:grpSpPr bwMode="auto">
          <a:xfrm>
            <a:off x="2674938" y="4668838"/>
            <a:ext cx="511175" cy="693737"/>
            <a:chOff x="4140" y="429"/>
            <a:chExt cx="1425" cy="2396"/>
          </a:xfrm>
        </p:grpSpPr>
        <p:sp>
          <p:nvSpPr>
            <p:cNvPr id="181310" name="Freeform 98">
              <a:extLst>
                <a:ext uri="{FF2B5EF4-FFF2-40B4-BE49-F238E27FC236}">
                  <a16:creationId xmlns:a16="http://schemas.microsoft.com/office/drawing/2014/main" id="{C2505FD7-E34E-4EB2-B344-1614E987F4F7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2 w 354"/>
                <a:gd name="T3" fmla="*/ 3 h 2742"/>
                <a:gd name="T4" fmla="*/ 2 w 354"/>
                <a:gd name="T5" fmla="*/ 3 h 2742"/>
                <a:gd name="T6" fmla="*/ 0 w 354"/>
                <a:gd name="T7" fmla="*/ 3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81311" name="Rectangle 99">
              <a:extLst>
                <a:ext uri="{FF2B5EF4-FFF2-40B4-BE49-F238E27FC236}">
                  <a16:creationId xmlns:a16="http://schemas.microsoft.com/office/drawing/2014/main" id="{2A315B8D-E875-4544-AC62-B51522D42D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6" y="429"/>
              <a:ext cx="1044" cy="2286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81312" name="Freeform 100">
              <a:extLst>
                <a:ext uri="{FF2B5EF4-FFF2-40B4-BE49-F238E27FC236}">
                  <a16:creationId xmlns:a16="http://schemas.microsoft.com/office/drawing/2014/main" id="{16EED312-189C-4929-95D8-1CE72404E925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2 w 211"/>
                <a:gd name="T3" fmla="*/ 3 h 2537"/>
                <a:gd name="T4" fmla="*/ 2 w 211"/>
                <a:gd name="T5" fmla="*/ 3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81313" name="Freeform 101">
              <a:extLst>
                <a:ext uri="{FF2B5EF4-FFF2-40B4-BE49-F238E27FC236}">
                  <a16:creationId xmlns:a16="http://schemas.microsoft.com/office/drawing/2014/main" id="{F7A05FE9-E778-4F1C-870B-52BDF204408A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3 h 226"/>
                <a:gd name="T4" fmla="*/ 2 w 328"/>
                <a:gd name="T5" fmla="*/ 3 h 226"/>
                <a:gd name="T6" fmla="*/ 0 w 328"/>
                <a:gd name="T7" fmla="*/ 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81314" name="Rectangle 102">
              <a:extLst>
                <a:ext uri="{FF2B5EF4-FFF2-40B4-BE49-F238E27FC236}">
                  <a16:creationId xmlns:a16="http://schemas.microsoft.com/office/drawing/2014/main" id="{FDD7A4BF-48E0-44D1-BC58-3A8475FEDF8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1" y="692"/>
              <a:ext cx="597" cy="49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181315" name="Group 103">
              <a:extLst>
                <a:ext uri="{FF2B5EF4-FFF2-40B4-BE49-F238E27FC236}">
                  <a16:creationId xmlns:a16="http://schemas.microsoft.com/office/drawing/2014/main" id="{AC07648C-DBF8-4781-85FE-8F10F577C63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81340" name="AutoShape 104">
                <a:extLst>
                  <a:ext uri="{FF2B5EF4-FFF2-40B4-BE49-F238E27FC236}">
                    <a16:creationId xmlns:a16="http://schemas.microsoft.com/office/drawing/2014/main" id="{33D5F62F-5D11-416F-9679-6C8CBADD0A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70"/>
                <a:ext cx="723" cy="137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81341" name="AutoShape 105">
                <a:extLst>
                  <a:ext uri="{FF2B5EF4-FFF2-40B4-BE49-F238E27FC236}">
                    <a16:creationId xmlns:a16="http://schemas.microsoft.com/office/drawing/2014/main" id="{E37D37DB-A7E3-4C52-B5BA-E8EFEEAAF5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3" y="2586"/>
                <a:ext cx="690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81316" name="Rectangle 106">
              <a:extLst>
                <a:ext uri="{FF2B5EF4-FFF2-40B4-BE49-F238E27FC236}">
                  <a16:creationId xmlns:a16="http://schemas.microsoft.com/office/drawing/2014/main" id="{9A14F685-E99E-4AB5-8A5F-5DA78CBA392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4" y="1021"/>
              <a:ext cx="597" cy="44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181317" name="Group 107">
              <a:extLst>
                <a:ext uri="{FF2B5EF4-FFF2-40B4-BE49-F238E27FC236}">
                  <a16:creationId xmlns:a16="http://schemas.microsoft.com/office/drawing/2014/main" id="{BD964B84-D2D9-4656-9E27-072CEE7E2B0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81338" name="AutoShape 108">
                <a:extLst>
                  <a:ext uri="{FF2B5EF4-FFF2-40B4-BE49-F238E27FC236}">
                    <a16:creationId xmlns:a16="http://schemas.microsoft.com/office/drawing/2014/main" id="{46A5F643-E8C8-4E6F-AA7E-26C202226A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8"/>
                <a:ext cx="718" cy="131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81339" name="AutoShape 109">
                <a:extLst>
                  <a:ext uri="{FF2B5EF4-FFF2-40B4-BE49-F238E27FC236}">
                    <a16:creationId xmlns:a16="http://schemas.microsoft.com/office/drawing/2014/main" id="{D9DBD7B0-2375-49A3-95D9-8ACFCB92A5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5"/>
                <a:ext cx="690" cy="102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81318" name="Rectangle 110">
              <a:extLst>
                <a:ext uri="{FF2B5EF4-FFF2-40B4-BE49-F238E27FC236}">
                  <a16:creationId xmlns:a16="http://schemas.microsoft.com/office/drawing/2014/main" id="{DB66A84D-C5AA-4728-82A7-DE39028587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5" y="1356"/>
              <a:ext cx="597" cy="49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81319" name="Rectangle 111">
              <a:extLst>
                <a:ext uri="{FF2B5EF4-FFF2-40B4-BE49-F238E27FC236}">
                  <a16:creationId xmlns:a16="http://schemas.microsoft.com/office/drawing/2014/main" id="{C272825F-E5BD-49E6-B2AC-00D8355A0A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9" y="1657"/>
              <a:ext cx="597" cy="44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181320" name="Group 112">
              <a:extLst>
                <a:ext uri="{FF2B5EF4-FFF2-40B4-BE49-F238E27FC236}">
                  <a16:creationId xmlns:a16="http://schemas.microsoft.com/office/drawing/2014/main" id="{5D89E789-5D55-4AB4-AA72-AC18148B785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81336" name="AutoShape 113">
                <a:extLst>
                  <a:ext uri="{FF2B5EF4-FFF2-40B4-BE49-F238E27FC236}">
                    <a16:creationId xmlns:a16="http://schemas.microsoft.com/office/drawing/2014/main" id="{0053377B-F149-4FEC-95DB-32D9DAD9DD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81"/>
                <a:ext cx="728" cy="126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81337" name="AutoShape 114">
                <a:extLst>
                  <a:ext uri="{FF2B5EF4-FFF2-40B4-BE49-F238E27FC236}">
                    <a16:creationId xmlns:a16="http://schemas.microsoft.com/office/drawing/2014/main" id="{E73A675C-870E-44CA-BF9F-09C63CDA2C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6"/>
                <a:ext cx="695" cy="106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81321" name="Freeform 115">
              <a:extLst>
                <a:ext uri="{FF2B5EF4-FFF2-40B4-BE49-F238E27FC236}">
                  <a16:creationId xmlns:a16="http://schemas.microsoft.com/office/drawing/2014/main" id="{AC05B164-428B-4F6C-B957-9997AC5C3543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2 h 226"/>
                <a:gd name="T4" fmla="*/ 2 w 328"/>
                <a:gd name="T5" fmla="*/ 2 h 226"/>
                <a:gd name="T6" fmla="*/ 0 w 328"/>
                <a:gd name="T7" fmla="*/ 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181322" name="Group 116">
              <a:extLst>
                <a:ext uri="{FF2B5EF4-FFF2-40B4-BE49-F238E27FC236}">
                  <a16:creationId xmlns:a16="http://schemas.microsoft.com/office/drawing/2014/main" id="{EB536637-A151-49C8-A902-52EDE13C5D0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81334" name="AutoShape 117">
                <a:extLst>
                  <a:ext uri="{FF2B5EF4-FFF2-40B4-BE49-F238E27FC236}">
                    <a16:creationId xmlns:a16="http://schemas.microsoft.com/office/drawing/2014/main" id="{ED0323DC-97A3-4408-8F0E-EB38BD170C1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69"/>
                <a:ext cx="728" cy="137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81335" name="AutoShape 118">
                <a:extLst>
                  <a:ext uri="{FF2B5EF4-FFF2-40B4-BE49-F238E27FC236}">
                    <a16:creationId xmlns:a16="http://schemas.microsoft.com/office/drawing/2014/main" id="{C75C5096-4EB2-405C-8A0C-EA58141568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6"/>
                <a:ext cx="695" cy="10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81323" name="Rectangle 119">
              <a:extLst>
                <a:ext uri="{FF2B5EF4-FFF2-40B4-BE49-F238E27FC236}">
                  <a16:creationId xmlns:a16="http://schemas.microsoft.com/office/drawing/2014/main" id="{2E72B6BD-B280-4A1B-8CBB-B8CDED5A4BC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1" y="429"/>
              <a:ext cx="66" cy="2286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81324" name="Freeform 120">
              <a:extLst>
                <a:ext uri="{FF2B5EF4-FFF2-40B4-BE49-F238E27FC236}">
                  <a16:creationId xmlns:a16="http://schemas.microsoft.com/office/drawing/2014/main" id="{BE33E3C2-4177-4BF9-94A0-953D94C6C0BC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 w 296"/>
                <a:gd name="T3" fmla="*/ 2 h 256"/>
                <a:gd name="T4" fmla="*/ 2 w 296"/>
                <a:gd name="T5" fmla="*/ 2 h 256"/>
                <a:gd name="T6" fmla="*/ 0 w 296"/>
                <a:gd name="T7" fmla="*/ 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81325" name="Freeform 121">
              <a:extLst>
                <a:ext uri="{FF2B5EF4-FFF2-40B4-BE49-F238E27FC236}">
                  <a16:creationId xmlns:a16="http://schemas.microsoft.com/office/drawing/2014/main" id="{2C667B63-43E9-4BD0-95A4-E4C1475BD652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 w 304"/>
                <a:gd name="T3" fmla="*/ 2 h 288"/>
                <a:gd name="T4" fmla="*/ 2 w 304"/>
                <a:gd name="T5" fmla="*/ 2 h 288"/>
                <a:gd name="T6" fmla="*/ 2 w 304"/>
                <a:gd name="T7" fmla="*/ 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81326" name="Oval 122">
              <a:extLst>
                <a:ext uri="{FF2B5EF4-FFF2-40B4-BE49-F238E27FC236}">
                  <a16:creationId xmlns:a16="http://schemas.microsoft.com/office/drawing/2014/main" id="{E531514F-E309-4A3C-97C5-5AA7693773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6" y="2611"/>
              <a:ext cx="49" cy="93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81327" name="Freeform 123">
              <a:extLst>
                <a:ext uri="{FF2B5EF4-FFF2-40B4-BE49-F238E27FC236}">
                  <a16:creationId xmlns:a16="http://schemas.microsoft.com/office/drawing/2014/main" id="{1B04F40B-284C-44D5-8935-1E98C95ABC0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 h 240"/>
                <a:gd name="T2" fmla="*/ 2 w 306"/>
                <a:gd name="T3" fmla="*/ 3 h 240"/>
                <a:gd name="T4" fmla="*/ 2 w 306"/>
                <a:gd name="T5" fmla="*/ 3 h 240"/>
                <a:gd name="T6" fmla="*/ 2 w 306"/>
                <a:gd name="T7" fmla="*/ 0 h 240"/>
                <a:gd name="T8" fmla="*/ 0 w 306"/>
                <a:gd name="T9" fmla="*/ 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81328" name="AutoShape 124">
              <a:extLst>
                <a:ext uri="{FF2B5EF4-FFF2-40B4-BE49-F238E27FC236}">
                  <a16:creationId xmlns:a16="http://schemas.microsoft.com/office/drawing/2014/main" id="{B8F42E80-0381-4C82-9DF6-9C849D4898B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7"/>
              <a:ext cx="1199" cy="148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81329" name="AutoShape 125">
              <a:extLst>
                <a:ext uri="{FF2B5EF4-FFF2-40B4-BE49-F238E27FC236}">
                  <a16:creationId xmlns:a16="http://schemas.microsoft.com/office/drawing/2014/main" id="{AAC502D0-81FC-4B53-AEB6-0467E0A94A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6" y="2710"/>
              <a:ext cx="1071" cy="82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81330" name="Oval 126">
              <a:extLst>
                <a:ext uri="{FF2B5EF4-FFF2-40B4-BE49-F238E27FC236}">
                  <a16:creationId xmlns:a16="http://schemas.microsoft.com/office/drawing/2014/main" id="{E09E8246-03C6-4C5B-89D7-20E79B2F3D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8" y="2381"/>
              <a:ext cx="159" cy="143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81331" name="Oval 127">
              <a:extLst>
                <a:ext uri="{FF2B5EF4-FFF2-40B4-BE49-F238E27FC236}">
                  <a16:creationId xmlns:a16="http://schemas.microsoft.com/office/drawing/2014/main" id="{912014AE-C3EF-4353-82A6-DEBECA0989E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5" y="2386"/>
              <a:ext cx="159" cy="143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1332" name="Oval 128">
              <a:extLst>
                <a:ext uri="{FF2B5EF4-FFF2-40B4-BE49-F238E27FC236}">
                  <a16:creationId xmlns:a16="http://schemas.microsoft.com/office/drawing/2014/main" id="{9F5D5C6E-1F77-46C1-9478-326BEB82D5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2" y="2381"/>
              <a:ext cx="159" cy="143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81333" name="Rectangle 129">
              <a:extLst>
                <a:ext uri="{FF2B5EF4-FFF2-40B4-BE49-F238E27FC236}">
                  <a16:creationId xmlns:a16="http://schemas.microsoft.com/office/drawing/2014/main" id="{930B2574-ADE7-426C-9DC2-18571DBAC6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0" y="1833"/>
              <a:ext cx="89" cy="762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</p:grpSp>
      <p:pic>
        <p:nvPicPr>
          <p:cNvPr id="181255" name="Picture 83" descr="underline_base">
            <a:extLst>
              <a:ext uri="{FF2B5EF4-FFF2-40B4-BE49-F238E27FC236}">
                <a16:creationId xmlns:a16="http://schemas.microsoft.com/office/drawing/2014/main" id="{6C9EEFDA-4BC2-4B6D-9659-84B9E674E20E}"/>
              </a:ext>
            </a:extLst>
          </p:cNvPr>
          <p:cNvPicPr>
            <a:picLocks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200" y="801688"/>
            <a:ext cx="7769225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1256" name="Rectangle 2">
            <a:extLst>
              <a:ext uri="{FF2B5EF4-FFF2-40B4-BE49-F238E27FC236}">
                <a16:creationId xmlns:a16="http://schemas.microsoft.com/office/drawing/2014/main" id="{5444DFF5-613E-4318-8F70-DA0BFE9CE97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44500" y="22225"/>
            <a:ext cx="8235950" cy="1143000"/>
          </a:xfrm>
        </p:spPr>
        <p:txBody>
          <a:bodyPr/>
          <a:lstStyle/>
          <a:p>
            <a:r>
              <a:rPr lang="en-US" altLang="zh-TW" sz="4000">
                <a:ea typeface="ＭＳ Ｐゴシック" panose="020B0600070205080204" pitchFamily="34" charset="-128"/>
              </a:rPr>
              <a:t>Scenario: Alice sends message to Bob</a:t>
            </a:r>
            <a:endParaRPr lang="en-US" altLang="zh-TW">
              <a:ea typeface="ＭＳ Ｐゴシック" panose="020B0600070205080204" pitchFamily="34" charset="-128"/>
            </a:endParaRPr>
          </a:p>
        </p:txBody>
      </p:sp>
      <p:sp>
        <p:nvSpPr>
          <p:cNvPr id="181257" name="Rectangle 3">
            <a:extLst>
              <a:ext uri="{FF2B5EF4-FFF2-40B4-BE49-F238E27FC236}">
                <a16:creationId xmlns:a16="http://schemas.microsoft.com/office/drawing/2014/main" id="{6FA9AD5A-358D-4D65-9B8D-FFEB76401C45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33400" y="1371600"/>
            <a:ext cx="3810000" cy="3219450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sz="2200" dirty="0">
                <a:ea typeface="ＭＳ Ｐゴシック" panose="020B0600070205080204" pitchFamily="34" charset="-128"/>
              </a:rPr>
              <a:t>1) Alice uses UA to compose message </a:t>
            </a:r>
            <a:r>
              <a:rPr lang="ja-JP" altLang="en-US" sz="2200" dirty="0">
                <a:ea typeface="ＭＳ Ｐゴシック" panose="020B0600070205080204" pitchFamily="34" charset="-128"/>
              </a:rPr>
              <a:t>“</a:t>
            </a:r>
            <a:r>
              <a:rPr lang="en-US" altLang="ja-JP" sz="2200" dirty="0">
                <a:ea typeface="ＭＳ Ｐゴシック" panose="020B0600070205080204" pitchFamily="34" charset="-128"/>
              </a:rPr>
              <a:t>to</a:t>
            </a:r>
            <a:r>
              <a:rPr lang="ja-JP" altLang="en-US" sz="2200" dirty="0">
                <a:ea typeface="ＭＳ Ｐゴシック" panose="020B0600070205080204" pitchFamily="34" charset="-128"/>
              </a:rPr>
              <a:t>”</a:t>
            </a:r>
            <a:r>
              <a:rPr lang="en-US" altLang="ja-JP" sz="2200" dirty="0">
                <a:ea typeface="ＭＳ Ｐゴシック" panose="020B0600070205080204" pitchFamily="34" charset="-128"/>
              </a:rPr>
              <a:t> </a:t>
            </a:r>
            <a:r>
              <a:rPr lang="en-US" altLang="ja-JP" sz="2200" dirty="0">
                <a:latin typeface="Courier New" panose="02070309020205020404" pitchFamily="49" charset="0"/>
                <a:ea typeface="ＭＳ Ｐゴシック" panose="020B0600070205080204" pitchFamily="34" charset="-128"/>
              </a:rPr>
              <a:t>bob@someschool.edu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zh-TW" sz="2200" dirty="0">
                <a:ea typeface="ＭＳ Ｐゴシック" panose="020B0600070205080204" pitchFamily="34" charset="-128"/>
              </a:rPr>
              <a:t>2) Alice</a:t>
            </a:r>
            <a:r>
              <a:rPr lang="ja-JP" altLang="en-US" sz="2200" dirty="0">
                <a:ea typeface="ＭＳ Ｐゴシック" panose="020B0600070205080204" pitchFamily="34" charset="-128"/>
              </a:rPr>
              <a:t>’</a:t>
            </a:r>
            <a:r>
              <a:rPr lang="en-US" altLang="ja-JP" sz="2200" dirty="0">
                <a:ea typeface="ＭＳ Ｐゴシック" panose="020B0600070205080204" pitchFamily="34" charset="-128"/>
              </a:rPr>
              <a:t>s UA sends message to her mail server; message placed in message queue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zh-TW" sz="2200" dirty="0">
                <a:ea typeface="ＭＳ Ｐゴシック" panose="020B0600070205080204" pitchFamily="34" charset="-128"/>
              </a:rPr>
              <a:t>3) </a:t>
            </a:r>
            <a:r>
              <a:rPr lang="en-US" altLang="zh-TW" sz="22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client side of SMTP opens TCP connection with Bob</a:t>
            </a:r>
            <a:r>
              <a:rPr lang="ja-JP" altLang="en-US" sz="22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’</a:t>
            </a:r>
            <a:r>
              <a:rPr lang="en-US" altLang="ja-JP" sz="22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s mail server</a:t>
            </a:r>
            <a:endParaRPr lang="en-US" altLang="zh-TW" sz="2200" dirty="0">
              <a:solidFill>
                <a:srgbClr val="0070C0"/>
              </a:solidFill>
              <a:ea typeface="ＭＳ Ｐゴシック" panose="020B0600070205080204" pitchFamily="34" charset="-128"/>
            </a:endParaRPr>
          </a:p>
        </p:txBody>
      </p:sp>
      <p:sp>
        <p:nvSpPr>
          <p:cNvPr id="181258" name="Rectangle 4">
            <a:extLst>
              <a:ext uri="{FF2B5EF4-FFF2-40B4-BE49-F238E27FC236}">
                <a16:creationId xmlns:a16="http://schemas.microsoft.com/office/drawing/2014/main" id="{D22E2B93-A6A3-4E41-A72D-9F79DD55EF19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4508500" y="1335088"/>
            <a:ext cx="3810000" cy="3268662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sz="2200" dirty="0">
                <a:ea typeface="ＭＳ Ｐゴシック" panose="020B0600070205080204" pitchFamily="34" charset="-128"/>
              </a:rPr>
              <a:t>4) SMTP client sends Alice</a:t>
            </a:r>
            <a:r>
              <a:rPr lang="ja-JP" altLang="en-US" sz="2200" dirty="0">
                <a:ea typeface="ＭＳ Ｐゴシック" panose="020B0600070205080204" pitchFamily="34" charset="-128"/>
              </a:rPr>
              <a:t>’</a:t>
            </a:r>
            <a:r>
              <a:rPr lang="en-US" altLang="ja-JP" sz="2200" dirty="0">
                <a:ea typeface="ＭＳ Ｐゴシック" panose="020B0600070205080204" pitchFamily="34" charset="-128"/>
              </a:rPr>
              <a:t>s message over the TCP connection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zh-TW" sz="2200" dirty="0">
                <a:ea typeface="ＭＳ Ｐゴシック" panose="020B0600070205080204" pitchFamily="34" charset="-128"/>
              </a:rPr>
              <a:t>5) Bob</a:t>
            </a:r>
            <a:r>
              <a:rPr lang="ja-JP" altLang="en-US" sz="2200" dirty="0">
                <a:ea typeface="ＭＳ Ｐゴシック" panose="020B0600070205080204" pitchFamily="34" charset="-128"/>
              </a:rPr>
              <a:t>’</a:t>
            </a:r>
            <a:r>
              <a:rPr lang="en-US" altLang="ja-JP" sz="2200" dirty="0">
                <a:ea typeface="ＭＳ Ｐゴシック" panose="020B0600070205080204" pitchFamily="34" charset="-128"/>
              </a:rPr>
              <a:t>s mail server places the message in Bob</a:t>
            </a:r>
            <a:r>
              <a:rPr lang="ja-JP" altLang="en-US" sz="2200" dirty="0">
                <a:ea typeface="ＭＳ Ｐゴシック" panose="020B0600070205080204" pitchFamily="34" charset="-128"/>
              </a:rPr>
              <a:t>’</a:t>
            </a:r>
            <a:r>
              <a:rPr lang="en-US" altLang="ja-JP" sz="2200" dirty="0">
                <a:ea typeface="ＭＳ Ｐゴシック" panose="020B0600070205080204" pitchFamily="34" charset="-128"/>
              </a:rPr>
              <a:t>s mailbox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zh-TW" sz="2200" dirty="0">
                <a:ea typeface="ＭＳ Ｐゴシック" panose="020B0600070205080204" pitchFamily="34" charset="-128"/>
              </a:rPr>
              <a:t>6) Bob invokes his user agent to read message</a:t>
            </a:r>
          </a:p>
          <a:p>
            <a:pPr>
              <a:buFont typeface="Wingdings" panose="05000000000000000000" pitchFamily="2" charset="2"/>
              <a:buNone/>
            </a:pPr>
            <a:endParaRPr lang="en-US" altLang="zh-TW" sz="2200" dirty="0">
              <a:ea typeface="ＭＳ Ｐゴシック" panose="020B0600070205080204" pitchFamily="34" charset="-128"/>
            </a:endParaRPr>
          </a:p>
        </p:txBody>
      </p:sp>
      <p:grpSp>
        <p:nvGrpSpPr>
          <p:cNvPr id="181259" name="Group 20">
            <a:extLst>
              <a:ext uri="{FF2B5EF4-FFF2-40B4-BE49-F238E27FC236}">
                <a16:creationId xmlns:a16="http://schemas.microsoft.com/office/drawing/2014/main" id="{447A9C12-4884-4EBC-8C9D-CD4D50D09B39}"/>
              </a:ext>
            </a:extLst>
          </p:cNvPr>
          <p:cNvGrpSpPr>
            <a:grpSpLocks/>
          </p:cNvGrpSpPr>
          <p:nvPr/>
        </p:nvGrpSpPr>
        <p:grpSpPr bwMode="auto">
          <a:xfrm>
            <a:off x="2808288" y="4956175"/>
            <a:ext cx="809625" cy="1049338"/>
            <a:chOff x="4296" y="2627"/>
            <a:chExt cx="510" cy="661"/>
          </a:xfrm>
        </p:grpSpPr>
        <p:sp>
          <p:nvSpPr>
            <p:cNvPr id="181295" name="Rectangle 21">
              <a:extLst>
                <a:ext uri="{FF2B5EF4-FFF2-40B4-BE49-F238E27FC236}">
                  <a16:creationId xmlns:a16="http://schemas.microsoft.com/office/drawing/2014/main" id="{E4595EAC-8633-4C6E-9543-1A413671B9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96" y="2652"/>
              <a:ext cx="510" cy="636"/>
            </a:xfrm>
            <a:prstGeom prst="rect">
              <a:avLst/>
            </a:prstGeom>
            <a:solidFill>
              <a:schemeClr val="hlink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81296" name="Text Box 22">
              <a:extLst>
                <a:ext uri="{FF2B5EF4-FFF2-40B4-BE49-F238E27FC236}">
                  <a16:creationId xmlns:a16="http://schemas.microsoft.com/office/drawing/2014/main" id="{97B64DB0-3A92-47C9-9395-1853F4F5557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04" y="2627"/>
              <a:ext cx="472" cy="3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mail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server</a:t>
              </a:r>
              <a:endParaRPr lang="en-US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81297" name="Rectangle 23">
              <a:extLst>
                <a:ext uri="{FF2B5EF4-FFF2-40B4-BE49-F238E27FC236}">
                  <a16:creationId xmlns:a16="http://schemas.microsoft.com/office/drawing/2014/main" id="{5A812389-EB25-4B8F-BDBA-780F0C5155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20" y="3006"/>
              <a:ext cx="450" cy="120"/>
            </a:xfrm>
            <a:prstGeom prst="rect">
              <a:avLst/>
            </a:prstGeom>
            <a:solidFill>
              <a:srgbClr val="00FF00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81298" name="Line 24">
              <a:extLst>
                <a:ext uri="{FF2B5EF4-FFF2-40B4-BE49-F238E27FC236}">
                  <a16:creationId xmlns:a16="http://schemas.microsoft.com/office/drawing/2014/main" id="{7C6D0FC2-C102-4CD3-9FAF-6F67E4ED2E9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69" y="3034"/>
              <a:ext cx="0" cy="7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81299" name="Line 25">
              <a:extLst>
                <a:ext uri="{FF2B5EF4-FFF2-40B4-BE49-F238E27FC236}">
                  <a16:creationId xmlns:a16="http://schemas.microsoft.com/office/drawing/2014/main" id="{9D0589F8-1CA7-4311-93EE-C8EFEEE086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78" y="3033"/>
              <a:ext cx="0" cy="7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81300" name="Line 26">
              <a:extLst>
                <a:ext uri="{FF2B5EF4-FFF2-40B4-BE49-F238E27FC236}">
                  <a16:creationId xmlns:a16="http://schemas.microsoft.com/office/drawing/2014/main" id="{304AFA00-B070-4AC7-BFAE-B8FCB0C0B3B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33" y="3035"/>
              <a:ext cx="0" cy="7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81301" name="Line 27">
              <a:extLst>
                <a:ext uri="{FF2B5EF4-FFF2-40B4-BE49-F238E27FC236}">
                  <a16:creationId xmlns:a16="http://schemas.microsoft.com/office/drawing/2014/main" id="{0C04F8FB-65CA-4EF7-BE90-19E2D9894D0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90" y="3033"/>
              <a:ext cx="0" cy="7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81302" name="Line 28">
              <a:extLst>
                <a:ext uri="{FF2B5EF4-FFF2-40B4-BE49-F238E27FC236}">
                  <a16:creationId xmlns:a16="http://schemas.microsoft.com/office/drawing/2014/main" id="{9E33694B-D128-4F61-B568-1981221AB44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1" y="3033"/>
              <a:ext cx="0" cy="7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81303" name="Line 29">
              <a:extLst>
                <a:ext uri="{FF2B5EF4-FFF2-40B4-BE49-F238E27FC236}">
                  <a16:creationId xmlns:a16="http://schemas.microsoft.com/office/drawing/2014/main" id="{664EB3BD-FD6D-49D0-B86C-4094FD06505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07" y="3033"/>
              <a:ext cx="0" cy="7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81304" name="Line 30">
              <a:extLst>
                <a:ext uri="{FF2B5EF4-FFF2-40B4-BE49-F238E27FC236}">
                  <a16:creationId xmlns:a16="http://schemas.microsoft.com/office/drawing/2014/main" id="{D435F174-FC4B-402A-9C28-EF50323BEBB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22" y="3034"/>
              <a:ext cx="0" cy="7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81305" name="Rectangle 31">
              <a:extLst>
                <a:ext uri="{FF2B5EF4-FFF2-40B4-BE49-F238E27FC236}">
                  <a16:creationId xmlns:a16="http://schemas.microsoft.com/office/drawing/2014/main" id="{48D8E120-9988-4C6F-A690-63E67648F9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28" y="3173"/>
              <a:ext cx="64" cy="93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81306" name="Rectangle 32">
              <a:extLst>
                <a:ext uri="{FF2B5EF4-FFF2-40B4-BE49-F238E27FC236}">
                  <a16:creationId xmlns:a16="http://schemas.microsoft.com/office/drawing/2014/main" id="{5DF52BB8-797F-404E-85CB-7BD060E957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14" y="3173"/>
              <a:ext cx="64" cy="93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81307" name="Rectangle 33">
              <a:extLst>
                <a:ext uri="{FF2B5EF4-FFF2-40B4-BE49-F238E27FC236}">
                  <a16:creationId xmlns:a16="http://schemas.microsoft.com/office/drawing/2014/main" id="{FD698B50-D691-4BF4-8E04-23E1161925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00" y="3172"/>
              <a:ext cx="64" cy="93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81308" name="Rectangle 34">
              <a:extLst>
                <a:ext uri="{FF2B5EF4-FFF2-40B4-BE49-F238E27FC236}">
                  <a16:creationId xmlns:a16="http://schemas.microsoft.com/office/drawing/2014/main" id="{4C0F8F66-7462-4A90-918C-200BDE8D9EC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97" y="3170"/>
              <a:ext cx="64" cy="93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81309" name="Rectangle 35">
              <a:extLst>
                <a:ext uri="{FF2B5EF4-FFF2-40B4-BE49-F238E27FC236}">
                  <a16:creationId xmlns:a16="http://schemas.microsoft.com/office/drawing/2014/main" id="{361B3340-1C3C-42A8-A9CC-AC591685C46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93" y="3170"/>
              <a:ext cx="64" cy="93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</p:grpSp>
      <p:pic>
        <p:nvPicPr>
          <p:cNvPr id="181260" name="Picture 36" descr="Alice">
            <a:extLst>
              <a:ext uri="{FF2B5EF4-FFF2-40B4-BE49-F238E27FC236}">
                <a16:creationId xmlns:a16="http://schemas.microsoft.com/office/drawing/2014/main" id="{42BBCA7F-A90D-4885-A5AC-7DF4908A8E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225" y="5121275"/>
            <a:ext cx="561975" cy="6937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81261" name="Picture 37" descr="Bob">
            <a:extLst>
              <a:ext uri="{FF2B5EF4-FFF2-40B4-BE49-F238E27FC236}">
                <a16:creationId xmlns:a16="http://schemas.microsoft.com/office/drawing/2014/main" id="{40833C44-EB16-4730-A96F-2190F3A5E1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93038" y="5026025"/>
            <a:ext cx="676275" cy="690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81262" name="Group 48">
            <a:extLst>
              <a:ext uri="{FF2B5EF4-FFF2-40B4-BE49-F238E27FC236}">
                <a16:creationId xmlns:a16="http://schemas.microsoft.com/office/drawing/2014/main" id="{152274E7-BE78-49B8-A76D-840901DF313D}"/>
              </a:ext>
            </a:extLst>
          </p:cNvPr>
          <p:cNvGrpSpPr>
            <a:grpSpLocks/>
          </p:cNvGrpSpPr>
          <p:nvPr/>
        </p:nvGrpSpPr>
        <p:grpSpPr bwMode="auto">
          <a:xfrm>
            <a:off x="4999038" y="4902200"/>
            <a:ext cx="809625" cy="1049338"/>
            <a:chOff x="4296" y="2627"/>
            <a:chExt cx="510" cy="661"/>
          </a:xfrm>
        </p:grpSpPr>
        <p:sp>
          <p:nvSpPr>
            <p:cNvPr id="181280" name="Rectangle 49">
              <a:extLst>
                <a:ext uri="{FF2B5EF4-FFF2-40B4-BE49-F238E27FC236}">
                  <a16:creationId xmlns:a16="http://schemas.microsoft.com/office/drawing/2014/main" id="{667716A2-5A3F-4197-B357-95C47A4415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96" y="2652"/>
              <a:ext cx="510" cy="636"/>
            </a:xfrm>
            <a:prstGeom prst="rect">
              <a:avLst/>
            </a:prstGeom>
            <a:solidFill>
              <a:schemeClr val="hlink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81281" name="Text Box 50">
              <a:extLst>
                <a:ext uri="{FF2B5EF4-FFF2-40B4-BE49-F238E27FC236}">
                  <a16:creationId xmlns:a16="http://schemas.microsoft.com/office/drawing/2014/main" id="{E1A78C59-2240-4466-97CD-0F555733E33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04" y="2627"/>
              <a:ext cx="472" cy="3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mail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server</a:t>
              </a:r>
              <a:endParaRPr lang="en-US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81282" name="Rectangle 51">
              <a:extLst>
                <a:ext uri="{FF2B5EF4-FFF2-40B4-BE49-F238E27FC236}">
                  <a16:creationId xmlns:a16="http://schemas.microsoft.com/office/drawing/2014/main" id="{53E0B2C2-B261-4BD7-8E3F-F39019ED58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20" y="3006"/>
              <a:ext cx="450" cy="120"/>
            </a:xfrm>
            <a:prstGeom prst="rect">
              <a:avLst/>
            </a:prstGeom>
            <a:solidFill>
              <a:srgbClr val="00FF00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81283" name="Line 52">
              <a:extLst>
                <a:ext uri="{FF2B5EF4-FFF2-40B4-BE49-F238E27FC236}">
                  <a16:creationId xmlns:a16="http://schemas.microsoft.com/office/drawing/2014/main" id="{B39D46C7-4B02-4302-8C18-53483F6C177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69" y="3034"/>
              <a:ext cx="0" cy="7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81284" name="Line 53">
              <a:extLst>
                <a:ext uri="{FF2B5EF4-FFF2-40B4-BE49-F238E27FC236}">
                  <a16:creationId xmlns:a16="http://schemas.microsoft.com/office/drawing/2014/main" id="{9E7A5AE1-10AF-4FB6-83CA-79AB592CE8B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78" y="3033"/>
              <a:ext cx="0" cy="7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81285" name="Line 54">
              <a:extLst>
                <a:ext uri="{FF2B5EF4-FFF2-40B4-BE49-F238E27FC236}">
                  <a16:creationId xmlns:a16="http://schemas.microsoft.com/office/drawing/2014/main" id="{918D6157-5A1E-4059-A5FD-603DD92A667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33" y="3035"/>
              <a:ext cx="0" cy="7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81286" name="Line 55">
              <a:extLst>
                <a:ext uri="{FF2B5EF4-FFF2-40B4-BE49-F238E27FC236}">
                  <a16:creationId xmlns:a16="http://schemas.microsoft.com/office/drawing/2014/main" id="{0929F10E-C02E-445C-AB3D-C7520FF47CC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90" y="3033"/>
              <a:ext cx="0" cy="7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81287" name="Line 56">
              <a:extLst>
                <a:ext uri="{FF2B5EF4-FFF2-40B4-BE49-F238E27FC236}">
                  <a16:creationId xmlns:a16="http://schemas.microsoft.com/office/drawing/2014/main" id="{FD620ADB-2F23-4FD3-B713-60F041479F9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1" y="3033"/>
              <a:ext cx="0" cy="7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81288" name="Line 57">
              <a:extLst>
                <a:ext uri="{FF2B5EF4-FFF2-40B4-BE49-F238E27FC236}">
                  <a16:creationId xmlns:a16="http://schemas.microsoft.com/office/drawing/2014/main" id="{80ACBCCE-2755-44A9-82EE-878741A730A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07" y="3033"/>
              <a:ext cx="0" cy="7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81289" name="Line 58">
              <a:extLst>
                <a:ext uri="{FF2B5EF4-FFF2-40B4-BE49-F238E27FC236}">
                  <a16:creationId xmlns:a16="http://schemas.microsoft.com/office/drawing/2014/main" id="{8987DDB5-EEFF-4A68-956F-9F76668A1F8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22" y="3034"/>
              <a:ext cx="0" cy="7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81290" name="Rectangle 59">
              <a:extLst>
                <a:ext uri="{FF2B5EF4-FFF2-40B4-BE49-F238E27FC236}">
                  <a16:creationId xmlns:a16="http://schemas.microsoft.com/office/drawing/2014/main" id="{47101C25-6F8E-4532-94BC-7351D591B2E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28" y="3173"/>
              <a:ext cx="64" cy="93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81291" name="Rectangle 60">
              <a:extLst>
                <a:ext uri="{FF2B5EF4-FFF2-40B4-BE49-F238E27FC236}">
                  <a16:creationId xmlns:a16="http://schemas.microsoft.com/office/drawing/2014/main" id="{29072C58-1E44-43FA-8EBE-CB5CBA495C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14" y="3173"/>
              <a:ext cx="64" cy="93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81292" name="Rectangle 61">
              <a:extLst>
                <a:ext uri="{FF2B5EF4-FFF2-40B4-BE49-F238E27FC236}">
                  <a16:creationId xmlns:a16="http://schemas.microsoft.com/office/drawing/2014/main" id="{0CFA86FC-1AA6-40DE-ABA0-FFA7D7C975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00" y="3172"/>
              <a:ext cx="64" cy="93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81293" name="Rectangle 62">
              <a:extLst>
                <a:ext uri="{FF2B5EF4-FFF2-40B4-BE49-F238E27FC236}">
                  <a16:creationId xmlns:a16="http://schemas.microsoft.com/office/drawing/2014/main" id="{19D1DB1E-0CD8-49F3-B831-35797F464C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97" y="3170"/>
              <a:ext cx="64" cy="93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81294" name="Rectangle 63">
              <a:extLst>
                <a:ext uri="{FF2B5EF4-FFF2-40B4-BE49-F238E27FC236}">
                  <a16:creationId xmlns:a16="http://schemas.microsoft.com/office/drawing/2014/main" id="{C44828A6-91A0-43EE-8B77-C802776D5E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93" y="3170"/>
              <a:ext cx="64" cy="93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</p:grpSp>
      <p:sp>
        <p:nvSpPr>
          <p:cNvPr id="181263" name="Line 69">
            <a:extLst>
              <a:ext uri="{FF2B5EF4-FFF2-40B4-BE49-F238E27FC236}">
                <a16:creationId xmlns:a16="http://schemas.microsoft.com/office/drawing/2014/main" id="{AE3FF5DC-8E30-4F6E-8F50-8AADEAD6061D}"/>
              </a:ext>
            </a:extLst>
          </p:cNvPr>
          <p:cNvSpPr>
            <a:spLocks noChangeShapeType="1"/>
          </p:cNvSpPr>
          <p:nvPr/>
        </p:nvSpPr>
        <p:spPr bwMode="auto">
          <a:xfrm>
            <a:off x="1928813" y="5494338"/>
            <a:ext cx="892175" cy="146050"/>
          </a:xfrm>
          <a:prstGeom prst="line">
            <a:avLst/>
          </a:prstGeom>
          <a:noFill/>
          <a:ln w="12700">
            <a:solidFill>
              <a:schemeClr val="accent2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81264" name="Line 70">
            <a:extLst>
              <a:ext uri="{FF2B5EF4-FFF2-40B4-BE49-F238E27FC236}">
                <a16:creationId xmlns:a16="http://schemas.microsoft.com/office/drawing/2014/main" id="{A8A8CD3B-FCDA-4B34-B7BA-D009D79D8106}"/>
              </a:ext>
            </a:extLst>
          </p:cNvPr>
          <p:cNvSpPr>
            <a:spLocks noChangeShapeType="1"/>
          </p:cNvSpPr>
          <p:nvPr/>
        </p:nvSpPr>
        <p:spPr bwMode="auto">
          <a:xfrm>
            <a:off x="3614738" y="5629275"/>
            <a:ext cx="1379537" cy="219075"/>
          </a:xfrm>
          <a:prstGeom prst="line">
            <a:avLst/>
          </a:prstGeom>
          <a:noFill/>
          <a:ln w="12700">
            <a:solidFill>
              <a:schemeClr val="accent2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81265" name="Line 71">
            <a:extLst>
              <a:ext uri="{FF2B5EF4-FFF2-40B4-BE49-F238E27FC236}">
                <a16:creationId xmlns:a16="http://schemas.microsoft.com/office/drawing/2014/main" id="{11861C98-468F-4059-A26F-CE1BC1700AE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845175" y="5408613"/>
            <a:ext cx="1027113" cy="427037"/>
          </a:xfrm>
          <a:prstGeom prst="line">
            <a:avLst/>
          </a:prstGeom>
          <a:noFill/>
          <a:ln w="12700">
            <a:solidFill>
              <a:schemeClr val="accent2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81266" name="Oval 72">
            <a:extLst>
              <a:ext uri="{FF2B5EF4-FFF2-40B4-BE49-F238E27FC236}">
                <a16:creationId xmlns:a16="http://schemas.microsoft.com/office/drawing/2014/main" id="{4C4D2B07-94F1-4822-9744-6916F75CB0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58863" y="4943475"/>
            <a:ext cx="292100" cy="244475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2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zh-TW" sz="1600" dirty="0">
                <a:latin typeface="Arial" panose="020B0604020202020204" pitchFamily="34" charset="0"/>
              </a:rPr>
              <a:t>1</a:t>
            </a:r>
            <a:endParaRPr lang="en-US" altLang="zh-TW" sz="2400" dirty="0">
              <a:latin typeface="Arial" panose="020B0604020202020204" pitchFamily="34" charset="0"/>
            </a:endParaRPr>
          </a:p>
        </p:txBody>
      </p:sp>
      <p:sp>
        <p:nvSpPr>
          <p:cNvPr id="181267" name="Oval 74">
            <a:extLst>
              <a:ext uri="{FF2B5EF4-FFF2-40B4-BE49-F238E27FC236}">
                <a16:creationId xmlns:a16="http://schemas.microsoft.com/office/drawing/2014/main" id="{1ACF05A0-241E-4532-87D7-A9B081DADA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68525" y="5438775"/>
            <a:ext cx="292100" cy="244475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2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zh-TW" sz="1600">
                <a:latin typeface="Arial" panose="020B0604020202020204" pitchFamily="34" charset="0"/>
              </a:rPr>
              <a:t>2</a:t>
            </a:r>
            <a:endParaRPr lang="en-US" altLang="zh-TW" sz="2400">
              <a:latin typeface="Arial" panose="020B0604020202020204" pitchFamily="34" charset="0"/>
            </a:endParaRPr>
          </a:p>
        </p:txBody>
      </p:sp>
      <p:sp>
        <p:nvSpPr>
          <p:cNvPr id="181268" name="Oval 75">
            <a:extLst>
              <a:ext uri="{FF2B5EF4-FFF2-40B4-BE49-F238E27FC236}">
                <a16:creationId xmlns:a16="http://schemas.microsoft.com/office/drawing/2014/main" id="{B0E0D2DE-70E0-4BF6-AE65-0A4F616BAD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0063" y="5518150"/>
            <a:ext cx="292100" cy="244475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2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zh-TW" sz="1600">
                <a:latin typeface="Arial" panose="020B0604020202020204" pitchFamily="34" charset="0"/>
              </a:rPr>
              <a:t>3</a:t>
            </a:r>
            <a:endParaRPr lang="en-US" altLang="zh-TW" sz="2400">
              <a:latin typeface="Arial" panose="020B0604020202020204" pitchFamily="34" charset="0"/>
            </a:endParaRPr>
          </a:p>
        </p:txBody>
      </p:sp>
      <p:sp>
        <p:nvSpPr>
          <p:cNvPr id="181269" name="Oval 76">
            <a:extLst>
              <a:ext uri="{FF2B5EF4-FFF2-40B4-BE49-F238E27FC236}">
                <a16:creationId xmlns:a16="http://schemas.microsoft.com/office/drawing/2014/main" id="{8A1CDFDD-3DA8-4E49-9B68-8FF92A7A46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51313" y="5603875"/>
            <a:ext cx="292100" cy="244475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2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zh-TW" sz="1600">
                <a:latin typeface="Arial" panose="020B0604020202020204" pitchFamily="34" charset="0"/>
              </a:rPr>
              <a:t>4</a:t>
            </a:r>
            <a:endParaRPr lang="en-US" altLang="zh-TW" sz="2400">
              <a:latin typeface="Arial" panose="020B0604020202020204" pitchFamily="34" charset="0"/>
            </a:endParaRPr>
          </a:p>
        </p:txBody>
      </p:sp>
      <p:sp>
        <p:nvSpPr>
          <p:cNvPr id="181270" name="Oval 77">
            <a:extLst>
              <a:ext uri="{FF2B5EF4-FFF2-40B4-BE49-F238E27FC236}">
                <a16:creationId xmlns:a16="http://schemas.microsoft.com/office/drawing/2014/main" id="{6C20E3AC-689A-4B5C-919C-C4432DBB83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56213" y="5935663"/>
            <a:ext cx="292100" cy="244475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2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zh-TW" sz="1600">
                <a:latin typeface="Arial" panose="020B0604020202020204" pitchFamily="34" charset="0"/>
              </a:rPr>
              <a:t>5</a:t>
            </a:r>
            <a:endParaRPr lang="en-US" altLang="zh-TW" sz="2400">
              <a:latin typeface="Arial" panose="020B0604020202020204" pitchFamily="34" charset="0"/>
            </a:endParaRPr>
          </a:p>
        </p:txBody>
      </p:sp>
      <p:sp>
        <p:nvSpPr>
          <p:cNvPr id="181271" name="Oval 78">
            <a:extLst>
              <a:ext uri="{FF2B5EF4-FFF2-40B4-BE49-F238E27FC236}">
                <a16:creationId xmlns:a16="http://schemas.microsoft.com/office/drawing/2014/main" id="{98BC8A58-581B-49FE-A2AE-90BA1845DA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78550" y="5505450"/>
            <a:ext cx="292100" cy="244475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2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zh-TW" sz="1600">
                <a:latin typeface="Arial" panose="020B0604020202020204" pitchFamily="34" charset="0"/>
              </a:rPr>
              <a:t>6</a:t>
            </a:r>
            <a:endParaRPr lang="en-US" altLang="zh-TW" sz="2400">
              <a:latin typeface="Arial" panose="020B0604020202020204" pitchFamily="34" charset="0"/>
            </a:endParaRPr>
          </a:p>
        </p:txBody>
      </p:sp>
      <p:sp>
        <p:nvSpPr>
          <p:cNvPr id="181272" name="Text Box 95">
            <a:extLst>
              <a:ext uri="{FF2B5EF4-FFF2-40B4-BE49-F238E27FC236}">
                <a16:creationId xmlns:a16="http://schemas.microsoft.com/office/drawing/2014/main" id="{C13B3217-8D94-41EF-81DC-CD6EFCAEE8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24100" y="6069013"/>
            <a:ext cx="181927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zh-TW" sz="1600">
                <a:latin typeface="Arial" panose="020B0604020202020204" pitchFamily="34" charset="0"/>
              </a:rPr>
              <a:t>Alice</a:t>
            </a:r>
            <a:r>
              <a:rPr lang="ja-JP" altLang="en-US" sz="1600">
                <a:latin typeface="Arial" panose="020B0604020202020204" pitchFamily="34" charset="0"/>
              </a:rPr>
              <a:t>’</a:t>
            </a:r>
            <a:r>
              <a:rPr lang="en-US" altLang="ja-JP" sz="1600">
                <a:latin typeface="Arial" panose="020B0604020202020204" pitchFamily="34" charset="0"/>
              </a:rPr>
              <a:t>s mail server</a:t>
            </a:r>
            <a:endParaRPr lang="en-US" altLang="zh-TW" sz="1600">
              <a:latin typeface="Arial" panose="020B0604020202020204" pitchFamily="34" charset="0"/>
            </a:endParaRPr>
          </a:p>
        </p:txBody>
      </p:sp>
      <p:sp>
        <p:nvSpPr>
          <p:cNvPr id="181273" name="Text Box 96">
            <a:extLst>
              <a:ext uri="{FF2B5EF4-FFF2-40B4-BE49-F238E27FC236}">
                <a16:creationId xmlns:a16="http://schemas.microsoft.com/office/drawing/2014/main" id="{5E038C7A-6FBA-40A2-9FB4-916C34EBFE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98988" y="6132513"/>
            <a:ext cx="1741487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zh-TW" sz="1600">
                <a:latin typeface="Arial" panose="020B0604020202020204" pitchFamily="34" charset="0"/>
              </a:rPr>
              <a:t>Bob</a:t>
            </a:r>
            <a:r>
              <a:rPr lang="ja-JP" altLang="en-US" sz="1600">
                <a:latin typeface="Arial" panose="020B0604020202020204" pitchFamily="34" charset="0"/>
              </a:rPr>
              <a:t>’</a:t>
            </a:r>
            <a:r>
              <a:rPr lang="en-US" altLang="ja-JP" sz="1600">
                <a:latin typeface="Arial" panose="020B0604020202020204" pitchFamily="34" charset="0"/>
              </a:rPr>
              <a:t>s mail server</a:t>
            </a:r>
            <a:endParaRPr lang="en-US" altLang="zh-TW" sz="1600">
              <a:latin typeface="Arial" panose="020B0604020202020204" pitchFamily="34" charset="0"/>
            </a:endParaRPr>
          </a:p>
        </p:txBody>
      </p:sp>
      <p:grpSp>
        <p:nvGrpSpPr>
          <p:cNvPr id="181274" name="Group 169">
            <a:extLst>
              <a:ext uri="{FF2B5EF4-FFF2-40B4-BE49-F238E27FC236}">
                <a16:creationId xmlns:a16="http://schemas.microsoft.com/office/drawing/2014/main" id="{D1C89C6B-BF7F-412F-9469-1981F6616B91}"/>
              </a:ext>
            </a:extLst>
          </p:cNvPr>
          <p:cNvGrpSpPr>
            <a:grpSpLocks/>
          </p:cNvGrpSpPr>
          <p:nvPr/>
        </p:nvGrpSpPr>
        <p:grpSpPr bwMode="auto">
          <a:xfrm>
            <a:off x="6672263" y="4808538"/>
            <a:ext cx="912812" cy="1054100"/>
            <a:chOff x="3574" y="550"/>
            <a:chExt cx="575" cy="664"/>
          </a:xfrm>
        </p:grpSpPr>
        <p:grpSp>
          <p:nvGrpSpPr>
            <p:cNvPr id="181275" name="Group 170">
              <a:extLst>
                <a:ext uri="{FF2B5EF4-FFF2-40B4-BE49-F238E27FC236}">
                  <a16:creationId xmlns:a16="http://schemas.microsoft.com/office/drawing/2014/main" id="{818C11B1-B5DF-4F04-82CA-31F00C0D196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88" y="692"/>
              <a:ext cx="561" cy="522"/>
              <a:chOff x="-44" y="1473"/>
              <a:chExt cx="981" cy="1105"/>
            </a:xfrm>
          </p:grpSpPr>
          <p:pic>
            <p:nvPicPr>
              <p:cNvPr id="181278" name="Picture 171" descr="desktop_computer_stylized_medium">
                <a:extLst>
                  <a:ext uri="{FF2B5EF4-FFF2-40B4-BE49-F238E27FC236}">
                    <a16:creationId xmlns:a16="http://schemas.microsoft.com/office/drawing/2014/main" id="{927E4A1E-0C4B-4ABB-A180-547A4EDF6F0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-44" y="1473"/>
                <a:ext cx="981" cy="11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81279" name="Freeform 172">
                <a:extLst>
                  <a:ext uri="{FF2B5EF4-FFF2-40B4-BE49-F238E27FC236}">
                    <a16:creationId xmlns:a16="http://schemas.microsoft.com/office/drawing/2014/main" id="{7C261FB5-D6D1-47BB-AD97-8A6C81B968CC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374" y="1579"/>
                <a:ext cx="477" cy="506"/>
              </a:xfrm>
              <a:custGeom>
                <a:avLst/>
                <a:gdLst>
                  <a:gd name="T0" fmla="*/ 0 w 356"/>
                  <a:gd name="T1" fmla="*/ 0 h 368"/>
                  <a:gd name="T2" fmla="*/ 15089652 w 356"/>
                  <a:gd name="T3" fmla="*/ 1851256 h 368"/>
                  <a:gd name="T4" fmla="*/ 17900690 w 356"/>
                  <a:gd name="T5" fmla="*/ 38567519 h 368"/>
                  <a:gd name="T6" fmla="*/ 3945041 w 356"/>
                  <a:gd name="T7" fmla="*/ 48232874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sp>
          <p:nvSpPr>
            <p:cNvPr id="181276" name="Rectangle 115">
              <a:extLst>
                <a:ext uri="{FF2B5EF4-FFF2-40B4-BE49-F238E27FC236}">
                  <a16:creationId xmlns:a16="http://schemas.microsoft.com/office/drawing/2014/main" id="{802E720A-BC98-42B9-8DB5-096B44A83D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11" y="576"/>
              <a:ext cx="381" cy="330"/>
            </a:xfrm>
            <a:prstGeom prst="rect">
              <a:avLst/>
            </a:prstGeom>
            <a:solidFill>
              <a:schemeClr val="hlink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81277" name="Text Box 116">
              <a:extLst>
                <a:ext uri="{FF2B5EF4-FFF2-40B4-BE49-F238E27FC236}">
                  <a16:creationId xmlns:a16="http://schemas.microsoft.com/office/drawing/2014/main" id="{FC9CB582-3065-4369-9BAD-CC7597F9433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74" y="550"/>
              <a:ext cx="436" cy="3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user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agent</a:t>
              </a:r>
              <a:endParaRPr lang="en-US" altLang="zh-TW" sz="2400">
                <a:latin typeface="Arial" panose="020B0604020202020204" pitchFamily="34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298" name="Rectangle 7">
            <a:extLst>
              <a:ext uri="{FF2B5EF4-FFF2-40B4-BE49-F238E27FC236}">
                <a16:creationId xmlns:a16="http://schemas.microsoft.com/office/drawing/2014/main" id="{0F87E5D9-457B-452F-A208-2EC8F071EFE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183299" name="Rectangle 8">
            <a:extLst>
              <a:ext uri="{FF2B5EF4-FFF2-40B4-BE49-F238E27FC236}">
                <a16:creationId xmlns:a16="http://schemas.microsoft.com/office/drawing/2014/main" id="{FB7CDA13-F12B-4FE9-80AA-40372D07305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2-</a:t>
            </a:r>
            <a:fld id="{747DD393-62CF-4507-9143-D63B409FE836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44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183300" name="Rectangle 2">
            <a:extLst>
              <a:ext uri="{FF2B5EF4-FFF2-40B4-BE49-F238E27FC236}">
                <a16:creationId xmlns:a16="http://schemas.microsoft.com/office/drawing/2014/main" id="{C305BC7C-75BA-4D46-A124-36CD0F461BD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161925"/>
            <a:ext cx="7772400" cy="1143000"/>
          </a:xfrm>
        </p:spPr>
        <p:txBody>
          <a:bodyPr/>
          <a:lstStyle/>
          <a:p>
            <a:r>
              <a:rPr lang="en-US" altLang="zh-TW">
                <a:ea typeface="ＭＳ Ｐゴシック" panose="020B0600070205080204" pitchFamily="34" charset="-128"/>
              </a:rPr>
              <a:t>SMTP: final words</a:t>
            </a:r>
          </a:p>
        </p:txBody>
      </p:sp>
      <p:sp>
        <p:nvSpPr>
          <p:cNvPr id="183301" name="Rectangle 3">
            <a:extLst>
              <a:ext uri="{FF2B5EF4-FFF2-40B4-BE49-F238E27FC236}">
                <a16:creationId xmlns:a16="http://schemas.microsoft.com/office/drawing/2014/main" id="{94651472-6431-46D6-9693-B5C5A2B887BA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01650" y="1290638"/>
            <a:ext cx="7786688" cy="1982787"/>
          </a:xfrm>
        </p:spPr>
        <p:txBody>
          <a:bodyPr/>
          <a:lstStyle/>
          <a:p>
            <a:r>
              <a:rPr lang="en-US" altLang="zh-TW" sz="2400" dirty="0">
                <a:ea typeface="ＭＳ Ｐゴシック" panose="020B0600070205080204" pitchFamily="34" charset="-128"/>
              </a:rPr>
              <a:t>SMTP uses </a:t>
            </a:r>
            <a:r>
              <a:rPr lang="en-US" altLang="zh-TW" sz="24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persistent connections</a:t>
            </a:r>
            <a:r>
              <a:rPr lang="en-US" altLang="zh-TW" sz="2400" dirty="0">
                <a:ea typeface="ＭＳ Ｐゴシック" panose="020B0600070205080204" pitchFamily="34" charset="-128"/>
              </a:rPr>
              <a:t>: If the sending mail server has several messages to send to the same receiving mail server, it can </a:t>
            </a:r>
            <a:r>
              <a:rPr lang="en-US" altLang="zh-TW" sz="24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send all of the messages over the same TCP connection</a:t>
            </a:r>
            <a:r>
              <a:rPr lang="en-US" altLang="zh-TW" sz="2400" dirty="0">
                <a:ea typeface="ＭＳ Ｐゴシック" panose="020B0600070205080204" pitchFamily="34" charset="-128"/>
              </a:rPr>
              <a:t>. </a:t>
            </a:r>
          </a:p>
        </p:txBody>
      </p:sp>
      <p:sp>
        <p:nvSpPr>
          <p:cNvPr id="183302" name="Rectangle 4">
            <a:extLst>
              <a:ext uri="{FF2B5EF4-FFF2-40B4-BE49-F238E27FC236}">
                <a16:creationId xmlns:a16="http://schemas.microsoft.com/office/drawing/2014/main" id="{42121B66-83AF-4C99-AB40-6C4C716A5296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590550" y="2963863"/>
            <a:ext cx="8302625" cy="3525837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comparison with HTTP:</a:t>
            </a:r>
          </a:p>
          <a:p>
            <a:pPr>
              <a:spcBef>
                <a:spcPct val="50000"/>
              </a:spcBef>
            </a:pPr>
            <a:r>
              <a:rPr lang="en-US" altLang="zh-TW" sz="2400" dirty="0">
                <a:ea typeface="ＭＳ Ｐゴシック" panose="020B0600070205080204" pitchFamily="34" charset="-128"/>
              </a:rPr>
              <a:t>HTTP: </a:t>
            </a:r>
            <a:r>
              <a:rPr lang="en-US" altLang="zh-TW" sz="24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pull protocol</a:t>
            </a:r>
            <a:r>
              <a:rPr lang="en-US" altLang="zh-TW" sz="2400" dirty="0">
                <a:ea typeface="ＭＳ Ｐゴシック" panose="020B0600070205080204" pitchFamily="34" charset="-128"/>
              </a:rPr>
              <a:t> (pull the information from the server)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zh-TW" sz="2400" dirty="0">
                <a:ea typeface="ＭＳ Ｐゴシック" panose="020B0600070205080204" pitchFamily="34" charset="-128"/>
              </a:rPr>
              <a:t>	SMTP: </a:t>
            </a:r>
            <a:r>
              <a:rPr lang="en-US" altLang="zh-TW" sz="24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push protocol </a:t>
            </a:r>
            <a:r>
              <a:rPr lang="en-US" altLang="zh-TW" sz="2400" dirty="0">
                <a:ea typeface="ＭＳ Ｐゴシック" panose="020B0600070205080204" pitchFamily="34" charset="-128"/>
              </a:rPr>
              <a:t>(sending mail server pushes the file to the receiving mail server)</a:t>
            </a:r>
          </a:p>
          <a:p>
            <a:pPr>
              <a:spcAft>
                <a:spcPct val="50000"/>
              </a:spcAft>
            </a:pPr>
            <a:r>
              <a:rPr lang="en-US" altLang="zh-TW" sz="2400" dirty="0">
                <a:ea typeface="ＭＳ Ｐゴシック" panose="020B0600070205080204" pitchFamily="34" charset="-128"/>
              </a:rPr>
              <a:t>Both have ASCII command/response interaction, status codes</a:t>
            </a:r>
          </a:p>
        </p:txBody>
      </p:sp>
      <p:pic>
        <p:nvPicPr>
          <p:cNvPr id="183303" name="Picture 10" descr="underline_base">
            <a:extLst>
              <a:ext uri="{FF2B5EF4-FFF2-40B4-BE49-F238E27FC236}">
                <a16:creationId xmlns:a16="http://schemas.microsoft.com/office/drawing/2014/main" id="{BB0EC124-4B06-4843-9828-0C365317E332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8950" y="968375"/>
            <a:ext cx="45704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3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3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30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30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346" name="Rectangle 7">
            <a:extLst>
              <a:ext uri="{FF2B5EF4-FFF2-40B4-BE49-F238E27FC236}">
                <a16:creationId xmlns:a16="http://schemas.microsoft.com/office/drawing/2014/main" id="{C2C09D31-730C-4516-A33B-47E87B9DDFA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185347" name="Rectangle 8">
            <a:extLst>
              <a:ext uri="{FF2B5EF4-FFF2-40B4-BE49-F238E27FC236}">
                <a16:creationId xmlns:a16="http://schemas.microsoft.com/office/drawing/2014/main" id="{6D537B59-9798-402C-969E-BD683911AD3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2-</a:t>
            </a:r>
            <a:fld id="{5B6183EF-7C5B-4D45-B074-4993561DA16E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45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185348" name="Rectangle 2">
            <a:extLst>
              <a:ext uri="{FF2B5EF4-FFF2-40B4-BE49-F238E27FC236}">
                <a16:creationId xmlns:a16="http://schemas.microsoft.com/office/drawing/2014/main" id="{D2C677E2-0C69-4584-8E9B-51BA42A1A52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117475"/>
            <a:ext cx="7772400" cy="1143000"/>
          </a:xfrm>
        </p:spPr>
        <p:txBody>
          <a:bodyPr/>
          <a:lstStyle/>
          <a:p>
            <a:r>
              <a:rPr lang="en-US" altLang="zh-TW" sz="4000">
                <a:ea typeface="ＭＳ Ｐゴシック" panose="020B0600070205080204" pitchFamily="34" charset="-128"/>
              </a:rPr>
              <a:t>Mail message format</a:t>
            </a:r>
            <a:endParaRPr lang="en-US" altLang="zh-TW">
              <a:ea typeface="ＭＳ Ｐゴシック" panose="020B0600070205080204" pitchFamily="34" charset="-128"/>
            </a:endParaRPr>
          </a:p>
        </p:txBody>
      </p:sp>
      <p:sp>
        <p:nvSpPr>
          <p:cNvPr id="185349" name="Rectangle 3">
            <a:extLst>
              <a:ext uri="{FF2B5EF4-FFF2-40B4-BE49-F238E27FC236}">
                <a16:creationId xmlns:a16="http://schemas.microsoft.com/office/drawing/2014/main" id="{42CDD703-98C5-4E1C-BACD-9290DA7D2E9C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33400" y="1611313"/>
            <a:ext cx="3810000" cy="4648200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sz="2400" dirty="0">
                <a:ea typeface="ＭＳ Ｐゴシック" panose="020B0600070205080204" pitchFamily="34" charset="-128"/>
              </a:rPr>
              <a:t>SMTP: protocol for exchanging email </a:t>
            </a:r>
            <a:r>
              <a:rPr lang="en-US" altLang="zh-TW" sz="2400" dirty="0" err="1">
                <a:ea typeface="ＭＳ Ｐゴシック" panose="020B0600070205080204" pitchFamily="34" charset="-128"/>
              </a:rPr>
              <a:t>msgs</a:t>
            </a:r>
            <a:endParaRPr lang="en-US" altLang="zh-TW" sz="2400" dirty="0">
              <a:ea typeface="ＭＳ Ｐゴシック" panose="020B0600070205080204" pitchFamily="34" charset="-128"/>
            </a:endParaRPr>
          </a:p>
          <a:p>
            <a:pPr>
              <a:buFont typeface="Wingdings" panose="05000000000000000000" pitchFamily="2" charset="2"/>
              <a:buNone/>
            </a:pPr>
            <a:r>
              <a:rPr lang="en-US" altLang="zh-TW" sz="2400" dirty="0">
                <a:ea typeface="ＭＳ Ｐゴシック" panose="020B0600070205080204" pitchFamily="34" charset="-128"/>
              </a:rPr>
              <a:t>RFC 822: standard for text message format:</a:t>
            </a:r>
          </a:p>
          <a:p>
            <a:r>
              <a:rPr lang="en-US" altLang="zh-TW" sz="24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header lines</a:t>
            </a:r>
            <a:r>
              <a:rPr lang="en-US" altLang="zh-TW" sz="2400" dirty="0">
                <a:ea typeface="ＭＳ Ｐゴシック" panose="020B0600070205080204" pitchFamily="34" charset="-128"/>
              </a:rPr>
              <a:t>, e.g.,</a:t>
            </a:r>
          </a:p>
          <a:p>
            <a:pPr lvl="1"/>
            <a:r>
              <a:rPr lang="en-US" altLang="zh-TW" sz="2000" dirty="0">
                <a:ea typeface="ＭＳ Ｐゴシック" panose="020B0600070205080204" pitchFamily="34" charset="-128"/>
              </a:rPr>
              <a:t>To:</a:t>
            </a:r>
          </a:p>
          <a:p>
            <a:pPr lvl="1"/>
            <a:r>
              <a:rPr lang="en-US" altLang="zh-TW" sz="2000" dirty="0">
                <a:ea typeface="ＭＳ Ｐゴシック" panose="020B0600070205080204" pitchFamily="34" charset="-128"/>
              </a:rPr>
              <a:t>From:</a:t>
            </a:r>
          </a:p>
          <a:p>
            <a:pPr lvl="1"/>
            <a:r>
              <a:rPr lang="en-US" altLang="zh-TW" sz="2000" dirty="0">
                <a:ea typeface="ＭＳ Ｐゴシック" panose="020B0600070205080204" pitchFamily="34" charset="-128"/>
              </a:rPr>
              <a:t>Subject:</a:t>
            </a:r>
          </a:p>
          <a:p>
            <a:endParaRPr lang="en-US" altLang="zh-TW" sz="2400" dirty="0">
              <a:solidFill>
                <a:srgbClr val="0070C0"/>
              </a:solidFill>
              <a:ea typeface="ＭＳ Ｐゴシック" panose="020B0600070205080204" pitchFamily="34" charset="-128"/>
            </a:endParaRPr>
          </a:p>
          <a:p>
            <a:endParaRPr lang="en-US" altLang="zh-TW" sz="2400">
              <a:solidFill>
                <a:srgbClr val="0070C0"/>
              </a:solidFill>
              <a:ea typeface="ＭＳ Ｐゴシック" panose="020B0600070205080204" pitchFamily="34" charset="-128"/>
            </a:endParaRPr>
          </a:p>
          <a:p>
            <a:r>
              <a:rPr lang="en-US" altLang="zh-TW" sz="2400">
                <a:solidFill>
                  <a:srgbClr val="0070C0"/>
                </a:solidFill>
                <a:ea typeface="ＭＳ Ｐゴシック" panose="020B0600070205080204" pitchFamily="34" charset="-128"/>
              </a:rPr>
              <a:t>Body</a:t>
            </a:r>
            <a:r>
              <a:rPr lang="en-US" altLang="zh-TW" sz="2400" dirty="0">
                <a:ea typeface="ＭＳ Ｐゴシック" panose="020B0600070205080204" pitchFamily="34" charset="-128"/>
              </a:rPr>
              <a:t>: the </a:t>
            </a:r>
            <a:r>
              <a:rPr lang="ja-JP" altLang="en-US" sz="2400" dirty="0">
                <a:ea typeface="ＭＳ Ｐゴシック" panose="020B0600070205080204" pitchFamily="34" charset="-128"/>
              </a:rPr>
              <a:t>“</a:t>
            </a:r>
            <a:r>
              <a:rPr lang="en-US" altLang="ja-JP" sz="2400" dirty="0">
                <a:ea typeface="ＭＳ Ｐゴシック" panose="020B0600070205080204" pitchFamily="34" charset="-128"/>
              </a:rPr>
              <a:t>message</a:t>
            </a:r>
            <a:r>
              <a:rPr lang="ja-JP" altLang="en-US" sz="2400" dirty="0">
                <a:ea typeface="ＭＳ Ｐゴシック" panose="020B0600070205080204" pitchFamily="34" charset="-128"/>
              </a:rPr>
              <a:t>”</a:t>
            </a:r>
            <a:r>
              <a:rPr lang="en-US" altLang="ja-JP" sz="2400" dirty="0">
                <a:ea typeface="ＭＳ Ｐゴシック" panose="020B0600070205080204" pitchFamily="34" charset="-128"/>
              </a:rPr>
              <a:t> </a:t>
            </a:r>
          </a:p>
          <a:p>
            <a:pPr lvl="1"/>
            <a:r>
              <a:rPr lang="en-US" altLang="zh-TW" sz="2000" dirty="0">
                <a:ea typeface="ＭＳ Ｐゴシック" panose="020B0600070205080204" pitchFamily="34" charset="-128"/>
              </a:rPr>
              <a:t>ASCII characters only</a:t>
            </a:r>
          </a:p>
        </p:txBody>
      </p:sp>
      <p:sp>
        <p:nvSpPr>
          <p:cNvPr id="185350" name="Rectangle 5">
            <a:extLst>
              <a:ext uri="{FF2B5EF4-FFF2-40B4-BE49-F238E27FC236}">
                <a16:creationId xmlns:a16="http://schemas.microsoft.com/office/drawing/2014/main" id="{AB63DE38-5318-4261-95D2-DB6647667A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78400" y="1892300"/>
            <a:ext cx="2832100" cy="4318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>
                <a:solidFill>
                  <a:schemeClr val="bg1"/>
                </a:solidFill>
                <a:latin typeface="Arial" panose="020B0604020202020204" pitchFamily="34" charset="0"/>
              </a:rPr>
              <a:t>header</a:t>
            </a:r>
          </a:p>
        </p:txBody>
      </p:sp>
      <p:sp>
        <p:nvSpPr>
          <p:cNvPr id="185351" name="Rectangle 7">
            <a:extLst>
              <a:ext uri="{FF2B5EF4-FFF2-40B4-BE49-F238E27FC236}">
                <a16:creationId xmlns:a16="http://schemas.microsoft.com/office/drawing/2014/main" id="{1DF45639-F776-4458-BB7C-B493A1416A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78400" y="2705100"/>
            <a:ext cx="2832100" cy="17399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>
                <a:solidFill>
                  <a:schemeClr val="bg1"/>
                </a:solidFill>
                <a:latin typeface="Arial" panose="020B0604020202020204" pitchFamily="34" charset="0"/>
              </a:rPr>
              <a:t>body</a:t>
            </a:r>
          </a:p>
        </p:txBody>
      </p:sp>
      <p:sp>
        <p:nvSpPr>
          <p:cNvPr id="185352" name="Rectangle 9">
            <a:extLst>
              <a:ext uri="{FF2B5EF4-FFF2-40B4-BE49-F238E27FC236}">
                <a16:creationId xmlns:a16="http://schemas.microsoft.com/office/drawing/2014/main" id="{883D0E23-F6E7-4EEB-BCBD-898105F2E2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75200" y="1778000"/>
            <a:ext cx="3238500" cy="30734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endParaRPr lang="zh-TW" altLang="zh-TW" sz="2400">
              <a:latin typeface="Arial" panose="020B0604020202020204" pitchFamily="34" charset="0"/>
            </a:endParaRPr>
          </a:p>
        </p:txBody>
      </p:sp>
      <p:sp>
        <p:nvSpPr>
          <p:cNvPr id="185353" name="Line 10">
            <a:extLst>
              <a:ext uri="{FF2B5EF4-FFF2-40B4-BE49-F238E27FC236}">
                <a16:creationId xmlns:a16="http://schemas.microsoft.com/office/drawing/2014/main" id="{C637D33B-D75B-48B1-8453-6D6FA766974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162300" y="2159000"/>
            <a:ext cx="1765300" cy="101600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85354" name="Line 11">
            <a:extLst>
              <a:ext uri="{FF2B5EF4-FFF2-40B4-BE49-F238E27FC236}">
                <a16:creationId xmlns:a16="http://schemas.microsoft.com/office/drawing/2014/main" id="{AE2B3B08-1EE8-4D8C-A92A-0BF2405CEEE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009900" y="3327400"/>
            <a:ext cx="1905000" cy="187960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85355" name="Text Box 13">
            <a:extLst>
              <a:ext uri="{FF2B5EF4-FFF2-40B4-BE49-F238E27FC236}">
                <a16:creationId xmlns:a16="http://schemas.microsoft.com/office/drawing/2014/main" id="{E5FE53C3-58AD-4FFA-BF91-2172CA9DDE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39113" y="2112963"/>
            <a:ext cx="792162" cy="701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blank</a:t>
            </a:r>
          </a:p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line</a:t>
            </a:r>
          </a:p>
        </p:txBody>
      </p:sp>
      <p:sp>
        <p:nvSpPr>
          <p:cNvPr id="185356" name="Line 14">
            <a:extLst>
              <a:ext uri="{FF2B5EF4-FFF2-40B4-BE49-F238E27FC236}">
                <a16:creationId xmlns:a16="http://schemas.microsoft.com/office/drawing/2014/main" id="{EB93CAC1-159F-4A70-A3C8-ADA4DBE2284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251700" y="2552700"/>
            <a:ext cx="965200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pic>
        <p:nvPicPr>
          <p:cNvPr id="185357" name="Picture 16" descr="underline_base">
            <a:extLst>
              <a:ext uri="{FF2B5EF4-FFF2-40B4-BE49-F238E27FC236}">
                <a16:creationId xmlns:a16="http://schemas.microsoft.com/office/drawing/2014/main" id="{D17524AE-70A7-4A39-8186-09B9395D58FC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8950" y="912813"/>
            <a:ext cx="4570413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394" name="Rectangle 7">
            <a:extLst>
              <a:ext uri="{FF2B5EF4-FFF2-40B4-BE49-F238E27FC236}">
                <a16:creationId xmlns:a16="http://schemas.microsoft.com/office/drawing/2014/main" id="{B0F7F6A1-8912-4B69-9AB7-8E42CD55D5E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187395" name="Rectangle 8">
            <a:extLst>
              <a:ext uri="{FF2B5EF4-FFF2-40B4-BE49-F238E27FC236}">
                <a16:creationId xmlns:a16="http://schemas.microsoft.com/office/drawing/2014/main" id="{AC5ACE8B-4286-4462-BB24-4CB89E73AA6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2-</a:t>
            </a:r>
            <a:fld id="{5C651ACB-477B-4F89-8BBB-D9D63FF39756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46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grpSp>
        <p:nvGrpSpPr>
          <p:cNvPr id="187396" name="Group 133">
            <a:extLst>
              <a:ext uri="{FF2B5EF4-FFF2-40B4-BE49-F238E27FC236}">
                <a16:creationId xmlns:a16="http://schemas.microsoft.com/office/drawing/2014/main" id="{AB0FDE88-1ED4-4766-9D24-835E0D22FD05}"/>
              </a:ext>
            </a:extLst>
          </p:cNvPr>
          <p:cNvGrpSpPr>
            <a:grpSpLocks/>
          </p:cNvGrpSpPr>
          <p:nvPr/>
        </p:nvGrpSpPr>
        <p:grpSpPr bwMode="auto">
          <a:xfrm>
            <a:off x="2962275" y="1577975"/>
            <a:ext cx="511175" cy="693738"/>
            <a:chOff x="4140" y="429"/>
            <a:chExt cx="1425" cy="2396"/>
          </a:xfrm>
        </p:grpSpPr>
        <p:sp>
          <p:nvSpPr>
            <p:cNvPr id="187488" name="Freeform 134">
              <a:extLst>
                <a:ext uri="{FF2B5EF4-FFF2-40B4-BE49-F238E27FC236}">
                  <a16:creationId xmlns:a16="http://schemas.microsoft.com/office/drawing/2014/main" id="{48AA0744-F112-4CC0-8892-C3FCC70FDF79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2 w 354"/>
                <a:gd name="T3" fmla="*/ 3 h 2742"/>
                <a:gd name="T4" fmla="*/ 2 w 354"/>
                <a:gd name="T5" fmla="*/ 3 h 2742"/>
                <a:gd name="T6" fmla="*/ 0 w 354"/>
                <a:gd name="T7" fmla="*/ 3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87489" name="Rectangle 135">
              <a:extLst>
                <a:ext uri="{FF2B5EF4-FFF2-40B4-BE49-F238E27FC236}">
                  <a16:creationId xmlns:a16="http://schemas.microsoft.com/office/drawing/2014/main" id="{00540571-90DE-4F6F-A8F8-B1743E649F4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6" y="429"/>
              <a:ext cx="1044" cy="2286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87490" name="Freeform 136">
              <a:extLst>
                <a:ext uri="{FF2B5EF4-FFF2-40B4-BE49-F238E27FC236}">
                  <a16:creationId xmlns:a16="http://schemas.microsoft.com/office/drawing/2014/main" id="{77C9441C-A9F4-4178-BFA9-4655710A82A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2 w 211"/>
                <a:gd name="T3" fmla="*/ 3 h 2537"/>
                <a:gd name="T4" fmla="*/ 2 w 211"/>
                <a:gd name="T5" fmla="*/ 3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87491" name="Freeform 137">
              <a:extLst>
                <a:ext uri="{FF2B5EF4-FFF2-40B4-BE49-F238E27FC236}">
                  <a16:creationId xmlns:a16="http://schemas.microsoft.com/office/drawing/2014/main" id="{EC8CDC05-9C6C-4C6B-BDF1-44F168E0495C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3 h 226"/>
                <a:gd name="T4" fmla="*/ 2 w 328"/>
                <a:gd name="T5" fmla="*/ 3 h 226"/>
                <a:gd name="T6" fmla="*/ 0 w 328"/>
                <a:gd name="T7" fmla="*/ 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87492" name="Rectangle 138">
              <a:extLst>
                <a:ext uri="{FF2B5EF4-FFF2-40B4-BE49-F238E27FC236}">
                  <a16:creationId xmlns:a16="http://schemas.microsoft.com/office/drawing/2014/main" id="{9AA49850-7D92-4D6A-8B8C-3845C04C53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1" y="692"/>
              <a:ext cx="597" cy="49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187493" name="Group 139">
              <a:extLst>
                <a:ext uri="{FF2B5EF4-FFF2-40B4-BE49-F238E27FC236}">
                  <a16:creationId xmlns:a16="http://schemas.microsoft.com/office/drawing/2014/main" id="{18C74B66-F02C-4C3A-A38C-51A60CD8CEB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87518" name="AutoShape 140">
                <a:extLst>
                  <a:ext uri="{FF2B5EF4-FFF2-40B4-BE49-F238E27FC236}">
                    <a16:creationId xmlns:a16="http://schemas.microsoft.com/office/drawing/2014/main" id="{915825EC-91D5-45DB-86F7-47E37C7F6BE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70"/>
                <a:ext cx="723" cy="137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87519" name="AutoShape 141">
                <a:extLst>
                  <a:ext uri="{FF2B5EF4-FFF2-40B4-BE49-F238E27FC236}">
                    <a16:creationId xmlns:a16="http://schemas.microsoft.com/office/drawing/2014/main" id="{4DCB826E-D1A4-4DDA-A73F-8352026AC4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3" y="2586"/>
                <a:ext cx="690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87494" name="Rectangle 142">
              <a:extLst>
                <a:ext uri="{FF2B5EF4-FFF2-40B4-BE49-F238E27FC236}">
                  <a16:creationId xmlns:a16="http://schemas.microsoft.com/office/drawing/2014/main" id="{5F828B35-CFDC-4A3F-9555-BACDCC0BC6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4" y="1021"/>
              <a:ext cx="597" cy="44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187495" name="Group 143">
              <a:extLst>
                <a:ext uri="{FF2B5EF4-FFF2-40B4-BE49-F238E27FC236}">
                  <a16:creationId xmlns:a16="http://schemas.microsoft.com/office/drawing/2014/main" id="{36989648-E8F3-44F9-81CC-738D632F9DB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87516" name="AutoShape 144">
                <a:extLst>
                  <a:ext uri="{FF2B5EF4-FFF2-40B4-BE49-F238E27FC236}">
                    <a16:creationId xmlns:a16="http://schemas.microsoft.com/office/drawing/2014/main" id="{9523A1E6-6F45-4666-9687-8F31CCDEE6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8"/>
                <a:ext cx="718" cy="131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87517" name="AutoShape 145">
                <a:extLst>
                  <a:ext uri="{FF2B5EF4-FFF2-40B4-BE49-F238E27FC236}">
                    <a16:creationId xmlns:a16="http://schemas.microsoft.com/office/drawing/2014/main" id="{DB3764BF-1A06-4DFD-BC9E-F6F674513B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5"/>
                <a:ext cx="690" cy="102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87496" name="Rectangle 146">
              <a:extLst>
                <a:ext uri="{FF2B5EF4-FFF2-40B4-BE49-F238E27FC236}">
                  <a16:creationId xmlns:a16="http://schemas.microsoft.com/office/drawing/2014/main" id="{4E6CFA9F-CD8F-43BB-A48B-4BB1588C3A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5" y="1356"/>
              <a:ext cx="597" cy="49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87497" name="Rectangle 147">
              <a:extLst>
                <a:ext uri="{FF2B5EF4-FFF2-40B4-BE49-F238E27FC236}">
                  <a16:creationId xmlns:a16="http://schemas.microsoft.com/office/drawing/2014/main" id="{DCBF1953-FEBA-4BCB-87B3-13D185C7C1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9" y="1657"/>
              <a:ext cx="597" cy="44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187498" name="Group 148">
              <a:extLst>
                <a:ext uri="{FF2B5EF4-FFF2-40B4-BE49-F238E27FC236}">
                  <a16:creationId xmlns:a16="http://schemas.microsoft.com/office/drawing/2014/main" id="{62275E25-281B-4D08-A14D-0A4C71CF886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87514" name="AutoShape 149">
                <a:extLst>
                  <a:ext uri="{FF2B5EF4-FFF2-40B4-BE49-F238E27FC236}">
                    <a16:creationId xmlns:a16="http://schemas.microsoft.com/office/drawing/2014/main" id="{048763A3-1E6A-46AB-9D2C-7ADCF86A7A1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81"/>
                <a:ext cx="728" cy="126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87515" name="AutoShape 150">
                <a:extLst>
                  <a:ext uri="{FF2B5EF4-FFF2-40B4-BE49-F238E27FC236}">
                    <a16:creationId xmlns:a16="http://schemas.microsoft.com/office/drawing/2014/main" id="{7209B25E-44B6-4CF0-87A5-A899769B8A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6"/>
                <a:ext cx="695" cy="106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87499" name="Freeform 151">
              <a:extLst>
                <a:ext uri="{FF2B5EF4-FFF2-40B4-BE49-F238E27FC236}">
                  <a16:creationId xmlns:a16="http://schemas.microsoft.com/office/drawing/2014/main" id="{84F909E4-3E9E-4575-8B6F-D31E0F370D91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2 h 226"/>
                <a:gd name="T4" fmla="*/ 2 w 328"/>
                <a:gd name="T5" fmla="*/ 2 h 226"/>
                <a:gd name="T6" fmla="*/ 0 w 328"/>
                <a:gd name="T7" fmla="*/ 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187500" name="Group 152">
              <a:extLst>
                <a:ext uri="{FF2B5EF4-FFF2-40B4-BE49-F238E27FC236}">
                  <a16:creationId xmlns:a16="http://schemas.microsoft.com/office/drawing/2014/main" id="{392AE676-FD86-4B04-85FB-62031FE9320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87512" name="AutoShape 153">
                <a:extLst>
                  <a:ext uri="{FF2B5EF4-FFF2-40B4-BE49-F238E27FC236}">
                    <a16:creationId xmlns:a16="http://schemas.microsoft.com/office/drawing/2014/main" id="{117696E3-4CA2-40C0-8205-AA88886C1B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69"/>
                <a:ext cx="728" cy="137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87513" name="AutoShape 154">
                <a:extLst>
                  <a:ext uri="{FF2B5EF4-FFF2-40B4-BE49-F238E27FC236}">
                    <a16:creationId xmlns:a16="http://schemas.microsoft.com/office/drawing/2014/main" id="{20656570-50D4-440D-A705-DED9626C66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6"/>
                <a:ext cx="695" cy="10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87501" name="Rectangle 155">
              <a:extLst>
                <a:ext uri="{FF2B5EF4-FFF2-40B4-BE49-F238E27FC236}">
                  <a16:creationId xmlns:a16="http://schemas.microsoft.com/office/drawing/2014/main" id="{EC64AFE6-56FA-4EB1-BCB2-B5A67C4590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1" y="429"/>
              <a:ext cx="66" cy="2286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87502" name="Freeform 156">
              <a:extLst>
                <a:ext uri="{FF2B5EF4-FFF2-40B4-BE49-F238E27FC236}">
                  <a16:creationId xmlns:a16="http://schemas.microsoft.com/office/drawing/2014/main" id="{6ED63F87-3FFB-4352-B622-3A4D5E6F2D3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 w 296"/>
                <a:gd name="T3" fmla="*/ 2 h 256"/>
                <a:gd name="T4" fmla="*/ 2 w 296"/>
                <a:gd name="T5" fmla="*/ 2 h 256"/>
                <a:gd name="T6" fmla="*/ 0 w 296"/>
                <a:gd name="T7" fmla="*/ 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87503" name="Freeform 157">
              <a:extLst>
                <a:ext uri="{FF2B5EF4-FFF2-40B4-BE49-F238E27FC236}">
                  <a16:creationId xmlns:a16="http://schemas.microsoft.com/office/drawing/2014/main" id="{FA074875-595A-4DFB-B08A-81C8C6613BF0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 w 304"/>
                <a:gd name="T3" fmla="*/ 2 h 288"/>
                <a:gd name="T4" fmla="*/ 2 w 304"/>
                <a:gd name="T5" fmla="*/ 2 h 288"/>
                <a:gd name="T6" fmla="*/ 2 w 304"/>
                <a:gd name="T7" fmla="*/ 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87504" name="Oval 158">
              <a:extLst>
                <a:ext uri="{FF2B5EF4-FFF2-40B4-BE49-F238E27FC236}">
                  <a16:creationId xmlns:a16="http://schemas.microsoft.com/office/drawing/2014/main" id="{4D3BE049-E7E9-4753-B67A-EBB7B9F077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6" y="2611"/>
              <a:ext cx="49" cy="93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87505" name="Freeform 159">
              <a:extLst>
                <a:ext uri="{FF2B5EF4-FFF2-40B4-BE49-F238E27FC236}">
                  <a16:creationId xmlns:a16="http://schemas.microsoft.com/office/drawing/2014/main" id="{65D6BC1C-83E5-4972-ACF2-D6F873418A81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 h 240"/>
                <a:gd name="T2" fmla="*/ 2 w 306"/>
                <a:gd name="T3" fmla="*/ 3 h 240"/>
                <a:gd name="T4" fmla="*/ 2 w 306"/>
                <a:gd name="T5" fmla="*/ 3 h 240"/>
                <a:gd name="T6" fmla="*/ 2 w 306"/>
                <a:gd name="T7" fmla="*/ 0 h 240"/>
                <a:gd name="T8" fmla="*/ 0 w 306"/>
                <a:gd name="T9" fmla="*/ 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87506" name="AutoShape 160">
              <a:extLst>
                <a:ext uri="{FF2B5EF4-FFF2-40B4-BE49-F238E27FC236}">
                  <a16:creationId xmlns:a16="http://schemas.microsoft.com/office/drawing/2014/main" id="{B37EC01C-3A6E-4624-BDC5-A3E35CD4F2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7"/>
              <a:ext cx="1199" cy="148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87507" name="AutoShape 161">
              <a:extLst>
                <a:ext uri="{FF2B5EF4-FFF2-40B4-BE49-F238E27FC236}">
                  <a16:creationId xmlns:a16="http://schemas.microsoft.com/office/drawing/2014/main" id="{3656FCC1-D222-4293-AAE0-ED4BE604D2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6" y="2710"/>
              <a:ext cx="1071" cy="82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87508" name="Oval 162">
              <a:extLst>
                <a:ext uri="{FF2B5EF4-FFF2-40B4-BE49-F238E27FC236}">
                  <a16:creationId xmlns:a16="http://schemas.microsoft.com/office/drawing/2014/main" id="{8544519A-D572-431B-BBC4-9D6400B76B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8" y="2381"/>
              <a:ext cx="159" cy="143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87509" name="Oval 163">
              <a:extLst>
                <a:ext uri="{FF2B5EF4-FFF2-40B4-BE49-F238E27FC236}">
                  <a16:creationId xmlns:a16="http://schemas.microsoft.com/office/drawing/2014/main" id="{07E6BE06-0133-43F5-A8A9-5CBE9E3E086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5" y="2386"/>
              <a:ext cx="159" cy="143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7510" name="Oval 164">
              <a:extLst>
                <a:ext uri="{FF2B5EF4-FFF2-40B4-BE49-F238E27FC236}">
                  <a16:creationId xmlns:a16="http://schemas.microsoft.com/office/drawing/2014/main" id="{53CE7163-A60A-4F8B-B4E5-7AAB6257FF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2" y="2381"/>
              <a:ext cx="159" cy="143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87511" name="Rectangle 165">
              <a:extLst>
                <a:ext uri="{FF2B5EF4-FFF2-40B4-BE49-F238E27FC236}">
                  <a16:creationId xmlns:a16="http://schemas.microsoft.com/office/drawing/2014/main" id="{587C44D5-957F-427E-A1B7-1B0546FB17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0" y="1833"/>
              <a:ext cx="89" cy="762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</p:grpSp>
      <p:grpSp>
        <p:nvGrpSpPr>
          <p:cNvPr id="187397" name="Group 100">
            <a:extLst>
              <a:ext uri="{FF2B5EF4-FFF2-40B4-BE49-F238E27FC236}">
                <a16:creationId xmlns:a16="http://schemas.microsoft.com/office/drawing/2014/main" id="{6AAC1F48-EEF6-464E-81F3-CE6525DC3643}"/>
              </a:ext>
            </a:extLst>
          </p:cNvPr>
          <p:cNvGrpSpPr>
            <a:grpSpLocks/>
          </p:cNvGrpSpPr>
          <p:nvPr/>
        </p:nvGrpSpPr>
        <p:grpSpPr bwMode="auto">
          <a:xfrm>
            <a:off x="4648200" y="1587500"/>
            <a:ext cx="511175" cy="693738"/>
            <a:chOff x="4140" y="429"/>
            <a:chExt cx="1425" cy="2396"/>
          </a:xfrm>
        </p:grpSpPr>
        <p:sp>
          <p:nvSpPr>
            <p:cNvPr id="187456" name="Freeform 101">
              <a:extLst>
                <a:ext uri="{FF2B5EF4-FFF2-40B4-BE49-F238E27FC236}">
                  <a16:creationId xmlns:a16="http://schemas.microsoft.com/office/drawing/2014/main" id="{707B3B29-496A-46F3-B711-3EC55BA537C6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2 w 354"/>
                <a:gd name="T3" fmla="*/ 3 h 2742"/>
                <a:gd name="T4" fmla="*/ 2 w 354"/>
                <a:gd name="T5" fmla="*/ 3 h 2742"/>
                <a:gd name="T6" fmla="*/ 0 w 354"/>
                <a:gd name="T7" fmla="*/ 3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87457" name="Rectangle 102">
              <a:extLst>
                <a:ext uri="{FF2B5EF4-FFF2-40B4-BE49-F238E27FC236}">
                  <a16:creationId xmlns:a16="http://schemas.microsoft.com/office/drawing/2014/main" id="{E6FEEE36-5DB6-4280-BCF3-A0639895AA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6" y="429"/>
              <a:ext cx="1044" cy="2286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87458" name="Freeform 103">
              <a:extLst>
                <a:ext uri="{FF2B5EF4-FFF2-40B4-BE49-F238E27FC236}">
                  <a16:creationId xmlns:a16="http://schemas.microsoft.com/office/drawing/2014/main" id="{77AD8C7B-8523-4599-BC13-9B7E2ED49ED3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2 w 211"/>
                <a:gd name="T3" fmla="*/ 3 h 2537"/>
                <a:gd name="T4" fmla="*/ 2 w 211"/>
                <a:gd name="T5" fmla="*/ 3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87459" name="Freeform 104">
              <a:extLst>
                <a:ext uri="{FF2B5EF4-FFF2-40B4-BE49-F238E27FC236}">
                  <a16:creationId xmlns:a16="http://schemas.microsoft.com/office/drawing/2014/main" id="{B67103B8-D6C2-47A8-9295-5492D68A6CD6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3 h 226"/>
                <a:gd name="T4" fmla="*/ 2 w 328"/>
                <a:gd name="T5" fmla="*/ 3 h 226"/>
                <a:gd name="T6" fmla="*/ 0 w 328"/>
                <a:gd name="T7" fmla="*/ 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87460" name="Rectangle 105">
              <a:extLst>
                <a:ext uri="{FF2B5EF4-FFF2-40B4-BE49-F238E27FC236}">
                  <a16:creationId xmlns:a16="http://schemas.microsoft.com/office/drawing/2014/main" id="{A9A8957D-E3C4-48F5-8721-3FEB6169D9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1" y="692"/>
              <a:ext cx="597" cy="49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187461" name="Group 106">
              <a:extLst>
                <a:ext uri="{FF2B5EF4-FFF2-40B4-BE49-F238E27FC236}">
                  <a16:creationId xmlns:a16="http://schemas.microsoft.com/office/drawing/2014/main" id="{B77567F8-31C4-41A1-8770-EB1970EE298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87486" name="AutoShape 107">
                <a:extLst>
                  <a:ext uri="{FF2B5EF4-FFF2-40B4-BE49-F238E27FC236}">
                    <a16:creationId xmlns:a16="http://schemas.microsoft.com/office/drawing/2014/main" id="{E8F3FFA0-0BC2-482B-A3F5-53B1B407F0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70"/>
                <a:ext cx="723" cy="137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87487" name="AutoShape 108">
                <a:extLst>
                  <a:ext uri="{FF2B5EF4-FFF2-40B4-BE49-F238E27FC236}">
                    <a16:creationId xmlns:a16="http://schemas.microsoft.com/office/drawing/2014/main" id="{507BA0F9-C7F9-43F6-AAAE-34B07C2062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3" y="2586"/>
                <a:ext cx="690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87462" name="Rectangle 109">
              <a:extLst>
                <a:ext uri="{FF2B5EF4-FFF2-40B4-BE49-F238E27FC236}">
                  <a16:creationId xmlns:a16="http://schemas.microsoft.com/office/drawing/2014/main" id="{30CA662F-D2CE-433F-9384-D121948BD0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4" y="1021"/>
              <a:ext cx="597" cy="44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187463" name="Group 110">
              <a:extLst>
                <a:ext uri="{FF2B5EF4-FFF2-40B4-BE49-F238E27FC236}">
                  <a16:creationId xmlns:a16="http://schemas.microsoft.com/office/drawing/2014/main" id="{1488C7E8-5B1B-464E-B5D2-70FDB0A90DC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87484" name="AutoShape 111">
                <a:extLst>
                  <a:ext uri="{FF2B5EF4-FFF2-40B4-BE49-F238E27FC236}">
                    <a16:creationId xmlns:a16="http://schemas.microsoft.com/office/drawing/2014/main" id="{A0EF6A23-3934-4B12-B81D-DEFD9407B3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8"/>
                <a:ext cx="718" cy="131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87485" name="AutoShape 112">
                <a:extLst>
                  <a:ext uri="{FF2B5EF4-FFF2-40B4-BE49-F238E27FC236}">
                    <a16:creationId xmlns:a16="http://schemas.microsoft.com/office/drawing/2014/main" id="{E2AC595F-1F7A-4832-8C3C-2BEDD8B1FA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5"/>
                <a:ext cx="690" cy="102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87464" name="Rectangle 113">
              <a:extLst>
                <a:ext uri="{FF2B5EF4-FFF2-40B4-BE49-F238E27FC236}">
                  <a16:creationId xmlns:a16="http://schemas.microsoft.com/office/drawing/2014/main" id="{C673C836-252A-4BDA-BC1F-764C849797A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5" y="1356"/>
              <a:ext cx="597" cy="49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87465" name="Rectangle 114">
              <a:extLst>
                <a:ext uri="{FF2B5EF4-FFF2-40B4-BE49-F238E27FC236}">
                  <a16:creationId xmlns:a16="http://schemas.microsoft.com/office/drawing/2014/main" id="{C7D4921C-9F09-4F27-A0B7-0C20313585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9" y="1657"/>
              <a:ext cx="597" cy="44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187466" name="Group 115">
              <a:extLst>
                <a:ext uri="{FF2B5EF4-FFF2-40B4-BE49-F238E27FC236}">
                  <a16:creationId xmlns:a16="http://schemas.microsoft.com/office/drawing/2014/main" id="{3F152C7C-1363-47FF-8A0D-4986CBC5C37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87482" name="AutoShape 116">
                <a:extLst>
                  <a:ext uri="{FF2B5EF4-FFF2-40B4-BE49-F238E27FC236}">
                    <a16:creationId xmlns:a16="http://schemas.microsoft.com/office/drawing/2014/main" id="{6DB24ABC-9832-469A-A41A-0AEBD73E67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81"/>
                <a:ext cx="728" cy="126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87483" name="AutoShape 117">
                <a:extLst>
                  <a:ext uri="{FF2B5EF4-FFF2-40B4-BE49-F238E27FC236}">
                    <a16:creationId xmlns:a16="http://schemas.microsoft.com/office/drawing/2014/main" id="{5495BA95-C0AB-49D7-84FD-ED09A4CB1E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6"/>
                <a:ext cx="695" cy="106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87467" name="Freeform 118">
              <a:extLst>
                <a:ext uri="{FF2B5EF4-FFF2-40B4-BE49-F238E27FC236}">
                  <a16:creationId xmlns:a16="http://schemas.microsoft.com/office/drawing/2014/main" id="{BAFF03FE-9D69-4D24-A0B2-E413133D2349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2 h 226"/>
                <a:gd name="T4" fmla="*/ 2 w 328"/>
                <a:gd name="T5" fmla="*/ 2 h 226"/>
                <a:gd name="T6" fmla="*/ 0 w 328"/>
                <a:gd name="T7" fmla="*/ 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187468" name="Group 119">
              <a:extLst>
                <a:ext uri="{FF2B5EF4-FFF2-40B4-BE49-F238E27FC236}">
                  <a16:creationId xmlns:a16="http://schemas.microsoft.com/office/drawing/2014/main" id="{E0C891F1-A147-4E0B-B750-966D748EE02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87480" name="AutoShape 120">
                <a:extLst>
                  <a:ext uri="{FF2B5EF4-FFF2-40B4-BE49-F238E27FC236}">
                    <a16:creationId xmlns:a16="http://schemas.microsoft.com/office/drawing/2014/main" id="{2D28010F-05C1-4ED0-B68A-3D4A02947C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69"/>
                <a:ext cx="728" cy="137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87481" name="AutoShape 121">
                <a:extLst>
                  <a:ext uri="{FF2B5EF4-FFF2-40B4-BE49-F238E27FC236}">
                    <a16:creationId xmlns:a16="http://schemas.microsoft.com/office/drawing/2014/main" id="{55680FC9-8559-411C-B158-98FFA9FDAC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6"/>
                <a:ext cx="695" cy="10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87469" name="Rectangle 122">
              <a:extLst>
                <a:ext uri="{FF2B5EF4-FFF2-40B4-BE49-F238E27FC236}">
                  <a16:creationId xmlns:a16="http://schemas.microsoft.com/office/drawing/2014/main" id="{4E24BD11-CB0B-40C1-8C6F-40D1D54723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1" y="429"/>
              <a:ext cx="66" cy="2286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87470" name="Freeform 123">
              <a:extLst>
                <a:ext uri="{FF2B5EF4-FFF2-40B4-BE49-F238E27FC236}">
                  <a16:creationId xmlns:a16="http://schemas.microsoft.com/office/drawing/2014/main" id="{EF2D8047-FC0B-4244-8871-8AF1FF9EFF4D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 w 296"/>
                <a:gd name="T3" fmla="*/ 2 h 256"/>
                <a:gd name="T4" fmla="*/ 2 w 296"/>
                <a:gd name="T5" fmla="*/ 2 h 256"/>
                <a:gd name="T6" fmla="*/ 0 w 296"/>
                <a:gd name="T7" fmla="*/ 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87471" name="Freeform 124">
              <a:extLst>
                <a:ext uri="{FF2B5EF4-FFF2-40B4-BE49-F238E27FC236}">
                  <a16:creationId xmlns:a16="http://schemas.microsoft.com/office/drawing/2014/main" id="{6E7E911A-E1F0-4393-94DE-41F3E3E9E655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 w 304"/>
                <a:gd name="T3" fmla="*/ 2 h 288"/>
                <a:gd name="T4" fmla="*/ 2 w 304"/>
                <a:gd name="T5" fmla="*/ 2 h 288"/>
                <a:gd name="T6" fmla="*/ 2 w 304"/>
                <a:gd name="T7" fmla="*/ 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87472" name="Oval 125">
              <a:extLst>
                <a:ext uri="{FF2B5EF4-FFF2-40B4-BE49-F238E27FC236}">
                  <a16:creationId xmlns:a16="http://schemas.microsoft.com/office/drawing/2014/main" id="{5F278E64-554F-4824-AD09-A720DC9502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6" y="2611"/>
              <a:ext cx="49" cy="93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87473" name="Freeform 126">
              <a:extLst>
                <a:ext uri="{FF2B5EF4-FFF2-40B4-BE49-F238E27FC236}">
                  <a16:creationId xmlns:a16="http://schemas.microsoft.com/office/drawing/2014/main" id="{DFB8BDF3-21E2-433B-A91C-63524E125640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 h 240"/>
                <a:gd name="T2" fmla="*/ 2 w 306"/>
                <a:gd name="T3" fmla="*/ 3 h 240"/>
                <a:gd name="T4" fmla="*/ 2 w 306"/>
                <a:gd name="T5" fmla="*/ 3 h 240"/>
                <a:gd name="T6" fmla="*/ 2 w 306"/>
                <a:gd name="T7" fmla="*/ 0 h 240"/>
                <a:gd name="T8" fmla="*/ 0 w 306"/>
                <a:gd name="T9" fmla="*/ 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87474" name="AutoShape 127">
              <a:extLst>
                <a:ext uri="{FF2B5EF4-FFF2-40B4-BE49-F238E27FC236}">
                  <a16:creationId xmlns:a16="http://schemas.microsoft.com/office/drawing/2014/main" id="{41D8A3B6-615D-4A1B-A2D6-56902BE7BCB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7"/>
              <a:ext cx="1199" cy="148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87475" name="AutoShape 128">
              <a:extLst>
                <a:ext uri="{FF2B5EF4-FFF2-40B4-BE49-F238E27FC236}">
                  <a16:creationId xmlns:a16="http://schemas.microsoft.com/office/drawing/2014/main" id="{5FEF14DF-D24C-43F0-A4F0-A52AFBC43E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6" y="2710"/>
              <a:ext cx="1071" cy="82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87476" name="Oval 129">
              <a:extLst>
                <a:ext uri="{FF2B5EF4-FFF2-40B4-BE49-F238E27FC236}">
                  <a16:creationId xmlns:a16="http://schemas.microsoft.com/office/drawing/2014/main" id="{FCAE72F3-009B-48B0-91AA-CF4EF6B2CC9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8" y="2381"/>
              <a:ext cx="159" cy="143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87477" name="Oval 130">
              <a:extLst>
                <a:ext uri="{FF2B5EF4-FFF2-40B4-BE49-F238E27FC236}">
                  <a16:creationId xmlns:a16="http://schemas.microsoft.com/office/drawing/2014/main" id="{8A9A0040-1FB3-4ECB-ABE4-AD12860439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5" y="2386"/>
              <a:ext cx="159" cy="143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7478" name="Oval 131">
              <a:extLst>
                <a:ext uri="{FF2B5EF4-FFF2-40B4-BE49-F238E27FC236}">
                  <a16:creationId xmlns:a16="http://schemas.microsoft.com/office/drawing/2014/main" id="{53C6FD6F-BAE3-41B8-81FF-7F4E118094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2" y="2381"/>
              <a:ext cx="159" cy="143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87479" name="Rectangle 132">
              <a:extLst>
                <a:ext uri="{FF2B5EF4-FFF2-40B4-BE49-F238E27FC236}">
                  <a16:creationId xmlns:a16="http://schemas.microsoft.com/office/drawing/2014/main" id="{B3E07A3F-6912-40E4-B059-05E395FE96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0" y="1833"/>
              <a:ext cx="89" cy="762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</p:grpSp>
      <p:pic>
        <p:nvPicPr>
          <p:cNvPr id="187398" name="Picture 98" descr="underline_base">
            <a:extLst>
              <a:ext uri="{FF2B5EF4-FFF2-40B4-BE49-F238E27FC236}">
                <a16:creationId xmlns:a16="http://schemas.microsoft.com/office/drawing/2014/main" id="{91991D07-9B0B-49FF-ADE0-C1CF700459CF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7525" y="963613"/>
            <a:ext cx="5027613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7399" name="Rectangle 2">
            <a:extLst>
              <a:ext uri="{FF2B5EF4-FFF2-40B4-BE49-F238E27FC236}">
                <a16:creationId xmlns:a16="http://schemas.microsoft.com/office/drawing/2014/main" id="{E2AF443D-C106-4E5D-AEBA-0AB4E58EA98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00063" y="255588"/>
            <a:ext cx="7772400" cy="893762"/>
          </a:xfrm>
        </p:spPr>
        <p:txBody>
          <a:bodyPr/>
          <a:lstStyle/>
          <a:p>
            <a:r>
              <a:rPr lang="en-US" altLang="zh-TW">
                <a:ea typeface="ＭＳ Ｐゴシック" panose="020B0600070205080204" pitchFamily="34" charset="-128"/>
              </a:rPr>
              <a:t>Mail access protocols</a:t>
            </a:r>
          </a:p>
        </p:txBody>
      </p:sp>
      <p:sp>
        <p:nvSpPr>
          <p:cNvPr id="187400" name="Rectangle 3">
            <a:extLst>
              <a:ext uri="{FF2B5EF4-FFF2-40B4-BE49-F238E27FC236}">
                <a16:creationId xmlns:a16="http://schemas.microsoft.com/office/drawing/2014/main" id="{DD9065F7-389D-47B2-85D8-443F25EF4485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81025" y="3230563"/>
            <a:ext cx="7381875" cy="2209800"/>
          </a:xfrm>
        </p:spPr>
        <p:txBody>
          <a:bodyPr/>
          <a:lstStyle/>
          <a:p>
            <a:r>
              <a:rPr lang="en-US" altLang="zh-TW" sz="2400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SMTP:</a:t>
            </a:r>
            <a:r>
              <a:rPr lang="en-US" altLang="zh-TW" sz="2400" dirty="0">
                <a:ea typeface="ＭＳ Ｐゴシック" panose="020B0600070205080204" pitchFamily="34" charset="-128"/>
              </a:rPr>
              <a:t> </a:t>
            </a:r>
            <a:r>
              <a:rPr lang="en-US" altLang="zh-TW" sz="24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delivery/storage to receiver</a:t>
            </a:r>
            <a:r>
              <a:rPr lang="ja-JP" altLang="en-US" sz="24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’</a:t>
            </a:r>
            <a:r>
              <a:rPr lang="en-US" altLang="ja-JP" sz="24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s server</a:t>
            </a:r>
          </a:p>
          <a:p>
            <a:r>
              <a:rPr lang="en-US" altLang="zh-TW" sz="2400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mail access protocol</a:t>
            </a:r>
            <a:r>
              <a:rPr lang="en-US" altLang="zh-TW" sz="2400" dirty="0">
                <a:ea typeface="ＭＳ Ｐゴシック" panose="020B0600070205080204" pitchFamily="34" charset="-128"/>
              </a:rPr>
              <a:t>: </a:t>
            </a:r>
            <a:r>
              <a:rPr lang="en-US" altLang="zh-TW" sz="24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retrieval from server</a:t>
            </a:r>
          </a:p>
          <a:p>
            <a:pPr lvl="1"/>
            <a:r>
              <a:rPr lang="en-US" altLang="zh-TW" sz="2200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POP:</a:t>
            </a:r>
            <a:r>
              <a:rPr lang="en-US" altLang="zh-TW" sz="2200" dirty="0">
                <a:ea typeface="ＭＳ Ｐゴシック" panose="020B0600070205080204" pitchFamily="34" charset="-128"/>
              </a:rPr>
              <a:t> Post Office Protocol [RFC 1939]: authorization, download </a:t>
            </a:r>
          </a:p>
          <a:p>
            <a:pPr lvl="1"/>
            <a:r>
              <a:rPr lang="en-US" altLang="zh-TW" sz="2200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IMAP:</a:t>
            </a:r>
            <a:r>
              <a:rPr lang="en-US" altLang="zh-TW" sz="2200" dirty="0">
                <a:ea typeface="ＭＳ Ｐゴシック" panose="020B0600070205080204" pitchFamily="34" charset="-128"/>
              </a:rPr>
              <a:t> Internet Mail Access Protocol [RFC 1730]: more features, including manipulation of stored </a:t>
            </a:r>
            <a:r>
              <a:rPr lang="en-US" altLang="zh-TW" sz="2200" dirty="0" err="1">
                <a:ea typeface="ＭＳ Ｐゴシック" panose="020B0600070205080204" pitchFamily="34" charset="-128"/>
              </a:rPr>
              <a:t>msgs</a:t>
            </a:r>
            <a:r>
              <a:rPr lang="en-US" altLang="zh-TW" sz="2200" dirty="0">
                <a:ea typeface="ＭＳ Ｐゴシック" panose="020B0600070205080204" pitchFamily="34" charset="-128"/>
              </a:rPr>
              <a:t> on server</a:t>
            </a:r>
          </a:p>
          <a:p>
            <a:pPr lvl="1"/>
            <a:r>
              <a:rPr lang="en-US" altLang="zh-TW" sz="2200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HTTP:</a:t>
            </a:r>
            <a:r>
              <a:rPr lang="en-US" altLang="zh-TW" sz="2200" dirty="0">
                <a:ea typeface="ＭＳ Ｐゴシック" panose="020B0600070205080204" pitchFamily="34" charset="-128"/>
              </a:rPr>
              <a:t> </a:t>
            </a:r>
            <a:r>
              <a:rPr lang="en-US" altLang="zh-TW" sz="2200" dirty="0" err="1">
                <a:ea typeface="ＭＳ Ｐゴシック" panose="020B0600070205080204" pitchFamily="34" charset="-128"/>
              </a:rPr>
              <a:t>gmail</a:t>
            </a:r>
            <a:r>
              <a:rPr lang="en-US" altLang="zh-TW" sz="2200" dirty="0">
                <a:ea typeface="ＭＳ Ｐゴシック" panose="020B0600070205080204" pitchFamily="34" charset="-128"/>
              </a:rPr>
              <a:t>, Hotmail, Yahoo! Mail, etc.</a:t>
            </a:r>
          </a:p>
          <a:p>
            <a:pPr lvl="1"/>
            <a:endParaRPr lang="en-US" altLang="zh-TW" sz="2200" dirty="0">
              <a:ea typeface="ＭＳ Ｐゴシック" panose="020B0600070205080204" pitchFamily="34" charset="-128"/>
            </a:endParaRPr>
          </a:p>
        </p:txBody>
      </p:sp>
      <p:grpSp>
        <p:nvGrpSpPr>
          <p:cNvPr id="187401" name="Group 158">
            <a:extLst>
              <a:ext uri="{FF2B5EF4-FFF2-40B4-BE49-F238E27FC236}">
                <a16:creationId xmlns:a16="http://schemas.microsoft.com/office/drawing/2014/main" id="{1FE6F09A-0936-4199-B6F8-805B228DE2D0}"/>
              </a:ext>
            </a:extLst>
          </p:cNvPr>
          <p:cNvGrpSpPr>
            <a:grpSpLocks/>
          </p:cNvGrpSpPr>
          <p:nvPr/>
        </p:nvGrpSpPr>
        <p:grpSpPr bwMode="auto">
          <a:xfrm>
            <a:off x="2797175" y="1987550"/>
            <a:ext cx="1436688" cy="1131888"/>
            <a:chOff x="1796" y="1206"/>
            <a:chExt cx="905" cy="713"/>
          </a:xfrm>
        </p:grpSpPr>
        <p:sp>
          <p:nvSpPr>
            <p:cNvPr id="187440" name="Text Box 95">
              <a:extLst>
                <a:ext uri="{FF2B5EF4-FFF2-40B4-BE49-F238E27FC236}">
                  <a16:creationId xmlns:a16="http://schemas.microsoft.com/office/drawing/2014/main" id="{09539857-F371-4B0D-9336-5C68D5AFC3E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96" y="1583"/>
              <a:ext cx="905" cy="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sender</a:t>
              </a:r>
              <a:r>
                <a:rPr lang="ja-JP" altLang="en-US" sz="1600">
                  <a:latin typeface="Arial" panose="020B0604020202020204" pitchFamily="34" charset="0"/>
                </a:rPr>
                <a:t>’</a:t>
              </a:r>
              <a:r>
                <a:rPr lang="en-US" altLang="ja-JP" sz="1600">
                  <a:latin typeface="Arial" panose="020B0604020202020204" pitchFamily="34" charset="0"/>
                </a:rPr>
                <a:t>s mail </a:t>
              </a:r>
            </a:p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server</a:t>
              </a:r>
              <a:endParaRPr lang="en-US" altLang="zh-TW" sz="2400">
                <a:latin typeface="Arial" panose="020B0604020202020204" pitchFamily="34" charset="0"/>
              </a:endParaRPr>
            </a:p>
          </p:txBody>
        </p:sp>
        <p:grpSp>
          <p:nvGrpSpPr>
            <p:cNvPr id="187441" name="Group 157">
              <a:extLst>
                <a:ext uri="{FF2B5EF4-FFF2-40B4-BE49-F238E27FC236}">
                  <a16:creationId xmlns:a16="http://schemas.microsoft.com/office/drawing/2014/main" id="{DE0C39E6-7AE0-4E61-B3F0-1FFDB086DD3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992" y="1206"/>
              <a:ext cx="510" cy="354"/>
              <a:chOff x="2070" y="2004"/>
              <a:chExt cx="510" cy="354"/>
            </a:xfrm>
          </p:grpSpPr>
          <p:sp>
            <p:nvSpPr>
              <p:cNvPr id="187442" name="Rectangle 94">
                <a:extLst>
                  <a:ext uri="{FF2B5EF4-FFF2-40B4-BE49-F238E27FC236}">
                    <a16:creationId xmlns:a16="http://schemas.microsoft.com/office/drawing/2014/main" id="{80728D1D-95E6-40AB-A3F2-EB8CF558D25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70" y="2004"/>
                <a:ext cx="510" cy="354"/>
              </a:xfrm>
              <a:prstGeom prst="rect">
                <a:avLst/>
              </a:prstGeom>
              <a:solidFill>
                <a:schemeClr val="hlink"/>
              </a:solidFill>
              <a:ln w="1905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400">
                  <a:latin typeface="Comic Sans MS" panose="030F0702030302020204" pitchFamily="66" charset="0"/>
                </a:endParaRPr>
              </a:p>
            </p:txBody>
          </p:sp>
          <p:sp>
            <p:nvSpPr>
              <p:cNvPr id="187443" name="Rectangle 96">
                <a:extLst>
                  <a:ext uri="{FF2B5EF4-FFF2-40B4-BE49-F238E27FC236}">
                    <a16:creationId xmlns:a16="http://schemas.microsoft.com/office/drawing/2014/main" id="{5BB9C3FA-E171-4713-9BDF-AC08F38C20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94" y="2076"/>
                <a:ext cx="450" cy="120"/>
              </a:xfrm>
              <a:prstGeom prst="rect">
                <a:avLst/>
              </a:prstGeom>
              <a:solidFill>
                <a:srgbClr val="00FF00"/>
              </a:solidFill>
              <a:ln w="1905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400">
                  <a:latin typeface="Comic Sans MS" panose="030F0702030302020204" pitchFamily="66" charset="0"/>
                </a:endParaRPr>
              </a:p>
            </p:txBody>
          </p:sp>
          <p:sp>
            <p:nvSpPr>
              <p:cNvPr id="187444" name="Line 97">
                <a:extLst>
                  <a:ext uri="{FF2B5EF4-FFF2-40B4-BE49-F238E27FC236}">
                    <a16:creationId xmlns:a16="http://schemas.microsoft.com/office/drawing/2014/main" id="{BD57FFBB-EE32-40BB-9244-E8E7FA470C9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43" y="2104"/>
                <a:ext cx="0" cy="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87445" name="Line 98">
                <a:extLst>
                  <a:ext uri="{FF2B5EF4-FFF2-40B4-BE49-F238E27FC236}">
                    <a16:creationId xmlns:a16="http://schemas.microsoft.com/office/drawing/2014/main" id="{8AC22D62-B9BF-45A9-8FE5-8FB9EC4C0BF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252" y="2103"/>
                <a:ext cx="0" cy="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87446" name="Line 99">
                <a:extLst>
                  <a:ext uri="{FF2B5EF4-FFF2-40B4-BE49-F238E27FC236}">
                    <a16:creationId xmlns:a16="http://schemas.microsoft.com/office/drawing/2014/main" id="{33BD3E1C-577C-469C-91A5-E1835841F4E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07" y="2105"/>
                <a:ext cx="0" cy="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87447" name="Line 100">
                <a:extLst>
                  <a:ext uri="{FF2B5EF4-FFF2-40B4-BE49-F238E27FC236}">
                    <a16:creationId xmlns:a16="http://schemas.microsoft.com/office/drawing/2014/main" id="{38F39DC3-A730-4C30-BE3A-276A0098A6B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64" y="2103"/>
                <a:ext cx="0" cy="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87448" name="Line 101">
                <a:extLst>
                  <a:ext uri="{FF2B5EF4-FFF2-40B4-BE49-F238E27FC236}">
                    <a16:creationId xmlns:a16="http://schemas.microsoft.com/office/drawing/2014/main" id="{0CC8C55D-94D5-4D44-8915-81C512B97DB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425" y="2103"/>
                <a:ext cx="0" cy="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87449" name="Line 102">
                <a:extLst>
                  <a:ext uri="{FF2B5EF4-FFF2-40B4-BE49-F238E27FC236}">
                    <a16:creationId xmlns:a16="http://schemas.microsoft.com/office/drawing/2014/main" id="{C34A0BDA-B519-4FFD-AC4D-943649FCB0A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481" y="2103"/>
                <a:ext cx="0" cy="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87450" name="Line 103">
                <a:extLst>
                  <a:ext uri="{FF2B5EF4-FFF2-40B4-BE49-F238E27FC236}">
                    <a16:creationId xmlns:a16="http://schemas.microsoft.com/office/drawing/2014/main" id="{E20E1619-7DC6-45C7-B70F-7F746B9B16E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96" y="2104"/>
                <a:ext cx="0" cy="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87451" name="Rectangle 104">
                <a:extLst>
                  <a:ext uri="{FF2B5EF4-FFF2-40B4-BE49-F238E27FC236}">
                    <a16:creationId xmlns:a16="http://schemas.microsoft.com/office/drawing/2014/main" id="{16063AF3-CD3F-4FF9-8E8C-888F37B622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02" y="2243"/>
                <a:ext cx="64" cy="93"/>
              </a:xfrm>
              <a:prstGeom prst="rect">
                <a:avLst/>
              </a:prstGeom>
              <a:solidFill>
                <a:srgbClr val="FFFF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400">
                  <a:latin typeface="Comic Sans MS" panose="030F0702030302020204" pitchFamily="66" charset="0"/>
                </a:endParaRPr>
              </a:p>
            </p:txBody>
          </p:sp>
          <p:sp>
            <p:nvSpPr>
              <p:cNvPr id="187452" name="Rectangle 105">
                <a:extLst>
                  <a:ext uri="{FF2B5EF4-FFF2-40B4-BE49-F238E27FC236}">
                    <a16:creationId xmlns:a16="http://schemas.microsoft.com/office/drawing/2014/main" id="{BC8DDEE9-05B9-4E13-8687-94DCF65B870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88" y="2243"/>
                <a:ext cx="64" cy="93"/>
              </a:xfrm>
              <a:prstGeom prst="rect">
                <a:avLst/>
              </a:prstGeom>
              <a:solidFill>
                <a:srgbClr val="FFFF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400">
                  <a:latin typeface="Comic Sans MS" panose="030F0702030302020204" pitchFamily="66" charset="0"/>
                </a:endParaRPr>
              </a:p>
            </p:txBody>
          </p:sp>
          <p:sp>
            <p:nvSpPr>
              <p:cNvPr id="187453" name="Rectangle 106">
                <a:extLst>
                  <a:ext uri="{FF2B5EF4-FFF2-40B4-BE49-F238E27FC236}">
                    <a16:creationId xmlns:a16="http://schemas.microsoft.com/office/drawing/2014/main" id="{6952C6D0-0631-41B5-8BAF-E782CC941A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74" y="2242"/>
                <a:ext cx="64" cy="93"/>
              </a:xfrm>
              <a:prstGeom prst="rect">
                <a:avLst/>
              </a:prstGeom>
              <a:solidFill>
                <a:srgbClr val="FFFF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400">
                  <a:latin typeface="Comic Sans MS" panose="030F0702030302020204" pitchFamily="66" charset="0"/>
                </a:endParaRPr>
              </a:p>
            </p:txBody>
          </p:sp>
          <p:sp>
            <p:nvSpPr>
              <p:cNvPr id="187454" name="Rectangle 107">
                <a:extLst>
                  <a:ext uri="{FF2B5EF4-FFF2-40B4-BE49-F238E27FC236}">
                    <a16:creationId xmlns:a16="http://schemas.microsoft.com/office/drawing/2014/main" id="{BCA30477-FE82-480D-9945-963D220626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71" y="2240"/>
                <a:ext cx="64" cy="93"/>
              </a:xfrm>
              <a:prstGeom prst="rect">
                <a:avLst/>
              </a:prstGeom>
              <a:solidFill>
                <a:srgbClr val="FFFF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400">
                  <a:latin typeface="Comic Sans MS" panose="030F0702030302020204" pitchFamily="66" charset="0"/>
                </a:endParaRPr>
              </a:p>
            </p:txBody>
          </p:sp>
          <p:sp>
            <p:nvSpPr>
              <p:cNvPr id="187455" name="Rectangle 108">
                <a:extLst>
                  <a:ext uri="{FF2B5EF4-FFF2-40B4-BE49-F238E27FC236}">
                    <a16:creationId xmlns:a16="http://schemas.microsoft.com/office/drawing/2014/main" id="{55E52966-09D9-481B-A557-BF64650356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467" y="2240"/>
                <a:ext cx="64" cy="93"/>
              </a:xfrm>
              <a:prstGeom prst="rect">
                <a:avLst/>
              </a:prstGeom>
              <a:solidFill>
                <a:srgbClr val="FFFF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400">
                  <a:latin typeface="Comic Sans MS" panose="030F0702030302020204" pitchFamily="66" charset="0"/>
                </a:endParaRPr>
              </a:p>
            </p:txBody>
          </p:sp>
        </p:grpSp>
      </p:grpSp>
      <p:sp>
        <p:nvSpPr>
          <p:cNvPr id="187402" name="Text Box 121">
            <a:extLst>
              <a:ext uri="{FF2B5EF4-FFF2-40B4-BE49-F238E27FC236}">
                <a16:creationId xmlns:a16="http://schemas.microsoft.com/office/drawing/2014/main" id="{260EA11D-3124-49A1-B180-146A6C886D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20888" y="1466850"/>
            <a:ext cx="890587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dirty="0">
                <a:solidFill>
                  <a:srgbClr val="CC0000"/>
                </a:solidFill>
                <a:latin typeface="Arial" panose="020B0604020202020204" pitchFamily="34" charset="0"/>
              </a:rPr>
              <a:t>SMTP</a:t>
            </a:r>
          </a:p>
        </p:txBody>
      </p:sp>
      <p:sp>
        <p:nvSpPr>
          <p:cNvPr id="187403" name="Rectangle 153">
            <a:extLst>
              <a:ext uri="{FF2B5EF4-FFF2-40B4-BE49-F238E27FC236}">
                <a16:creationId xmlns:a16="http://schemas.microsoft.com/office/drawing/2014/main" id="{975F290E-AA3F-448C-B415-968C798123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81425" y="1457325"/>
            <a:ext cx="857250" cy="30480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endParaRPr lang="zh-TW" altLang="zh-TW" sz="2400">
              <a:latin typeface="Comic Sans MS" panose="030F0702030302020204" pitchFamily="66" charset="0"/>
            </a:endParaRPr>
          </a:p>
        </p:txBody>
      </p:sp>
      <p:sp>
        <p:nvSpPr>
          <p:cNvPr id="187404" name="Text Box 154">
            <a:extLst>
              <a:ext uri="{FF2B5EF4-FFF2-40B4-BE49-F238E27FC236}">
                <a16:creationId xmlns:a16="http://schemas.microsoft.com/office/drawing/2014/main" id="{F2499E24-5702-422D-B16C-B28043FF8B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22675" y="1477963"/>
            <a:ext cx="890588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dirty="0">
                <a:solidFill>
                  <a:srgbClr val="CC0000"/>
                </a:solidFill>
                <a:latin typeface="Arial" panose="020B0604020202020204" pitchFamily="34" charset="0"/>
              </a:rPr>
              <a:t>SMTP</a:t>
            </a:r>
          </a:p>
        </p:txBody>
      </p:sp>
      <p:sp>
        <p:nvSpPr>
          <p:cNvPr id="187405" name="Text Box 156">
            <a:extLst>
              <a:ext uri="{FF2B5EF4-FFF2-40B4-BE49-F238E27FC236}">
                <a16:creationId xmlns:a16="http://schemas.microsoft.com/office/drawing/2014/main" id="{BF0B72D5-0A0A-47A3-B4AF-B696811E9C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84813" y="1308100"/>
            <a:ext cx="1511300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i="1" dirty="0">
                <a:solidFill>
                  <a:srgbClr val="CC0000"/>
                </a:solidFill>
                <a:latin typeface="Arial" panose="020B0604020202020204" pitchFamily="34" charset="0"/>
              </a:rPr>
              <a:t>mail access</a:t>
            </a:r>
          </a:p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i="1" dirty="0">
                <a:solidFill>
                  <a:srgbClr val="CC0000"/>
                </a:solidFill>
                <a:latin typeface="Arial" panose="020B0604020202020204" pitchFamily="34" charset="0"/>
              </a:rPr>
              <a:t>protocol</a:t>
            </a:r>
            <a:endParaRPr lang="en-US" altLang="zh-TW" sz="1800" dirty="0">
              <a:solidFill>
                <a:srgbClr val="CC0000"/>
              </a:solidFill>
              <a:latin typeface="Arial" panose="020B0604020202020204" pitchFamily="34" charset="0"/>
            </a:endParaRPr>
          </a:p>
        </p:txBody>
      </p:sp>
      <p:sp>
        <p:nvSpPr>
          <p:cNvPr id="187406" name="Text Box 160">
            <a:extLst>
              <a:ext uri="{FF2B5EF4-FFF2-40B4-BE49-F238E27FC236}">
                <a16:creationId xmlns:a16="http://schemas.microsoft.com/office/drawing/2014/main" id="{396678F1-C348-4CA1-8790-5DF63B5ADE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1975" y="2598738"/>
            <a:ext cx="1538288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receiver</a:t>
            </a:r>
            <a:r>
              <a:rPr lang="ja-JP" altLang="en-US" sz="1600">
                <a:latin typeface="Arial" panose="020B0604020202020204" pitchFamily="34" charset="0"/>
              </a:rPr>
              <a:t>’</a:t>
            </a:r>
            <a:r>
              <a:rPr lang="en-US" altLang="ja-JP" sz="1600">
                <a:latin typeface="Arial" panose="020B0604020202020204" pitchFamily="34" charset="0"/>
              </a:rPr>
              <a:t>s mail </a:t>
            </a:r>
          </a:p>
          <a:p>
            <a:pPr algn="ctr"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server</a:t>
            </a:r>
            <a:endParaRPr lang="en-US" altLang="zh-TW" sz="2400">
              <a:latin typeface="Arial" panose="020B0604020202020204" pitchFamily="34" charset="0"/>
            </a:endParaRPr>
          </a:p>
        </p:txBody>
      </p:sp>
      <p:grpSp>
        <p:nvGrpSpPr>
          <p:cNvPr id="187407" name="Group 161">
            <a:extLst>
              <a:ext uri="{FF2B5EF4-FFF2-40B4-BE49-F238E27FC236}">
                <a16:creationId xmlns:a16="http://schemas.microsoft.com/office/drawing/2014/main" id="{467D1ECA-FFA8-4F86-BF52-1007FAF30EC0}"/>
              </a:ext>
            </a:extLst>
          </p:cNvPr>
          <p:cNvGrpSpPr>
            <a:grpSpLocks/>
          </p:cNvGrpSpPr>
          <p:nvPr/>
        </p:nvGrpSpPr>
        <p:grpSpPr bwMode="auto">
          <a:xfrm>
            <a:off x="4800600" y="2000250"/>
            <a:ext cx="809625" cy="561975"/>
            <a:chOff x="2070" y="2004"/>
            <a:chExt cx="510" cy="354"/>
          </a:xfrm>
        </p:grpSpPr>
        <p:sp>
          <p:nvSpPr>
            <p:cNvPr id="187426" name="Rectangle 162">
              <a:extLst>
                <a:ext uri="{FF2B5EF4-FFF2-40B4-BE49-F238E27FC236}">
                  <a16:creationId xmlns:a16="http://schemas.microsoft.com/office/drawing/2014/main" id="{A84BFA9E-AD52-46A1-93D7-5128F83170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70" y="2004"/>
              <a:ext cx="510" cy="354"/>
            </a:xfrm>
            <a:prstGeom prst="rect">
              <a:avLst/>
            </a:prstGeom>
            <a:solidFill>
              <a:schemeClr val="hlink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Comic Sans MS" panose="030F0702030302020204" pitchFamily="66" charset="0"/>
              </a:endParaRPr>
            </a:p>
          </p:txBody>
        </p:sp>
        <p:sp>
          <p:nvSpPr>
            <p:cNvPr id="187427" name="Rectangle 163">
              <a:extLst>
                <a:ext uri="{FF2B5EF4-FFF2-40B4-BE49-F238E27FC236}">
                  <a16:creationId xmlns:a16="http://schemas.microsoft.com/office/drawing/2014/main" id="{F1E04610-EA51-4757-AC64-A2A7E8D0E87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94" y="2076"/>
              <a:ext cx="450" cy="120"/>
            </a:xfrm>
            <a:prstGeom prst="rect">
              <a:avLst/>
            </a:prstGeom>
            <a:solidFill>
              <a:srgbClr val="00FF00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Comic Sans MS" panose="030F0702030302020204" pitchFamily="66" charset="0"/>
              </a:endParaRPr>
            </a:p>
          </p:txBody>
        </p:sp>
        <p:sp>
          <p:nvSpPr>
            <p:cNvPr id="187428" name="Line 164">
              <a:extLst>
                <a:ext uri="{FF2B5EF4-FFF2-40B4-BE49-F238E27FC236}">
                  <a16:creationId xmlns:a16="http://schemas.microsoft.com/office/drawing/2014/main" id="{00B981FD-DC99-4103-9AF2-872A42BB368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43" y="2104"/>
              <a:ext cx="0" cy="7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87429" name="Line 165">
              <a:extLst>
                <a:ext uri="{FF2B5EF4-FFF2-40B4-BE49-F238E27FC236}">
                  <a16:creationId xmlns:a16="http://schemas.microsoft.com/office/drawing/2014/main" id="{2A3C63EC-0304-4E16-98DA-DEE0085FD40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52" y="2103"/>
              <a:ext cx="0" cy="7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87430" name="Line 166">
              <a:extLst>
                <a:ext uri="{FF2B5EF4-FFF2-40B4-BE49-F238E27FC236}">
                  <a16:creationId xmlns:a16="http://schemas.microsoft.com/office/drawing/2014/main" id="{C4C70038-72AF-4BDF-93BE-9B95738DAFA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07" y="2105"/>
              <a:ext cx="0" cy="7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87431" name="Line 167">
              <a:extLst>
                <a:ext uri="{FF2B5EF4-FFF2-40B4-BE49-F238E27FC236}">
                  <a16:creationId xmlns:a16="http://schemas.microsoft.com/office/drawing/2014/main" id="{AF3A4B8B-E7A1-4884-8349-3DDD974EC5C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64" y="2103"/>
              <a:ext cx="0" cy="7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87432" name="Line 168">
              <a:extLst>
                <a:ext uri="{FF2B5EF4-FFF2-40B4-BE49-F238E27FC236}">
                  <a16:creationId xmlns:a16="http://schemas.microsoft.com/office/drawing/2014/main" id="{E1B3F55C-29EF-4865-97B2-524BC0FFBCD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25" y="2103"/>
              <a:ext cx="0" cy="7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87433" name="Line 169">
              <a:extLst>
                <a:ext uri="{FF2B5EF4-FFF2-40B4-BE49-F238E27FC236}">
                  <a16:creationId xmlns:a16="http://schemas.microsoft.com/office/drawing/2014/main" id="{327169A8-B543-4C5C-84F7-7AEA5822FB5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81" y="2103"/>
              <a:ext cx="0" cy="7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87434" name="Line 170">
              <a:extLst>
                <a:ext uri="{FF2B5EF4-FFF2-40B4-BE49-F238E27FC236}">
                  <a16:creationId xmlns:a16="http://schemas.microsoft.com/office/drawing/2014/main" id="{F1222257-075F-45B5-A2EA-B9160A950DD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96" y="2104"/>
              <a:ext cx="0" cy="7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87435" name="Rectangle 171">
              <a:extLst>
                <a:ext uri="{FF2B5EF4-FFF2-40B4-BE49-F238E27FC236}">
                  <a16:creationId xmlns:a16="http://schemas.microsoft.com/office/drawing/2014/main" id="{41346F1E-6E50-47CD-A638-49795470FB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02" y="2243"/>
              <a:ext cx="64" cy="93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Comic Sans MS" panose="030F0702030302020204" pitchFamily="66" charset="0"/>
              </a:endParaRPr>
            </a:p>
          </p:txBody>
        </p:sp>
        <p:sp>
          <p:nvSpPr>
            <p:cNvPr id="187436" name="Rectangle 172">
              <a:extLst>
                <a:ext uri="{FF2B5EF4-FFF2-40B4-BE49-F238E27FC236}">
                  <a16:creationId xmlns:a16="http://schemas.microsoft.com/office/drawing/2014/main" id="{1768ED55-836C-41B7-9179-FA9069742E6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88" y="2243"/>
              <a:ext cx="64" cy="93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Comic Sans MS" panose="030F0702030302020204" pitchFamily="66" charset="0"/>
              </a:endParaRPr>
            </a:p>
          </p:txBody>
        </p:sp>
        <p:sp>
          <p:nvSpPr>
            <p:cNvPr id="187437" name="Rectangle 173">
              <a:extLst>
                <a:ext uri="{FF2B5EF4-FFF2-40B4-BE49-F238E27FC236}">
                  <a16:creationId xmlns:a16="http://schemas.microsoft.com/office/drawing/2014/main" id="{A0D1F318-4E40-4936-8A90-D23B4D9692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74" y="2242"/>
              <a:ext cx="64" cy="93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Comic Sans MS" panose="030F0702030302020204" pitchFamily="66" charset="0"/>
              </a:endParaRPr>
            </a:p>
          </p:txBody>
        </p:sp>
        <p:sp>
          <p:nvSpPr>
            <p:cNvPr id="187438" name="Rectangle 174">
              <a:extLst>
                <a:ext uri="{FF2B5EF4-FFF2-40B4-BE49-F238E27FC236}">
                  <a16:creationId xmlns:a16="http://schemas.microsoft.com/office/drawing/2014/main" id="{86988359-00F8-400A-A930-007C4A219CE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71" y="2240"/>
              <a:ext cx="64" cy="93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Comic Sans MS" panose="030F0702030302020204" pitchFamily="66" charset="0"/>
              </a:endParaRPr>
            </a:p>
          </p:txBody>
        </p:sp>
        <p:sp>
          <p:nvSpPr>
            <p:cNvPr id="187439" name="Rectangle 175">
              <a:extLst>
                <a:ext uri="{FF2B5EF4-FFF2-40B4-BE49-F238E27FC236}">
                  <a16:creationId xmlns:a16="http://schemas.microsoft.com/office/drawing/2014/main" id="{CB686DFA-C630-4603-8DB1-A238C998D4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67" y="2240"/>
              <a:ext cx="64" cy="93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Comic Sans MS" panose="030F0702030302020204" pitchFamily="66" charset="0"/>
              </a:endParaRPr>
            </a:p>
          </p:txBody>
        </p:sp>
      </p:grpSp>
      <p:pic>
        <p:nvPicPr>
          <p:cNvPr id="187408" name="Picture 176" descr="Alice">
            <a:extLst>
              <a:ext uri="{FF2B5EF4-FFF2-40B4-BE49-F238E27FC236}">
                <a16:creationId xmlns:a16="http://schemas.microsoft.com/office/drawing/2014/main" id="{1F0DF27F-895B-41D3-9040-566111FBC7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500" y="1557338"/>
            <a:ext cx="561975" cy="6937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87409" name="Picture 179" descr="Bob">
            <a:extLst>
              <a:ext uri="{FF2B5EF4-FFF2-40B4-BE49-F238E27FC236}">
                <a16:creationId xmlns:a16="http://schemas.microsoft.com/office/drawing/2014/main" id="{F3361BBA-DEAE-4DF4-BE32-EBBEA10A13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13700" y="1571625"/>
            <a:ext cx="676275" cy="690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7410" name="Line 94">
            <a:extLst>
              <a:ext uri="{FF2B5EF4-FFF2-40B4-BE49-F238E27FC236}">
                <a16:creationId xmlns:a16="http://schemas.microsoft.com/office/drawing/2014/main" id="{18FB6062-F8D2-453B-8B6C-B20FC537AD0C}"/>
              </a:ext>
            </a:extLst>
          </p:cNvPr>
          <p:cNvSpPr>
            <a:spLocks noChangeShapeType="1"/>
          </p:cNvSpPr>
          <p:nvPr/>
        </p:nvSpPr>
        <p:spPr bwMode="auto">
          <a:xfrm>
            <a:off x="2003425" y="1905000"/>
            <a:ext cx="903288" cy="0"/>
          </a:xfrm>
          <a:prstGeom prst="line">
            <a:avLst/>
          </a:prstGeom>
          <a:noFill/>
          <a:ln w="28575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87411" name="Line 95">
            <a:extLst>
              <a:ext uri="{FF2B5EF4-FFF2-40B4-BE49-F238E27FC236}">
                <a16:creationId xmlns:a16="http://schemas.microsoft.com/office/drawing/2014/main" id="{0CE5EF41-E287-4938-BE6A-3D4D7C639D08}"/>
              </a:ext>
            </a:extLst>
          </p:cNvPr>
          <p:cNvSpPr>
            <a:spLocks noChangeShapeType="1"/>
          </p:cNvSpPr>
          <p:nvPr/>
        </p:nvSpPr>
        <p:spPr bwMode="auto">
          <a:xfrm>
            <a:off x="3633788" y="1901825"/>
            <a:ext cx="903287" cy="0"/>
          </a:xfrm>
          <a:prstGeom prst="line">
            <a:avLst/>
          </a:prstGeom>
          <a:noFill/>
          <a:ln w="28575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87412" name="Line 96">
            <a:extLst>
              <a:ext uri="{FF2B5EF4-FFF2-40B4-BE49-F238E27FC236}">
                <a16:creationId xmlns:a16="http://schemas.microsoft.com/office/drawing/2014/main" id="{FD48BB61-4C1F-462E-BBDB-5D42C3293F4F}"/>
              </a:ext>
            </a:extLst>
          </p:cNvPr>
          <p:cNvSpPr>
            <a:spLocks noChangeShapeType="1"/>
          </p:cNvSpPr>
          <p:nvPr/>
        </p:nvSpPr>
        <p:spPr bwMode="auto">
          <a:xfrm>
            <a:off x="5253038" y="1898650"/>
            <a:ext cx="1697037" cy="1588"/>
          </a:xfrm>
          <a:prstGeom prst="line">
            <a:avLst/>
          </a:prstGeom>
          <a:noFill/>
          <a:ln w="28575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87413" name="Text Box 156">
            <a:extLst>
              <a:ext uri="{FF2B5EF4-FFF2-40B4-BE49-F238E27FC236}">
                <a16:creationId xmlns:a16="http://schemas.microsoft.com/office/drawing/2014/main" id="{A842D0F6-E707-4568-84ED-1A2EE560BA5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10238" y="1927225"/>
            <a:ext cx="1311275" cy="558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 i="1" dirty="0">
                <a:solidFill>
                  <a:srgbClr val="CC0000"/>
                </a:solidFill>
                <a:latin typeface="Arial" panose="020B0604020202020204" pitchFamily="34" charset="0"/>
              </a:rPr>
              <a:t>(e.g., </a:t>
            </a:r>
            <a:r>
              <a:rPr lang="en-US" altLang="zh-TW" sz="1600" i="1" dirty="0">
                <a:solidFill>
                  <a:srgbClr val="CC0000"/>
                </a:solidFill>
                <a:latin typeface="Arial" panose="020B0604020202020204" pitchFamily="34" charset="0"/>
              </a:rPr>
              <a:t>POP, </a:t>
            </a:r>
          </a:p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i="1" dirty="0">
                <a:solidFill>
                  <a:srgbClr val="CC0000"/>
                </a:solidFill>
                <a:latin typeface="Arial" panose="020B0604020202020204" pitchFamily="34" charset="0"/>
              </a:rPr>
              <a:t>         IMAP</a:t>
            </a:r>
            <a:r>
              <a:rPr lang="en-US" altLang="zh-TW" sz="1800" i="1" dirty="0">
                <a:solidFill>
                  <a:srgbClr val="CC0000"/>
                </a:solidFill>
                <a:latin typeface="Arial" panose="020B0604020202020204" pitchFamily="34" charset="0"/>
              </a:rPr>
              <a:t>)</a:t>
            </a:r>
          </a:p>
        </p:txBody>
      </p:sp>
      <p:grpSp>
        <p:nvGrpSpPr>
          <p:cNvPr id="187414" name="Group 166">
            <a:extLst>
              <a:ext uri="{FF2B5EF4-FFF2-40B4-BE49-F238E27FC236}">
                <a16:creationId xmlns:a16="http://schemas.microsoft.com/office/drawing/2014/main" id="{5C795C93-3DF3-48B1-9ECD-FA59873214DD}"/>
              </a:ext>
            </a:extLst>
          </p:cNvPr>
          <p:cNvGrpSpPr>
            <a:grpSpLocks/>
          </p:cNvGrpSpPr>
          <p:nvPr/>
        </p:nvGrpSpPr>
        <p:grpSpPr bwMode="auto">
          <a:xfrm>
            <a:off x="1066800" y="1419225"/>
            <a:ext cx="912813" cy="1054100"/>
            <a:chOff x="3574" y="550"/>
            <a:chExt cx="575" cy="664"/>
          </a:xfrm>
        </p:grpSpPr>
        <p:grpSp>
          <p:nvGrpSpPr>
            <p:cNvPr id="187421" name="Group 167">
              <a:extLst>
                <a:ext uri="{FF2B5EF4-FFF2-40B4-BE49-F238E27FC236}">
                  <a16:creationId xmlns:a16="http://schemas.microsoft.com/office/drawing/2014/main" id="{D5D54CB6-5568-41BF-A650-5905DF9572B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88" y="692"/>
              <a:ext cx="561" cy="522"/>
              <a:chOff x="-44" y="1473"/>
              <a:chExt cx="981" cy="1105"/>
            </a:xfrm>
          </p:grpSpPr>
          <p:pic>
            <p:nvPicPr>
              <p:cNvPr id="187424" name="Picture 168" descr="desktop_computer_stylized_medium">
                <a:extLst>
                  <a:ext uri="{FF2B5EF4-FFF2-40B4-BE49-F238E27FC236}">
                    <a16:creationId xmlns:a16="http://schemas.microsoft.com/office/drawing/2014/main" id="{D56229E3-3717-4DC8-A1A0-A3A54932AAE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-44" y="1473"/>
                <a:ext cx="981" cy="11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87425" name="Freeform 169">
                <a:extLst>
                  <a:ext uri="{FF2B5EF4-FFF2-40B4-BE49-F238E27FC236}">
                    <a16:creationId xmlns:a16="http://schemas.microsoft.com/office/drawing/2014/main" id="{45280034-BE5E-43DF-8AB5-E0F46C1A57C0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374" y="1579"/>
                <a:ext cx="477" cy="506"/>
              </a:xfrm>
              <a:custGeom>
                <a:avLst/>
                <a:gdLst>
                  <a:gd name="T0" fmla="*/ 0 w 356"/>
                  <a:gd name="T1" fmla="*/ 0 h 368"/>
                  <a:gd name="T2" fmla="*/ 15089652 w 356"/>
                  <a:gd name="T3" fmla="*/ 1851256 h 368"/>
                  <a:gd name="T4" fmla="*/ 17900690 w 356"/>
                  <a:gd name="T5" fmla="*/ 38567519 h 368"/>
                  <a:gd name="T6" fmla="*/ 3945041 w 356"/>
                  <a:gd name="T7" fmla="*/ 48232874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sp>
          <p:nvSpPr>
            <p:cNvPr id="187422" name="Rectangle 115">
              <a:extLst>
                <a:ext uri="{FF2B5EF4-FFF2-40B4-BE49-F238E27FC236}">
                  <a16:creationId xmlns:a16="http://schemas.microsoft.com/office/drawing/2014/main" id="{61167110-53A8-42C9-955D-5FAA29DC04B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11" y="576"/>
              <a:ext cx="381" cy="330"/>
            </a:xfrm>
            <a:prstGeom prst="rect">
              <a:avLst/>
            </a:prstGeom>
            <a:solidFill>
              <a:schemeClr val="hlink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87423" name="Text Box 116">
              <a:extLst>
                <a:ext uri="{FF2B5EF4-FFF2-40B4-BE49-F238E27FC236}">
                  <a16:creationId xmlns:a16="http://schemas.microsoft.com/office/drawing/2014/main" id="{3505C2ED-ED61-4DEE-8FD9-9AA29BCC49B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74" y="550"/>
              <a:ext cx="436" cy="3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user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agent</a:t>
              </a:r>
              <a:endParaRPr lang="en-US" altLang="zh-TW" sz="2400">
                <a:latin typeface="Arial" panose="020B0604020202020204" pitchFamily="34" charset="0"/>
              </a:endParaRPr>
            </a:p>
          </p:txBody>
        </p:sp>
      </p:grpSp>
      <p:grpSp>
        <p:nvGrpSpPr>
          <p:cNvPr id="187415" name="Group 172">
            <a:extLst>
              <a:ext uri="{FF2B5EF4-FFF2-40B4-BE49-F238E27FC236}">
                <a16:creationId xmlns:a16="http://schemas.microsoft.com/office/drawing/2014/main" id="{0ABEC2C2-4095-4427-90CA-381C7A7914AB}"/>
              </a:ext>
            </a:extLst>
          </p:cNvPr>
          <p:cNvGrpSpPr>
            <a:grpSpLocks/>
          </p:cNvGrpSpPr>
          <p:nvPr/>
        </p:nvGrpSpPr>
        <p:grpSpPr bwMode="auto">
          <a:xfrm>
            <a:off x="6967538" y="1422400"/>
            <a:ext cx="912812" cy="1054100"/>
            <a:chOff x="3574" y="550"/>
            <a:chExt cx="575" cy="664"/>
          </a:xfrm>
        </p:grpSpPr>
        <p:grpSp>
          <p:nvGrpSpPr>
            <p:cNvPr id="187416" name="Group 173">
              <a:extLst>
                <a:ext uri="{FF2B5EF4-FFF2-40B4-BE49-F238E27FC236}">
                  <a16:creationId xmlns:a16="http://schemas.microsoft.com/office/drawing/2014/main" id="{8FB32F36-45DD-411D-9AA5-068A6388A28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88" y="692"/>
              <a:ext cx="561" cy="522"/>
              <a:chOff x="-44" y="1473"/>
              <a:chExt cx="981" cy="1105"/>
            </a:xfrm>
          </p:grpSpPr>
          <p:pic>
            <p:nvPicPr>
              <p:cNvPr id="187419" name="Picture 174" descr="desktop_computer_stylized_medium">
                <a:extLst>
                  <a:ext uri="{FF2B5EF4-FFF2-40B4-BE49-F238E27FC236}">
                    <a16:creationId xmlns:a16="http://schemas.microsoft.com/office/drawing/2014/main" id="{F5B94D02-D961-4BD8-81A4-0463CDBD0FE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-44" y="1473"/>
                <a:ext cx="981" cy="11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87420" name="Freeform 175">
                <a:extLst>
                  <a:ext uri="{FF2B5EF4-FFF2-40B4-BE49-F238E27FC236}">
                    <a16:creationId xmlns:a16="http://schemas.microsoft.com/office/drawing/2014/main" id="{CBBD2789-2503-4D86-8157-60DE2D232988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374" y="1579"/>
                <a:ext cx="477" cy="506"/>
              </a:xfrm>
              <a:custGeom>
                <a:avLst/>
                <a:gdLst>
                  <a:gd name="T0" fmla="*/ 0 w 356"/>
                  <a:gd name="T1" fmla="*/ 0 h 368"/>
                  <a:gd name="T2" fmla="*/ 15089652 w 356"/>
                  <a:gd name="T3" fmla="*/ 1851256 h 368"/>
                  <a:gd name="T4" fmla="*/ 17900690 w 356"/>
                  <a:gd name="T5" fmla="*/ 38567519 h 368"/>
                  <a:gd name="T6" fmla="*/ 3945041 w 356"/>
                  <a:gd name="T7" fmla="*/ 48232874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sp>
          <p:nvSpPr>
            <p:cNvPr id="187417" name="Rectangle 115">
              <a:extLst>
                <a:ext uri="{FF2B5EF4-FFF2-40B4-BE49-F238E27FC236}">
                  <a16:creationId xmlns:a16="http://schemas.microsoft.com/office/drawing/2014/main" id="{73616B2C-ED53-4451-B76F-87C66DC265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11" y="576"/>
              <a:ext cx="381" cy="330"/>
            </a:xfrm>
            <a:prstGeom prst="rect">
              <a:avLst/>
            </a:prstGeom>
            <a:solidFill>
              <a:schemeClr val="hlink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87418" name="Text Box 116">
              <a:extLst>
                <a:ext uri="{FF2B5EF4-FFF2-40B4-BE49-F238E27FC236}">
                  <a16:creationId xmlns:a16="http://schemas.microsoft.com/office/drawing/2014/main" id="{988A156C-375C-4E6B-96E0-FA7DA64D2DE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74" y="550"/>
              <a:ext cx="436" cy="3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user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agent</a:t>
              </a:r>
              <a:endParaRPr lang="en-US" altLang="zh-TW" sz="2400">
                <a:latin typeface="Arial" panose="020B0604020202020204" pitchFamily="34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40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4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40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40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40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40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4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40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4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4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7402" grpId="0"/>
      <p:bldP spid="187404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442" name="Rectangle 7">
            <a:extLst>
              <a:ext uri="{FF2B5EF4-FFF2-40B4-BE49-F238E27FC236}">
                <a16:creationId xmlns:a16="http://schemas.microsoft.com/office/drawing/2014/main" id="{C62B0DC2-7EFB-47B0-BB76-11D9786BAFF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189443" name="Rectangle 8">
            <a:extLst>
              <a:ext uri="{FF2B5EF4-FFF2-40B4-BE49-F238E27FC236}">
                <a16:creationId xmlns:a16="http://schemas.microsoft.com/office/drawing/2014/main" id="{F7061946-EBE4-440A-9009-2F471CD48DF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2-</a:t>
            </a:r>
            <a:fld id="{80BD3E4A-B00F-4F69-BE73-AC3C8240A0DC}" type="slidenum">
              <a:rPr lang="en-US" altLang="zh-TW" sz="1200" smtClean="0">
                <a:solidFill>
                  <a:srgbClr val="000000"/>
                </a:solidFill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47</a:t>
            </a:fld>
            <a:endParaRPr lang="en-US" altLang="zh-TW" sz="12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pic>
        <p:nvPicPr>
          <p:cNvPr id="189444" name="Picture 9" descr="underline_base">
            <a:extLst>
              <a:ext uri="{FF2B5EF4-FFF2-40B4-BE49-F238E27FC236}">
                <a16:creationId xmlns:a16="http://schemas.microsoft.com/office/drawing/2014/main" id="{12E2849D-5BD3-4AF1-93AE-B61E9E68EDF1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1175" y="942975"/>
            <a:ext cx="73136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9445" name="Rectangle 2">
            <a:extLst>
              <a:ext uri="{FF2B5EF4-FFF2-40B4-BE49-F238E27FC236}">
                <a16:creationId xmlns:a16="http://schemas.microsoft.com/office/drawing/2014/main" id="{44FB2189-27E1-4588-B1FA-C6CB7D2C37F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66725" y="234950"/>
            <a:ext cx="7772400" cy="958850"/>
          </a:xfrm>
        </p:spPr>
        <p:txBody>
          <a:bodyPr/>
          <a:lstStyle/>
          <a:p>
            <a:r>
              <a:rPr lang="en-US" altLang="zh-TW" sz="4000">
                <a:ea typeface="ＭＳ Ｐゴシック" panose="020B0600070205080204" pitchFamily="34" charset="-128"/>
              </a:rPr>
              <a:t>POP3 protocol</a:t>
            </a:r>
            <a:endParaRPr lang="en-US" altLang="zh-TW">
              <a:ea typeface="ＭＳ Ｐゴシック" panose="020B0600070205080204" pitchFamily="34" charset="-128"/>
            </a:endParaRPr>
          </a:p>
        </p:txBody>
      </p:sp>
      <p:sp>
        <p:nvSpPr>
          <p:cNvPr id="189446" name="Rectangle 3">
            <a:extLst>
              <a:ext uri="{FF2B5EF4-FFF2-40B4-BE49-F238E27FC236}">
                <a16:creationId xmlns:a16="http://schemas.microsoft.com/office/drawing/2014/main" id="{A92673A0-7937-4048-93E7-CCAE0C6DFB39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88963" y="1422400"/>
            <a:ext cx="7867650" cy="4648200"/>
          </a:xfrm>
        </p:spPr>
        <p:txBody>
          <a:bodyPr/>
          <a:lstStyle/>
          <a:p>
            <a:r>
              <a:rPr lang="en-US" altLang="zh-TW" dirty="0">
                <a:ea typeface="ＭＳ Ｐゴシック" panose="020B0600070205080204" pitchFamily="34" charset="-128"/>
              </a:rPr>
              <a:t>POP3 is an extremely simple mail access protocol</a:t>
            </a:r>
          </a:p>
          <a:p>
            <a:pPr marL="742950" lvl="2" indent="-342900">
              <a:buSzPct val="65000"/>
              <a:buFont typeface="Wingdings" panose="05000000000000000000" pitchFamily="2" charset="2"/>
              <a:buChar char="v"/>
            </a:pPr>
            <a:r>
              <a:rPr lang="en-US" altLang="zh-TW" dirty="0">
                <a:ea typeface="ＭＳ Ｐゴシック" panose="020B0600070205080204" pitchFamily="34" charset="-128"/>
              </a:rPr>
              <a:t>its functionality is rather limited. </a:t>
            </a:r>
          </a:p>
          <a:p>
            <a:r>
              <a:rPr lang="en-US" altLang="zh-TW" dirty="0">
                <a:ea typeface="ＭＳ Ｐゴシック" panose="020B0600070205080204" pitchFamily="34" charset="-128"/>
              </a:rPr>
              <a:t>POP3 begins when the user agent (the client) opens a </a:t>
            </a:r>
            <a:r>
              <a:rPr lang="en-US" altLang="zh-TW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TCP connection</a:t>
            </a:r>
            <a:r>
              <a:rPr lang="en-US" altLang="zh-TW" dirty="0">
                <a:ea typeface="ＭＳ Ｐゴシック" panose="020B0600070205080204" pitchFamily="34" charset="-128"/>
              </a:rPr>
              <a:t> to the mail server (the server) on </a:t>
            </a:r>
            <a:r>
              <a:rPr lang="en-US" altLang="zh-TW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port 110</a:t>
            </a:r>
            <a:r>
              <a:rPr lang="en-US" altLang="zh-TW" dirty="0">
                <a:ea typeface="ＭＳ Ｐゴシック" panose="020B0600070205080204" pitchFamily="34" charset="-128"/>
              </a:rPr>
              <a:t>.</a:t>
            </a:r>
          </a:p>
          <a:p>
            <a:r>
              <a:rPr lang="en-US" altLang="zh-TW" dirty="0">
                <a:ea typeface="ＭＳ Ｐゴシック" panose="020B0600070205080204" pitchFamily="34" charset="-128"/>
              </a:rPr>
              <a:t>With the TCP connection established, POP3 progresses through </a:t>
            </a:r>
            <a:r>
              <a:rPr lang="en-US" altLang="zh-TW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three phases</a:t>
            </a:r>
            <a:r>
              <a:rPr lang="en-US" altLang="zh-TW" dirty="0">
                <a:ea typeface="ＭＳ Ｐゴシック" panose="020B0600070205080204" pitchFamily="34" charset="-128"/>
              </a:rPr>
              <a:t>: </a:t>
            </a:r>
          </a:p>
          <a:p>
            <a:pPr lvl="1"/>
            <a:r>
              <a:rPr lang="en-US" altLang="zh-TW" dirty="0">
                <a:ea typeface="ＭＳ Ｐゴシック" panose="020B0600070205080204" pitchFamily="34" charset="-128"/>
              </a:rPr>
              <a:t>Authorization</a:t>
            </a:r>
          </a:p>
          <a:p>
            <a:pPr lvl="1"/>
            <a:r>
              <a:rPr lang="en-US" altLang="zh-TW" dirty="0">
                <a:ea typeface="ＭＳ Ｐゴシック" panose="020B0600070205080204" pitchFamily="34" charset="-128"/>
              </a:rPr>
              <a:t>Transaction</a:t>
            </a:r>
          </a:p>
          <a:p>
            <a:pPr lvl="1"/>
            <a:r>
              <a:rPr lang="en-US" altLang="zh-TW" dirty="0">
                <a:ea typeface="ＭＳ Ｐゴシック" panose="020B0600070205080204" pitchFamily="34" charset="-128"/>
              </a:rPr>
              <a:t>Update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4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4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4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4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490" name="Rectangle 7">
            <a:extLst>
              <a:ext uri="{FF2B5EF4-FFF2-40B4-BE49-F238E27FC236}">
                <a16:creationId xmlns:a16="http://schemas.microsoft.com/office/drawing/2014/main" id="{D30EF5BE-7BB1-4761-BA2E-F3099B572DB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191491" name="Rectangle 8">
            <a:extLst>
              <a:ext uri="{FF2B5EF4-FFF2-40B4-BE49-F238E27FC236}">
                <a16:creationId xmlns:a16="http://schemas.microsoft.com/office/drawing/2014/main" id="{370AEE4A-E31A-4BAE-8DCC-FAE91457B3A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  <a:ea typeface="新細明體" panose="02020500000000000000" pitchFamily="18" charset="-120"/>
              </a:rPr>
              <a:t>2-</a:t>
            </a:r>
            <a:fld id="{E56B1CBC-E133-4690-BE3E-4718A9674F64}" type="slidenum">
              <a:rPr lang="en-US" altLang="zh-TW" sz="1200" smtClean="0">
                <a:solidFill>
                  <a:srgbClr val="000000"/>
                </a:solidFill>
                <a:latin typeface="Tahoma" panose="020B0604030504040204" pitchFamily="34" charset="0"/>
                <a:ea typeface="新細明體" panose="02020500000000000000" pitchFamily="18" charset="-120"/>
              </a:rPr>
              <a:pPr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48</a:t>
            </a:fld>
            <a:endParaRPr lang="en-US" altLang="zh-TW" sz="1200">
              <a:solidFill>
                <a:srgbClr val="000000"/>
              </a:solidFill>
              <a:latin typeface="Tahoma" panose="020B0604030504040204" pitchFamily="34" charset="0"/>
              <a:ea typeface="新細明體" panose="02020500000000000000" pitchFamily="18" charset="-120"/>
            </a:endParaRPr>
          </a:p>
        </p:txBody>
      </p:sp>
      <p:pic>
        <p:nvPicPr>
          <p:cNvPr id="191492" name="Picture 15" descr="underline_base">
            <a:extLst>
              <a:ext uri="{FF2B5EF4-FFF2-40B4-BE49-F238E27FC236}">
                <a16:creationId xmlns:a16="http://schemas.microsoft.com/office/drawing/2014/main" id="{EAE17E9C-2C94-428A-B29E-62E6629304DB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313" y="858838"/>
            <a:ext cx="3317875" cy="1635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91493" name="Rectangle 2">
            <a:extLst>
              <a:ext uri="{FF2B5EF4-FFF2-40B4-BE49-F238E27FC236}">
                <a16:creationId xmlns:a16="http://schemas.microsoft.com/office/drawing/2014/main" id="{8B5D87E6-8AF5-4A2C-97CF-0077B4BDCF8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03225" y="131763"/>
            <a:ext cx="7772400" cy="968375"/>
          </a:xfrm>
        </p:spPr>
        <p:txBody>
          <a:bodyPr/>
          <a:lstStyle/>
          <a:p>
            <a:r>
              <a:rPr lang="en-US" altLang="zh-TW" sz="4000">
                <a:ea typeface="ＭＳ Ｐゴシック" panose="020B0600070205080204" pitchFamily="34" charset="-128"/>
              </a:rPr>
              <a:t>POP3 protocol</a:t>
            </a:r>
            <a:endParaRPr lang="en-US" altLang="zh-TW">
              <a:ea typeface="ＭＳ Ｐゴシック" panose="020B0600070205080204" pitchFamily="34" charset="-128"/>
            </a:endParaRPr>
          </a:p>
        </p:txBody>
      </p:sp>
      <p:sp>
        <p:nvSpPr>
          <p:cNvPr id="191494" name="Rectangle 3">
            <a:extLst>
              <a:ext uri="{FF2B5EF4-FFF2-40B4-BE49-F238E27FC236}">
                <a16:creationId xmlns:a16="http://schemas.microsoft.com/office/drawing/2014/main" id="{5E6F55A8-185B-4A96-87C6-9BE21F55ADE8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495300" y="1438275"/>
            <a:ext cx="3971925" cy="4648200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authorization phase</a:t>
            </a:r>
          </a:p>
          <a:p>
            <a:r>
              <a:rPr lang="en-US" altLang="zh-TW" sz="2000" dirty="0">
                <a:ea typeface="ＭＳ Ｐゴシック" panose="020B0600070205080204" pitchFamily="34" charset="-128"/>
              </a:rPr>
              <a:t>client commands: </a:t>
            </a:r>
          </a:p>
          <a:p>
            <a:pPr lvl="1"/>
            <a:r>
              <a:rPr lang="en-US" altLang="zh-TW" sz="2000" b="1" dirty="0">
                <a:latin typeface="Courier New" panose="02070309020205020404" pitchFamily="49" charset="0"/>
                <a:ea typeface="ＭＳ Ｐゴシック" panose="020B0600070205080204" pitchFamily="34" charset="-128"/>
              </a:rPr>
              <a:t>user:</a:t>
            </a:r>
            <a:r>
              <a:rPr lang="en-US" altLang="zh-TW" sz="2000" dirty="0">
                <a:ea typeface="ＭＳ Ｐゴシック" panose="020B0600070205080204" pitchFamily="34" charset="-128"/>
              </a:rPr>
              <a:t> declare username</a:t>
            </a:r>
          </a:p>
          <a:p>
            <a:pPr lvl="1"/>
            <a:r>
              <a:rPr lang="en-US" altLang="zh-TW" sz="2000" b="1" dirty="0">
                <a:latin typeface="Courier New" panose="02070309020205020404" pitchFamily="49" charset="0"/>
                <a:ea typeface="ＭＳ Ｐゴシック" panose="020B0600070205080204" pitchFamily="34" charset="-128"/>
              </a:rPr>
              <a:t>pass:</a:t>
            </a:r>
            <a:r>
              <a:rPr lang="en-US" altLang="zh-TW" sz="2000" dirty="0">
                <a:ea typeface="ＭＳ Ｐゴシック" panose="020B0600070205080204" pitchFamily="34" charset="-128"/>
              </a:rPr>
              <a:t> password</a:t>
            </a:r>
          </a:p>
          <a:p>
            <a:r>
              <a:rPr lang="en-US" altLang="zh-TW" sz="2000" dirty="0">
                <a:ea typeface="ＭＳ Ｐゴシック" panose="020B0600070205080204" pitchFamily="34" charset="-128"/>
              </a:rPr>
              <a:t>server responses</a:t>
            </a:r>
          </a:p>
          <a:p>
            <a:pPr lvl="1"/>
            <a:r>
              <a:rPr lang="en-US" altLang="zh-TW" sz="2000" b="1" dirty="0">
                <a:latin typeface="Courier New" panose="02070309020205020404" pitchFamily="49" charset="0"/>
                <a:ea typeface="ＭＳ Ｐゴシック" panose="020B0600070205080204" pitchFamily="34" charset="-128"/>
              </a:rPr>
              <a:t>+OK</a:t>
            </a:r>
          </a:p>
          <a:p>
            <a:pPr lvl="1"/>
            <a:r>
              <a:rPr lang="en-US" altLang="zh-TW" sz="2000" b="1" dirty="0">
                <a:latin typeface="Courier New" panose="02070309020205020404" pitchFamily="49" charset="0"/>
                <a:ea typeface="ＭＳ Ｐゴシック" panose="020B0600070205080204" pitchFamily="34" charset="-128"/>
              </a:rPr>
              <a:t>-ERR</a:t>
            </a:r>
            <a:endParaRPr lang="en-US" altLang="zh-TW" sz="1800" dirty="0">
              <a:ea typeface="ＭＳ Ｐゴシック" panose="020B0600070205080204" pitchFamily="34" charset="-128"/>
            </a:endParaRPr>
          </a:p>
          <a:p>
            <a:pPr>
              <a:buFont typeface="Wingdings" panose="05000000000000000000" pitchFamily="2" charset="2"/>
              <a:buNone/>
            </a:pPr>
            <a:r>
              <a:rPr lang="en-US" altLang="zh-TW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transaction phase,</a:t>
            </a:r>
            <a:r>
              <a:rPr lang="en-US" altLang="zh-TW" sz="24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 </a:t>
            </a:r>
            <a:r>
              <a:rPr lang="en-US" altLang="zh-TW" sz="2400" dirty="0">
                <a:solidFill>
                  <a:schemeClr val="tx2"/>
                </a:solidFill>
                <a:ea typeface="ＭＳ Ｐゴシック" panose="020B0600070205080204" pitchFamily="34" charset="-128"/>
              </a:rPr>
              <a:t>client:</a:t>
            </a:r>
            <a:endParaRPr lang="en-US" altLang="zh-TW" sz="2400" dirty="0">
              <a:ea typeface="ＭＳ Ｐゴシック" panose="020B0600070205080204" pitchFamily="34" charset="-128"/>
            </a:endParaRPr>
          </a:p>
          <a:p>
            <a:r>
              <a:rPr lang="en-US" altLang="zh-TW" sz="2000" b="1" dirty="0">
                <a:latin typeface="Courier New" panose="02070309020205020404" pitchFamily="49" charset="0"/>
                <a:ea typeface="ＭＳ Ｐゴシック" panose="020B0600070205080204" pitchFamily="34" charset="-128"/>
              </a:rPr>
              <a:t>list:</a:t>
            </a:r>
            <a:r>
              <a:rPr lang="en-US" altLang="zh-TW" sz="2000" dirty="0">
                <a:ea typeface="ＭＳ Ｐゴシック" panose="020B0600070205080204" pitchFamily="34" charset="-128"/>
              </a:rPr>
              <a:t> list the size of each of the stored messages </a:t>
            </a:r>
          </a:p>
          <a:p>
            <a:r>
              <a:rPr lang="en-US" altLang="zh-TW" sz="2000" b="1" dirty="0" err="1">
                <a:latin typeface="Courier New" panose="02070309020205020404" pitchFamily="49" charset="0"/>
                <a:ea typeface="ＭＳ Ｐゴシック" panose="020B0600070205080204" pitchFamily="34" charset="-128"/>
              </a:rPr>
              <a:t>retr</a:t>
            </a:r>
            <a:r>
              <a:rPr lang="en-US" altLang="zh-TW" sz="2000" b="1" dirty="0">
                <a:latin typeface="Courier New" panose="02070309020205020404" pitchFamily="49" charset="0"/>
                <a:ea typeface="ＭＳ Ｐゴシック" panose="020B0600070205080204" pitchFamily="34" charset="-128"/>
              </a:rPr>
              <a:t>:</a:t>
            </a:r>
            <a:r>
              <a:rPr lang="en-US" altLang="zh-TW" sz="2000" dirty="0">
                <a:ea typeface="ＭＳ Ｐゴシック" panose="020B0600070205080204" pitchFamily="34" charset="-128"/>
              </a:rPr>
              <a:t> retrieve message (indexed by number) from server</a:t>
            </a:r>
          </a:p>
          <a:p>
            <a:r>
              <a:rPr lang="en-US" altLang="zh-TW" sz="2000" b="1" dirty="0">
                <a:latin typeface="Courier New" panose="02070309020205020404" pitchFamily="49" charset="0"/>
                <a:ea typeface="ＭＳ Ｐゴシック" panose="020B0600070205080204" pitchFamily="34" charset="-128"/>
              </a:rPr>
              <a:t>dele:</a:t>
            </a:r>
            <a:r>
              <a:rPr lang="en-US" altLang="zh-TW" sz="2000" dirty="0">
                <a:ea typeface="ＭＳ Ｐゴシック" panose="020B0600070205080204" pitchFamily="34" charset="-128"/>
              </a:rPr>
              <a:t> delete message from server</a:t>
            </a:r>
          </a:p>
          <a:p>
            <a:r>
              <a:rPr lang="en-US" altLang="zh-TW" sz="2000" b="1" dirty="0">
                <a:latin typeface="Courier New" panose="02070309020205020404" pitchFamily="49" charset="0"/>
                <a:ea typeface="ＭＳ Ｐゴシック" panose="020B0600070205080204" pitchFamily="34" charset="-128"/>
              </a:rPr>
              <a:t>quit</a:t>
            </a:r>
            <a:endParaRPr lang="en-US" altLang="zh-TW" sz="2000" dirty="0">
              <a:ea typeface="ＭＳ Ｐゴシック" panose="020B0600070205080204" pitchFamily="34" charset="-128"/>
            </a:endParaRPr>
          </a:p>
        </p:txBody>
      </p:sp>
      <p:sp>
        <p:nvSpPr>
          <p:cNvPr id="191495" name="Text Box 7">
            <a:extLst>
              <a:ext uri="{FF2B5EF4-FFF2-40B4-BE49-F238E27FC236}">
                <a16:creationId xmlns:a16="http://schemas.microsoft.com/office/drawing/2014/main" id="{3C388E9D-EB21-4F7C-BA81-C3FC30DAD1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40225" y="2309813"/>
            <a:ext cx="4268788" cy="4027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>
                <a:solidFill>
                  <a:srgbClr val="000000"/>
                </a:solidFill>
                <a:latin typeface="Times New Roman" panose="02020603050405020304" pitchFamily="18" charset="0"/>
              </a:rPr>
              <a:t>         </a:t>
            </a:r>
            <a:r>
              <a:rPr lang="en-US" altLang="zh-TW" sz="1800" b="1">
                <a:solidFill>
                  <a:srgbClr val="000000"/>
                </a:solidFill>
                <a:latin typeface="Courier New" panose="02070309020205020404" pitchFamily="49" charset="0"/>
              </a:rPr>
              <a:t>C: list 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 b="1">
                <a:solidFill>
                  <a:srgbClr val="000000"/>
                </a:solidFill>
                <a:latin typeface="Courier New" panose="02070309020205020404" pitchFamily="49" charset="0"/>
              </a:rPr>
              <a:t>     S: 1 498 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 b="1">
                <a:solidFill>
                  <a:srgbClr val="000000"/>
                </a:solidFill>
                <a:latin typeface="Courier New" panose="02070309020205020404" pitchFamily="49" charset="0"/>
              </a:rPr>
              <a:t>     S: 2 912 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 b="1">
                <a:solidFill>
                  <a:srgbClr val="000000"/>
                </a:solidFill>
                <a:latin typeface="Courier New" panose="02070309020205020404" pitchFamily="49" charset="0"/>
              </a:rPr>
              <a:t>     S: . 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 b="1">
                <a:solidFill>
                  <a:srgbClr val="000000"/>
                </a:solidFill>
                <a:latin typeface="Courier New" panose="02070309020205020404" pitchFamily="49" charset="0"/>
              </a:rPr>
              <a:t>     C: retr 1 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 b="1">
                <a:solidFill>
                  <a:srgbClr val="000000"/>
                </a:solidFill>
                <a:latin typeface="Courier New" panose="02070309020205020404" pitchFamily="49" charset="0"/>
              </a:rPr>
              <a:t>     S: &lt;message 1 contents&gt;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 b="1">
                <a:solidFill>
                  <a:srgbClr val="000000"/>
                </a:solidFill>
                <a:latin typeface="Courier New" panose="02070309020205020404" pitchFamily="49" charset="0"/>
              </a:rPr>
              <a:t>     S: . 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 b="1">
                <a:solidFill>
                  <a:srgbClr val="000000"/>
                </a:solidFill>
                <a:latin typeface="Courier New" panose="02070309020205020404" pitchFamily="49" charset="0"/>
              </a:rPr>
              <a:t>     C: dele 1 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 b="1">
                <a:solidFill>
                  <a:srgbClr val="000000"/>
                </a:solidFill>
                <a:latin typeface="Courier New" panose="02070309020205020404" pitchFamily="49" charset="0"/>
              </a:rPr>
              <a:t>     C: retr 2 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 b="1">
                <a:solidFill>
                  <a:srgbClr val="000000"/>
                </a:solidFill>
                <a:latin typeface="Courier New" panose="02070309020205020404" pitchFamily="49" charset="0"/>
              </a:rPr>
              <a:t>     S: &lt;message 2 contents&gt;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 b="1">
                <a:solidFill>
                  <a:srgbClr val="000000"/>
                </a:solidFill>
                <a:latin typeface="Courier New" panose="02070309020205020404" pitchFamily="49" charset="0"/>
              </a:rPr>
              <a:t>     S: . 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 b="1">
                <a:solidFill>
                  <a:srgbClr val="000000"/>
                </a:solidFill>
                <a:latin typeface="Courier New" panose="02070309020205020404" pitchFamily="49" charset="0"/>
              </a:rPr>
              <a:t>     C: dele 2 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 b="1">
                <a:solidFill>
                  <a:srgbClr val="000000"/>
                </a:solidFill>
                <a:latin typeface="Courier New" panose="02070309020205020404" pitchFamily="49" charset="0"/>
              </a:rPr>
              <a:t>     C: quit 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 b="1">
                <a:solidFill>
                  <a:srgbClr val="000000"/>
                </a:solidFill>
                <a:latin typeface="Courier New" panose="02070309020205020404" pitchFamily="49" charset="0"/>
              </a:rPr>
              <a:t>     S: +OK </a:t>
            </a:r>
            <a:r>
              <a:rPr lang="en-US" altLang="zh-TW" sz="1400" b="1">
                <a:solidFill>
                  <a:srgbClr val="000000"/>
                </a:solidFill>
                <a:latin typeface="Courier New" panose="02070309020205020404" pitchFamily="49" charset="0"/>
              </a:rPr>
              <a:t>POP3 server signing off</a:t>
            </a:r>
            <a:endParaRPr lang="en-US" altLang="zh-TW" sz="1800" b="1">
              <a:solidFill>
                <a:srgbClr val="000000"/>
              </a:solidFill>
              <a:latin typeface="Courier New" panose="02070309020205020404" pitchFamily="49" charset="0"/>
            </a:endParaRPr>
          </a:p>
        </p:txBody>
      </p:sp>
      <p:sp>
        <p:nvSpPr>
          <p:cNvPr id="191496" name="Text Box 10">
            <a:extLst>
              <a:ext uri="{FF2B5EF4-FFF2-40B4-BE49-F238E27FC236}">
                <a16:creationId xmlns:a16="http://schemas.microsoft.com/office/drawing/2014/main" id="{1BCA356C-EF9E-4EFD-91A7-404E7DF0F5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89513" y="590550"/>
            <a:ext cx="3981450" cy="1739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18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 b="1">
                <a:solidFill>
                  <a:srgbClr val="000000"/>
                </a:solidFill>
                <a:latin typeface="Courier New" panose="02070309020205020404" pitchFamily="49" charset="0"/>
              </a:rPr>
              <a:t>S: +OK POP3 server ready 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 b="1">
                <a:solidFill>
                  <a:srgbClr val="000000"/>
                </a:solidFill>
                <a:latin typeface="Courier New" panose="02070309020205020404" pitchFamily="49" charset="0"/>
              </a:rPr>
              <a:t>C: user bob 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 b="1">
                <a:solidFill>
                  <a:srgbClr val="000000"/>
                </a:solidFill>
                <a:latin typeface="Courier New" panose="02070309020205020404" pitchFamily="49" charset="0"/>
              </a:rPr>
              <a:t>S: +OK 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 b="1">
                <a:solidFill>
                  <a:srgbClr val="000000"/>
                </a:solidFill>
                <a:latin typeface="Courier New" panose="02070309020205020404" pitchFamily="49" charset="0"/>
              </a:rPr>
              <a:t>C: pass hungry 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 b="1">
                <a:solidFill>
                  <a:srgbClr val="000000"/>
                </a:solidFill>
                <a:latin typeface="Courier New" panose="02070309020205020404" pitchFamily="49" charset="0"/>
              </a:rPr>
              <a:t>S: +OK</a:t>
            </a:r>
            <a:r>
              <a:rPr lang="en-US" altLang="zh-TW" sz="1400" b="1">
                <a:solidFill>
                  <a:srgbClr val="000000"/>
                </a:solidFill>
                <a:latin typeface="Courier New" panose="02070309020205020404" pitchFamily="49" charset="0"/>
              </a:rPr>
              <a:t> user successfully logged on</a:t>
            </a:r>
            <a:endParaRPr lang="en-US" altLang="zh-TW" sz="24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191497" name="Freeform 11">
            <a:extLst>
              <a:ext uri="{FF2B5EF4-FFF2-40B4-BE49-F238E27FC236}">
                <a16:creationId xmlns:a16="http://schemas.microsoft.com/office/drawing/2014/main" id="{789A0BB1-AB99-4AA0-AA68-24FA875D1121}"/>
              </a:ext>
            </a:extLst>
          </p:cNvPr>
          <p:cNvSpPr>
            <a:spLocks/>
          </p:cNvSpPr>
          <p:nvPr/>
        </p:nvSpPr>
        <p:spPr bwMode="auto">
          <a:xfrm>
            <a:off x="4972050" y="847725"/>
            <a:ext cx="371475" cy="1457325"/>
          </a:xfrm>
          <a:custGeom>
            <a:avLst/>
            <a:gdLst>
              <a:gd name="T0" fmla="*/ 2147483646 w 234"/>
              <a:gd name="T1" fmla="*/ 0 h 918"/>
              <a:gd name="T2" fmla="*/ 0 w 234"/>
              <a:gd name="T3" fmla="*/ 0 h 918"/>
              <a:gd name="T4" fmla="*/ 0 w 234"/>
              <a:gd name="T5" fmla="*/ 2147483646 h 918"/>
              <a:gd name="T6" fmla="*/ 2147483646 w 234"/>
              <a:gd name="T7" fmla="*/ 2147483646 h 918"/>
              <a:gd name="T8" fmla="*/ 0 60000 65536"/>
              <a:gd name="T9" fmla="*/ 0 60000 65536"/>
              <a:gd name="T10" fmla="*/ 0 60000 65536"/>
              <a:gd name="T11" fmla="*/ 0 60000 65536"/>
              <a:gd name="T12" fmla="*/ 0 w 234"/>
              <a:gd name="T13" fmla="*/ 0 h 918"/>
              <a:gd name="T14" fmla="*/ 234 w 234"/>
              <a:gd name="T15" fmla="*/ 918 h 918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34" h="918">
                <a:moveTo>
                  <a:pt x="234" y="0"/>
                </a:moveTo>
                <a:lnTo>
                  <a:pt x="0" y="0"/>
                </a:lnTo>
                <a:lnTo>
                  <a:pt x="0" y="918"/>
                </a:lnTo>
                <a:lnTo>
                  <a:pt x="228" y="918"/>
                </a:lnTo>
              </a:path>
            </a:pathLst>
          </a:cu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91498" name="Line 13">
            <a:extLst>
              <a:ext uri="{FF2B5EF4-FFF2-40B4-BE49-F238E27FC236}">
                <a16:creationId xmlns:a16="http://schemas.microsoft.com/office/drawing/2014/main" id="{4893109D-F79B-4B4B-AF02-0EFD3F03F80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86150" y="1449388"/>
            <a:ext cx="1400175" cy="238125"/>
          </a:xfrm>
          <a:prstGeom prst="line">
            <a:avLst/>
          </a:prstGeom>
          <a:noFill/>
          <a:ln w="19050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91499" name="Freeform 14">
            <a:extLst>
              <a:ext uri="{FF2B5EF4-FFF2-40B4-BE49-F238E27FC236}">
                <a16:creationId xmlns:a16="http://schemas.microsoft.com/office/drawing/2014/main" id="{A7CD5194-2521-4438-A210-E79BD46F691C}"/>
              </a:ext>
            </a:extLst>
          </p:cNvPr>
          <p:cNvSpPr>
            <a:spLocks/>
          </p:cNvSpPr>
          <p:nvPr/>
        </p:nvSpPr>
        <p:spPr bwMode="auto">
          <a:xfrm>
            <a:off x="4973638" y="2428875"/>
            <a:ext cx="371475" cy="3895725"/>
          </a:xfrm>
          <a:custGeom>
            <a:avLst/>
            <a:gdLst>
              <a:gd name="T0" fmla="*/ 2147483646 w 234"/>
              <a:gd name="T1" fmla="*/ 0 h 918"/>
              <a:gd name="T2" fmla="*/ 0 w 234"/>
              <a:gd name="T3" fmla="*/ 0 h 918"/>
              <a:gd name="T4" fmla="*/ 0 w 234"/>
              <a:gd name="T5" fmla="*/ 2147483646 h 918"/>
              <a:gd name="T6" fmla="*/ 2147483646 w 234"/>
              <a:gd name="T7" fmla="*/ 2147483646 h 918"/>
              <a:gd name="T8" fmla="*/ 0 60000 65536"/>
              <a:gd name="T9" fmla="*/ 0 60000 65536"/>
              <a:gd name="T10" fmla="*/ 0 60000 65536"/>
              <a:gd name="T11" fmla="*/ 0 60000 65536"/>
              <a:gd name="T12" fmla="*/ 0 w 234"/>
              <a:gd name="T13" fmla="*/ 0 h 918"/>
              <a:gd name="T14" fmla="*/ 234 w 234"/>
              <a:gd name="T15" fmla="*/ 918 h 918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34" h="918">
                <a:moveTo>
                  <a:pt x="234" y="0"/>
                </a:moveTo>
                <a:lnTo>
                  <a:pt x="0" y="0"/>
                </a:lnTo>
                <a:lnTo>
                  <a:pt x="0" y="918"/>
                </a:lnTo>
                <a:lnTo>
                  <a:pt x="228" y="918"/>
                </a:lnTo>
              </a:path>
            </a:pathLst>
          </a:custGeom>
          <a:noFill/>
          <a:ln w="19050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91500" name="Line 15">
            <a:extLst>
              <a:ext uri="{FF2B5EF4-FFF2-40B4-BE49-F238E27FC236}">
                <a16:creationId xmlns:a16="http://schemas.microsoft.com/office/drawing/2014/main" id="{E50D95A4-4652-4155-BC1B-6331DB1728C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152775" y="3941763"/>
            <a:ext cx="1733550" cy="323850"/>
          </a:xfrm>
          <a:prstGeom prst="line">
            <a:avLst/>
          </a:prstGeom>
          <a:noFill/>
          <a:ln w="19050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538" name="Rectangle 7">
            <a:extLst>
              <a:ext uri="{FF2B5EF4-FFF2-40B4-BE49-F238E27FC236}">
                <a16:creationId xmlns:a16="http://schemas.microsoft.com/office/drawing/2014/main" id="{DA13EC3D-B579-4899-8068-C4ADC1BF1C2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193539" name="Rectangle 8">
            <a:extLst>
              <a:ext uri="{FF2B5EF4-FFF2-40B4-BE49-F238E27FC236}">
                <a16:creationId xmlns:a16="http://schemas.microsoft.com/office/drawing/2014/main" id="{23FC202F-0314-4B22-97C5-6B6113BC2D5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2-</a:t>
            </a:r>
            <a:fld id="{C479224D-1329-44EA-B061-28617D16B27E}" type="slidenum">
              <a:rPr lang="en-US" altLang="zh-TW" sz="1200" smtClean="0">
                <a:solidFill>
                  <a:srgbClr val="000000"/>
                </a:solidFill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49</a:t>
            </a:fld>
            <a:endParaRPr lang="en-US" altLang="zh-TW" sz="12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pic>
        <p:nvPicPr>
          <p:cNvPr id="193540" name="Picture 9" descr="underline_base">
            <a:extLst>
              <a:ext uri="{FF2B5EF4-FFF2-40B4-BE49-F238E27FC236}">
                <a16:creationId xmlns:a16="http://schemas.microsoft.com/office/drawing/2014/main" id="{F03BF426-4FEC-4EF5-BDF5-83E93C74480B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1175" y="942975"/>
            <a:ext cx="73136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93541" name="Rectangle 2">
            <a:extLst>
              <a:ext uri="{FF2B5EF4-FFF2-40B4-BE49-F238E27FC236}">
                <a16:creationId xmlns:a16="http://schemas.microsoft.com/office/drawing/2014/main" id="{0F5CF545-8EE1-4B93-AE1E-1250EA61541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66725" y="234950"/>
            <a:ext cx="7772400" cy="958850"/>
          </a:xfrm>
        </p:spPr>
        <p:txBody>
          <a:bodyPr/>
          <a:lstStyle/>
          <a:p>
            <a:r>
              <a:rPr lang="en-US" altLang="zh-TW" sz="4000">
                <a:ea typeface="ＭＳ Ｐゴシック" panose="020B0600070205080204" pitchFamily="34" charset="-128"/>
              </a:rPr>
              <a:t>POP3 protocol</a:t>
            </a:r>
            <a:endParaRPr lang="en-US" altLang="zh-TW">
              <a:ea typeface="ＭＳ Ｐゴシック" panose="020B0600070205080204" pitchFamily="34" charset="-128"/>
            </a:endParaRPr>
          </a:p>
        </p:txBody>
      </p:sp>
      <p:sp>
        <p:nvSpPr>
          <p:cNvPr id="193542" name="Rectangle 3">
            <a:extLst>
              <a:ext uri="{FF2B5EF4-FFF2-40B4-BE49-F238E27FC236}">
                <a16:creationId xmlns:a16="http://schemas.microsoft.com/office/drawing/2014/main" id="{E63E512D-FED6-470C-8779-5BB08DE59890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88963" y="1422400"/>
            <a:ext cx="7867650" cy="4648200"/>
          </a:xfrm>
        </p:spPr>
        <p:txBody>
          <a:bodyPr/>
          <a:lstStyle/>
          <a:p>
            <a:r>
              <a:rPr lang="en-US" altLang="zh-TW" sz="2400" dirty="0">
                <a:solidFill>
                  <a:srgbClr val="C00000"/>
                </a:solidFill>
                <a:ea typeface="ＭＳ Ｐゴシック" panose="020B0600070205080204" pitchFamily="34" charset="-128"/>
              </a:rPr>
              <a:t>Update phase</a:t>
            </a:r>
            <a:r>
              <a:rPr lang="en-US" altLang="zh-TW" sz="2400" dirty="0">
                <a:ea typeface="ＭＳ Ｐゴシック" panose="020B0600070205080204" pitchFamily="34" charset="-128"/>
              </a:rPr>
              <a:t>: </a:t>
            </a:r>
            <a:r>
              <a:rPr lang="en-US" altLang="ja-JP" sz="2400" dirty="0">
                <a:ea typeface="ＭＳ Ｐゴシック" panose="020B0600070205080204" pitchFamily="34" charset="-128"/>
              </a:rPr>
              <a:t>Two modes of operations:</a:t>
            </a:r>
          </a:p>
          <a:p>
            <a:pPr lvl="1"/>
            <a:r>
              <a:rPr lang="ja-JP" altLang="en-US" dirty="0">
                <a:ea typeface="ＭＳ Ｐゴシック" panose="020B0600070205080204" pitchFamily="34" charset="-128"/>
              </a:rPr>
              <a:t>“</a:t>
            </a:r>
            <a:r>
              <a:rPr lang="en-US" altLang="ja-JP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download and delete</a:t>
            </a:r>
            <a:r>
              <a:rPr lang="ja-JP" altLang="en-US" dirty="0">
                <a:ea typeface="ＭＳ Ｐゴシック" panose="020B0600070205080204" pitchFamily="34" charset="-128"/>
              </a:rPr>
              <a:t>”</a:t>
            </a:r>
            <a:r>
              <a:rPr lang="en-US" altLang="ja-JP" dirty="0">
                <a:ea typeface="ＭＳ Ｐゴシック" panose="020B0600070205080204" pitchFamily="34" charset="-128"/>
              </a:rPr>
              <a:t>: </a:t>
            </a:r>
            <a:r>
              <a:rPr lang="en-US" altLang="zh-TW" dirty="0">
                <a:ea typeface="ＭＳ Ｐゴシック" panose="020B0600070205080204" pitchFamily="34" charset="-128"/>
              </a:rPr>
              <a:t>the user agent </a:t>
            </a:r>
            <a:r>
              <a:rPr lang="en-US" altLang="zh-TW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deletes</a:t>
            </a:r>
            <a:r>
              <a:rPr lang="en-US" altLang="zh-TW" dirty="0">
                <a:ea typeface="ＭＳ Ｐゴシック" panose="020B0600070205080204" pitchFamily="34" charset="-128"/>
              </a:rPr>
              <a:t> the messages on the mail server after downloading them</a:t>
            </a:r>
          </a:p>
          <a:p>
            <a:pPr lvl="1"/>
            <a:r>
              <a:rPr lang="ja-JP" altLang="en-US" dirty="0">
                <a:ea typeface="ＭＳ Ｐゴシック" panose="020B0600070205080204" pitchFamily="34" charset="-128"/>
              </a:rPr>
              <a:t>“</a:t>
            </a:r>
            <a:r>
              <a:rPr lang="en-US" altLang="ja-JP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download and keep</a:t>
            </a:r>
            <a:r>
              <a:rPr lang="ja-JP" altLang="en-US" dirty="0">
                <a:ea typeface="ＭＳ Ｐゴシック" panose="020B0600070205080204" pitchFamily="34" charset="-128"/>
              </a:rPr>
              <a:t>”</a:t>
            </a:r>
            <a:r>
              <a:rPr lang="en-US" altLang="ja-JP" dirty="0">
                <a:ea typeface="ＭＳ Ｐゴシック" panose="020B0600070205080204" pitchFamily="34" charset="-128"/>
              </a:rPr>
              <a:t>: </a:t>
            </a:r>
            <a:r>
              <a:rPr lang="en-US" altLang="zh-TW" dirty="0">
                <a:ea typeface="ＭＳ Ｐゴシック" panose="020B0600070205080204" pitchFamily="34" charset="-128"/>
              </a:rPr>
              <a:t>the user agent </a:t>
            </a:r>
            <a:r>
              <a:rPr lang="en-US" altLang="zh-TW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leaves</a:t>
            </a:r>
            <a:r>
              <a:rPr lang="en-US" altLang="zh-TW" dirty="0">
                <a:ea typeface="ＭＳ Ｐゴシック" panose="020B0600070205080204" pitchFamily="34" charset="-128"/>
              </a:rPr>
              <a:t> the messages on the mail server after downloading them</a:t>
            </a:r>
          </a:p>
          <a:p>
            <a:r>
              <a:rPr lang="en-US" altLang="zh-TW" sz="2400" dirty="0">
                <a:ea typeface="ＭＳ Ｐゴシック" panose="020B0600070205080204" pitchFamily="34" charset="-128"/>
              </a:rPr>
              <a:t>POP3 is </a:t>
            </a:r>
            <a:r>
              <a:rPr lang="en-US" altLang="zh-TW" sz="24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stateless</a:t>
            </a:r>
            <a:r>
              <a:rPr lang="en-US" altLang="zh-TW" sz="2400" dirty="0">
                <a:ea typeface="ＭＳ Ｐゴシック" panose="020B0600070205080204" pitchFamily="34" charset="-128"/>
              </a:rPr>
              <a:t> across sessions.</a:t>
            </a:r>
          </a:p>
          <a:p>
            <a:endParaRPr lang="en-US" altLang="zh-TW" sz="2400" dirty="0">
              <a:ea typeface="ＭＳ Ｐゴシック" panose="020B0600070205080204" pitchFamily="34" charset="-128"/>
            </a:endParaRPr>
          </a:p>
          <a:p>
            <a:endParaRPr lang="en-US" altLang="zh-TW" sz="2400" dirty="0">
              <a:ea typeface="ＭＳ Ｐゴシック" panose="020B0600070205080204" pitchFamily="34" charset="-128"/>
            </a:endParaRPr>
          </a:p>
          <a:p>
            <a:endParaRPr lang="en-US" altLang="zh-TW" sz="2400" dirty="0">
              <a:ea typeface="ＭＳ Ｐゴシック" panose="020B0600070205080204" pitchFamily="34" charset="-128"/>
            </a:endParaRPr>
          </a:p>
          <a:p>
            <a:endParaRPr lang="en-US" altLang="zh-TW" dirty="0"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586" name="Rectangle 7">
            <a:extLst>
              <a:ext uri="{FF2B5EF4-FFF2-40B4-BE49-F238E27FC236}">
                <a16:creationId xmlns:a16="http://schemas.microsoft.com/office/drawing/2014/main" id="{BEF261CF-C94A-45E1-8FFE-6D2B6CEECF1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195587" name="Rectangle 8">
            <a:extLst>
              <a:ext uri="{FF2B5EF4-FFF2-40B4-BE49-F238E27FC236}">
                <a16:creationId xmlns:a16="http://schemas.microsoft.com/office/drawing/2014/main" id="{55D55936-E8A5-4ABA-9CF9-39437DE5240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2-</a:t>
            </a:r>
            <a:fld id="{988B238D-BDB3-43E8-ADDB-0645F13F1C28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50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195588" name="Picture 11" descr="underline_base">
            <a:extLst>
              <a:ext uri="{FF2B5EF4-FFF2-40B4-BE49-F238E27FC236}">
                <a16:creationId xmlns:a16="http://schemas.microsoft.com/office/drawing/2014/main" id="{1C811697-084F-4B6D-A6E7-E5676082AB14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8625" y="957263"/>
            <a:ext cx="5942013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95589" name="Rectangle 2">
            <a:extLst>
              <a:ext uri="{FF2B5EF4-FFF2-40B4-BE49-F238E27FC236}">
                <a16:creationId xmlns:a16="http://schemas.microsoft.com/office/drawing/2014/main" id="{75E55C86-3C01-4E41-9CD5-E25C6AE7952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81000" y="293688"/>
            <a:ext cx="7772400" cy="795337"/>
          </a:xfrm>
        </p:spPr>
        <p:txBody>
          <a:bodyPr/>
          <a:lstStyle/>
          <a:p>
            <a:r>
              <a:rPr lang="en-US" altLang="zh-TW">
                <a:ea typeface="ＭＳ Ｐゴシック" panose="020B0600070205080204" pitchFamily="34" charset="-128"/>
              </a:rPr>
              <a:t>IMAP protocol</a:t>
            </a:r>
          </a:p>
        </p:txBody>
      </p:sp>
      <p:sp>
        <p:nvSpPr>
          <p:cNvPr id="195590" name="Rectangle 4">
            <a:extLst>
              <a:ext uri="{FF2B5EF4-FFF2-40B4-BE49-F238E27FC236}">
                <a16:creationId xmlns:a16="http://schemas.microsoft.com/office/drawing/2014/main" id="{70E06122-99F0-48AA-8198-A7973276A2F3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428625" y="1335088"/>
            <a:ext cx="7993063" cy="4648200"/>
          </a:xfrm>
        </p:spPr>
        <p:txBody>
          <a:bodyPr/>
          <a:lstStyle/>
          <a:p>
            <a:r>
              <a:rPr lang="en-US" altLang="zh-TW" sz="24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keeps all messages in one place: at server</a:t>
            </a:r>
          </a:p>
          <a:p>
            <a:r>
              <a:rPr lang="en-US" altLang="zh-TW" sz="2400" dirty="0">
                <a:ea typeface="ＭＳ Ｐゴシック" panose="020B0600070205080204" pitchFamily="34" charset="-128"/>
              </a:rPr>
              <a:t>allows user to organize messages in folders</a:t>
            </a:r>
          </a:p>
          <a:p>
            <a:r>
              <a:rPr lang="en-US" altLang="zh-TW" sz="2400" dirty="0">
                <a:ea typeface="ＭＳ Ｐゴシック" panose="020B0600070205080204" pitchFamily="34" charset="-128"/>
              </a:rPr>
              <a:t>keeps user </a:t>
            </a:r>
            <a:r>
              <a:rPr lang="en-US" altLang="zh-TW" sz="24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state</a:t>
            </a:r>
            <a:r>
              <a:rPr lang="en-US" altLang="zh-TW" sz="2400" dirty="0">
                <a:ea typeface="ＭＳ Ｐゴシック" panose="020B0600070205080204" pitchFamily="34" charset="-128"/>
              </a:rPr>
              <a:t> across sessions:</a:t>
            </a:r>
          </a:p>
          <a:p>
            <a:pPr lvl="1"/>
            <a:r>
              <a:rPr lang="en-US" altLang="zh-TW" dirty="0">
                <a:ea typeface="ＭＳ Ｐゴシック" panose="020B0600070205080204" pitchFamily="34" charset="-128"/>
              </a:rPr>
              <a:t>E.g., names of folders and mappings between message IDs and folder name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634" name="Rectangle 7">
            <a:extLst>
              <a:ext uri="{FF2B5EF4-FFF2-40B4-BE49-F238E27FC236}">
                <a16:creationId xmlns:a16="http://schemas.microsoft.com/office/drawing/2014/main" id="{5E69042B-ECD5-4452-82C5-2D29229316D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197635" name="Rectangle 8">
            <a:extLst>
              <a:ext uri="{FF2B5EF4-FFF2-40B4-BE49-F238E27FC236}">
                <a16:creationId xmlns:a16="http://schemas.microsoft.com/office/drawing/2014/main" id="{88490363-DD4A-4617-A05A-BA79F5F9624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2-</a:t>
            </a:r>
            <a:fld id="{7BE55F9B-3ECF-40FC-A24C-8169735E4FDE}" type="slidenum">
              <a:rPr lang="en-US" altLang="zh-TW" sz="1200" smtClean="0">
                <a:solidFill>
                  <a:srgbClr val="000000"/>
                </a:solidFill>
                <a:latin typeface="Tahoma" panose="020B0604030504040204" pitchFamily="34" charset="0"/>
              </a:rPr>
              <a:pPr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51</a:t>
            </a:fld>
            <a:endParaRPr lang="en-US" altLang="zh-TW" sz="12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pic>
        <p:nvPicPr>
          <p:cNvPr id="197636" name="Picture 9" descr="underline_base">
            <a:extLst>
              <a:ext uri="{FF2B5EF4-FFF2-40B4-BE49-F238E27FC236}">
                <a16:creationId xmlns:a16="http://schemas.microsoft.com/office/drawing/2014/main" id="{74B2665B-252D-4071-9E9B-52391724D60D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1175" y="942975"/>
            <a:ext cx="73136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97637" name="Rectangle 2">
            <a:extLst>
              <a:ext uri="{FF2B5EF4-FFF2-40B4-BE49-F238E27FC236}">
                <a16:creationId xmlns:a16="http://schemas.microsoft.com/office/drawing/2014/main" id="{FD865A20-2D58-4AC7-954E-432B2C860BA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66725" y="234950"/>
            <a:ext cx="7772400" cy="958850"/>
          </a:xfrm>
        </p:spPr>
        <p:txBody>
          <a:bodyPr/>
          <a:lstStyle/>
          <a:p>
            <a:r>
              <a:rPr lang="en-US" altLang="zh-TW">
                <a:ea typeface="ＭＳ Ｐゴシック" panose="020B0600070205080204" pitchFamily="34" charset="-128"/>
              </a:rPr>
              <a:t>Web-Based E-mail</a:t>
            </a:r>
          </a:p>
        </p:txBody>
      </p:sp>
      <p:sp>
        <p:nvSpPr>
          <p:cNvPr id="197638" name="Rectangle 3">
            <a:extLst>
              <a:ext uri="{FF2B5EF4-FFF2-40B4-BE49-F238E27FC236}">
                <a16:creationId xmlns:a16="http://schemas.microsoft.com/office/drawing/2014/main" id="{8EE72849-780F-421B-AEC5-2E0124A83C03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455613" y="3413125"/>
            <a:ext cx="8334375" cy="4648200"/>
          </a:xfrm>
        </p:spPr>
        <p:txBody>
          <a:bodyPr/>
          <a:lstStyle/>
          <a:p>
            <a:r>
              <a:rPr lang="en-US" altLang="zh-TW" dirty="0">
                <a:solidFill>
                  <a:srgbClr val="C00000"/>
                </a:solidFill>
                <a:ea typeface="ＭＳ Ｐゴシック" panose="020B0600070205080204" pitchFamily="34" charset="-128"/>
              </a:rPr>
              <a:t>User agent</a:t>
            </a:r>
            <a:r>
              <a:rPr lang="en-US" altLang="zh-TW" dirty="0">
                <a:ea typeface="ＭＳ Ｐゴシック" panose="020B0600070205080204" pitchFamily="34" charset="-128"/>
              </a:rPr>
              <a:t>: Web browser</a:t>
            </a:r>
          </a:p>
          <a:p>
            <a:r>
              <a:rPr lang="en-US" altLang="zh-TW" dirty="0">
                <a:ea typeface="ＭＳ Ｐゴシック" panose="020B0600070205080204" pitchFamily="34" charset="-128"/>
              </a:rPr>
              <a:t>User communicates with remote mailbox via HTTP:</a:t>
            </a:r>
          </a:p>
          <a:p>
            <a:pPr lvl="1"/>
            <a:r>
              <a:rPr lang="en-US" altLang="zh-TW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Send e-mail</a:t>
            </a:r>
            <a:r>
              <a:rPr lang="en-US" altLang="zh-TW" dirty="0">
                <a:ea typeface="ＭＳ Ｐゴシック" panose="020B0600070205080204" pitchFamily="34" charset="-128"/>
              </a:rPr>
              <a:t>: e-mail message is sent from browser to mail server over HTTP (not SMTP)</a:t>
            </a:r>
          </a:p>
          <a:p>
            <a:pPr lvl="1"/>
            <a:r>
              <a:rPr lang="en-US" altLang="zh-TW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Mail server message exchange</a:t>
            </a:r>
            <a:r>
              <a:rPr lang="en-US" altLang="zh-TW" dirty="0">
                <a:ea typeface="ＭＳ Ｐゴシック" panose="020B0600070205080204" pitchFamily="34" charset="-128"/>
              </a:rPr>
              <a:t>: Still using SMTP</a:t>
            </a:r>
          </a:p>
          <a:p>
            <a:pPr lvl="1"/>
            <a:r>
              <a:rPr lang="en-US" altLang="zh-TW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Access message in mailbox</a:t>
            </a:r>
            <a:r>
              <a:rPr lang="en-US" altLang="zh-TW" dirty="0">
                <a:ea typeface="ＭＳ Ｐゴシック" panose="020B0600070205080204" pitchFamily="34" charset="-128"/>
              </a:rPr>
              <a:t>: e-mail message is sent from mail server to browser using the HTTP (not POP3 or IMAP)</a:t>
            </a:r>
          </a:p>
          <a:p>
            <a:endParaRPr lang="en-US" altLang="zh-TW" sz="2000" dirty="0">
              <a:ea typeface="ＭＳ Ｐゴシック" panose="020B0600070205080204" pitchFamily="34" charset="-128"/>
            </a:endParaRPr>
          </a:p>
        </p:txBody>
      </p:sp>
      <p:grpSp>
        <p:nvGrpSpPr>
          <p:cNvPr id="197639" name="Group 133">
            <a:extLst>
              <a:ext uri="{FF2B5EF4-FFF2-40B4-BE49-F238E27FC236}">
                <a16:creationId xmlns:a16="http://schemas.microsoft.com/office/drawing/2014/main" id="{3656357E-0734-4CFB-AB8B-E8644DF2BD8D}"/>
              </a:ext>
            </a:extLst>
          </p:cNvPr>
          <p:cNvGrpSpPr>
            <a:grpSpLocks/>
          </p:cNvGrpSpPr>
          <p:nvPr/>
        </p:nvGrpSpPr>
        <p:grpSpPr bwMode="auto">
          <a:xfrm>
            <a:off x="2962275" y="1711325"/>
            <a:ext cx="511175" cy="693738"/>
            <a:chOff x="4140" y="429"/>
            <a:chExt cx="1425" cy="2396"/>
          </a:xfrm>
        </p:grpSpPr>
        <p:sp>
          <p:nvSpPr>
            <p:cNvPr id="197727" name="Freeform 134">
              <a:extLst>
                <a:ext uri="{FF2B5EF4-FFF2-40B4-BE49-F238E27FC236}">
                  <a16:creationId xmlns:a16="http://schemas.microsoft.com/office/drawing/2014/main" id="{DB210AAC-F169-4894-8DA7-87D3BBFA2196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2 w 354"/>
                <a:gd name="T3" fmla="*/ 3 h 2742"/>
                <a:gd name="T4" fmla="*/ 2 w 354"/>
                <a:gd name="T5" fmla="*/ 3 h 2742"/>
                <a:gd name="T6" fmla="*/ 0 w 354"/>
                <a:gd name="T7" fmla="*/ 3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97728" name="Rectangle 135">
              <a:extLst>
                <a:ext uri="{FF2B5EF4-FFF2-40B4-BE49-F238E27FC236}">
                  <a16:creationId xmlns:a16="http://schemas.microsoft.com/office/drawing/2014/main" id="{35BE7B79-A16D-4FE0-A66C-F2C0569E873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6" y="429"/>
              <a:ext cx="1044" cy="2286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97729" name="Freeform 136">
              <a:extLst>
                <a:ext uri="{FF2B5EF4-FFF2-40B4-BE49-F238E27FC236}">
                  <a16:creationId xmlns:a16="http://schemas.microsoft.com/office/drawing/2014/main" id="{01D635E5-E46F-45E0-B676-159BF14A4B83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2 w 211"/>
                <a:gd name="T3" fmla="*/ 3 h 2537"/>
                <a:gd name="T4" fmla="*/ 2 w 211"/>
                <a:gd name="T5" fmla="*/ 3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97730" name="Freeform 137">
              <a:extLst>
                <a:ext uri="{FF2B5EF4-FFF2-40B4-BE49-F238E27FC236}">
                  <a16:creationId xmlns:a16="http://schemas.microsoft.com/office/drawing/2014/main" id="{0D5BF87F-5B79-4251-8BCB-277919A9F7F8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3 h 226"/>
                <a:gd name="T4" fmla="*/ 2 w 328"/>
                <a:gd name="T5" fmla="*/ 3 h 226"/>
                <a:gd name="T6" fmla="*/ 0 w 328"/>
                <a:gd name="T7" fmla="*/ 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97731" name="Rectangle 138">
              <a:extLst>
                <a:ext uri="{FF2B5EF4-FFF2-40B4-BE49-F238E27FC236}">
                  <a16:creationId xmlns:a16="http://schemas.microsoft.com/office/drawing/2014/main" id="{4F4CE496-8E82-4605-97E3-9E82C666A9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1" y="692"/>
              <a:ext cx="597" cy="49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197732" name="Group 139">
              <a:extLst>
                <a:ext uri="{FF2B5EF4-FFF2-40B4-BE49-F238E27FC236}">
                  <a16:creationId xmlns:a16="http://schemas.microsoft.com/office/drawing/2014/main" id="{3BFD7D39-AFC6-430E-8B1D-1DC2821919F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97757" name="AutoShape 140">
                <a:extLst>
                  <a:ext uri="{FF2B5EF4-FFF2-40B4-BE49-F238E27FC236}">
                    <a16:creationId xmlns:a16="http://schemas.microsoft.com/office/drawing/2014/main" id="{15E79315-42BA-431B-A842-6125913B78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70"/>
                <a:ext cx="723" cy="137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97758" name="AutoShape 141">
                <a:extLst>
                  <a:ext uri="{FF2B5EF4-FFF2-40B4-BE49-F238E27FC236}">
                    <a16:creationId xmlns:a16="http://schemas.microsoft.com/office/drawing/2014/main" id="{32873D33-E265-40BF-A550-932F44E3B1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3" y="2586"/>
                <a:ext cx="690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97733" name="Rectangle 142">
              <a:extLst>
                <a:ext uri="{FF2B5EF4-FFF2-40B4-BE49-F238E27FC236}">
                  <a16:creationId xmlns:a16="http://schemas.microsoft.com/office/drawing/2014/main" id="{813C3FDC-3F74-4DD6-A7F7-E0658DDB5F8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4" y="1021"/>
              <a:ext cx="597" cy="44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197734" name="Group 143">
              <a:extLst>
                <a:ext uri="{FF2B5EF4-FFF2-40B4-BE49-F238E27FC236}">
                  <a16:creationId xmlns:a16="http://schemas.microsoft.com/office/drawing/2014/main" id="{84DA0AB0-815D-420C-84FE-F9820CE90CF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97755" name="AutoShape 144">
                <a:extLst>
                  <a:ext uri="{FF2B5EF4-FFF2-40B4-BE49-F238E27FC236}">
                    <a16:creationId xmlns:a16="http://schemas.microsoft.com/office/drawing/2014/main" id="{C7B444A5-51A5-4057-B646-9293A84DDF1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8"/>
                <a:ext cx="718" cy="131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97756" name="AutoShape 145">
                <a:extLst>
                  <a:ext uri="{FF2B5EF4-FFF2-40B4-BE49-F238E27FC236}">
                    <a16:creationId xmlns:a16="http://schemas.microsoft.com/office/drawing/2014/main" id="{BE078A14-69EF-494C-AA72-AFAEAFCB7D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5"/>
                <a:ext cx="690" cy="102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97735" name="Rectangle 146">
              <a:extLst>
                <a:ext uri="{FF2B5EF4-FFF2-40B4-BE49-F238E27FC236}">
                  <a16:creationId xmlns:a16="http://schemas.microsoft.com/office/drawing/2014/main" id="{C7E3FC85-0CF9-4820-8A2F-A47B0BE38B8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5" y="1356"/>
              <a:ext cx="597" cy="49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97736" name="Rectangle 147">
              <a:extLst>
                <a:ext uri="{FF2B5EF4-FFF2-40B4-BE49-F238E27FC236}">
                  <a16:creationId xmlns:a16="http://schemas.microsoft.com/office/drawing/2014/main" id="{EA901922-7B12-419D-8DD1-C7AE5E1EFB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9" y="1657"/>
              <a:ext cx="597" cy="44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197737" name="Group 148">
              <a:extLst>
                <a:ext uri="{FF2B5EF4-FFF2-40B4-BE49-F238E27FC236}">
                  <a16:creationId xmlns:a16="http://schemas.microsoft.com/office/drawing/2014/main" id="{46F3312B-3AF7-42CD-A75B-9F0EE1DCD38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97753" name="AutoShape 149">
                <a:extLst>
                  <a:ext uri="{FF2B5EF4-FFF2-40B4-BE49-F238E27FC236}">
                    <a16:creationId xmlns:a16="http://schemas.microsoft.com/office/drawing/2014/main" id="{B34A4092-7726-4DB1-A5A0-BE125CBBCF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81"/>
                <a:ext cx="728" cy="126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97754" name="AutoShape 150">
                <a:extLst>
                  <a:ext uri="{FF2B5EF4-FFF2-40B4-BE49-F238E27FC236}">
                    <a16:creationId xmlns:a16="http://schemas.microsoft.com/office/drawing/2014/main" id="{B329FDB8-F44C-4F66-BF8F-B2AC6241BA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6"/>
                <a:ext cx="695" cy="106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97738" name="Freeform 151">
              <a:extLst>
                <a:ext uri="{FF2B5EF4-FFF2-40B4-BE49-F238E27FC236}">
                  <a16:creationId xmlns:a16="http://schemas.microsoft.com/office/drawing/2014/main" id="{E02F3B78-2780-42F9-8211-8E1CA3CCBD05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2 h 226"/>
                <a:gd name="T4" fmla="*/ 2 w 328"/>
                <a:gd name="T5" fmla="*/ 2 h 226"/>
                <a:gd name="T6" fmla="*/ 0 w 328"/>
                <a:gd name="T7" fmla="*/ 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197739" name="Group 152">
              <a:extLst>
                <a:ext uri="{FF2B5EF4-FFF2-40B4-BE49-F238E27FC236}">
                  <a16:creationId xmlns:a16="http://schemas.microsoft.com/office/drawing/2014/main" id="{981C18B7-27CE-4196-B08C-AF4650A3218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97751" name="AutoShape 153">
                <a:extLst>
                  <a:ext uri="{FF2B5EF4-FFF2-40B4-BE49-F238E27FC236}">
                    <a16:creationId xmlns:a16="http://schemas.microsoft.com/office/drawing/2014/main" id="{4994BD5D-7342-4AB5-AF66-81C5BF670C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69"/>
                <a:ext cx="728" cy="137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97752" name="AutoShape 154">
                <a:extLst>
                  <a:ext uri="{FF2B5EF4-FFF2-40B4-BE49-F238E27FC236}">
                    <a16:creationId xmlns:a16="http://schemas.microsoft.com/office/drawing/2014/main" id="{B6903802-1F13-4C63-A2FE-45ED9599D50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6"/>
                <a:ext cx="695" cy="10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97740" name="Rectangle 155">
              <a:extLst>
                <a:ext uri="{FF2B5EF4-FFF2-40B4-BE49-F238E27FC236}">
                  <a16:creationId xmlns:a16="http://schemas.microsoft.com/office/drawing/2014/main" id="{43C319C2-4F77-4907-AB0A-9DF045ABB66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1" y="429"/>
              <a:ext cx="66" cy="2286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97741" name="Freeform 156">
              <a:extLst>
                <a:ext uri="{FF2B5EF4-FFF2-40B4-BE49-F238E27FC236}">
                  <a16:creationId xmlns:a16="http://schemas.microsoft.com/office/drawing/2014/main" id="{85B33B5A-FB29-4676-A38B-23CAB3B55F8C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 w 296"/>
                <a:gd name="T3" fmla="*/ 2 h 256"/>
                <a:gd name="T4" fmla="*/ 2 w 296"/>
                <a:gd name="T5" fmla="*/ 2 h 256"/>
                <a:gd name="T6" fmla="*/ 0 w 296"/>
                <a:gd name="T7" fmla="*/ 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97742" name="Freeform 157">
              <a:extLst>
                <a:ext uri="{FF2B5EF4-FFF2-40B4-BE49-F238E27FC236}">
                  <a16:creationId xmlns:a16="http://schemas.microsoft.com/office/drawing/2014/main" id="{696023D3-AB96-4A60-B96B-B4851D97E5D7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 w 304"/>
                <a:gd name="T3" fmla="*/ 2 h 288"/>
                <a:gd name="T4" fmla="*/ 2 w 304"/>
                <a:gd name="T5" fmla="*/ 2 h 288"/>
                <a:gd name="T6" fmla="*/ 2 w 304"/>
                <a:gd name="T7" fmla="*/ 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97743" name="Oval 158">
              <a:extLst>
                <a:ext uri="{FF2B5EF4-FFF2-40B4-BE49-F238E27FC236}">
                  <a16:creationId xmlns:a16="http://schemas.microsoft.com/office/drawing/2014/main" id="{B7D14358-1A7F-43F2-9114-95D23F032C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6" y="2611"/>
              <a:ext cx="49" cy="93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97744" name="Freeform 159">
              <a:extLst>
                <a:ext uri="{FF2B5EF4-FFF2-40B4-BE49-F238E27FC236}">
                  <a16:creationId xmlns:a16="http://schemas.microsoft.com/office/drawing/2014/main" id="{E73090FD-D2DA-4258-B5AB-2AD2CB9B2A1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 h 240"/>
                <a:gd name="T2" fmla="*/ 2 w 306"/>
                <a:gd name="T3" fmla="*/ 3 h 240"/>
                <a:gd name="T4" fmla="*/ 2 w 306"/>
                <a:gd name="T5" fmla="*/ 3 h 240"/>
                <a:gd name="T6" fmla="*/ 2 w 306"/>
                <a:gd name="T7" fmla="*/ 0 h 240"/>
                <a:gd name="T8" fmla="*/ 0 w 306"/>
                <a:gd name="T9" fmla="*/ 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97745" name="AutoShape 160">
              <a:extLst>
                <a:ext uri="{FF2B5EF4-FFF2-40B4-BE49-F238E27FC236}">
                  <a16:creationId xmlns:a16="http://schemas.microsoft.com/office/drawing/2014/main" id="{72B178C4-B589-45D0-8A9F-76EF19DDB4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7"/>
              <a:ext cx="1199" cy="148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97746" name="AutoShape 161">
              <a:extLst>
                <a:ext uri="{FF2B5EF4-FFF2-40B4-BE49-F238E27FC236}">
                  <a16:creationId xmlns:a16="http://schemas.microsoft.com/office/drawing/2014/main" id="{D69D1231-6ECE-401B-8F18-F25F961D46B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6" y="2710"/>
              <a:ext cx="1071" cy="82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97747" name="Oval 162">
              <a:extLst>
                <a:ext uri="{FF2B5EF4-FFF2-40B4-BE49-F238E27FC236}">
                  <a16:creationId xmlns:a16="http://schemas.microsoft.com/office/drawing/2014/main" id="{3D57A50E-53A9-41CC-A4EA-07CC5D1CC9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8" y="2381"/>
              <a:ext cx="159" cy="143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97748" name="Oval 163">
              <a:extLst>
                <a:ext uri="{FF2B5EF4-FFF2-40B4-BE49-F238E27FC236}">
                  <a16:creationId xmlns:a16="http://schemas.microsoft.com/office/drawing/2014/main" id="{C3470672-88C4-4C8C-936F-DB31470697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5" y="2386"/>
              <a:ext cx="159" cy="143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7749" name="Oval 164">
              <a:extLst>
                <a:ext uri="{FF2B5EF4-FFF2-40B4-BE49-F238E27FC236}">
                  <a16:creationId xmlns:a16="http://schemas.microsoft.com/office/drawing/2014/main" id="{FE5F5879-84A6-478A-B65C-5DABFD8CA6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2" y="2381"/>
              <a:ext cx="159" cy="143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97750" name="Rectangle 165">
              <a:extLst>
                <a:ext uri="{FF2B5EF4-FFF2-40B4-BE49-F238E27FC236}">
                  <a16:creationId xmlns:a16="http://schemas.microsoft.com/office/drawing/2014/main" id="{DDF68848-BEEB-4124-89BF-C4C54EBA43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0" y="1833"/>
              <a:ext cx="89" cy="762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</p:grpSp>
      <p:grpSp>
        <p:nvGrpSpPr>
          <p:cNvPr id="197640" name="Group 100">
            <a:extLst>
              <a:ext uri="{FF2B5EF4-FFF2-40B4-BE49-F238E27FC236}">
                <a16:creationId xmlns:a16="http://schemas.microsoft.com/office/drawing/2014/main" id="{5BB70846-A8A0-4D3C-BC42-698326BF4C79}"/>
              </a:ext>
            </a:extLst>
          </p:cNvPr>
          <p:cNvGrpSpPr>
            <a:grpSpLocks/>
          </p:cNvGrpSpPr>
          <p:nvPr/>
        </p:nvGrpSpPr>
        <p:grpSpPr bwMode="auto">
          <a:xfrm>
            <a:off x="4648200" y="1720850"/>
            <a:ext cx="511175" cy="693738"/>
            <a:chOff x="4140" y="429"/>
            <a:chExt cx="1425" cy="2396"/>
          </a:xfrm>
        </p:grpSpPr>
        <p:sp>
          <p:nvSpPr>
            <p:cNvPr id="197695" name="Freeform 101">
              <a:extLst>
                <a:ext uri="{FF2B5EF4-FFF2-40B4-BE49-F238E27FC236}">
                  <a16:creationId xmlns:a16="http://schemas.microsoft.com/office/drawing/2014/main" id="{846F0B09-49D5-4101-A0FC-096FC1B1382C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2 w 354"/>
                <a:gd name="T3" fmla="*/ 3 h 2742"/>
                <a:gd name="T4" fmla="*/ 2 w 354"/>
                <a:gd name="T5" fmla="*/ 3 h 2742"/>
                <a:gd name="T6" fmla="*/ 0 w 354"/>
                <a:gd name="T7" fmla="*/ 3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97696" name="Rectangle 102">
              <a:extLst>
                <a:ext uri="{FF2B5EF4-FFF2-40B4-BE49-F238E27FC236}">
                  <a16:creationId xmlns:a16="http://schemas.microsoft.com/office/drawing/2014/main" id="{2119E7A6-90EA-4FBE-BE39-5EB628C6010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6" y="429"/>
              <a:ext cx="1044" cy="2286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97697" name="Freeform 103">
              <a:extLst>
                <a:ext uri="{FF2B5EF4-FFF2-40B4-BE49-F238E27FC236}">
                  <a16:creationId xmlns:a16="http://schemas.microsoft.com/office/drawing/2014/main" id="{3F04DD95-B425-41FE-91AF-9DE11DB468C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2 w 211"/>
                <a:gd name="T3" fmla="*/ 3 h 2537"/>
                <a:gd name="T4" fmla="*/ 2 w 211"/>
                <a:gd name="T5" fmla="*/ 3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97698" name="Freeform 104">
              <a:extLst>
                <a:ext uri="{FF2B5EF4-FFF2-40B4-BE49-F238E27FC236}">
                  <a16:creationId xmlns:a16="http://schemas.microsoft.com/office/drawing/2014/main" id="{A815BDDA-ECF3-47FA-AB54-9C99528EFAA6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3 h 226"/>
                <a:gd name="T4" fmla="*/ 2 w 328"/>
                <a:gd name="T5" fmla="*/ 3 h 226"/>
                <a:gd name="T6" fmla="*/ 0 w 328"/>
                <a:gd name="T7" fmla="*/ 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97699" name="Rectangle 105">
              <a:extLst>
                <a:ext uri="{FF2B5EF4-FFF2-40B4-BE49-F238E27FC236}">
                  <a16:creationId xmlns:a16="http://schemas.microsoft.com/office/drawing/2014/main" id="{EC67B7B8-0E88-4E75-A3BC-42FF1FB6A04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1" y="692"/>
              <a:ext cx="597" cy="49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197700" name="Group 106">
              <a:extLst>
                <a:ext uri="{FF2B5EF4-FFF2-40B4-BE49-F238E27FC236}">
                  <a16:creationId xmlns:a16="http://schemas.microsoft.com/office/drawing/2014/main" id="{15A589DD-0193-4617-9257-EA6C9D6548A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97725" name="AutoShape 107">
                <a:extLst>
                  <a:ext uri="{FF2B5EF4-FFF2-40B4-BE49-F238E27FC236}">
                    <a16:creationId xmlns:a16="http://schemas.microsoft.com/office/drawing/2014/main" id="{11BFEDDF-90CD-47F7-BD51-9D42C75862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70"/>
                <a:ext cx="723" cy="137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97726" name="AutoShape 108">
                <a:extLst>
                  <a:ext uri="{FF2B5EF4-FFF2-40B4-BE49-F238E27FC236}">
                    <a16:creationId xmlns:a16="http://schemas.microsoft.com/office/drawing/2014/main" id="{8D97D9B3-12F6-44AF-9DE4-8C32633753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3" y="2586"/>
                <a:ext cx="690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97701" name="Rectangle 109">
              <a:extLst>
                <a:ext uri="{FF2B5EF4-FFF2-40B4-BE49-F238E27FC236}">
                  <a16:creationId xmlns:a16="http://schemas.microsoft.com/office/drawing/2014/main" id="{7D4F460A-BE68-457C-8726-51C9F1EFBE3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4" y="1021"/>
              <a:ext cx="597" cy="44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197702" name="Group 110">
              <a:extLst>
                <a:ext uri="{FF2B5EF4-FFF2-40B4-BE49-F238E27FC236}">
                  <a16:creationId xmlns:a16="http://schemas.microsoft.com/office/drawing/2014/main" id="{851C8C1C-13B5-4167-9B46-716739548CA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97723" name="AutoShape 111">
                <a:extLst>
                  <a:ext uri="{FF2B5EF4-FFF2-40B4-BE49-F238E27FC236}">
                    <a16:creationId xmlns:a16="http://schemas.microsoft.com/office/drawing/2014/main" id="{BE77FB2D-5B8D-4665-A375-89961FC274F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8"/>
                <a:ext cx="718" cy="131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97724" name="AutoShape 112">
                <a:extLst>
                  <a:ext uri="{FF2B5EF4-FFF2-40B4-BE49-F238E27FC236}">
                    <a16:creationId xmlns:a16="http://schemas.microsoft.com/office/drawing/2014/main" id="{5CCC683C-A57A-42B2-AED8-01C4A1201D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5"/>
                <a:ext cx="690" cy="102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97703" name="Rectangle 113">
              <a:extLst>
                <a:ext uri="{FF2B5EF4-FFF2-40B4-BE49-F238E27FC236}">
                  <a16:creationId xmlns:a16="http://schemas.microsoft.com/office/drawing/2014/main" id="{56DF64AB-11BC-4965-9CD8-F4B13E24AF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5" y="1356"/>
              <a:ext cx="597" cy="49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97704" name="Rectangle 114">
              <a:extLst>
                <a:ext uri="{FF2B5EF4-FFF2-40B4-BE49-F238E27FC236}">
                  <a16:creationId xmlns:a16="http://schemas.microsoft.com/office/drawing/2014/main" id="{7FAD5A01-CCB4-4287-B54B-756978FBA7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9" y="1657"/>
              <a:ext cx="597" cy="44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197705" name="Group 115">
              <a:extLst>
                <a:ext uri="{FF2B5EF4-FFF2-40B4-BE49-F238E27FC236}">
                  <a16:creationId xmlns:a16="http://schemas.microsoft.com/office/drawing/2014/main" id="{C16A1FDC-F497-471E-B791-D8436D4EE56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97721" name="AutoShape 116">
                <a:extLst>
                  <a:ext uri="{FF2B5EF4-FFF2-40B4-BE49-F238E27FC236}">
                    <a16:creationId xmlns:a16="http://schemas.microsoft.com/office/drawing/2014/main" id="{89E7FA61-7D9A-4B9B-85E6-C283D26FB7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81"/>
                <a:ext cx="728" cy="126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97722" name="AutoShape 117">
                <a:extLst>
                  <a:ext uri="{FF2B5EF4-FFF2-40B4-BE49-F238E27FC236}">
                    <a16:creationId xmlns:a16="http://schemas.microsoft.com/office/drawing/2014/main" id="{74BA19C2-929C-4484-8B56-BAB6F91DDB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6"/>
                <a:ext cx="695" cy="106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97706" name="Freeform 118">
              <a:extLst>
                <a:ext uri="{FF2B5EF4-FFF2-40B4-BE49-F238E27FC236}">
                  <a16:creationId xmlns:a16="http://schemas.microsoft.com/office/drawing/2014/main" id="{D61A7933-DB20-4061-95E6-5D6E84ED850D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2 h 226"/>
                <a:gd name="T4" fmla="*/ 2 w 328"/>
                <a:gd name="T5" fmla="*/ 2 h 226"/>
                <a:gd name="T6" fmla="*/ 0 w 328"/>
                <a:gd name="T7" fmla="*/ 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197707" name="Group 119">
              <a:extLst>
                <a:ext uri="{FF2B5EF4-FFF2-40B4-BE49-F238E27FC236}">
                  <a16:creationId xmlns:a16="http://schemas.microsoft.com/office/drawing/2014/main" id="{1980F3BB-952C-455B-83FD-E12E50845E2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97719" name="AutoShape 120">
                <a:extLst>
                  <a:ext uri="{FF2B5EF4-FFF2-40B4-BE49-F238E27FC236}">
                    <a16:creationId xmlns:a16="http://schemas.microsoft.com/office/drawing/2014/main" id="{579B429D-D751-4C0C-BCC4-EBB1590270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69"/>
                <a:ext cx="728" cy="137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197720" name="AutoShape 121">
                <a:extLst>
                  <a:ext uri="{FF2B5EF4-FFF2-40B4-BE49-F238E27FC236}">
                    <a16:creationId xmlns:a16="http://schemas.microsoft.com/office/drawing/2014/main" id="{AE35CE69-9E02-42D9-89C7-14B279C1182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6"/>
                <a:ext cx="695" cy="10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97708" name="Rectangle 122">
              <a:extLst>
                <a:ext uri="{FF2B5EF4-FFF2-40B4-BE49-F238E27FC236}">
                  <a16:creationId xmlns:a16="http://schemas.microsoft.com/office/drawing/2014/main" id="{6675F129-9EBA-4CEE-956E-7D1A300EA6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1" y="429"/>
              <a:ext cx="66" cy="2286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97709" name="Freeform 123">
              <a:extLst>
                <a:ext uri="{FF2B5EF4-FFF2-40B4-BE49-F238E27FC236}">
                  <a16:creationId xmlns:a16="http://schemas.microsoft.com/office/drawing/2014/main" id="{F0C00E69-C4C8-4706-932A-22F9F6362112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 w 296"/>
                <a:gd name="T3" fmla="*/ 2 h 256"/>
                <a:gd name="T4" fmla="*/ 2 w 296"/>
                <a:gd name="T5" fmla="*/ 2 h 256"/>
                <a:gd name="T6" fmla="*/ 0 w 296"/>
                <a:gd name="T7" fmla="*/ 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97710" name="Freeform 124">
              <a:extLst>
                <a:ext uri="{FF2B5EF4-FFF2-40B4-BE49-F238E27FC236}">
                  <a16:creationId xmlns:a16="http://schemas.microsoft.com/office/drawing/2014/main" id="{ED2BE473-95B3-4A05-99C4-1FE61045AA1D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 w 304"/>
                <a:gd name="T3" fmla="*/ 2 h 288"/>
                <a:gd name="T4" fmla="*/ 2 w 304"/>
                <a:gd name="T5" fmla="*/ 2 h 288"/>
                <a:gd name="T6" fmla="*/ 2 w 304"/>
                <a:gd name="T7" fmla="*/ 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97711" name="Oval 125">
              <a:extLst>
                <a:ext uri="{FF2B5EF4-FFF2-40B4-BE49-F238E27FC236}">
                  <a16:creationId xmlns:a16="http://schemas.microsoft.com/office/drawing/2014/main" id="{E63EC6DA-8AEA-41DD-9E46-3FC42CDBC6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6" y="2611"/>
              <a:ext cx="49" cy="93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97712" name="Freeform 126">
              <a:extLst>
                <a:ext uri="{FF2B5EF4-FFF2-40B4-BE49-F238E27FC236}">
                  <a16:creationId xmlns:a16="http://schemas.microsoft.com/office/drawing/2014/main" id="{B23EC721-97DA-493B-B877-BEE4DB58CE8B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 h 240"/>
                <a:gd name="T2" fmla="*/ 2 w 306"/>
                <a:gd name="T3" fmla="*/ 3 h 240"/>
                <a:gd name="T4" fmla="*/ 2 w 306"/>
                <a:gd name="T5" fmla="*/ 3 h 240"/>
                <a:gd name="T6" fmla="*/ 2 w 306"/>
                <a:gd name="T7" fmla="*/ 0 h 240"/>
                <a:gd name="T8" fmla="*/ 0 w 306"/>
                <a:gd name="T9" fmla="*/ 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97713" name="AutoShape 127">
              <a:extLst>
                <a:ext uri="{FF2B5EF4-FFF2-40B4-BE49-F238E27FC236}">
                  <a16:creationId xmlns:a16="http://schemas.microsoft.com/office/drawing/2014/main" id="{5F7AEEDF-B217-4128-88B9-FEE785AC28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7"/>
              <a:ext cx="1199" cy="148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97714" name="AutoShape 128">
              <a:extLst>
                <a:ext uri="{FF2B5EF4-FFF2-40B4-BE49-F238E27FC236}">
                  <a16:creationId xmlns:a16="http://schemas.microsoft.com/office/drawing/2014/main" id="{1489A3C5-66A7-4F5A-9DA7-195B8BD7FE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6" y="2710"/>
              <a:ext cx="1071" cy="82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97715" name="Oval 129">
              <a:extLst>
                <a:ext uri="{FF2B5EF4-FFF2-40B4-BE49-F238E27FC236}">
                  <a16:creationId xmlns:a16="http://schemas.microsoft.com/office/drawing/2014/main" id="{BF1F804E-E1E3-4A4E-AC23-DAA14DBF76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8" y="2381"/>
              <a:ext cx="159" cy="143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97716" name="Oval 130">
              <a:extLst>
                <a:ext uri="{FF2B5EF4-FFF2-40B4-BE49-F238E27FC236}">
                  <a16:creationId xmlns:a16="http://schemas.microsoft.com/office/drawing/2014/main" id="{41CCDB7B-568A-43F3-BE0B-CC249B8EB2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5" y="2386"/>
              <a:ext cx="159" cy="143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7717" name="Oval 131">
              <a:extLst>
                <a:ext uri="{FF2B5EF4-FFF2-40B4-BE49-F238E27FC236}">
                  <a16:creationId xmlns:a16="http://schemas.microsoft.com/office/drawing/2014/main" id="{DA297B2E-0EF0-4D02-9558-70E5AD8BD8A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2" y="2381"/>
              <a:ext cx="159" cy="143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97718" name="Rectangle 132">
              <a:extLst>
                <a:ext uri="{FF2B5EF4-FFF2-40B4-BE49-F238E27FC236}">
                  <a16:creationId xmlns:a16="http://schemas.microsoft.com/office/drawing/2014/main" id="{171C3C67-88B0-4447-B0BF-5D3EBE0478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0" y="1833"/>
              <a:ext cx="89" cy="762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</p:grpSp>
      <p:grpSp>
        <p:nvGrpSpPr>
          <p:cNvPr id="197641" name="Group 158">
            <a:extLst>
              <a:ext uri="{FF2B5EF4-FFF2-40B4-BE49-F238E27FC236}">
                <a16:creationId xmlns:a16="http://schemas.microsoft.com/office/drawing/2014/main" id="{D680BFAB-3AF8-4380-82B8-2CDCBDE43FF7}"/>
              </a:ext>
            </a:extLst>
          </p:cNvPr>
          <p:cNvGrpSpPr>
            <a:grpSpLocks/>
          </p:cNvGrpSpPr>
          <p:nvPr/>
        </p:nvGrpSpPr>
        <p:grpSpPr bwMode="auto">
          <a:xfrm>
            <a:off x="2797175" y="2120900"/>
            <a:ext cx="1436688" cy="1131888"/>
            <a:chOff x="1796" y="1206"/>
            <a:chExt cx="905" cy="713"/>
          </a:xfrm>
        </p:grpSpPr>
        <p:sp>
          <p:nvSpPr>
            <p:cNvPr id="197679" name="Text Box 95">
              <a:extLst>
                <a:ext uri="{FF2B5EF4-FFF2-40B4-BE49-F238E27FC236}">
                  <a16:creationId xmlns:a16="http://schemas.microsoft.com/office/drawing/2014/main" id="{A13DBDF6-38DE-4593-8F6E-CC8FAE0D2AC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96" y="1583"/>
              <a:ext cx="905" cy="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sender</a:t>
              </a:r>
              <a:r>
                <a:rPr lang="ja-JP" altLang="en-US" sz="1600">
                  <a:latin typeface="Arial" panose="020B0604020202020204" pitchFamily="34" charset="0"/>
                </a:rPr>
                <a:t>’</a:t>
              </a:r>
              <a:r>
                <a:rPr lang="en-US" altLang="ja-JP" sz="1600">
                  <a:latin typeface="Arial" panose="020B0604020202020204" pitchFamily="34" charset="0"/>
                </a:rPr>
                <a:t>s mail </a:t>
              </a:r>
            </a:p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server</a:t>
              </a:r>
              <a:endParaRPr lang="en-US" altLang="zh-TW" sz="2400">
                <a:latin typeface="Arial" panose="020B0604020202020204" pitchFamily="34" charset="0"/>
              </a:endParaRPr>
            </a:p>
          </p:txBody>
        </p:sp>
        <p:grpSp>
          <p:nvGrpSpPr>
            <p:cNvPr id="197680" name="Group 157">
              <a:extLst>
                <a:ext uri="{FF2B5EF4-FFF2-40B4-BE49-F238E27FC236}">
                  <a16:creationId xmlns:a16="http://schemas.microsoft.com/office/drawing/2014/main" id="{F37712A2-AA40-42CA-9624-CCE6D1C87C6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992" y="1206"/>
              <a:ext cx="510" cy="354"/>
              <a:chOff x="2070" y="2004"/>
              <a:chExt cx="510" cy="354"/>
            </a:xfrm>
          </p:grpSpPr>
          <p:sp>
            <p:nvSpPr>
              <p:cNvPr id="197681" name="Rectangle 94">
                <a:extLst>
                  <a:ext uri="{FF2B5EF4-FFF2-40B4-BE49-F238E27FC236}">
                    <a16:creationId xmlns:a16="http://schemas.microsoft.com/office/drawing/2014/main" id="{2D694F1A-255C-4B92-B3E9-B202D7ACF8C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70" y="2004"/>
                <a:ext cx="510" cy="354"/>
              </a:xfrm>
              <a:prstGeom prst="rect">
                <a:avLst/>
              </a:prstGeom>
              <a:solidFill>
                <a:schemeClr val="hlink"/>
              </a:solidFill>
              <a:ln w="1905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400">
                  <a:latin typeface="Comic Sans MS" panose="030F0702030302020204" pitchFamily="66" charset="0"/>
                </a:endParaRPr>
              </a:p>
            </p:txBody>
          </p:sp>
          <p:sp>
            <p:nvSpPr>
              <p:cNvPr id="197682" name="Rectangle 96">
                <a:extLst>
                  <a:ext uri="{FF2B5EF4-FFF2-40B4-BE49-F238E27FC236}">
                    <a16:creationId xmlns:a16="http://schemas.microsoft.com/office/drawing/2014/main" id="{19FC9105-7A01-4F20-AD3E-6B3E5445BF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94" y="2076"/>
                <a:ext cx="450" cy="120"/>
              </a:xfrm>
              <a:prstGeom prst="rect">
                <a:avLst/>
              </a:prstGeom>
              <a:solidFill>
                <a:srgbClr val="00FF00"/>
              </a:solidFill>
              <a:ln w="1905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400">
                  <a:latin typeface="Comic Sans MS" panose="030F0702030302020204" pitchFamily="66" charset="0"/>
                </a:endParaRPr>
              </a:p>
            </p:txBody>
          </p:sp>
          <p:sp>
            <p:nvSpPr>
              <p:cNvPr id="197683" name="Line 97">
                <a:extLst>
                  <a:ext uri="{FF2B5EF4-FFF2-40B4-BE49-F238E27FC236}">
                    <a16:creationId xmlns:a16="http://schemas.microsoft.com/office/drawing/2014/main" id="{216D055C-C6B7-4DA6-B1F4-2BFDD5563E0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43" y="2104"/>
                <a:ext cx="0" cy="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97684" name="Line 98">
                <a:extLst>
                  <a:ext uri="{FF2B5EF4-FFF2-40B4-BE49-F238E27FC236}">
                    <a16:creationId xmlns:a16="http://schemas.microsoft.com/office/drawing/2014/main" id="{F14D30EE-F275-4F27-AB8F-986205D5951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252" y="2103"/>
                <a:ext cx="0" cy="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97685" name="Line 99">
                <a:extLst>
                  <a:ext uri="{FF2B5EF4-FFF2-40B4-BE49-F238E27FC236}">
                    <a16:creationId xmlns:a16="http://schemas.microsoft.com/office/drawing/2014/main" id="{12CA2D70-AA50-421D-A838-4D62F7E05D0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07" y="2105"/>
                <a:ext cx="0" cy="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97686" name="Line 100">
                <a:extLst>
                  <a:ext uri="{FF2B5EF4-FFF2-40B4-BE49-F238E27FC236}">
                    <a16:creationId xmlns:a16="http://schemas.microsoft.com/office/drawing/2014/main" id="{D3B8F0E7-836A-4F3C-BC0B-65B25763633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64" y="2103"/>
                <a:ext cx="0" cy="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97687" name="Line 101">
                <a:extLst>
                  <a:ext uri="{FF2B5EF4-FFF2-40B4-BE49-F238E27FC236}">
                    <a16:creationId xmlns:a16="http://schemas.microsoft.com/office/drawing/2014/main" id="{A5384935-83FA-4663-9A8C-EC2E1956677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425" y="2103"/>
                <a:ext cx="0" cy="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97688" name="Line 102">
                <a:extLst>
                  <a:ext uri="{FF2B5EF4-FFF2-40B4-BE49-F238E27FC236}">
                    <a16:creationId xmlns:a16="http://schemas.microsoft.com/office/drawing/2014/main" id="{344F0D3C-4D4C-48DC-B6D7-2DCCAEF76B9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481" y="2103"/>
                <a:ext cx="0" cy="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97689" name="Line 103">
                <a:extLst>
                  <a:ext uri="{FF2B5EF4-FFF2-40B4-BE49-F238E27FC236}">
                    <a16:creationId xmlns:a16="http://schemas.microsoft.com/office/drawing/2014/main" id="{814EFF4B-83FD-43E3-91BA-D0095F2F0FC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96" y="2104"/>
                <a:ext cx="0" cy="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97690" name="Rectangle 104">
                <a:extLst>
                  <a:ext uri="{FF2B5EF4-FFF2-40B4-BE49-F238E27FC236}">
                    <a16:creationId xmlns:a16="http://schemas.microsoft.com/office/drawing/2014/main" id="{9E291E01-C29C-4CB3-9C33-4EAF6708078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02" y="2243"/>
                <a:ext cx="64" cy="93"/>
              </a:xfrm>
              <a:prstGeom prst="rect">
                <a:avLst/>
              </a:prstGeom>
              <a:solidFill>
                <a:srgbClr val="FFFF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400">
                  <a:latin typeface="Comic Sans MS" panose="030F0702030302020204" pitchFamily="66" charset="0"/>
                </a:endParaRPr>
              </a:p>
            </p:txBody>
          </p:sp>
          <p:sp>
            <p:nvSpPr>
              <p:cNvPr id="197691" name="Rectangle 105">
                <a:extLst>
                  <a:ext uri="{FF2B5EF4-FFF2-40B4-BE49-F238E27FC236}">
                    <a16:creationId xmlns:a16="http://schemas.microsoft.com/office/drawing/2014/main" id="{DB8C7E74-01EC-4BBC-8BAC-0989A62FCF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88" y="2243"/>
                <a:ext cx="64" cy="93"/>
              </a:xfrm>
              <a:prstGeom prst="rect">
                <a:avLst/>
              </a:prstGeom>
              <a:solidFill>
                <a:srgbClr val="FFFF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400">
                  <a:latin typeface="Comic Sans MS" panose="030F0702030302020204" pitchFamily="66" charset="0"/>
                </a:endParaRPr>
              </a:p>
            </p:txBody>
          </p:sp>
          <p:sp>
            <p:nvSpPr>
              <p:cNvPr id="197692" name="Rectangle 106">
                <a:extLst>
                  <a:ext uri="{FF2B5EF4-FFF2-40B4-BE49-F238E27FC236}">
                    <a16:creationId xmlns:a16="http://schemas.microsoft.com/office/drawing/2014/main" id="{A56557B1-82BD-49E0-A144-5E336F71F2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74" y="2242"/>
                <a:ext cx="64" cy="93"/>
              </a:xfrm>
              <a:prstGeom prst="rect">
                <a:avLst/>
              </a:prstGeom>
              <a:solidFill>
                <a:srgbClr val="FFFF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400">
                  <a:latin typeface="Comic Sans MS" panose="030F0702030302020204" pitchFamily="66" charset="0"/>
                </a:endParaRPr>
              </a:p>
            </p:txBody>
          </p:sp>
          <p:sp>
            <p:nvSpPr>
              <p:cNvPr id="197693" name="Rectangle 107">
                <a:extLst>
                  <a:ext uri="{FF2B5EF4-FFF2-40B4-BE49-F238E27FC236}">
                    <a16:creationId xmlns:a16="http://schemas.microsoft.com/office/drawing/2014/main" id="{260E692E-5E50-4B28-86C9-A7C5570E8C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71" y="2240"/>
                <a:ext cx="64" cy="93"/>
              </a:xfrm>
              <a:prstGeom prst="rect">
                <a:avLst/>
              </a:prstGeom>
              <a:solidFill>
                <a:srgbClr val="FFFF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400">
                  <a:latin typeface="Comic Sans MS" panose="030F0702030302020204" pitchFamily="66" charset="0"/>
                </a:endParaRPr>
              </a:p>
            </p:txBody>
          </p:sp>
          <p:sp>
            <p:nvSpPr>
              <p:cNvPr id="197694" name="Rectangle 108">
                <a:extLst>
                  <a:ext uri="{FF2B5EF4-FFF2-40B4-BE49-F238E27FC236}">
                    <a16:creationId xmlns:a16="http://schemas.microsoft.com/office/drawing/2014/main" id="{CE21AFDB-B324-4B91-9AAF-5E32DA85EB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467" y="2240"/>
                <a:ext cx="64" cy="93"/>
              </a:xfrm>
              <a:prstGeom prst="rect">
                <a:avLst/>
              </a:prstGeom>
              <a:solidFill>
                <a:srgbClr val="FFFF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400">
                  <a:latin typeface="Comic Sans MS" panose="030F0702030302020204" pitchFamily="66" charset="0"/>
                </a:endParaRPr>
              </a:p>
            </p:txBody>
          </p:sp>
        </p:grpSp>
      </p:grpSp>
      <p:sp>
        <p:nvSpPr>
          <p:cNvPr id="197642" name="Text Box 121">
            <a:extLst>
              <a:ext uri="{FF2B5EF4-FFF2-40B4-BE49-F238E27FC236}">
                <a16:creationId xmlns:a16="http://schemas.microsoft.com/office/drawing/2014/main" id="{8018F45D-F2EB-4073-9DCB-2A0E3F984A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38350" y="1600200"/>
            <a:ext cx="855663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dirty="0">
                <a:solidFill>
                  <a:srgbClr val="CC0000"/>
                </a:solidFill>
                <a:latin typeface="Arial" panose="020B0604020202020204" pitchFamily="34" charset="0"/>
              </a:rPr>
              <a:t>HTTP</a:t>
            </a:r>
          </a:p>
        </p:txBody>
      </p:sp>
      <p:sp>
        <p:nvSpPr>
          <p:cNvPr id="197643" name="Rectangle 153">
            <a:extLst>
              <a:ext uri="{FF2B5EF4-FFF2-40B4-BE49-F238E27FC236}">
                <a16:creationId xmlns:a16="http://schemas.microsoft.com/office/drawing/2014/main" id="{025E9E25-CA1F-43F9-B571-AD76EE58E5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81425" y="1590675"/>
            <a:ext cx="857250" cy="30480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endParaRPr lang="zh-TW" altLang="zh-TW" sz="2400">
              <a:latin typeface="Comic Sans MS" panose="030F0702030302020204" pitchFamily="66" charset="0"/>
            </a:endParaRPr>
          </a:p>
        </p:txBody>
      </p:sp>
      <p:sp>
        <p:nvSpPr>
          <p:cNvPr id="197644" name="Text Box 154">
            <a:extLst>
              <a:ext uri="{FF2B5EF4-FFF2-40B4-BE49-F238E27FC236}">
                <a16:creationId xmlns:a16="http://schemas.microsoft.com/office/drawing/2014/main" id="{85BFFE6B-E8F8-4E5C-9C52-DB1CEDF638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22675" y="1611313"/>
            <a:ext cx="890588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dirty="0">
                <a:solidFill>
                  <a:srgbClr val="CC0000"/>
                </a:solidFill>
                <a:latin typeface="Arial" panose="020B0604020202020204" pitchFamily="34" charset="0"/>
              </a:rPr>
              <a:t>SMTP</a:t>
            </a:r>
          </a:p>
        </p:txBody>
      </p:sp>
      <p:sp>
        <p:nvSpPr>
          <p:cNvPr id="197645" name="Text Box 156">
            <a:extLst>
              <a:ext uri="{FF2B5EF4-FFF2-40B4-BE49-F238E27FC236}">
                <a16:creationId xmlns:a16="http://schemas.microsoft.com/office/drawing/2014/main" id="{34039155-3169-424E-BFD5-7DE52EBD2A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81625" y="1676400"/>
            <a:ext cx="1511300" cy="3540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i="1" dirty="0">
                <a:solidFill>
                  <a:srgbClr val="CC0000"/>
                </a:solidFill>
                <a:latin typeface="Arial" panose="020B0604020202020204" pitchFamily="34" charset="0"/>
              </a:rPr>
              <a:t>HTTP</a:t>
            </a:r>
            <a:endParaRPr lang="en-US" altLang="zh-TW" sz="1800" dirty="0">
              <a:solidFill>
                <a:srgbClr val="CC0000"/>
              </a:solidFill>
              <a:latin typeface="Arial" panose="020B0604020202020204" pitchFamily="34" charset="0"/>
            </a:endParaRPr>
          </a:p>
        </p:txBody>
      </p:sp>
      <p:sp>
        <p:nvSpPr>
          <p:cNvPr id="197646" name="Text Box 160">
            <a:extLst>
              <a:ext uri="{FF2B5EF4-FFF2-40B4-BE49-F238E27FC236}">
                <a16:creationId xmlns:a16="http://schemas.microsoft.com/office/drawing/2014/main" id="{88E67F45-76C1-4164-8B17-9A2FA9328A0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1975" y="2732088"/>
            <a:ext cx="1538288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receiver</a:t>
            </a:r>
            <a:r>
              <a:rPr lang="ja-JP" altLang="en-US" sz="1600">
                <a:latin typeface="Arial" panose="020B0604020202020204" pitchFamily="34" charset="0"/>
              </a:rPr>
              <a:t>’</a:t>
            </a:r>
            <a:r>
              <a:rPr lang="en-US" altLang="ja-JP" sz="1600">
                <a:latin typeface="Arial" panose="020B0604020202020204" pitchFamily="34" charset="0"/>
              </a:rPr>
              <a:t>s mail </a:t>
            </a:r>
          </a:p>
          <a:p>
            <a:pPr algn="ctr"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server</a:t>
            </a:r>
            <a:endParaRPr lang="en-US" altLang="zh-TW" sz="2400">
              <a:latin typeface="Arial" panose="020B0604020202020204" pitchFamily="34" charset="0"/>
            </a:endParaRPr>
          </a:p>
        </p:txBody>
      </p:sp>
      <p:grpSp>
        <p:nvGrpSpPr>
          <p:cNvPr id="197647" name="Group 161">
            <a:extLst>
              <a:ext uri="{FF2B5EF4-FFF2-40B4-BE49-F238E27FC236}">
                <a16:creationId xmlns:a16="http://schemas.microsoft.com/office/drawing/2014/main" id="{3EF61A45-5019-4407-B663-1FA35092EFA1}"/>
              </a:ext>
            </a:extLst>
          </p:cNvPr>
          <p:cNvGrpSpPr>
            <a:grpSpLocks/>
          </p:cNvGrpSpPr>
          <p:nvPr/>
        </p:nvGrpSpPr>
        <p:grpSpPr bwMode="auto">
          <a:xfrm>
            <a:off x="4800600" y="2133600"/>
            <a:ext cx="809625" cy="561975"/>
            <a:chOff x="2070" y="2004"/>
            <a:chExt cx="510" cy="354"/>
          </a:xfrm>
        </p:grpSpPr>
        <p:sp>
          <p:nvSpPr>
            <p:cNvPr id="197665" name="Rectangle 162">
              <a:extLst>
                <a:ext uri="{FF2B5EF4-FFF2-40B4-BE49-F238E27FC236}">
                  <a16:creationId xmlns:a16="http://schemas.microsoft.com/office/drawing/2014/main" id="{5CFC27C6-4975-456B-BBE6-8DD654AA74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70" y="2004"/>
              <a:ext cx="510" cy="354"/>
            </a:xfrm>
            <a:prstGeom prst="rect">
              <a:avLst/>
            </a:prstGeom>
            <a:solidFill>
              <a:schemeClr val="hlink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Comic Sans MS" panose="030F0702030302020204" pitchFamily="66" charset="0"/>
              </a:endParaRPr>
            </a:p>
          </p:txBody>
        </p:sp>
        <p:sp>
          <p:nvSpPr>
            <p:cNvPr id="197666" name="Rectangle 163">
              <a:extLst>
                <a:ext uri="{FF2B5EF4-FFF2-40B4-BE49-F238E27FC236}">
                  <a16:creationId xmlns:a16="http://schemas.microsoft.com/office/drawing/2014/main" id="{99915E21-6804-4F76-A382-7BFC6C39CDB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94" y="2076"/>
              <a:ext cx="450" cy="120"/>
            </a:xfrm>
            <a:prstGeom prst="rect">
              <a:avLst/>
            </a:prstGeom>
            <a:solidFill>
              <a:srgbClr val="00FF00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Comic Sans MS" panose="030F0702030302020204" pitchFamily="66" charset="0"/>
              </a:endParaRPr>
            </a:p>
          </p:txBody>
        </p:sp>
        <p:sp>
          <p:nvSpPr>
            <p:cNvPr id="197667" name="Line 164">
              <a:extLst>
                <a:ext uri="{FF2B5EF4-FFF2-40B4-BE49-F238E27FC236}">
                  <a16:creationId xmlns:a16="http://schemas.microsoft.com/office/drawing/2014/main" id="{A99B940E-16D0-48E9-8B41-67DD144AC32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43" y="2104"/>
              <a:ext cx="0" cy="7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97668" name="Line 165">
              <a:extLst>
                <a:ext uri="{FF2B5EF4-FFF2-40B4-BE49-F238E27FC236}">
                  <a16:creationId xmlns:a16="http://schemas.microsoft.com/office/drawing/2014/main" id="{EC94C5F3-A6DD-490E-99F0-9854D9BE030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52" y="2103"/>
              <a:ext cx="0" cy="7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97669" name="Line 166">
              <a:extLst>
                <a:ext uri="{FF2B5EF4-FFF2-40B4-BE49-F238E27FC236}">
                  <a16:creationId xmlns:a16="http://schemas.microsoft.com/office/drawing/2014/main" id="{D8192CC4-8CBE-448D-A708-CDDC2E5EEA2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07" y="2105"/>
              <a:ext cx="0" cy="7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97670" name="Line 167">
              <a:extLst>
                <a:ext uri="{FF2B5EF4-FFF2-40B4-BE49-F238E27FC236}">
                  <a16:creationId xmlns:a16="http://schemas.microsoft.com/office/drawing/2014/main" id="{1F270CF7-FBDC-41CD-A8F3-CAC4FF8F24C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64" y="2103"/>
              <a:ext cx="0" cy="7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97671" name="Line 168">
              <a:extLst>
                <a:ext uri="{FF2B5EF4-FFF2-40B4-BE49-F238E27FC236}">
                  <a16:creationId xmlns:a16="http://schemas.microsoft.com/office/drawing/2014/main" id="{FFA75B7E-17A2-4DAF-B33F-6A5830C13DE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25" y="2103"/>
              <a:ext cx="0" cy="7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97672" name="Line 169">
              <a:extLst>
                <a:ext uri="{FF2B5EF4-FFF2-40B4-BE49-F238E27FC236}">
                  <a16:creationId xmlns:a16="http://schemas.microsoft.com/office/drawing/2014/main" id="{FCBD8D2B-2942-472B-B66E-4EC16333342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81" y="2103"/>
              <a:ext cx="0" cy="7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97673" name="Line 170">
              <a:extLst>
                <a:ext uri="{FF2B5EF4-FFF2-40B4-BE49-F238E27FC236}">
                  <a16:creationId xmlns:a16="http://schemas.microsoft.com/office/drawing/2014/main" id="{E6BFB428-8CF4-425B-B68A-604B9FB714D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96" y="2104"/>
              <a:ext cx="0" cy="7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97674" name="Rectangle 171">
              <a:extLst>
                <a:ext uri="{FF2B5EF4-FFF2-40B4-BE49-F238E27FC236}">
                  <a16:creationId xmlns:a16="http://schemas.microsoft.com/office/drawing/2014/main" id="{1FA2F5E0-E91F-46E0-BC26-A383B1BFA3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02" y="2243"/>
              <a:ext cx="64" cy="93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Comic Sans MS" panose="030F0702030302020204" pitchFamily="66" charset="0"/>
              </a:endParaRPr>
            </a:p>
          </p:txBody>
        </p:sp>
        <p:sp>
          <p:nvSpPr>
            <p:cNvPr id="197675" name="Rectangle 172">
              <a:extLst>
                <a:ext uri="{FF2B5EF4-FFF2-40B4-BE49-F238E27FC236}">
                  <a16:creationId xmlns:a16="http://schemas.microsoft.com/office/drawing/2014/main" id="{6D1BC1EC-41B3-419B-9490-14C8111BCF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88" y="2243"/>
              <a:ext cx="64" cy="93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Comic Sans MS" panose="030F0702030302020204" pitchFamily="66" charset="0"/>
              </a:endParaRPr>
            </a:p>
          </p:txBody>
        </p:sp>
        <p:sp>
          <p:nvSpPr>
            <p:cNvPr id="197676" name="Rectangle 173">
              <a:extLst>
                <a:ext uri="{FF2B5EF4-FFF2-40B4-BE49-F238E27FC236}">
                  <a16:creationId xmlns:a16="http://schemas.microsoft.com/office/drawing/2014/main" id="{B81089D9-7C12-4B57-A1BF-C76D4FB39B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74" y="2242"/>
              <a:ext cx="64" cy="93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Comic Sans MS" panose="030F0702030302020204" pitchFamily="66" charset="0"/>
              </a:endParaRPr>
            </a:p>
          </p:txBody>
        </p:sp>
        <p:sp>
          <p:nvSpPr>
            <p:cNvPr id="197677" name="Rectangle 174">
              <a:extLst>
                <a:ext uri="{FF2B5EF4-FFF2-40B4-BE49-F238E27FC236}">
                  <a16:creationId xmlns:a16="http://schemas.microsoft.com/office/drawing/2014/main" id="{1A553E3E-FDDE-44EA-9797-3D03C0C1F1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71" y="2240"/>
              <a:ext cx="64" cy="93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Comic Sans MS" panose="030F0702030302020204" pitchFamily="66" charset="0"/>
              </a:endParaRPr>
            </a:p>
          </p:txBody>
        </p:sp>
        <p:sp>
          <p:nvSpPr>
            <p:cNvPr id="197678" name="Rectangle 175">
              <a:extLst>
                <a:ext uri="{FF2B5EF4-FFF2-40B4-BE49-F238E27FC236}">
                  <a16:creationId xmlns:a16="http://schemas.microsoft.com/office/drawing/2014/main" id="{29051B66-75AA-400C-BDE7-A81A10E92C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67" y="2240"/>
              <a:ext cx="64" cy="93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Comic Sans MS" panose="030F0702030302020204" pitchFamily="66" charset="0"/>
              </a:endParaRPr>
            </a:p>
          </p:txBody>
        </p:sp>
      </p:grpSp>
      <p:pic>
        <p:nvPicPr>
          <p:cNvPr id="197648" name="Picture 176" descr="Alice">
            <a:extLst>
              <a:ext uri="{FF2B5EF4-FFF2-40B4-BE49-F238E27FC236}">
                <a16:creationId xmlns:a16="http://schemas.microsoft.com/office/drawing/2014/main" id="{CC933BED-67B1-4399-BE9D-7B94B6BDC4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500" y="1690688"/>
            <a:ext cx="561975" cy="6937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7649" name="Picture 179" descr="Bob">
            <a:extLst>
              <a:ext uri="{FF2B5EF4-FFF2-40B4-BE49-F238E27FC236}">
                <a16:creationId xmlns:a16="http://schemas.microsoft.com/office/drawing/2014/main" id="{D69206C3-A3DD-473E-9CDD-9995EE15C9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13700" y="1704975"/>
            <a:ext cx="676275" cy="690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97650" name="Line 94">
            <a:extLst>
              <a:ext uri="{FF2B5EF4-FFF2-40B4-BE49-F238E27FC236}">
                <a16:creationId xmlns:a16="http://schemas.microsoft.com/office/drawing/2014/main" id="{C2CE8CB0-8F69-42FA-9BEF-7F63ADE18D30}"/>
              </a:ext>
            </a:extLst>
          </p:cNvPr>
          <p:cNvSpPr>
            <a:spLocks noChangeShapeType="1"/>
          </p:cNvSpPr>
          <p:nvPr/>
        </p:nvSpPr>
        <p:spPr bwMode="auto">
          <a:xfrm>
            <a:off x="2003425" y="2038350"/>
            <a:ext cx="903288" cy="0"/>
          </a:xfrm>
          <a:prstGeom prst="line">
            <a:avLst/>
          </a:prstGeom>
          <a:noFill/>
          <a:ln w="28575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97651" name="Line 95">
            <a:extLst>
              <a:ext uri="{FF2B5EF4-FFF2-40B4-BE49-F238E27FC236}">
                <a16:creationId xmlns:a16="http://schemas.microsoft.com/office/drawing/2014/main" id="{A3679CF0-DBA8-47D6-BF94-5384BFF5A4E5}"/>
              </a:ext>
            </a:extLst>
          </p:cNvPr>
          <p:cNvSpPr>
            <a:spLocks noChangeShapeType="1"/>
          </p:cNvSpPr>
          <p:nvPr/>
        </p:nvSpPr>
        <p:spPr bwMode="auto">
          <a:xfrm>
            <a:off x="3633788" y="2035175"/>
            <a:ext cx="903287" cy="0"/>
          </a:xfrm>
          <a:prstGeom prst="line">
            <a:avLst/>
          </a:prstGeom>
          <a:noFill/>
          <a:ln w="28575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97652" name="Line 96">
            <a:extLst>
              <a:ext uri="{FF2B5EF4-FFF2-40B4-BE49-F238E27FC236}">
                <a16:creationId xmlns:a16="http://schemas.microsoft.com/office/drawing/2014/main" id="{8B6DAD70-EE51-4CDF-938F-6F43F7294592}"/>
              </a:ext>
            </a:extLst>
          </p:cNvPr>
          <p:cNvSpPr>
            <a:spLocks noChangeShapeType="1"/>
          </p:cNvSpPr>
          <p:nvPr/>
        </p:nvSpPr>
        <p:spPr bwMode="auto">
          <a:xfrm>
            <a:off x="5253038" y="2032000"/>
            <a:ext cx="1697037" cy="1588"/>
          </a:xfrm>
          <a:prstGeom prst="line">
            <a:avLst/>
          </a:prstGeom>
          <a:noFill/>
          <a:ln w="28575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197653" name="Group 166">
            <a:extLst>
              <a:ext uri="{FF2B5EF4-FFF2-40B4-BE49-F238E27FC236}">
                <a16:creationId xmlns:a16="http://schemas.microsoft.com/office/drawing/2014/main" id="{13AD43A4-D2F2-4F55-8788-7ED2B3803758}"/>
              </a:ext>
            </a:extLst>
          </p:cNvPr>
          <p:cNvGrpSpPr>
            <a:grpSpLocks/>
          </p:cNvGrpSpPr>
          <p:nvPr/>
        </p:nvGrpSpPr>
        <p:grpSpPr bwMode="auto">
          <a:xfrm>
            <a:off x="1066800" y="1552575"/>
            <a:ext cx="912813" cy="1054100"/>
            <a:chOff x="3574" y="550"/>
            <a:chExt cx="575" cy="664"/>
          </a:xfrm>
        </p:grpSpPr>
        <p:grpSp>
          <p:nvGrpSpPr>
            <p:cNvPr id="197660" name="Group 167">
              <a:extLst>
                <a:ext uri="{FF2B5EF4-FFF2-40B4-BE49-F238E27FC236}">
                  <a16:creationId xmlns:a16="http://schemas.microsoft.com/office/drawing/2014/main" id="{E58E6614-91D4-497E-8692-C9F640336DF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88" y="692"/>
              <a:ext cx="561" cy="522"/>
              <a:chOff x="-44" y="1473"/>
              <a:chExt cx="981" cy="1105"/>
            </a:xfrm>
          </p:grpSpPr>
          <p:pic>
            <p:nvPicPr>
              <p:cNvPr id="197663" name="Picture 168" descr="desktop_computer_stylized_medium">
                <a:extLst>
                  <a:ext uri="{FF2B5EF4-FFF2-40B4-BE49-F238E27FC236}">
                    <a16:creationId xmlns:a16="http://schemas.microsoft.com/office/drawing/2014/main" id="{5A212E02-F54A-4FF2-8ACE-BDDBB374B74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-44" y="1473"/>
                <a:ext cx="981" cy="11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97664" name="Freeform 169">
                <a:extLst>
                  <a:ext uri="{FF2B5EF4-FFF2-40B4-BE49-F238E27FC236}">
                    <a16:creationId xmlns:a16="http://schemas.microsoft.com/office/drawing/2014/main" id="{425CAF6E-3B50-4D4C-AF24-7257673756A7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374" y="1579"/>
                <a:ext cx="477" cy="506"/>
              </a:xfrm>
              <a:custGeom>
                <a:avLst/>
                <a:gdLst>
                  <a:gd name="T0" fmla="*/ 0 w 356"/>
                  <a:gd name="T1" fmla="*/ 0 h 368"/>
                  <a:gd name="T2" fmla="*/ 15089652 w 356"/>
                  <a:gd name="T3" fmla="*/ 1851256 h 368"/>
                  <a:gd name="T4" fmla="*/ 17900690 w 356"/>
                  <a:gd name="T5" fmla="*/ 38567519 h 368"/>
                  <a:gd name="T6" fmla="*/ 3945041 w 356"/>
                  <a:gd name="T7" fmla="*/ 48232874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sp>
          <p:nvSpPr>
            <p:cNvPr id="197661" name="Rectangle 115">
              <a:extLst>
                <a:ext uri="{FF2B5EF4-FFF2-40B4-BE49-F238E27FC236}">
                  <a16:creationId xmlns:a16="http://schemas.microsoft.com/office/drawing/2014/main" id="{56301023-0C47-457F-B605-C431F61AE23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11" y="576"/>
              <a:ext cx="381" cy="330"/>
            </a:xfrm>
            <a:prstGeom prst="rect">
              <a:avLst/>
            </a:prstGeom>
            <a:solidFill>
              <a:schemeClr val="hlink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97662" name="Text Box 116">
              <a:extLst>
                <a:ext uri="{FF2B5EF4-FFF2-40B4-BE49-F238E27FC236}">
                  <a16:creationId xmlns:a16="http://schemas.microsoft.com/office/drawing/2014/main" id="{A3A199CB-1CD4-4BF2-A89B-F5EE39996D8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74" y="550"/>
              <a:ext cx="436" cy="3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user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agent</a:t>
              </a:r>
              <a:endParaRPr lang="en-US" altLang="zh-TW" sz="2400">
                <a:latin typeface="Arial" panose="020B0604020202020204" pitchFamily="34" charset="0"/>
              </a:endParaRPr>
            </a:p>
          </p:txBody>
        </p:sp>
      </p:grpSp>
      <p:grpSp>
        <p:nvGrpSpPr>
          <p:cNvPr id="197654" name="Group 172">
            <a:extLst>
              <a:ext uri="{FF2B5EF4-FFF2-40B4-BE49-F238E27FC236}">
                <a16:creationId xmlns:a16="http://schemas.microsoft.com/office/drawing/2014/main" id="{FA9F8D07-196E-47FA-BAAF-3EE5B8E3F9D0}"/>
              </a:ext>
            </a:extLst>
          </p:cNvPr>
          <p:cNvGrpSpPr>
            <a:grpSpLocks/>
          </p:cNvGrpSpPr>
          <p:nvPr/>
        </p:nvGrpSpPr>
        <p:grpSpPr bwMode="auto">
          <a:xfrm>
            <a:off x="6967538" y="1555750"/>
            <a:ext cx="912812" cy="1054100"/>
            <a:chOff x="3574" y="550"/>
            <a:chExt cx="575" cy="664"/>
          </a:xfrm>
        </p:grpSpPr>
        <p:grpSp>
          <p:nvGrpSpPr>
            <p:cNvPr id="197655" name="Group 173">
              <a:extLst>
                <a:ext uri="{FF2B5EF4-FFF2-40B4-BE49-F238E27FC236}">
                  <a16:creationId xmlns:a16="http://schemas.microsoft.com/office/drawing/2014/main" id="{08FE0020-C21F-47C1-B1D5-53B98428099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88" y="692"/>
              <a:ext cx="561" cy="522"/>
              <a:chOff x="-44" y="1473"/>
              <a:chExt cx="981" cy="1105"/>
            </a:xfrm>
          </p:grpSpPr>
          <p:pic>
            <p:nvPicPr>
              <p:cNvPr id="197658" name="Picture 174" descr="desktop_computer_stylized_medium">
                <a:extLst>
                  <a:ext uri="{FF2B5EF4-FFF2-40B4-BE49-F238E27FC236}">
                    <a16:creationId xmlns:a16="http://schemas.microsoft.com/office/drawing/2014/main" id="{AAAC938D-B5EA-43AB-B604-A16C88DA445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-44" y="1473"/>
                <a:ext cx="981" cy="11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97659" name="Freeform 175">
                <a:extLst>
                  <a:ext uri="{FF2B5EF4-FFF2-40B4-BE49-F238E27FC236}">
                    <a16:creationId xmlns:a16="http://schemas.microsoft.com/office/drawing/2014/main" id="{66765FAD-1101-426C-A1A5-5FC6CF32167E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374" y="1579"/>
                <a:ext cx="477" cy="506"/>
              </a:xfrm>
              <a:custGeom>
                <a:avLst/>
                <a:gdLst>
                  <a:gd name="T0" fmla="*/ 0 w 356"/>
                  <a:gd name="T1" fmla="*/ 0 h 368"/>
                  <a:gd name="T2" fmla="*/ 15089652 w 356"/>
                  <a:gd name="T3" fmla="*/ 1851256 h 368"/>
                  <a:gd name="T4" fmla="*/ 17900690 w 356"/>
                  <a:gd name="T5" fmla="*/ 38567519 h 368"/>
                  <a:gd name="T6" fmla="*/ 3945041 w 356"/>
                  <a:gd name="T7" fmla="*/ 48232874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sp>
          <p:nvSpPr>
            <p:cNvPr id="197656" name="Rectangle 115">
              <a:extLst>
                <a:ext uri="{FF2B5EF4-FFF2-40B4-BE49-F238E27FC236}">
                  <a16:creationId xmlns:a16="http://schemas.microsoft.com/office/drawing/2014/main" id="{4402A978-EE74-4FC1-8111-BFC6D1D7E41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11" y="576"/>
              <a:ext cx="381" cy="330"/>
            </a:xfrm>
            <a:prstGeom prst="rect">
              <a:avLst/>
            </a:prstGeom>
            <a:solidFill>
              <a:schemeClr val="hlink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97657" name="Text Box 116">
              <a:extLst>
                <a:ext uri="{FF2B5EF4-FFF2-40B4-BE49-F238E27FC236}">
                  <a16:creationId xmlns:a16="http://schemas.microsoft.com/office/drawing/2014/main" id="{C2A56F6C-F669-4DBB-BDDE-2CFF401D6BD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74" y="550"/>
              <a:ext cx="436" cy="3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user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agent</a:t>
              </a:r>
              <a:endParaRPr lang="en-US" altLang="zh-TW" sz="2400">
                <a:latin typeface="Arial" panose="020B0604020202020204" pitchFamily="34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7642" grpId="0"/>
      <p:bldP spid="197644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682" name="Rectangle 7">
            <a:extLst>
              <a:ext uri="{FF2B5EF4-FFF2-40B4-BE49-F238E27FC236}">
                <a16:creationId xmlns:a16="http://schemas.microsoft.com/office/drawing/2014/main" id="{D7893E07-8759-4917-8DCC-942DD83029A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199683" name="Rectangle 8">
            <a:extLst>
              <a:ext uri="{FF2B5EF4-FFF2-40B4-BE49-F238E27FC236}">
                <a16:creationId xmlns:a16="http://schemas.microsoft.com/office/drawing/2014/main" id="{0343582F-657D-43D5-A42C-C3DE9CD9247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2-</a:t>
            </a:r>
            <a:fld id="{F86D7732-E3EC-46CC-8A33-125F0C04F758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52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199684" name="Rectangle 2">
            <a:extLst>
              <a:ext uri="{FF2B5EF4-FFF2-40B4-BE49-F238E27FC236}">
                <a16:creationId xmlns:a16="http://schemas.microsoft.com/office/drawing/2014/main" id="{9868AE19-FD9A-4321-B9EB-BCB708EA0392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>
                <a:ea typeface="ＭＳ Ｐゴシック" panose="020B0600070205080204" pitchFamily="34" charset="-128"/>
              </a:rPr>
              <a:t>Chapter 2: outline</a:t>
            </a:r>
          </a:p>
        </p:txBody>
      </p:sp>
      <p:sp>
        <p:nvSpPr>
          <p:cNvPr id="199685" name="Rectangle 3">
            <a:extLst>
              <a:ext uri="{FF2B5EF4-FFF2-40B4-BE49-F238E27FC236}">
                <a16:creationId xmlns:a16="http://schemas.microsoft.com/office/drawing/2014/main" id="{630FFBE3-42E7-4F8E-93E6-7069B5F3B064}"/>
              </a:ext>
            </a:extLst>
          </p:cNvPr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533400" y="1611313"/>
            <a:ext cx="3810000" cy="4648200"/>
          </a:xfrm>
        </p:spPr>
        <p:txBody>
          <a:bodyPr/>
          <a:lstStyle/>
          <a:p>
            <a:pPr marL="457200" indent="-457200">
              <a:buFont typeface="Wingdings" panose="05000000000000000000" pitchFamily="2" charset="2"/>
              <a:buNone/>
            </a:pPr>
            <a:r>
              <a:rPr lang="en-US" altLang="zh-TW">
                <a:ea typeface="ＭＳ Ｐゴシック" panose="020B0600070205080204" pitchFamily="34" charset="-128"/>
              </a:rPr>
              <a:t>2.1 principles of network applications</a:t>
            </a:r>
          </a:p>
          <a:p>
            <a:pPr marL="912813" lvl="1"/>
            <a:r>
              <a:rPr lang="en-US" altLang="zh-TW">
                <a:ea typeface="ＭＳ Ｐゴシック" panose="020B0600070205080204" pitchFamily="34" charset="-128"/>
              </a:rPr>
              <a:t>app architectures</a:t>
            </a:r>
          </a:p>
          <a:p>
            <a:pPr marL="912813" lvl="1"/>
            <a:r>
              <a:rPr lang="en-US" altLang="zh-TW">
                <a:ea typeface="ＭＳ Ｐゴシック" panose="020B0600070205080204" pitchFamily="34" charset="-128"/>
              </a:rPr>
              <a:t>app requirements</a:t>
            </a:r>
          </a:p>
          <a:p>
            <a:pPr marL="457200" indent="-457200">
              <a:buFont typeface="Wingdings" panose="05000000000000000000" pitchFamily="2" charset="2"/>
              <a:buNone/>
            </a:pPr>
            <a:r>
              <a:rPr lang="en-US" altLang="zh-TW">
                <a:ea typeface="ＭＳ Ｐゴシック" panose="020B0600070205080204" pitchFamily="34" charset="-128"/>
              </a:rPr>
              <a:t>2.2 Web and HTTP</a:t>
            </a:r>
          </a:p>
          <a:p>
            <a:pPr marL="457200" indent="-457200">
              <a:buFont typeface="Wingdings" panose="05000000000000000000" pitchFamily="2" charset="2"/>
              <a:buNone/>
            </a:pPr>
            <a:r>
              <a:rPr lang="en-US" altLang="zh-TW">
                <a:ea typeface="ＭＳ Ｐゴシック" panose="020B0600070205080204" pitchFamily="34" charset="-128"/>
              </a:rPr>
              <a:t>2.3 FTP </a:t>
            </a:r>
          </a:p>
          <a:p>
            <a:pPr marL="457200" indent="-457200">
              <a:buFont typeface="Wingdings" panose="05000000000000000000" pitchFamily="2" charset="2"/>
              <a:buNone/>
            </a:pPr>
            <a:r>
              <a:rPr lang="en-US" altLang="zh-TW">
                <a:ea typeface="ＭＳ Ｐゴシック" panose="020B0600070205080204" pitchFamily="34" charset="-128"/>
              </a:rPr>
              <a:t>2.4 electronic mail</a:t>
            </a:r>
          </a:p>
          <a:p>
            <a:pPr marL="912813" lvl="1"/>
            <a:r>
              <a:rPr lang="en-US" altLang="zh-TW">
                <a:ea typeface="ＭＳ Ｐゴシック" panose="020B0600070205080204" pitchFamily="34" charset="-128"/>
              </a:rPr>
              <a:t>SMTP, POP3, IMAP</a:t>
            </a:r>
          </a:p>
          <a:p>
            <a:pPr marL="457200" indent="-457200">
              <a:buFont typeface="Wingdings" panose="05000000000000000000" pitchFamily="2" charset="2"/>
              <a:buNone/>
            </a:pPr>
            <a:r>
              <a:rPr lang="en-US" altLang="zh-TW">
                <a:solidFill>
                  <a:srgbClr val="CC0000"/>
                </a:solidFill>
                <a:ea typeface="ＭＳ Ｐゴシック" panose="020B0600070205080204" pitchFamily="34" charset="-128"/>
              </a:rPr>
              <a:t>2.5 DNS</a:t>
            </a:r>
          </a:p>
          <a:p>
            <a:pPr marL="457200" indent="-457200"/>
            <a:endParaRPr lang="en-US" altLang="zh-TW" sz="2400">
              <a:solidFill>
                <a:srgbClr val="CC0000"/>
              </a:solidFill>
              <a:ea typeface="ＭＳ Ｐゴシック" panose="020B0600070205080204" pitchFamily="34" charset="-128"/>
            </a:endParaRPr>
          </a:p>
        </p:txBody>
      </p:sp>
      <p:sp>
        <p:nvSpPr>
          <p:cNvPr id="199686" name="Rectangle 4">
            <a:extLst>
              <a:ext uri="{FF2B5EF4-FFF2-40B4-BE49-F238E27FC236}">
                <a16:creationId xmlns:a16="http://schemas.microsoft.com/office/drawing/2014/main" id="{B72E1A28-9E1F-43BC-AA59-4EFCB6F2C6C1}"/>
              </a:ext>
            </a:extLst>
          </p:cNvPr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4673600" y="1600200"/>
            <a:ext cx="3876675" cy="4648200"/>
          </a:xfrm>
        </p:spPr>
        <p:txBody>
          <a:bodyPr/>
          <a:lstStyle/>
          <a:p>
            <a:pPr marL="457200" indent="-457200">
              <a:buFont typeface="Wingdings" panose="05000000000000000000" pitchFamily="2" charset="2"/>
              <a:buNone/>
            </a:pPr>
            <a:r>
              <a:rPr lang="en-US" altLang="zh-TW">
                <a:ea typeface="ＭＳ Ｐゴシック" panose="020B0600070205080204" pitchFamily="34" charset="-128"/>
              </a:rPr>
              <a:t>2.6 P2P applications</a:t>
            </a:r>
          </a:p>
          <a:p>
            <a:pPr marL="457200" indent="-457200">
              <a:buFont typeface="Wingdings" panose="05000000000000000000" pitchFamily="2" charset="2"/>
              <a:buNone/>
            </a:pPr>
            <a:r>
              <a:rPr lang="en-US" altLang="zh-TW">
                <a:ea typeface="ＭＳ Ｐゴシック" panose="020B0600070205080204" pitchFamily="34" charset="-128"/>
              </a:rPr>
              <a:t>2.7 Socket programming with UDP and TCP</a:t>
            </a:r>
          </a:p>
          <a:p>
            <a:pPr marL="457200" indent="-457200">
              <a:buFont typeface="Wingdings" panose="05000000000000000000" pitchFamily="2" charset="2"/>
              <a:buNone/>
            </a:pPr>
            <a:endParaRPr lang="en-US" altLang="zh-TW">
              <a:ea typeface="ＭＳ Ｐゴシック" panose="020B0600070205080204" pitchFamily="34" charset="-128"/>
            </a:endParaRPr>
          </a:p>
        </p:txBody>
      </p:sp>
      <p:pic>
        <p:nvPicPr>
          <p:cNvPr id="199687" name="Picture 5" descr="underline_base">
            <a:extLst>
              <a:ext uri="{FF2B5EF4-FFF2-40B4-BE49-F238E27FC236}">
                <a16:creationId xmlns:a16="http://schemas.microsoft.com/office/drawing/2014/main" id="{36EA1F86-FDCC-488E-A6D2-1B9A5FC53222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663" y="1025525"/>
            <a:ext cx="41132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730" name="Rectangle 7">
            <a:extLst>
              <a:ext uri="{FF2B5EF4-FFF2-40B4-BE49-F238E27FC236}">
                <a16:creationId xmlns:a16="http://schemas.microsoft.com/office/drawing/2014/main" id="{BCD894C7-4AA8-47F9-A1A1-5A355F52F7F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201731" name="Rectangle 8">
            <a:extLst>
              <a:ext uri="{FF2B5EF4-FFF2-40B4-BE49-F238E27FC236}">
                <a16:creationId xmlns:a16="http://schemas.microsoft.com/office/drawing/2014/main" id="{057D58D9-A6DB-4212-93E5-BDF01196B8A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2-</a:t>
            </a:r>
            <a:fld id="{5AFA2A2E-652A-495C-9E5A-2CD5E2224EC5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53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201732" name="Picture 10" descr="underline_base">
            <a:extLst>
              <a:ext uri="{FF2B5EF4-FFF2-40B4-BE49-F238E27FC236}">
                <a16:creationId xmlns:a16="http://schemas.microsoft.com/office/drawing/2014/main" id="{504C3EC3-822A-4436-9BE6-01946590C98A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1025" y="990600"/>
            <a:ext cx="59420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1733" name="Rectangle 2">
            <a:extLst>
              <a:ext uri="{FF2B5EF4-FFF2-40B4-BE49-F238E27FC236}">
                <a16:creationId xmlns:a16="http://schemas.microsoft.com/office/drawing/2014/main" id="{71B101C2-F1AD-4C85-819B-9361534C230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301625"/>
            <a:ext cx="7772400" cy="914400"/>
          </a:xfrm>
        </p:spPr>
        <p:txBody>
          <a:bodyPr/>
          <a:lstStyle/>
          <a:p>
            <a:r>
              <a:rPr lang="en-US" altLang="zh-TW" sz="4000">
                <a:ea typeface="ＭＳ Ｐゴシック" panose="020B0600070205080204" pitchFamily="34" charset="-128"/>
              </a:rPr>
              <a:t>DNS: domain name system</a:t>
            </a:r>
            <a:endParaRPr lang="en-US" altLang="zh-TW">
              <a:ea typeface="ＭＳ Ｐゴシック" panose="020B0600070205080204" pitchFamily="34" charset="-128"/>
            </a:endParaRPr>
          </a:p>
        </p:txBody>
      </p:sp>
      <p:sp>
        <p:nvSpPr>
          <p:cNvPr id="201734" name="Rectangle 3">
            <a:extLst>
              <a:ext uri="{FF2B5EF4-FFF2-40B4-BE49-F238E27FC236}">
                <a16:creationId xmlns:a16="http://schemas.microsoft.com/office/drawing/2014/main" id="{B65847BD-15D3-4314-A131-6E02F5BE2B4A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468313" y="1511300"/>
            <a:ext cx="3810000" cy="4648200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sz="2400" i="1" dirty="0">
                <a:solidFill>
                  <a:srgbClr val="000099"/>
                </a:solidFill>
                <a:ea typeface="ＭＳ Ｐゴシック" panose="020B0600070205080204" pitchFamily="34" charset="-128"/>
              </a:rPr>
              <a:t>people:</a:t>
            </a:r>
            <a:r>
              <a:rPr lang="en-US" altLang="zh-TW" sz="2400" dirty="0">
                <a:ea typeface="ＭＳ Ｐゴシック" panose="020B0600070205080204" pitchFamily="34" charset="-128"/>
              </a:rPr>
              <a:t> many identifiers:</a:t>
            </a:r>
          </a:p>
          <a:p>
            <a:pPr lvl="1"/>
            <a:r>
              <a:rPr lang="en-US" altLang="zh-TW" dirty="0">
                <a:ea typeface="ＭＳ Ｐゴシック" panose="020B0600070205080204" pitchFamily="34" charset="-128"/>
              </a:rPr>
              <a:t>SSN, name, passport #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zh-TW" sz="2400" i="1" dirty="0">
                <a:solidFill>
                  <a:srgbClr val="000099"/>
                </a:solidFill>
                <a:ea typeface="ＭＳ Ｐゴシック" panose="020B0600070205080204" pitchFamily="34" charset="-128"/>
              </a:rPr>
              <a:t>Internet hosts, routers:</a:t>
            </a:r>
          </a:p>
          <a:p>
            <a:pPr lvl="1"/>
            <a:r>
              <a:rPr lang="en-US" altLang="zh-TW" dirty="0">
                <a:ea typeface="ＭＳ Ｐゴシック" panose="020B0600070205080204" pitchFamily="34" charset="-128"/>
              </a:rPr>
              <a:t>IP address (32 bit) - used for addressing datagrams</a:t>
            </a:r>
          </a:p>
          <a:p>
            <a:pPr lvl="1"/>
            <a:r>
              <a:rPr lang="ja-JP" altLang="en-US" dirty="0">
                <a:ea typeface="ＭＳ Ｐゴシック" panose="020B0600070205080204" pitchFamily="34" charset="-128"/>
              </a:rPr>
              <a:t>“</a:t>
            </a:r>
            <a:r>
              <a:rPr lang="en-US" altLang="ja-JP" dirty="0">
                <a:ea typeface="ＭＳ Ｐゴシック" panose="020B0600070205080204" pitchFamily="34" charset="-128"/>
              </a:rPr>
              <a:t>name</a:t>
            </a:r>
            <a:r>
              <a:rPr lang="ja-JP" altLang="en-US" dirty="0">
                <a:ea typeface="ＭＳ Ｐゴシック" panose="020B0600070205080204" pitchFamily="34" charset="-128"/>
              </a:rPr>
              <a:t>”</a:t>
            </a:r>
            <a:r>
              <a:rPr lang="en-US" altLang="ja-JP" dirty="0">
                <a:ea typeface="ＭＳ Ｐゴシック" panose="020B0600070205080204" pitchFamily="34" charset="-128"/>
              </a:rPr>
              <a:t>, e.g., www.yahoo.com - used by humans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zh-TW" sz="2400" i="1" u="sng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Q:</a:t>
            </a:r>
            <a:r>
              <a:rPr lang="en-US" altLang="zh-TW" sz="2400" dirty="0">
                <a:ea typeface="ＭＳ Ｐゴシック" panose="020B0600070205080204" pitchFamily="34" charset="-128"/>
              </a:rPr>
              <a:t> how to </a:t>
            </a:r>
            <a:r>
              <a:rPr lang="en-US" altLang="zh-TW" sz="24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map between IP address and “name”</a:t>
            </a:r>
            <a:r>
              <a:rPr lang="en-US" altLang="zh-TW" sz="2400" dirty="0">
                <a:ea typeface="ＭＳ Ｐゴシック" panose="020B0600070205080204" pitchFamily="34" charset="-128"/>
              </a:rPr>
              <a:t>, and vice versa ?</a:t>
            </a:r>
          </a:p>
        </p:txBody>
      </p:sp>
      <p:sp>
        <p:nvSpPr>
          <p:cNvPr id="201735" name="Rectangle 4">
            <a:extLst>
              <a:ext uri="{FF2B5EF4-FFF2-40B4-BE49-F238E27FC236}">
                <a16:creationId xmlns:a16="http://schemas.microsoft.com/office/drawing/2014/main" id="{FBB14136-FF66-4CB5-B189-06A0BDD30762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4495800" y="1489075"/>
            <a:ext cx="4283075" cy="5006975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Domain Name System (DNS):</a:t>
            </a:r>
          </a:p>
          <a:p>
            <a:r>
              <a:rPr lang="en-US" altLang="zh-TW" sz="2400" i="1" dirty="0">
                <a:solidFill>
                  <a:srgbClr val="000099"/>
                </a:solidFill>
                <a:ea typeface="ＭＳ Ｐゴシック" panose="020B0600070205080204" pitchFamily="34" charset="-128"/>
              </a:rPr>
              <a:t>distributed database</a:t>
            </a:r>
            <a:r>
              <a:rPr lang="en-US" altLang="zh-TW" sz="2400" dirty="0">
                <a:ea typeface="ＭＳ Ｐゴシック" panose="020B0600070205080204" pitchFamily="34" charset="-128"/>
              </a:rPr>
              <a:t> implemented in hierarchy of many </a:t>
            </a:r>
            <a:r>
              <a:rPr lang="en-US" altLang="zh-TW" sz="2400" i="1" dirty="0">
                <a:solidFill>
                  <a:srgbClr val="000099"/>
                </a:solidFill>
                <a:ea typeface="ＭＳ Ｐゴシック" panose="020B0600070205080204" pitchFamily="34" charset="-128"/>
              </a:rPr>
              <a:t>name servers</a:t>
            </a:r>
            <a:endParaRPr lang="en-US" altLang="zh-TW" sz="2400" dirty="0">
              <a:solidFill>
                <a:srgbClr val="000099"/>
              </a:solidFill>
              <a:ea typeface="ＭＳ Ｐゴシック" panose="020B0600070205080204" pitchFamily="34" charset="-128"/>
            </a:endParaRPr>
          </a:p>
          <a:p>
            <a:r>
              <a:rPr lang="en-US" altLang="zh-TW" sz="2400" i="1" dirty="0">
                <a:solidFill>
                  <a:srgbClr val="000099"/>
                </a:solidFill>
                <a:ea typeface="ＭＳ Ｐゴシック" panose="020B0600070205080204" pitchFamily="34" charset="-128"/>
              </a:rPr>
              <a:t>application-layer protocol:</a:t>
            </a:r>
            <a:r>
              <a:rPr lang="en-US" altLang="zh-TW" sz="2400" dirty="0">
                <a:ea typeface="ＭＳ Ｐゴシック" panose="020B0600070205080204" pitchFamily="34" charset="-128"/>
              </a:rPr>
              <a:t> hosts, name servers communicate to </a:t>
            </a:r>
            <a:r>
              <a:rPr lang="en-US" altLang="zh-TW" sz="2400" i="1" dirty="0">
                <a:solidFill>
                  <a:srgbClr val="000099"/>
                </a:solidFill>
                <a:ea typeface="ＭＳ Ｐゴシック" panose="020B0600070205080204" pitchFamily="34" charset="-128"/>
              </a:rPr>
              <a:t>resolve</a:t>
            </a:r>
            <a:r>
              <a:rPr lang="en-US" altLang="zh-TW" sz="24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 </a:t>
            </a:r>
            <a:r>
              <a:rPr lang="en-US" altLang="zh-TW" sz="2400" dirty="0">
                <a:ea typeface="ＭＳ Ｐゴシック" panose="020B0600070205080204" pitchFamily="34" charset="-128"/>
              </a:rPr>
              <a:t>names (address/name translation)</a:t>
            </a:r>
          </a:p>
          <a:p>
            <a:pPr lvl="1">
              <a:lnSpc>
                <a:spcPct val="90000"/>
              </a:lnSpc>
            </a:pPr>
            <a:r>
              <a:rPr lang="en-US" altLang="zh-TW" sz="2200" dirty="0">
                <a:ea typeface="ＭＳ Ｐゴシック" panose="020B0600070205080204" pitchFamily="34" charset="-128"/>
              </a:rPr>
              <a:t>note: </a:t>
            </a:r>
            <a:r>
              <a:rPr lang="en-US" altLang="zh-TW" sz="22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core Internet function, implemented as application-layer protocol</a:t>
            </a:r>
          </a:p>
          <a:p>
            <a:pPr lvl="1">
              <a:lnSpc>
                <a:spcPct val="90000"/>
              </a:lnSpc>
            </a:pPr>
            <a:r>
              <a:rPr lang="en-US" altLang="zh-TW" sz="2200" dirty="0">
                <a:ea typeface="ＭＳ Ｐゴシック" panose="020B0600070205080204" pitchFamily="34" charset="-128"/>
              </a:rPr>
              <a:t>complexity at network</a:t>
            </a:r>
            <a:r>
              <a:rPr lang="ja-JP" altLang="en-US" sz="2200" dirty="0">
                <a:ea typeface="ＭＳ Ｐゴシック" panose="020B0600070205080204" pitchFamily="34" charset="-128"/>
              </a:rPr>
              <a:t>’</a:t>
            </a:r>
            <a:r>
              <a:rPr lang="en-US" altLang="ja-JP" sz="2200" dirty="0">
                <a:ea typeface="ＭＳ Ｐゴシック" panose="020B0600070205080204" pitchFamily="34" charset="-128"/>
              </a:rPr>
              <a:t>s </a:t>
            </a:r>
            <a:r>
              <a:rPr lang="ja-JP" altLang="en-US" sz="2200" dirty="0">
                <a:ea typeface="ＭＳ Ｐゴシック" panose="020B0600070205080204" pitchFamily="34" charset="-128"/>
              </a:rPr>
              <a:t>“</a:t>
            </a:r>
            <a:r>
              <a:rPr lang="en-US" altLang="ja-JP" sz="2200" dirty="0">
                <a:ea typeface="ＭＳ Ｐゴシック" panose="020B0600070205080204" pitchFamily="34" charset="-128"/>
              </a:rPr>
              <a:t>edge</a:t>
            </a:r>
            <a:r>
              <a:rPr lang="ja-JP" altLang="en-US" sz="2200" dirty="0">
                <a:ea typeface="ＭＳ Ｐゴシック" panose="020B0600070205080204" pitchFamily="34" charset="-128"/>
              </a:rPr>
              <a:t>”</a:t>
            </a:r>
            <a:endParaRPr lang="en-US" altLang="zh-TW" sz="2200" dirty="0"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73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7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7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7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73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73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778" name="Rectangle 7">
            <a:extLst>
              <a:ext uri="{FF2B5EF4-FFF2-40B4-BE49-F238E27FC236}">
                <a16:creationId xmlns:a16="http://schemas.microsoft.com/office/drawing/2014/main" id="{E536D8CC-D672-4E0C-A7F5-3036280CB49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203779" name="Rectangle 8">
            <a:extLst>
              <a:ext uri="{FF2B5EF4-FFF2-40B4-BE49-F238E27FC236}">
                <a16:creationId xmlns:a16="http://schemas.microsoft.com/office/drawing/2014/main" id="{3486653A-A45C-445A-895F-D2A74CC417C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2-</a:t>
            </a:r>
            <a:fld id="{207517A4-29F6-4E72-8F7D-3A18399189BE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54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203780" name="Rectangle 2">
            <a:extLst>
              <a:ext uri="{FF2B5EF4-FFF2-40B4-BE49-F238E27FC236}">
                <a16:creationId xmlns:a16="http://schemas.microsoft.com/office/drawing/2014/main" id="{7EC8D35F-DFB6-4C76-9A5B-0A48BD25846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117475"/>
            <a:ext cx="7772400" cy="1143000"/>
          </a:xfrm>
        </p:spPr>
        <p:txBody>
          <a:bodyPr/>
          <a:lstStyle/>
          <a:p>
            <a:r>
              <a:rPr lang="en-US" altLang="zh-TW" sz="4000">
                <a:ea typeface="ＭＳ Ｐゴシック" panose="020B0600070205080204" pitchFamily="34" charset="-128"/>
              </a:rPr>
              <a:t>DNS: services</a:t>
            </a:r>
            <a:endParaRPr lang="en-US" altLang="zh-TW">
              <a:ea typeface="ＭＳ Ｐゴシック" panose="020B0600070205080204" pitchFamily="34" charset="-128"/>
            </a:endParaRPr>
          </a:p>
        </p:txBody>
      </p:sp>
      <p:sp>
        <p:nvSpPr>
          <p:cNvPr id="203781" name="Rectangle 5">
            <a:extLst>
              <a:ext uri="{FF2B5EF4-FFF2-40B4-BE49-F238E27FC236}">
                <a16:creationId xmlns:a16="http://schemas.microsoft.com/office/drawing/2014/main" id="{06172588-3A05-4ABE-A07F-21E79DF2C5EF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731838" y="1300163"/>
            <a:ext cx="8116887" cy="4648200"/>
          </a:xfrm>
        </p:spPr>
        <p:txBody>
          <a:bodyPr/>
          <a:lstStyle/>
          <a:p>
            <a:r>
              <a:rPr lang="en-US" altLang="zh-TW" sz="24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hostname to IP address translation</a:t>
            </a:r>
          </a:p>
          <a:p>
            <a:pPr lvl="1"/>
            <a:r>
              <a:rPr lang="en-US" altLang="zh-TW" sz="20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Hostname</a:t>
            </a:r>
            <a:r>
              <a:rPr lang="en-US" altLang="zh-TW" sz="2000" dirty="0">
                <a:ea typeface="ＭＳ Ｐゴシック" panose="020B0600070205080204" pitchFamily="34" charset="-128"/>
              </a:rPr>
              <a:t>: mnemonic identifier for a host</a:t>
            </a:r>
            <a:endParaRPr lang="en-US" altLang="zh-TW" sz="6000" dirty="0">
              <a:ea typeface="ＭＳ Ｐゴシック" panose="020B0600070205080204" pitchFamily="34" charset="-128"/>
            </a:endParaRPr>
          </a:p>
          <a:p>
            <a:pPr lvl="2"/>
            <a:r>
              <a:rPr lang="en-US" altLang="zh-TW" sz="1600" dirty="0">
                <a:ea typeface="ＭＳ Ｐゴシック" panose="020B0600070205080204" pitchFamily="34" charset="-128"/>
              </a:rPr>
              <a:t>E.g., www.yahoo.com</a:t>
            </a:r>
          </a:p>
          <a:p>
            <a:r>
              <a:rPr lang="en-US" altLang="zh-TW" sz="24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host aliasing</a:t>
            </a:r>
          </a:p>
          <a:p>
            <a:pPr lvl="1"/>
            <a:r>
              <a:rPr lang="en-US" altLang="zh-TW" sz="2000" dirty="0">
                <a:ea typeface="ＭＳ Ｐゴシック" panose="020B0600070205080204" pitchFamily="34" charset="-128"/>
              </a:rPr>
              <a:t>E.g., </a:t>
            </a:r>
            <a:r>
              <a:rPr lang="en-US" altLang="zh-TW" sz="20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canonical hostname</a:t>
            </a:r>
            <a:r>
              <a:rPr lang="en-US" altLang="zh-TW" sz="2000" dirty="0">
                <a:ea typeface="ＭＳ Ｐゴシック" panose="020B0600070205080204" pitchFamily="34" charset="-128"/>
              </a:rPr>
              <a:t>: relay1.west-coast.enterprise.com</a:t>
            </a:r>
          </a:p>
          <a:p>
            <a:pPr lvl="1"/>
            <a:r>
              <a:rPr lang="en-US" altLang="zh-TW" sz="2000" dirty="0">
                <a:ea typeface="ＭＳ Ｐゴシック" panose="020B0600070205080204" pitchFamily="34" charset="-128"/>
              </a:rPr>
              <a:t>Two </a:t>
            </a:r>
            <a:r>
              <a:rPr lang="en-US" altLang="zh-TW" sz="20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alias</a:t>
            </a:r>
            <a:r>
              <a:rPr lang="en-US" altLang="zh-TW" sz="2000" dirty="0">
                <a:ea typeface="ＭＳ Ｐゴシック" panose="020B0600070205080204" pitchFamily="34" charset="-128"/>
              </a:rPr>
              <a:t>: enterprise.com and www.enterprise.com (more mnemonic)</a:t>
            </a:r>
            <a:endParaRPr lang="en-US" altLang="zh-TW" sz="9600" dirty="0">
              <a:ea typeface="ＭＳ Ｐゴシック" panose="020B0600070205080204" pitchFamily="34" charset="-128"/>
            </a:endParaRPr>
          </a:p>
          <a:p>
            <a:r>
              <a:rPr lang="en-US" altLang="zh-TW" sz="24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mail server aliasing</a:t>
            </a:r>
          </a:p>
          <a:p>
            <a:pPr lvl="1"/>
            <a:r>
              <a:rPr lang="en-US" altLang="zh-TW" sz="2000" dirty="0">
                <a:ea typeface="ＭＳ Ｐゴシック" panose="020B0600070205080204" pitchFamily="34" charset="-128"/>
              </a:rPr>
              <a:t>E.g., E-mail address: bob@hotmail.com</a:t>
            </a:r>
          </a:p>
          <a:p>
            <a:pPr lvl="1"/>
            <a:r>
              <a:rPr lang="en-US" altLang="zh-TW" sz="2000" dirty="0">
                <a:ea typeface="ＭＳ Ｐゴシック" panose="020B0600070205080204" pitchFamily="34" charset="-128"/>
              </a:rPr>
              <a:t>Alias hostname: hotmail.com</a:t>
            </a:r>
          </a:p>
          <a:p>
            <a:pPr lvl="1"/>
            <a:r>
              <a:rPr lang="en-US" altLang="zh-TW" sz="2000" dirty="0">
                <a:ea typeface="ＭＳ Ｐゴシック" panose="020B0600070205080204" pitchFamily="34" charset="-128"/>
              </a:rPr>
              <a:t>Canonical hostname: relay1.west-coast.hotmail.com</a:t>
            </a:r>
          </a:p>
          <a:p>
            <a:pPr lvl="1"/>
            <a:r>
              <a:rPr lang="en-US" altLang="zh-TW" sz="2000" dirty="0">
                <a:ea typeface="ＭＳ Ｐゴシック" panose="020B0600070205080204" pitchFamily="34" charset="-128"/>
              </a:rPr>
              <a:t>Note: a company’s mail server and Web server can have identical (aliased) hostnames, e.g., enterprise.com.</a:t>
            </a:r>
            <a:endParaRPr lang="en-US" altLang="zh-TW" sz="6000" dirty="0">
              <a:ea typeface="ＭＳ Ｐゴシック" panose="020B0600070205080204" pitchFamily="34" charset="-128"/>
            </a:endParaRPr>
          </a:p>
          <a:p>
            <a:r>
              <a:rPr lang="en-US" altLang="zh-TW" sz="24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load distribution</a:t>
            </a:r>
          </a:p>
          <a:p>
            <a:pPr lvl="1"/>
            <a:r>
              <a:rPr lang="en-US" altLang="zh-TW" dirty="0">
                <a:ea typeface="ＭＳ Ｐゴシック" panose="020B0600070205080204" pitchFamily="34" charset="-128"/>
              </a:rPr>
              <a:t>replicated Web servers: many IP addresses correspond to one name</a:t>
            </a:r>
          </a:p>
          <a:p>
            <a:endParaRPr lang="en-US" altLang="zh-TW" sz="2400" dirty="0">
              <a:ea typeface="ＭＳ Ｐゴシック" panose="020B0600070205080204" pitchFamily="34" charset="-128"/>
            </a:endParaRPr>
          </a:p>
        </p:txBody>
      </p:sp>
      <p:pic>
        <p:nvPicPr>
          <p:cNvPr id="203782" name="Picture 10" descr="underline_base">
            <a:extLst>
              <a:ext uri="{FF2B5EF4-FFF2-40B4-BE49-F238E27FC236}">
                <a16:creationId xmlns:a16="http://schemas.microsoft.com/office/drawing/2014/main" id="{F1928240-7F0D-45DA-9C77-F933E69B3DA9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500" y="915988"/>
            <a:ext cx="5484813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78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78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78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78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78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78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78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78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78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78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826" name="Rectangle 7">
            <a:extLst>
              <a:ext uri="{FF2B5EF4-FFF2-40B4-BE49-F238E27FC236}">
                <a16:creationId xmlns:a16="http://schemas.microsoft.com/office/drawing/2014/main" id="{DACAC85D-D20A-4F7E-95B0-DA7CBB0B6C5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205827" name="Rectangle 8">
            <a:extLst>
              <a:ext uri="{FF2B5EF4-FFF2-40B4-BE49-F238E27FC236}">
                <a16:creationId xmlns:a16="http://schemas.microsoft.com/office/drawing/2014/main" id="{8EF61039-E085-4EE8-B151-2EDF4762B74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2-</a:t>
            </a:r>
            <a:fld id="{24C95BC9-3E9C-4762-9C0F-F5BD5F118671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55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205828" name="Rectangle 2">
            <a:extLst>
              <a:ext uri="{FF2B5EF4-FFF2-40B4-BE49-F238E27FC236}">
                <a16:creationId xmlns:a16="http://schemas.microsoft.com/office/drawing/2014/main" id="{748169A7-10E4-4987-9045-E1B9A71987E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117475"/>
            <a:ext cx="7772400" cy="1143000"/>
          </a:xfrm>
        </p:spPr>
        <p:txBody>
          <a:bodyPr/>
          <a:lstStyle/>
          <a:p>
            <a:r>
              <a:rPr lang="en-US" altLang="zh-TW" sz="4000">
                <a:ea typeface="ＭＳ Ｐゴシック" panose="020B0600070205080204" pitchFamily="34" charset="-128"/>
              </a:rPr>
              <a:t>DNS structure</a:t>
            </a:r>
            <a:endParaRPr lang="en-US" altLang="zh-TW">
              <a:ea typeface="ＭＳ Ｐゴシック" panose="020B0600070205080204" pitchFamily="34" charset="-128"/>
            </a:endParaRPr>
          </a:p>
        </p:txBody>
      </p:sp>
      <p:sp>
        <p:nvSpPr>
          <p:cNvPr id="205829" name="Rectangle 4">
            <a:extLst>
              <a:ext uri="{FF2B5EF4-FFF2-40B4-BE49-F238E27FC236}">
                <a16:creationId xmlns:a16="http://schemas.microsoft.com/office/drawing/2014/main" id="{02A51E57-93B9-4505-86C7-A85062BA3581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1223963" y="1227138"/>
            <a:ext cx="4191000" cy="2263775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why not centralize DNS?</a:t>
            </a:r>
          </a:p>
          <a:p>
            <a:r>
              <a:rPr lang="en-US" altLang="zh-TW" sz="2400" dirty="0">
                <a:ea typeface="ＭＳ Ｐゴシック" panose="020B0600070205080204" pitchFamily="34" charset="-128"/>
              </a:rPr>
              <a:t>single point of failure</a:t>
            </a:r>
          </a:p>
          <a:p>
            <a:r>
              <a:rPr lang="en-US" altLang="zh-TW" sz="2400" dirty="0">
                <a:ea typeface="ＭＳ Ｐゴシック" panose="020B0600070205080204" pitchFamily="34" charset="-128"/>
              </a:rPr>
              <a:t>traffic volume</a:t>
            </a:r>
          </a:p>
          <a:p>
            <a:r>
              <a:rPr lang="en-US" altLang="zh-TW" sz="2400" dirty="0">
                <a:ea typeface="ＭＳ Ｐゴシック" panose="020B0600070205080204" pitchFamily="34" charset="-128"/>
              </a:rPr>
              <a:t>distant centralized database</a:t>
            </a:r>
          </a:p>
          <a:p>
            <a:r>
              <a:rPr lang="en-US" altLang="zh-TW" sz="2400" dirty="0">
                <a:ea typeface="ＭＳ Ｐゴシック" panose="020B0600070205080204" pitchFamily="34" charset="-128"/>
              </a:rPr>
              <a:t>maintenance</a:t>
            </a:r>
          </a:p>
          <a:p>
            <a:pPr>
              <a:buFont typeface="Wingdings" panose="05000000000000000000" pitchFamily="2" charset="2"/>
              <a:buNone/>
            </a:pPr>
            <a:endParaRPr lang="en-US" altLang="zh-TW" sz="2400" dirty="0">
              <a:ea typeface="ＭＳ Ｐゴシック" panose="020B0600070205080204" pitchFamily="34" charset="-128"/>
            </a:endParaRPr>
          </a:p>
        </p:txBody>
      </p:sp>
      <p:pic>
        <p:nvPicPr>
          <p:cNvPr id="205830" name="Picture 10" descr="underline_base">
            <a:extLst>
              <a:ext uri="{FF2B5EF4-FFF2-40B4-BE49-F238E27FC236}">
                <a16:creationId xmlns:a16="http://schemas.microsoft.com/office/drawing/2014/main" id="{BB3F07BE-8BD9-4735-B236-7EACF4A1F3E2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500" y="915988"/>
            <a:ext cx="5484813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0907" name="Text Box 11">
            <a:extLst>
              <a:ext uri="{FF2B5EF4-FFF2-40B4-BE49-F238E27FC236}">
                <a16:creationId xmlns:a16="http://schemas.microsoft.com/office/drawing/2014/main" id="{A4F428C6-9D49-4CDD-80F6-EDE36474A31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60550" y="3384550"/>
            <a:ext cx="2921000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zh-TW" i="1">
                <a:latin typeface="Arial" panose="020B0604020202020204" pitchFamily="34" charset="0"/>
              </a:rPr>
              <a:t>A: </a:t>
            </a:r>
            <a:r>
              <a:rPr lang="en-US" altLang="zh-TW" i="1">
                <a:solidFill>
                  <a:srgbClr val="CC0000"/>
                </a:solidFill>
                <a:latin typeface="Arial" panose="020B0604020202020204" pitchFamily="34" charset="0"/>
              </a:rPr>
              <a:t>doesn</a:t>
            </a:r>
            <a:r>
              <a:rPr lang="ja-JP" altLang="en-US" i="1">
                <a:solidFill>
                  <a:srgbClr val="CC0000"/>
                </a:solidFill>
                <a:latin typeface="Arial" panose="020B0604020202020204" pitchFamily="34" charset="0"/>
              </a:rPr>
              <a:t>’</a:t>
            </a:r>
            <a:r>
              <a:rPr lang="en-US" altLang="ja-JP" i="1">
                <a:solidFill>
                  <a:srgbClr val="CC0000"/>
                </a:solidFill>
                <a:latin typeface="Arial" panose="020B0604020202020204" pitchFamily="34" charset="0"/>
              </a:rPr>
              <a:t>t scale!</a:t>
            </a:r>
            <a:endParaRPr lang="en-US" altLang="zh-TW" i="1"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9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809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0907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874" name="Rectangle 7">
            <a:extLst>
              <a:ext uri="{FF2B5EF4-FFF2-40B4-BE49-F238E27FC236}">
                <a16:creationId xmlns:a16="http://schemas.microsoft.com/office/drawing/2014/main" id="{ACA42CF2-25C0-4CFE-9F6D-9C6B0B8C143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207875" name="Rectangle 8">
            <a:extLst>
              <a:ext uri="{FF2B5EF4-FFF2-40B4-BE49-F238E27FC236}">
                <a16:creationId xmlns:a16="http://schemas.microsoft.com/office/drawing/2014/main" id="{E5022681-1ECC-4709-8735-718ADE4B53E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200">
                <a:latin typeface="Tahoma" panose="020B0604030504040204" pitchFamily="34" charset="0"/>
              </a:rPr>
              <a:t>2-</a:t>
            </a:r>
            <a:fld id="{E0640944-E991-43A4-818B-3CC58B3039CD}" type="slidenum">
              <a:rPr lang="en-US" altLang="en-US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56</a:t>
            </a:fld>
            <a:endParaRPr lang="en-US" altLang="en-US" sz="1200">
              <a:latin typeface="Tahoma" panose="020B0604030504040204" pitchFamily="34" charset="0"/>
            </a:endParaRPr>
          </a:p>
        </p:txBody>
      </p:sp>
      <p:grpSp>
        <p:nvGrpSpPr>
          <p:cNvPr id="207876" name="Group 23">
            <a:extLst>
              <a:ext uri="{FF2B5EF4-FFF2-40B4-BE49-F238E27FC236}">
                <a16:creationId xmlns:a16="http://schemas.microsoft.com/office/drawing/2014/main" id="{E487082D-E88B-41A9-916C-BFD3B9D21437}"/>
              </a:ext>
            </a:extLst>
          </p:cNvPr>
          <p:cNvGrpSpPr>
            <a:grpSpLocks/>
          </p:cNvGrpSpPr>
          <p:nvPr/>
        </p:nvGrpSpPr>
        <p:grpSpPr bwMode="auto">
          <a:xfrm>
            <a:off x="438150" y="1193800"/>
            <a:ext cx="8205788" cy="2444750"/>
            <a:chOff x="230" y="576"/>
            <a:chExt cx="5504" cy="1757"/>
          </a:xfrm>
        </p:grpSpPr>
        <p:sp>
          <p:nvSpPr>
            <p:cNvPr id="207884" name="Text Box 2">
              <a:extLst>
                <a:ext uri="{FF2B5EF4-FFF2-40B4-BE49-F238E27FC236}">
                  <a16:creationId xmlns:a16="http://schemas.microsoft.com/office/drawing/2014/main" id="{C807E049-56B7-4033-877C-1F7D6592608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56" y="576"/>
              <a:ext cx="1385" cy="26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eaLnBrk="1" hangingPunct="1"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r>
                <a:rPr lang="en-US" altLang="en-US" sz="1800">
                  <a:latin typeface="Arial" panose="020B0604020202020204" pitchFamily="34" charset="0"/>
                </a:rPr>
                <a:t>Root DNS Servers</a:t>
              </a:r>
            </a:p>
          </p:txBody>
        </p:sp>
        <p:sp>
          <p:nvSpPr>
            <p:cNvPr id="207885" name="Text Box 4">
              <a:extLst>
                <a:ext uri="{FF2B5EF4-FFF2-40B4-BE49-F238E27FC236}">
                  <a16:creationId xmlns:a16="http://schemas.microsoft.com/office/drawing/2014/main" id="{D2216A01-3E91-4DC0-B533-85F1EC031AC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8" y="1344"/>
              <a:ext cx="1325" cy="2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eaLnBrk="1" hangingPunct="1"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r>
                <a:rPr lang="en-US" altLang="en-US" sz="1800">
                  <a:latin typeface="Arial" panose="020B0604020202020204" pitchFamily="34" charset="0"/>
                </a:rPr>
                <a:t>com DNS servers</a:t>
              </a:r>
            </a:p>
          </p:txBody>
        </p:sp>
        <p:sp>
          <p:nvSpPr>
            <p:cNvPr id="207886" name="Text Box 5">
              <a:extLst>
                <a:ext uri="{FF2B5EF4-FFF2-40B4-BE49-F238E27FC236}">
                  <a16:creationId xmlns:a16="http://schemas.microsoft.com/office/drawing/2014/main" id="{83664FAD-1821-444C-91A5-C940674FC05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04" y="1296"/>
              <a:ext cx="1257" cy="2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eaLnBrk="1" hangingPunct="1"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r>
                <a:rPr lang="en-US" altLang="en-US" sz="1800">
                  <a:latin typeface="Arial" panose="020B0604020202020204" pitchFamily="34" charset="0"/>
                </a:rPr>
                <a:t>org DNS servers</a:t>
              </a:r>
            </a:p>
          </p:txBody>
        </p:sp>
        <p:sp>
          <p:nvSpPr>
            <p:cNvPr id="207887" name="Text Box 6">
              <a:extLst>
                <a:ext uri="{FF2B5EF4-FFF2-40B4-BE49-F238E27FC236}">
                  <a16:creationId xmlns:a16="http://schemas.microsoft.com/office/drawing/2014/main" id="{C877CDF1-DBC4-4627-A4E4-2593213F96A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32" y="1296"/>
              <a:ext cx="1291" cy="2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eaLnBrk="1" hangingPunct="1"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r>
                <a:rPr lang="en-US" altLang="en-US" sz="1800">
                  <a:latin typeface="Arial" panose="020B0604020202020204" pitchFamily="34" charset="0"/>
                </a:rPr>
                <a:t>edu DNS servers</a:t>
              </a:r>
            </a:p>
          </p:txBody>
        </p:sp>
        <p:sp>
          <p:nvSpPr>
            <p:cNvPr id="207888" name="Line 7">
              <a:extLst>
                <a:ext uri="{FF2B5EF4-FFF2-40B4-BE49-F238E27FC236}">
                  <a16:creationId xmlns:a16="http://schemas.microsoft.com/office/drawing/2014/main" id="{4089A0A7-1F97-4954-8CCC-1712C490AEDC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344" y="864"/>
              <a:ext cx="1392" cy="432"/>
            </a:xfrm>
            <a:prstGeom prst="line">
              <a:avLst/>
            </a:prstGeom>
            <a:noFill/>
            <a:ln w="317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07889" name="Line 8">
              <a:extLst>
                <a:ext uri="{FF2B5EF4-FFF2-40B4-BE49-F238E27FC236}">
                  <a16:creationId xmlns:a16="http://schemas.microsoft.com/office/drawing/2014/main" id="{0A7D5766-C490-40F8-8CAE-DF44A56B43F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28" y="816"/>
              <a:ext cx="0" cy="48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07890" name="Line 9">
              <a:extLst>
                <a:ext uri="{FF2B5EF4-FFF2-40B4-BE49-F238E27FC236}">
                  <a16:creationId xmlns:a16="http://schemas.microsoft.com/office/drawing/2014/main" id="{90D712A9-F63D-4BB8-A9C5-368CFA00158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68" y="864"/>
              <a:ext cx="1440" cy="43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07891" name="Text Box 10">
              <a:extLst>
                <a:ext uri="{FF2B5EF4-FFF2-40B4-BE49-F238E27FC236}">
                  <a16:creationId xmlns:a16="http://schemas.microsoft.com/office/drawing/2014/main" id="{CC9C25B0-50CF-41FE-B4E1-63692735F6A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78" y="1752"/>
              <a:ext cx="992" cy="4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eaLnBrk="1" hangingPunct="1"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r>
                <a:rPr lang="en-US" altLang="en-US" sz="1800">
                  <a:latin typeface="Arial" panose="020B0604020202020204" pitchFamily="34" charset="0"/>
                </a:rPr>
                <a:t>poly.edu</a:t>
              </a:r>
            </a:p>
            <a:p>
              <a:pPr eaLnBrk="1" hangingPunct="1"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r>
                <a:rPr lang="en-US" altLang="en-US" sz="1800">
                  <a:latin typeface="Arial" panose="020B0604020202020204" pitchFamily="34" charset="0"/>
                </a:rPr>
                <a:t>DNS servers</a:t>
              </a:r>
            </a:p>
          </p:txBody>
        </p:sp>
        <p:sp>
          <p:nvSpPr>
            <p:cNvPr id="207892" name="Text Box 11">
              <a:extLst>
                <a:ext uri="{FF2B5EF4-FFF2-40B4-BE49-F238E27FC236}">
                  <a16:creationId xmlns:a16="http://schemas.microsoft.com/office/drawing/2014/main" id="{9641B052-72E6-4F25-A134-712E27FD702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742" y="1752"/>
              <a:ext cx="992" cy="4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eaLnBrk="1" hangingPunct="1"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r>
                <a:rPr lang="en-US" altLang="en-US" sz="1800">
                  <a:latin typeface="Arial" panose="020B0604020202020204" pitchFamily="34" charset="0"/>
                </a:rPr>
                <a:t>umass.edu</a:t>
              </a:r>
            </a:p>
            <a:p>
              <a:pPr eaLnBrk="1" hangingPunct="1"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r>
                <a:rPr lang="en-US" altLang="en-US" sz="1800">
                  <a:latin typeface="Arial" panose="020B0604020202020204" pitchFamily="34" charset="0"/>
                </a:rPr>
                <a:t>DNS servers</a:t>
              </a:r>
            </a:p>
          </p:txBody>
        </p:sp>
        <p:sp>
          <p:nvSpPr>
            <p:cNvPr id="207893" name="Line 12">
              <a:extLst>
                <a:ext uri="{FF2B5EF4-FFF2-40B4-BE49-F238E27FC236}">
                  <a16:creationId xmlns:a16="http://schemas.microsoft.com/office/drawing/2014/main" id="{6A8B183B-6801-43AD-A30D-25D9DA36389D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224" y="1536"/>
              <a:ext cx="336" cy="24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07894" name="Line 13">
              <a:extLst>
                <a:ext uri="{FF2B5EF4-FFF2-40B4-BE49-F238E27FC236}">
                  <a16:creationId xmlns:a16="http://schemas.microsoft.com/office/drawing/2014/main" id="{0E9B16D2-3663-4A9B-A8ED-DE0D864D8B4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48" y="1536"/>
              <a:ext cx="288" cy="24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07895" name="Text Box 14">
              <a:extLst>
                <a:ext uri="{FF2B5EF4-FFF2-40B4-BE49-F238E27FC236}">
                  <a16:creationId xmlns:a16="http://schemas.microsoft.com/office/drawing/2014/main" id="{D330B653-F04A-429A-9633-914F2E79C2A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0" y="1848"/>
              <a:ext cx="992" cy="4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eaLnBrk="1" hangingPunct="1"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r>
                <a:rPr lang="en-US" altLang="en-US" sz="1800">
                  <a:latin typeface="Arial" panose="020B0604020202020204" pitchFamily="34" charset="0"/>
                </a:rPr>
                <a:t>yahoo.com</a:t>
              </a:r>
            </a:p>
            <a:p>
              <a:pPr eaLnBrk="1" hangingPunct="1"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r>
                <a:rPr lang="en-US" altLang="en-US" sz="1800">
                  <a:latin typeface="Arial" panose="020B0604020202020204" pitchFamily="34" charset="0"/>
                </a:rPr>
                <a:t>DNS servers</a:t>
              </a:r>
            </a:p>
          </p:txBody>
        </p:sp>
        <p:sp>
          <p:nvSpPr>
            <p:cNvPr id="207896" name="Text Box 15">
              <a:extLst>
                <a:ext uri="{FF2B5EF4-FFF2-40B4-BE49-F238E27FC236}">
                  <a16:creationId xmlns:a16="http://schemas.microsoft.com/office/drawing/2014/main" id="{FCAC096C-F16E-4079-BBF5-FC1F1BB2456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48" y="1872"/>
              <a:ext cx="1001" cy="4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eaLnBrk="1" hangingPunct="1"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r>
                <a:rPr lang="en-US" altLang="en-US" sz="1800">
                  <a:latin typeface="Arial" panose="020B0604020202020204" pitchFamily="34" charset="0"/>
                </a:rPr>
                <a:t>amazon.com</a:t>
              </a:r>
            </a:p>
            <a:p>
              <a:pPr eaLnBrk="1" hangingPunct="1"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r>
                <a:rPr lang="en-US" altLang="en-US" sz="1800">
                  <a:latin typeface="Arial" panose="020B0604020202020204" pitchFamily="34" charset="0"/>
                </a:rPr>
                <a:t>DNS servers</a:t>
              </a:r>
            </a:p>
          </p:txBody>
        </p:sp>
        <p:sp>
          <p:nvSpPr>
            <p:cNvPr id="207897" name="Line 16">
              <a:extLst>
                <a:ext uri="{FF2B5EF4-FFF2-40B4-BE49-F238E27FC236}">
                  <a16:creationId xmlns:a16="http://schemas.microsoft.com/office/drawing/2014/main" id="{1CEA4002-38A3-4DA4-AC6C-3DE9F932C3B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68" y="1584"/>
              <a:ext cx="192" cy="28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07898" name="Line 17">
              <a:extLst>
                <a:ext uri="{FF2B5EF4-FFF2-40B4-BE49-F238E27FC236}">
                  <a16:creationId xmlns:a16="http://schemas.microsoft.com/office/drawing/2014/main" id="{2FE1DF54-07BE-4B73-80CC-0DE9F6C6183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92" y="1584"/>
              <a:ext cx="240" cy="28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07899" name="Text Box 18">
              <a:extLst>
                <a:ext uri="{FF2B5EF4-FFF2-40B4-BE49-F238E27FC236}">
                  <a16:creationId xmlns:a16="http://schemas.microsoft.com/office/drawing/2014/main" id="{2B3356E1-AC14-488C-BE72-D02D19D3379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34" y="1799"/>
              <a:ext cx="993" cy="4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eaLnBrk="1" hangingPunct="1"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r>
                <a:rPr lang="en-US" altLang="en-US" sz="1800">
                  <a:latin typeface="Arial" panose="020B0604020202020204" pitchFamily="34" charset="0"/>
                </a:rPr>
                <a:t>pbs.org</a:t>
              </a:r>
            </a:p>
            <a:p>
              <a:pPr eaLnBrk="1" hangingPunct="1"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r>
                <a:rPr lang="en-US" altLang="en-US" sz="1800">
                  <a:latin typeface="Arial" panose="020B0604020202020204" pitchFamily="34" charset="0"/>
                </a:rPr>
                <a:t>DNS servers</a:t>
              </a:r>
            </a:p>
          </p:txBody>
        </p:sp>
        <p:sp>
          <p:nvSpPr>
            <p:cNvPr id="207900" name="Line 19">
              <a:extLst>
                <a:ext uri="{FF2B5EF4-FFF2-40B4-BE49-F238E27FC236}">
                  <a16:creationId xmlns:a16="http://schemas.microsoft.com/office/drawing/2014/main" id="{FC8B6C5F-E003-455D-A9ED-B5E0733785F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28" y="1536"/>
              <a:ext cx="0" cy="28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207877" name="Rectangle 20">
            <a:extLst>
              <a:ext uri="{FF2B5EF4-FFF2-40B4-BE49-F238E27FC236}">
                <a16:creationId xmlns:a16="http://schemas.microsoft.com/office/drawing/2014/main" id="{4AD1793F-BF7D-4F94-ADF3-A0D3EDA426D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68313" y="161925"/>
            <a:ext cx="8023225" cy="936625"/>
          </a:xfrm>
        </p:spPr>
        <p:txBody>
          <a:bodyPr/>
          <a:lstStyle/>
          <a:p>
            <a:r>
              <a:rPr lang="en-US" altLang="en-US" sz="3600">
                <a:ea typeface="ＭＳ Ｐゴシック" panose="020B0600070205080204" pitchFamily="34" charset="-128"/>
              </a:rPr>
              <a:t>DNS: a distributed, hierarchical database</a:t>
            </a:r>
          </a:p>
        </p:txBody>
      </p:sp>
      <p:sp>
        <p:nvSpPr>
          <p:cNvPr id="207878" name="Rectangle 22">
            <a:extLst>
              <a:ext uri="{FF2B5EF4-FFF2-40B4-BE49-F238E27FC236}">
                <a16:creationId xmlns:a16="http://schemas.microsoft.com/office/drawing/2014/main" id="{D709748B-933C-48DD-A85C-2FFCFA1B4FBD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490538" y="3829050"/>
            <a:ext cx="8172450" cy="2133600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en-US" sz="2400" i="1" dirty="0">
                <a:solidFill>
                  <a:srgbClr val="000099"/>
                </a:solidFill>
                <a:ea typeface="ＭＳ Ｐゴシック" panose="020B0600070205080204" pitchFamily="34" charset="-128"/>
              </a:rPr>
              <a:t>Principle</a:t>
            </a:r>
          </a:p>
          <a:p>
            <a:r>
              <a:rPr lang="en-US" altLang="en-US" sz="2200" dirty="0">
                <a:ea typeface="ＭＳ Ｐゴシック" panose="020B0600070205080204" pitchFamily="34" charset="-128"/>
              </a:rPr>
              <a:t>parent server has IP-name records for children</a:t>
            </a:r>
            <a:endParaRPr lang="en-US" altLang="en-US" sz="2400" i="1" dirty="0">
              <a:solidFill>
                <a:srgbClr val="000099"/>
              </a:solidFill>
              <a:ea typeface="ＭＳ Ｐゴシック" panose="020B0600070205080204" pitchFamily="34" charset="-128"/>
            </a:endParaRPr>
          </a:p>
          <a:p>
            <a:pPr>
              <a:buFont typeface="Wingdings" panose="05000000000000000000" pitchFamily="2" charset="2"/>
              <a:buNone/>
            </a:pPr>
            <a:r>
              <a:rPr lang="en-US" altLang="en-US" sz="2400" i="1" dirty="0">
                <a:solidFill>
                  <a:srgbClr val="000099"/>
                </a:solidFill>
                <a:ea typeface="ＭＳ Ｐゴシック" panose="020B0600070205080204" pitchFamily="34" charset="-128"/>
              </a:rPr>
              <a:t>To resolve IP for www.amazon.com; 1</a:t>
            </a:r>
            <a:r>
              <a:rPr lang="en-US" altLang="en-US" sz="2400" i="1" baseline="30000" dirty="0">
                <a:solidFill>
                  <a:srgbClr val="000099"/>
                </a:solidFill>
                <a:ea typeface="ＭＳ Ｐゴシック" panose="020B0600070205080204" pitchFamily="34" charset="-128"/>
              </a:rPr>
              <a:t>st</a:t>
            </a:r>
            <a:r>
              <a:rPr lang="en-US" altLang="en-US" sz="2400" i="1" dirty="0">
                <a:solidFill>
                  <a:srgbClr val="000099"/>
                </a:solidFill>
                <a:ea typeface="ＭＳ Ｐゴシック" panose="020B0600070205080204" pitchFamily="34" charset="-128"/>
              </a:rPr>
              <a:t> </a:t>
            </a:r>
            <a:r>
              <a:rPr lang="en-US" altLang="en-US" sz="2400" i="1" dirty="0" err="1">
                <a:solidFill>
                  <a:srgbClr val="000099"/>
                </a:solidFill>
                <a:ea typeface="ＭＳ Ｐゴシック" panose="020B0600070205080204" pitchFamily="34" charset="-128"/>
              </a:rPr>
              <a:t>approx</a:t>
            </a:r>
            <a:r>
              <a:rPr lang="en-US" altLang="en-US" sz="2400" i="1" dirty="0">
                <a:solidFill>
                  <a:srgbClr val="000099"/>
                </a:solidFill>
                <a:ea typeface="ＭＳ Ｐゴシック" panose="020B0600070205080204" pitchFamily="34" charset="-128"/>
              </a:rPr>
              <a:t>:</a:t>
            </a:r>
          </a:p>
          <a:p>
            <a:pPr marL="457200" indent="-457200">
              <a:buFont typeface="+mj-lt"/>
              <a:buAutoNum type="arabicPeriod"/>
            </a:pPr>
            <a:r>
              <a:rPr lang="en-US" altLang="en-US" sz="2200" dirty="0">
                <a:ea typeface="ＭＳ Ｐゴシック" panose="020B0600070205080204" pitchFamily="34" charset="-128"/>
              </a:rPr>
              <a:t>queries root server to find .com DNS server</a:t>
            </a:r>
          </a:p>
          <a:p>
            <a:pPr marL="457200" indent="-457200">
              <a:buFont typeface="+mj-lt"/>
              <a:buAutoNum type="arabicPeriod"/>
            </a:pPr>
            <a:r>
              <a:rPr lang="en-US" altLang="en-US" sz="2200" dirty="0">
                <a:ea typeface="ＭＳ Ｐゴシック" panose="020B0600070205080204" pitchFamily="34" charset="-128"/>
              </a:rPr>
              <a:t>client queries .com DNS server to get amazon.com DNS server</a:t>
            </a:r>
          </a:p>
          <a:p>
            <a:pPr marL="457200" indent="-457200">
              <a:buFont typeface="+mj-lt"/>
              <a:buAutoNum type="arabicPeriod"/>
            </a:pPr>
            <a:r>
              <a:rPr lang="en-US" altLang="en-US" sz="2200" dirty="0">
                <a:ea typeface="ＭＳ Ｐゴシック" panose="020B0600070205080204" pitchFamily="34" charset="-128"/>
              </a:rPr>
              <a:t>client queries amazon.com DNS server to get  IP address for www.amazon.com</a:t>
            </a:r>
          </a:p>
        </p:txBody>
      </p:sp>
      <p:pic>
        <p:nvPicPr>
          <p:cNvPr id="207879" name="Picture 28" descr="underline_base">
            <a:extLst>
              <a:ext uri="{FF2B5EF4-FFF2-40B4-BE49-F238E27FC236}">
                <a16:creationId xmlns:a16="http://schemas.microsoft.com/office/drawing/2014/main" id="{9BFC018E-00F5-450D-BBD4-115EE7D11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4025" y="849313"/>
            <a:ext cx="8043863" cy="160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7880" name="Text Box 29">
            <a:extLst>
              <a:ext uri="{FF2B5EF4-FFF2-40B4-BE49-F238E27FC236}">
                <a16:creationId xmlns:a16="http://schemas.microsoft.com/office/drawing/2014/main" id="{67EF9214-E3E4-4B9A-A748-062A50B0E7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57638" y="1687513"/>
            <a:ext cx="4381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en-US" sz="2000">
                <a:latin typeface="Arial" panose="020B0604020202020204" pitchFamily="34" charset="0"/>
              </a:rPr>
              <a:t>…</a:t>
            </a:r>
          </a:p>
        </p:txBody>
      </p:sp>
      <p:sp>
        <p:nvSpPr>
          <p:cNvPr id="207881" name="Text Box 30">
            <a:extLst>
              <a:ext uri="{FF2B5EF4-FFF2-40B4-BE49-F238E27FC236}">
                <a16:creationId xmlns:a16="http://schemas.microsoft.com/office/drawing/2014/main" id="{9B849136-2032-42CF-B96E-0B5D98F61C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21200" y="1685925"/>
            <a:ext cx="4381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en-US" sz="2000">
                <a:latin typeface="Arial" panose="020B0604020202020204" pitchFamily="34" charset="0"/>
              </a:rPr>
              <a:t>…</a:t>
            </a:r>
          </a:p>
        </p:txBody>
      </p:sp>
      <p:sp>
        <p:nvSpPr>
          <p:cNvPr id="207882" name="Rounded Rectangle 1">
            <a:extLst>
              <a:ext uri="{FF2B5EF4-FFF2-40B4-BE49-F238E27FC236}">
                <a16:creationId xmlns:a16="http://schemas.microsoft.com/office/drawing/2014/main" id="{A8A7B5DD-F7F4-4F98-A553-8AFAA51967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0700" y="2027238"/>
            <a:ext cx="7977188" cy="746125"/>
          </a:xfrm>
          <a:prstGeom prst="roundRect">
            <a:avLst>
              <a:gd name="adj" fmla="val 16667"/>
            </a:avLst>
          </a:prstGeom>
          <a:noFill/>
          <a:ln w="9525" algn="ctr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endParaRPr lang="en-US" altLang="en-US" sz="2400">
              <a:latin typeface="Comic Sans MS" panose="030F0702030302020204" pitchFamily="66" charset="0"/>
            </a:endParaRPr>
          </a:p>
        </p:txBody>
      </p:sp>
      <p:sp>
        <p:nvSpPr>
          <p:cNvPr id="207883" name="TextBox 2">
            <a:extLst>
              <a:ext uri="{FF2B5EF4-FFF2-40B4-BE49-F238E27FC236}">
                <a16:creationId xmlns:a16="http://schemas.microsoft.com/office/drawing/2014/main" id="{6B1DE9DB-A4B4-44EA-BA91-0E95F8E0A4F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8150" y="1768475"/>
            <a:ext cx="2081213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en-US" sz="1400"/>
              <a:t>Top-Level Domains (TLD)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922" name="Rectangle 7">
            <a:extLst>
              <a:ext uri="{FF2B5EF4-FFF2-40B4-BE49-F238E27FC236}">
                <a16:creationId xmlns:a16="http://schemas.microsoft.com/office/drawing/2014/main" id="{4C2C7ECD-14BC-4147-9EEF-665330ECAC1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209923" name="Rectangle 8">
            <a:extLst>
              <a:ext uri="{FF2B5EF4-FFF2-40B4-BE49-F238E27FC236}">
                <a16:creationId xmlns:a16="http://schemas.microsoft.com/office/drawing/2014/main" id="{E129E1B0-ED30-4525-915B-11740BE4A09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  <a:ea typeface="新細明體" panose="02020500000000000000" pitchFamily="18" charset="-120"/>
              </a:rPr>
              <a:t>2-</a:t>
            </a:r>
            <a:fld id="{8AD97FBA-DD60-4184-9E75-55909A99B808}" type="slidenum">
              <a:rPr lang="en-US" altLang="zh-TW" sz="1200" smtClean="0">
                <a:solidFill>
                  <a:srgbClr val="000000"/>
                </a:solidFill>
                <a:latin typeface="Tahoma" panose="020B0604030504040204" pitchFamily="34" charset="0"/>
                <a:ea typeface="新細明體" panose="02020500000000000000" pitchFamily="18" charset="-12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57</a:t>
            </a:fld>
            <a:endParaRPr lang="en-US" altLang="zh-TW" sz="1200">
              <a:solidFill>
                <a:srgbClr val="000000"/>
              </a:solidFill>
              <a:latin typeface="Tahoma" panose="020B0604030504040204" pitchFamily="34" charset="0"/>
              <a:ea typeface="新細明體" panose="02020500000000000000" pitchFamily="18" charset="-120"/>
            </a:endParaRPr>
          </a:p>
        </p:txBody>
      </p:sp>
      <p:sp>
        <p:nvSpPr>
          <p:cNvPr id="209924" name="Rectangle 2">
            <a:extLst>
              <a:ext uri="{FF2B5EF4-FFF2-40B4-BE49-F238E27FC236}">
                <a16:creationId xmlns:a16="http://schemas.microsoft.com/office/drawing/2014/main" id="{D0B02773-5C7B-452E-81BF-798506F9F8A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222250"/>
            <a:ext cx="7772400" cy="882650"/>
          </a:xfrm>
        </p:spPr>
        <p:txBody>
          <a:bodyPr/>
          <a:lstStyle/>
          <a:p>
            <a:r>
              <a:rPr lang="en-US" altLang="zh-TW" sz="4000">
                <a:ea typeface="ＭＳ Ｐゴシック" panose="020B0600070205080204" pitchFamily="34" charset="-128"/>
              </a:rPr>
              <a:t>DNS: root name servers</a:t>
            </a:r>
            <a:endParaRPr lang="en-US" altLang="zh-TW">
              <a:ea typeface="ＭＳ Ｐゴシック" panose="020B0600070205080204" pitchFamily="34" charset="-128"/>
            </a:endParaRPr>
          </a:p>
        </p:txBody>
      </p:sp>
      <p:sp>
        <p:nvSpPr>
          <p:cNvPr id="209925" name="Rectangle 3">
            <a:extLst>
              <a:ext uri="{FF2B5EF4-FFF2-40B4-BE49-F238E27FC236}">
                <a16:creationId xmlns:a16="http://schemas.microsoft.com/office/drawing/2014/main" id="{009377CD-ECD7-42F9-8650-5B92552A1C9D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484188" y="1362075"/>
            <a:ext cx="8478837" cy="4648200"/>
          </a:xfrm>
        </p:spPr>
        <p:txBody>
          <a:bodyPr/>
          <a:lstStyle/>
          <a:p>
            <a:r>
              <a:rPr lang="en-US" altLang="zh-TW" sz="24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contacted by local name server that cannot resolve name</a:t>
            </a:r>
          </a:p>
          <a:p>
            <a:r>
              <a:rPr lang="en-US" altLang="zh-TW" sz="24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root name server</a:t>
            </a:r>
            <a:r>
              <a:rPr lang="en-US" altLang="zh-TW" sz="2400" dirty="0">
                <a:ea typeface="ＭＳ Ｐゴシック" panose="020B0600070205080204" pitchFamily="34" charset="-128"/>
              </a:rPr>
              <a:t>:</a:t>
            </a:r>
          </a:p>
          <a:p>
            <a:pPr lvl="1"/>
            <a:r>
              <a:rPr lang="en-US" altLang="zh-TW" sz="2200" dirty="0">
                <a:ea typeface="ＭＳ Ｐゴシック" panose="020B0600070205080204" pitchFamily="34" charset="-128"/>
              </a:rPr>
              <a:t>contacts authoritative name server if name mapping not known</a:t>
            </a:r>
          </a:p>
          <a:p>
            <a:pPr lvl="1">
              <a:buFont typeface="Wingdings" panose="05000000000000000000" pitchFamily="2" charset="2"/>
              <a:buNone/>
            </a:pPr>
            <a:r>
              <a:rPr lang="en-US" altLang="zh-TW" sz="2200" dirty="0"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→ </a:t>
            </a:r>
            <a:r>
              <a:rPr lang="en-US" altLang="zh-TW" sz="2200" dirty="0">
                <a:ea typeface="ＭＳ Ｐゴシック" panose="020B0600070205080204" pitchFamily="34" charset="-128"/>
              </a:rPr>
              <a:t>gets mapping</a:t>
            </a:r>
          </a:p>
          <a:p>
            <a:pPr lvl="1">
              <a:buFont typeface="Wingdings" panose="05000000000000000000" pitchFamily="2" charset="2"/>
              <a:buNone/>
            </a:pPr>
            <a:r>
              <a:rPr lang="en-US" altLang="zh-TW" sz="2200" dirty="0"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→ </a:t>
            </a:r>
            <a:r>
              <a:rPr lang="en-US" altLang="zh-TW" sz="2200" dirty="0">
                <a:ea typeface="ＭＳ Ｐゴシック" panose="020B0600070205080204" pitchFamily="34" charset="-128"/>
              </a:rPr>
              <a:t>returns mapping to local name server</a:t>
            </a:r>
          </a:p>
        </p:txBody>
      </p:sp>
      <p:sp>
        <p:nvSpPr>
          <p:cNvPr id="209926" name="Rectangle 20">
            <a:extLst>
              <a:ext uri="{FF2B5EF4-FFF2-40B4-BE49-F238E27FC236}">
                <a16:creationId xmlns:a16="http://schemas.microsoft.com/office/drawing/2014/main" id="{8CBF60D7-95F5-4CA9-B910-494C13A5F2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6488" y="5022850"/>
            <a:ext cx="2681287" cy="811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buClr>
                <a:srgbClr val="3333CC"/>
              </a:buClr>
              <a:buSzPct val="85000"/>
              <a:buFont typeface="ZapfDingbats" pitchFamily="82" charset="2"/>
              <a:buNone/>
            </a:pPr>
            <a:r>
              <a:rPr lang="en-US" altLang="zh-TW" sz="2000" i="1" dirty="0">
                <a:solidFill>
                  <a:srgbClr val="000000"/>
                </a:solidFill>
                <a:latin typeface="Arial" panose="020B0604020202020204" pitchFamily="34" charset="0"/>
              </a:rPr>
              <a:t>    400 root name </a:t>
            </a:r>
            <a:r>
              <a:rPr lang="ja-JP" altLang="en-US" sz="2000" i="1" dirty="0">
                <a:solidFill>
                  <a:srgbClr val="000000"/>
                </a:solidFill>
                <a:latin typeface="Arial" panose="020B0604020202020204" pitchFamily="34" charset="0"/>
              </a:rPr>
              <a:t>“</a:t>
            </a:r>
            <a:r>
              <a:rPr lang="en-US" altLang="ja-JP" sz="2000" i="1" dirty="0">
                <a:solidFill>
                  <a:srgbClr val="000000"/>
                </a:solidFill>
                <a:latin typeface="Arial" panose="020B0604020202020204" pitchFamily="34" charset="0"/>
              </a:rPr>
              <a:t>servers</a:t>
            </a:r>
            <a:r>
              <a:rPr lang="ja-JP" altLang="en-US" sz="2000" i="1" dirty="0">
                <a:solidFill>
                  <a:srgbClr val="000000"/>
                </a:solidFill>
                <a:latin typeface="Arial" panose="020B0604020202020204" pitchFamily="34" charset="0"/>
              </a:rPr>
              <a:t>”</a:t>
            </a:r>
            <a:r>
              <a:rPr lang="en-US" altLang="ja-JP" sz="2000" i="1" dirty="0">
                <a:solidFill>
                  <a:srgbClr val="000000"/>
                </a:solidFill>
                <a:latin typeface="Arial" panose="020B0604020202020204" pitchFamily="34" charset="0"/>
              </a:rPr>
              <a:t> worldwide</a:t>
            </a:r>
            <a:endParaRPr lang="en-US" altLang="zh-TW" sz="2400" i="1" dirty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209927" name="AutoShape 22">
            <a:extLst>
              <a:ext uri="{FF2B5EF4-FFF2-40B4-BE49-F238E27FC236}">
                <a16:creationId xmlns:a16="http://schemas.microsoft.com/office/drawing/2014/main" id="{FCC794BE-45B3-4B5B-B8AC-4F7E2EFD5CE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81013" y="3581400"/>
            <a:ext cx="5784850" cy="2974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rgbClr val="3333CC"/>
              </a:buClr>
              <a:buSzPct val="85000"/>
              <a:buFont typeface="ZapfDingbats" pitchFamily="82" charset="2"/>
              <a:buNone/>
            </a:pPr>
            <a:endParaRPr lang="zh-TW" altLang="zh-TW" sz="2400">
              <a:solidFill>
                <a:srgbClr val="000000"/>
              </a:solidFill>
              <a:latin typeface="Comic Sans MS" panose="030F0702030302020204" pitchFamily="66" charset="0"/>
            </a:endParaRPr>
          </a:p>
        </p:txBody>
      </p:sp>
      <p:pic>
        <p:nvPicPr>
          <p:cNvPr id="209928" name="Picture 23" descr="worldf">
            <a:extLst>
              <a:ext uri="{FF2B5EF4-FFF2-40B4-BE49-F238E27FC236}">
                <a16:creationId xmlns:a16="http://schemas.microsoft.com/office/drawing/2014/main" id="{872B5A8F-79F2-4A4A-8B82-584D1CD734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1813" y="4378325"/>
            <a:ext cx="4319587" cy="2178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9929" name="Text Box 25">
            <a:extLst>
              <a:ext uri="{FF2B5EF4-FFF2-40B4-BE49-F238E27FC236}">
                <a16:creationId xmlns:a16="http://schemas.microsoft.com/office/drawing/2014/main" id="{2E5DDE66-E520-4A8D-9BF7-020E114402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7963" y="5160963"/>
            <a:ext cx="2090737" cy="835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1323" tIns="35662" rIns="71323" bIns="35662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000">
                <a:solidFill>
                  <a:srgbClr val="000000"/>
                </a:solidFill>
                <a:latin typeface="Arial" panose="020B0604020202020204" pitchFamily="34" charset="0"/>
              </a:rPr>
              <a:t>a. Verisign, Los Angeles CA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000">
                <a:solidFill>
                  <a:srgbClr val="000000"/>
                </a:solidFill>
                <a:latin typeface="Arial" panose="020B0604020202020204" pitchFamily="34" charset="0"/>
              </a:rPr>
              <a:t>    (5 other sites)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000">
                <a:solidFill>
                  <a:srgbClr val="000000"/>
                </a:solidFill>
                <a:latin typeface="Arial" panose="020B0604020202020204" pitchFamily="34" charset="0"/>
              </a:rPr>
              <a:t>b. USC-ISI Marina del Rey, CA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000">
                <a:solidFill>
                  <a:srgbClr val="000000"/>
                </a:solidFill>
                <a:latin typeface="Arial" panose="020B0604020202020204" pitchFamily="34" charset="0"/>
              </a:rPr>
              <a:t>l. ICANN Los Angeles, CA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000">
                <a:solidFill>
                  <a:srgbClr val="000000"/>
                </a:solidFill>
                <a:latin typeface="Arial" panose="020B0604020202020204" pitchFamily="34" charset="0"/>
              </a:rPr>
              <a:t>   (41 other sites)</a:t>
            </a:r>
            <a:endParaRPr lang="en-US" altLang="zh-TW" sz="24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209930" name="Freeform 26">
            <a:extLst>
              <a:ext uri="{FF2B5EF4-FFF2-40B4-BE49-F238E27FC236}">
                <a16:creationId xmlns:a16="http://schemas.microsoft.com/office/drawing/2014/main" id="{6D8551D5-E2F8-496D-836C-0C58B5A07CDC}"/>
              </a:ext>
            </a:extLst>
          </p:cNvPr>
          <p:cNvSpPr>
            <a:spLocks/>
          </p:cNvSpPr>
          <p:nvPr/>
        </p:nvSpPr>
        <p:spPr bwMode="auto">
          <a:xfrm>
            <a:off x="1757363" y="5113338"/>
            <a:ext cx="531812" cy="341312"/>
          </a:xfrm>
          <a:custGeom>
            <a:avLst/>
            <a:gdLst>
              <a:gd name="T0" fmla="*/ 0 w 582"/>
              <a:gd name="T1" fmla="*/ 2147483646 h 426"/>
              <a:gd name="T2" fmla="*/ 2147483646 w 582"/>
              <a:gd name="T3" fmla="*/ 0 h 426"/>
              <a:gd name="T4" fmla="*/ 0 60000 65536"/>
              <a:gd name="T5" fmla="*/ 0 60000 65536"/>
              <a:gd name="T6" fmla="*/ 0 w 582"/>
              <a:gd name="T7" fmla="*/ 0 h 426"/>
              <a:gd name="T8" fmla="*/ 582 w 582"/>
              <a:gd name="T9" fmla="*/ 426 h 426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582" h="426">
                <a:moveTo>
                  <a:pt x="0" y="426"/>
                </a:moveTo>
                <a:lnTo>
                  <a:pt x="582" y="0"/>
                </a:lnTo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209931" name="Text Box 27">
            <a:extLst>
              <a:ext uri="{FF2B5EF4-FFF2-40B4-BE49-F238E27FC236}">
                <a16:creationId xmlns:a16="http://schemas.microsoft.com/office/drawing/2014/main" id="{AA28A187-CF5D-4B04-95DC-CD42A51799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4788" y="4333875"/>
            <a:ext cx="194945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1323" tIns="35662" rIns="71323" bIns="35662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000">
                <a:solidFill>
                  <a:srgbClr val="000000"/>
                </a:solidFill>
                <a:latin typeface="Arial" panose="020B0604020202020204" pitchFamily="34" charset="0"/>
              </a:rPr>
              <a:t>e. NASA Mt View, CA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000">
                <a:solidFill>
                  <a:srgbClr val="000000"/>
                </a:solidFill>
                <a:latin typeface="Arial" panose="020B0604020202020204" pitchFamily="34" charset="0"/>
              </a:rPr>
              <a:t>f. Internet Software C.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000">
                <a:solidFill>
                  <a:srgbClr val="000000"/>
                </a:solidFill>
                <a:latin typeface="Arial" panose="020B0604020202020204" pitchFamily="34" charset="0"/>
              </a:rPr>
              <a:t>Palo Alto, CA (and 48 other   sites)</a:t>
            </a:r>
            <a:endParaRPr lang="en-US" altLang="zh-TW" sz="24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209932" name="Freeform 28">
            <a:extLst>
              <a:ext uri="{FF2B5EF4-FFF2-40B4-BE49-F238E27FC236}">
                <a16:creationId xmlns:a16="http://schemas.microsoft.com/office/drawing/2014/main" id="{4B224FB1-C39F-464E-A94D-7909D1208309}"/>
              </a:ext>
            </a:extLst>
          </p:cNvPr>
          <p:cNvSpPr>
            <a:spLocks/>
          </p:cNvSpPr>
          <p:nvPr/>
        </p:nvSpPr>
        <p:spPr bwMode="auto">
          <a:xfrm flipV="1">
            <a:off x="1423988" y="4868863"/>
            <a:ext cx="817562" cy="184150"/>
          </a:xfrm>
          <a:custGeom>
            <a:avLst/>
            <a:gdLst>
              <a:gd name="T0" fmla="*/ 0 w 582"/>
              <a:gd name="T1" fmla="*/ 2147483646 h 426"/>
              <a:gd name="T2" fmla="*/ 2147483646 w 582"/>
              <a:gd name="T3" fmla="*/ 0 h 426"/>
              <a:gd name="T4" fmla="*/ 0 60000 65536"/>
              <a:gd name="T5" fmla="*/ 0 60000 65536"/>
              <a:gd name="T6" fmla="*/ 0 w 582"/>
              <a:gd name="T7" fmla="*/ 0 h 426"/>
              <a:gd name="T8" fmla="*/ 582 w 582"/>
              <a:gd name="T9" fmla="*/ 426 h 426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582" h="426">
                <a:moveTo>
                  <a:pt x="0" y="426"/>
                </a:moveTo>
                <a:lnTo>
                  <a:pt x="582" y="0"/>
                </a:lnTo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209933" name="Text Box 29">
            <a:extLst>
              <a:ext uri="{FF2B5EF4-FFF2-40B4-BE49-F238E27FC236}">
                <a16:creationId xmlns:a16="http://schemas.microsoft.com/office/drawing/2014/main" id="{7833297B-60F4-4B68-A109-2BED8B85126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97363" y="3973513"/>
            <a:ext cx="2278062" cy="223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1323" tIns="35662" rIns="71323" bIns="35662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000">
                <a:solidFill>
                  <a:srgbClr val="000000"/>
                </a:solidFill>
                <a:latin typeface="Arial" panose="020B0604020202020204" pitchFamily="34" charset="0"/>
              </a:rPr>
              <a:t>i. Netnod, Stockholm (37 other sites)</a:t>
            </a:r>
          </a:p>
        </p:txBody>
      </p:sp>
      <p:sp>
        <p:nvSpPr>
          <p:cNvPr id="209934" name="Freeform 30">
            <a:extLst>
              <a:ext uri="{FF2B5EF4-FFF2-40B4-BE49-F238E27FC236}">
                <a16:creationId xmlns:a16="http://schemas.microsoft.com/office/drawing/2014/main" id="{9CB4A723-616D-411B-AA32-3435520D85A7}"/>
              </a:ext>
            </a:extLst>
          </p:cNvPr>
          <p:cNvSpPr>
            <a:spLocks/>
          </p:cNvSpPr>
          <p:nvPr/>
        </p:nvSpPr>
        <p:spPr bwMode="auto">
          <a:xfrm>
            <a:off x="3932238" y="4068763"/>
            <a:ext cx="446087" cy="654050"/>
          </a:xfrm>
          <a:custGeom>
            <a:avLst/>
            <a:gdLst>
              <a:gd name="T0" fmla="*/ 2147483646 w 666"/>
              <a:gd name="T1" fmla="*/ 0 h 1005"/>
              <a:gd name="T2" fmla="*/ 0 w 666"/>
              <a:gd name="T3" fmla="*/ 2147483646 h 1005"/>
              <a:gd name="T4" fmla="*/ 0 60000 65536"/>
              <a:gd name="T5" fmla="*/ 0 60000 65536"/>
              <a:gd name="T6" fmla="*/ 0 w 666"/>
              <a:gd name="T7" fmla="*/ 0 h 1005"/>
              <a:gd name="T8" fmla="*/ 666 w 666"/>
              <a:gd name="T9" fmla="*/ 1005 h 1005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666" h="1005">
                <a:moveTo>
                  <a:pt x="666" y="0"/>
                </a:moveTo>
                <a:lnTo>
                  <a:pt x="0" y="1005"/>
                </a:lnTo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209935" name="Text Box 31">
            <a:extLst>
              <a:ext uri="{FF2B5EF4-FFF2-40B4-BE49-F238E27FC236}">
                <a16:creationId xmlns:a16="http://schemas.microsoft.com/office/drawing/2014/main" id="{A3896805-9F92-41C6-86E1-47BB9500C8D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33875" y="3684588"/>
            <a:ext cx="2519363" cy="2143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1323" tIns="35662" rIns="71323" bIns="35662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000">
                <a:solidFill>
                  <a:srgbClr val="000000"/>
                </a:solidFill>
                <a:latin typeface="Arial" panose="020B0604020202020204" pitchFamily="34" charset="0"/>
              </a:rPr>
              <a:t>k. RIPE London (17 other sites)</a:t>
            </a:r>
            <a:endParaRPr lang="en-US" altLang="zh-TW" sz="24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209936" name="Freeform 32">
            <a:extLst>
              <a:ext uri="{FF2B5EF4-FFF2-40B4-BE49-F238E27FC236}">
                <a16:creationId xmlns:a16="http://schemas.microsoft.com/office/drawing/2014/main" id="{846845DD-7FAA-4B2E-8375-0BBCF97757C9}"/>
              </a:ext>
            </a:extLst>
          </p:cNvPr>
          <p:cNvSpPr>
            <a:spLocks/>
          </p:cNvSpPr>
          <p:nvPr/>
        </p:nvSpPr>
        <p:spPr bwMode="auto">
          <a:xfrm>
            <a:off x="3751263" y="3862388"/>
            <a:ext cx="615950" cy="946150"/>
          </a:xfrm>
          <a:custGeom>
            <a:avLst/>
            <a:gdLst>
              <a:gd name="T0" fmla="*/ 2147483646 w 922"/>
              <a:gd name="T1" fmla="*/ 0 h 1448"/>
              <a:gd name="T2" fmla="*/ 0 w 922"/>
              <a:gd name="T3" fmla="*/ 2147483646 h 1448"/>
              <a:gd name="T4" fmla="*/ 0 60000 65536"/>
              <a:gd name="T5" fmla="*/ 0 60000 65536"/>
              <a:gd name="T6" fmla="*/ 0 w 922"/>
              <a:gd name="T7" fmla="*/ 0 h 1448"/>
              <a:gd name="T8" fmla="*/ 922 w 922"/>
              <a:gd name="T9" fmla="*/ 1448 h 1448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922" h="1448">
                <a:moveTo>
                  <a:pt x="922" y="0"/>
                </a:moveTo>
                <a:lnTo>
                  <a:pt x="0" y="1448"/>
                </a:lnTo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209937" name="Text Box 33">
            <a:extLst>
              <a:ext uri="{FF2B5EF4-FFF2-40B4-BE49-F238E27FC236}">
                <a16:creationId xmlns:a16="http://schemas.microsoft.com/office/drawing/2014/main" id="{061CDD65-38E2-4B30-83E0-78293D6CE2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11850" y="4303713"/>
            <a:ext cx="1766888" cy="2333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1323" tIns="35662" rIns="71323" bIns="35662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000">
                <a:solidFill>
                  <a:srgbClr val="000000"/>
                </a:solidFill>
                <a:latin typeface="Arial" panose="020B0604020202020204" pitchFamily="34" charset="0"/>
              </a:rPr>
              <a:t>m. WIDE Tokyo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000">
                <a:solidFill>
                  <a:srgbClr val="000000"/>
                </a:solidFill>
                <a:latin typeface="Arial" panose="020B0604020202020204" pitchFamily="34" charset="0"/>
              </a:rPr>
              <a:t>(5 other sites)</a:t>
            </a:r>
            <a:endParaRPr lang="en-US" altLang="zh-TW" sz="24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209938" name="Freeform 34">
            <a:extLst>
              <a:ext uri="{FF2B5EF4-FFF2-40B4-BE49-F238E27FC236}">
                <a16:creationId xmlns:a16="http://schemas.microsoft.com/office/drawing/2014/main" id="{70FC903C-93AA-428C-BB94-6E64A288657F}"/>
              </a:ext>
            </a:extLst>
          </p:cNvPr>
          <p:cNvSpPr>
            <a:spLocks/>
          </p:cNvSpPr>
          <p:nvPr/>
        </p:nvSpPr>
        <p:spPr bwMode="auto">
          <a:xfrm>
            <a:off x="5575300" y="4598988"/>
            <a:ext cx="400050" cy="431800"/>
          </a:xfrm>
          <a:custGeom>
            <a:avLst/>
            <a:gdLst>
              <a:gd name="T0" fmla="*/ 2147483646 w 252"/>
              <a:gd name="T1" fmla="*/ 0 h 462"/>
              <a:gd name="T2" fmla="*/ 0 w 252"/>
              <a:gd name="T3" fmla="*/ 2147483646 h 462"/>
              <a:gd name="T4" fmla="*/ 0 60000 65536"/>
              <a:gd name="T5" fmla="*/ 0 60000 65536"/>
              <a:gd name="T6" fmla="*/ 0 w 252"/>
              <a:gd name="T7" fmla="*/ 0 h 462"/>
              <a:gd name="T8" fmla="*/ 252 w 252"/>
              <a:gd name="T9" fmla="*/ 462 h 462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252" h="462">
                <a:moveTo>
                  <a:pt x="252" y="0"/>
                </a:moveTo>
                <a:lnTo>
                  <a:pt x="0" y="462"/>
                </a:lnTo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209939" name="Text Box 35">
            <a:extLst>
              <a:ext uri="{FF2B5EF4-FFF2-40B4-BE49-F238E27FC236}">
                <a16:creationId xmlns:a16="http://schemas.microsoft.com/office/drawing/2014/main" id="{DFE547B6-B06D-4FCC-AFFA-81C8C29287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97025" y="3541713"/>
            <a:ext cx="2598738" cy="752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1323" tIns="35662" rIns="71323" bIns="35662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000">
                <a:solidFill>
                  <a:srgbClr val="000000"/>
                </a:solidFill>
                <a:latin typeface="Arial" panose="020B0604020202020204" pitchFamily="34" charset="0"/>
              </a:rPr>
              <a:t>c. Cogent, Herndon, VA (5 other sites)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000">
                <a:solidFill>
                  <a:srgbClr val="000000"/>
                </a:solidFill>
                <a:latin typeface="Arial" panose="020B0604020202020204" pitchFamily="34" charset="0"/>
              </a:rPr>
              <a:t>d. U Maryland College Park, MD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000">
                <a:solidFill>
                  <a:srgbClr val="000000"/>
                </a:solidFill>
                <a:latin typeface="Arial" panose="020B0604020202020204" pitchFamily="34" charset="0"/>
              </a:rPr>
              <a:t>h. ARL Aberdeen, MD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000">
                <a:solidFill>
                  <a:srgbClr val="000000"/>
                </a:solidFill>
                <a:latin typeface="Arial" panose="020B0604020202020204" pitchFamily="34" charset="0"/>
              </a:rPr>
              <a:t>j. Verisign, Dulles VA (69 other sites )</a:t>
            </a:r>
            <a:endParaRPr lang="en-US" altLang="zh-TW" sz="24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pic>
        <p:nvPicPr>
          <p:cNvPr id="209940" name="Picture 24" descr="underline_base">
            <a:extLst>
              <a:ext uri="{FF2B5EF4-FFF2-40B4-BE49-F238E27FC236}">
                <a16:creationId xmlns:a16="http://schemas.microsoft.com/office/drawing/2014/main" id="{A9B08C0B-2BA5-40B1-ACFA-EFD1D052D232}"/>
              </a:ext>
            </a:extLst>
          </p:cNvPr>
          <p:cNvPicPr>
            <a:picLocks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8638" y="884238"/>
            <a:ext cx="54848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209941" name="Straight Arrow Connector 2">
            <a:extLst>
              <a:ext uri="{FF2B5EF4-FFF2-40B4-BE49-F238E27FC236}">
                <a16:creationId xmlns:a16="http://schemas.microsoft.com/office/drawing/2014/main" id="{1D1039BD-30AB-4CC7-91D7-A4104458CD88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2878138" y="4278313"/>
            <a:ext cx="7937" cy="690562"/>
          </a:xfrm>
          <a:prstGeom prst="straightConnector1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09942" name="Text Box 35">
            <a:extLst>
              <a:ext uri="{FF2B5EF4-FFF2-40B4-BE49-F238E27FC236}">
                <a16:creationId xmlns:a16="http://schemas.microsoft.com/office/drawing/2014/main" id="{32A59B19-8BB4-4D81-9744-043CC71330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50988" y="5889625"/>
            <a:ext cx="1470025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1323" tIns="35662" rIns="71323" bIns="35662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000">
                <a:solidFill>
                  <a:srgbClr val="000000"/>
                </a:solidFill>
                <a:latin typeface="Arial" panose="020B0604020202020204" pitchFamily="34" charset="0"/>
              </a:rPr>
              <a:t>g. US DoD Columbus, OH (5 other sites)</a:t>
            </a:r>
            <a:endParaRPr lang="en-US" altLang="zh-TW" sz="24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cxnSp>
        <p:nvCxnSpPr>
          <p:cNvPr id="209943" name="Straight Arrow Connector 24">
            <a:extLst>
              <a:ext uri="{FF2B5EF4-FFF2-40B4-BE49-F238E27FC236}">
                <a16:creationId xmlns:a16="http://schemas.microsoft.com/office/drawing/2014/main" id="{673A0088-369C-4C6C-A400-1B1BC1C16B52}"/>
              </a:ext>
            </a:extLst>
          </p:cNvPr>
          <p:cNvCxnSpPr>
            <a:cxnSpLocks noChangeShapeType="1"/>
            <a:stCxn id="209942" idx="0"/>
          </p:cNvCxnSpPr>
          <p:nvPr/>
        </p:nvCxnSpPr>
        <p:spPr bwMode="auto">
          <a:xfrm flipV="1">
            <a:off x="2286000" y="4945063"/>
            <a:ext cx="481013" cy="944562"/>
          </a:xfrm>
          <a:prstGeom prst="straightConnector1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970" name="Rectangle 7">
            <a:extLst>
              <a:ext uri="{FF2B5EF4-FFF2-40B4-BE49-F238E27FC236}">
                <a16:creationId xmlns:a16="http://schemas.microsoft.com/office/drawing/2014/main" id="{F485975B-30FF-43D2-88EB-526E6E98BF7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200">
                <a:solidFill>
                  <a:srgbClr val="000000"/>
                </a:solidFill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211971" name="Rectangle 8">
            <a:extLst>
              <a:ext uri="{FF2B5EF4-FFF2-40B4-BE49-F238E27FC236}">
                <a16:creationId xmlns:a16="http://schemas.microsoft.com/office/drawing/2014/main" id="{AF15C2CC-46B2-4DB1-8F2C-F9ABB1D32AA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en-US" sz="1200">
                <a:solidFill>
                  <a:srgbClr val="000000"/>
                </a:solidFill>
                <a:latin typeface="Tahoma" panose="020B0604030504040204" pitchFamily="34" charset="0"/>
              </a:rPr>
              <a:t>2-</a:t>
            </a:r>
            <a:fld id="{BC6A9997-28C4-4C20-B2A0-E7FE576C523C}" type="slidenum">
              <a:rPr lang="en-US" altLang="en-US" sz="1200" smtClean="0">
                <a:solidFill>
                  <a:srgbClr val="000000"/>
                </a:solidFill>
                <a:latin typeface="Tahoma" panose="020B0604030504040204" pitchFamily="34" charset="0"/>
              </a:rPr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t>58</a:t>
            </a:fld>
            <a:endParaRPr lang="en-US" altLang="en-US" sz="12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211972" name="Rectangle 2">
            <a:extLst>
              <a:ext uri="{FF2B5EF4-FFF2-40B4-BE49-F238E27FC236}">
                <a16:creationId xmlns:a16="http://schemas.microsoft.com/office/drawing/2014/main" id="{9AA8E206-6BC8-451D-80A7-99AE3119BA9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234950"/>
            <a:ext cx="7772400" cy="914400"/>
          </a:xfrm>
        </p:spPr>
        <p:txBody>
          <a:bodyPr/>
          <a:lstStyle/>
          <a:p>
            <a:r>
              <a:rPr lang="en-US" altLang="zh-TW"/>
              <a:t>TLD, authoritative servers</a:t>
            </a:r>
            <a:endParaRPr lang="en-US" altLang="en-US"/>
          </a:p>
        </p:txBody>
      </p:sp>
      <p:sp>
        <p:nvSpPr>
          <p:cNvPr id="211973" name="Rectangle 3">
            <a:extLst>
              <a:ext uri="{FF2B5EF4-FFF2-40B4-BE49-F238E27FC236}">
                <a16:creationId xmlns:a16="http://schemas.microsoft.com/office/drawing/2014/main" id="{ECA20EEC-5DFB-493E-A9E2-5D4701AA62E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33400" y="1600200"/>
            <a:ext cx="8159750" cy="4648200"/>
          </a:xfrm>
        </p:spPr>
        <p:txBody>
          <a:bodyPr/>
          <a:lstStyle/>
          <a:p>
            <a:pPr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US" altLang="en-US" i="1" dirty="0">
                <a:solidFill>
                  <a:srgbClr val="FF0000"/>
                </a:solidFill>
              </a:rPr>
              <a:t>Top-level domain (TLD) servers:</a:t>
            </a:r>
            <a:endParaRPr lang="en-US" altLang="en-US" i="1" dirty="0">
              <a:solidFill>
                <a:srgbClr val="000099"/>
              </a:solidFill>
            </a:endParaRPr>
          </a:p>
          <a:p>
            <a:pPr lvl="1"/>
            <a:r>
              <a:rPr lang="en-US" altLang="en-US" dirty="0"/>
              <a:t>responsible for </a:t>
            </a:r>
            <a:r>
              <a:rPr lang="en-US" altLang="en-US" dirty="0">
                <a:solidFill>
                  <a:srgbClr val="0070C0"/>
                </a:solidFill>
              </a:rPr>
              <a:t>com, org, net, </a:t>
            </a:r>
            <a:r>
              <a:rPr lang="en-US" altLang="en-US" dirty="0" err="1">
                <a:solidFill>
                  <a:srgbClr val="0070C0"/>
                </a:solidFill>
              </a:rPr>
              <a:t>edu</a:t>
            </a:r>
            <a:r>
              <a:rPr lang="en-US" altLang="en-US" dirty="0"/>
              <a:t>, aero, jobs, museums, and all top-level country domains, e.g.: </a:t>
            </a:r>
            <a:r>
              <a:rPr lang="en-US" altLang="en-US" dirty="0" err="1">
                <a:solidFill>
                  <a:srgbClr val="0070C0"/>
                </a:solidFill>
              </a:rPr>
              <a:t>uk</a:t>
            </a:r>
            <a:r>
              <a:rPr lang="en-US" altLang="en-US" dirty="0">
                <a:solidFill>
                  <a:srgbClr val="0070C0"/>
                </a:solidFill>
              </a:rPr>
              <a:t>, </a:t>
            </a:r>
            <a:r>
              <a:rPr lang="en-US" altLang="en-US" dirty="0" err="1">
                <a:solidFill>
                  <a:srgbClr val="0070C0"/>
                </a:solidFill>
              </a:rPr>
              <a:t>fr</a:t>
            </a:r>
            <a:r>
              <a:rPr lang="en-US" altLang="en-US" dirty="0">
                <a:solidFill>
                  <a:srgbClr val="0070C0"/>
                </a:solidFill>
              </a:rPr>
              <a:t>, ca, </a:t>
            </a:r>
            <a:r>
              <a:rPr lang="en-US" altLang="en-US" dirty="0" err="1">
                <a:solidFill>
                  <a:srgbClr val="0070C0"/>
                </a:solidFill>
              </a:rPr>
              <a:t>jp</a:t>
            </a:r>
            <a:endParaRPr lang="en-US" altLang="en-US" dirty="0">
              <a:solidFill>
                <a:srgbClr val="0070C0"/>
              </a:solidFill>
            </a:endParaRPr>
          </a:p>
          <a:p>
            <a:pPr lvl="1"/>
            <a:r>
              <a:rPr lang="en-US" altLang="en-US" dirty="0"/>
              <a:t>further delegates query to authoritative DNS servers</a:t>
            </a:r>
          </a:p>
          <a:p>
            <a:pPr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US" altLang="en-US" i="1" dirty="0">
                <a:solidFill>
                  <a:srgbClr val="FF0000"/>
                </a:solidFill>
              </a:rPr>
              <a:t>Authoritative DNS servers:</a:t>
            </a:r>
            <a:r>
              <a:rPr lang="en-US" altLang="en-US" dirty="0">
                <a:solidFill>
                  <a:srgbClr val="FF0000"/>
                </a:solidFill>
              </a:rPr>
              <a:t> </a:t>
            </a:r>
          </a:p>
          <a:p>
            <a:pPr lvl="1"/>
            <a:r>
              <a:rPr lang="en-US" altLang="en-US" dirty="0">
                <a:solidFill>
                  <a:srgbClr val="0070C0"/>
                </a:solidFill>
              </a:rPr>
              <a:t>organization</a:t>
            </a:r>
            <a:r>
              <a:rPr lang="ja-JP" altLang="en-US" dirty="0">
                <a:solidFill>
                  <a:srgbClr val="0070C0"/>
                </a:solidFill>
              </a:rPr>
              <a:t>’</a:t>
            </a:r>
            <a:r>
              <a:rPr lang="en-US" altLang="ja-JP" dirty="0">
                <a:solidFill>
                  <a:srgbClr val="0070C0"/>
                </a:solidFill>
              </a:rPr>
              <a:t>s own DNS server(s)</a:t>
            </a:r>
            <a:r>
              <a:rPr lang="en-US" altLang="ja-JP" dirty="0"/>
              <a:t>, providing authoritative hostname to IP mappings for organization</a:t>
            </a:r>
            <a:r>
              <a:rPr lang="ja-JP" altLang="en-US" dirty="0"/>
              <a:t>’</a:t>
            </a:r>
            <a:r>
              <a:rPr lang="en-US" altLang="ja-JP" dirty="0"/>
              <a:t>s named hosts (e.g., *.cityu.edu.hk), known as a DNS zone</a:t>
            </a:r>
          </a:p>
          <a:p>
            <a:pPr lvl="1"/>
            <a:r>
              <a:rPr lang="en-US" altLang="en-US" dirty="0"/>
              <a:t>can be maintained by organization or service provider</a:t>
            </a:r>
          </a:p>
          <a:p>
            <a:pPr lvl="1"/>
            <a:r>
              <a:rPr lang="en-US" altLang="en-US" dirty="0"/>
              <a:t>can further sub-divide into </a:t>
            </a:r>
            <a:r>
              <a:rPr lang="en-US" altLang="en-US" dirty="0">
                <a:solidFill>
                  <a:srgbClr val="0070C0"/>
                </a:solidFill>
              </a:rPr>
              <a:t>smaller DNS zones </a:t>
            </a:r>
            <a:r>
              <a:rPr lang="en-US" altLang="en-US" dirty="0"/>
              <a:t>each with their own authoritative DNS server (e.g., *.cs.cityu.edu.hk)</a:t>
            </a:r>
          </a:p>
          <a:p>
            <a:pPr lvl="1"/>
            <a:endParaRPr lang="en-US" altLang="en-US" dirty="0"/>
          </a:p>
        </p:txBody>
      </p:sp>
      <p:pic>
        <p:nvPicPr>
          <p:cNvPr id="211974" name="Picture 10" descr="underline_base">
            <a:extLst>
              <a:ext uri="{FF2B5EF4-FFF2-40B4-BE49-F238E27FC236}">
                <a16:creationId xmlns:a16="http://schemas.microsoft.com/office/drawing/2014/main" id="{8EC424DB-CA3D-4C87-8AFA-CCC6EB18867D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5163" y="944563"/>
            <a:ext cx="63992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97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97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97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97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018" name="Rectangle 7">
            <a:extLst>
              <a:ext uri="{FF2B5EF4-FFF2-40B4-BE49-F238E27FC236}">
                <a16:creationId xmlns:a16="http://schemas.microsoft.com/office/drawing/2014/main" id="{213A7532-76AB-4BF5-9DE4-C1C827CE5E5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200">
                <a:solidFill>
                  <a:srgbClr val="000000"/>
                </a:solidFill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214019" name="Rectangle 8">
            <a:extLst>
              <a:ext uri="{FF2B5EF4-FFF2-40B4-BE49-F238E27FC236}">
                <a16:creationId xmlns:a16="http://schemas.microsoft.com/office/drawing/2014/main" id="{94275B53-EAE7-40AE-AFF4-48E0B624E97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en-US" sz="1200">
                <a:solidFill>
                  <a:srgbClr val="000000"/>
                </a:solidFill>
                <a:latin typeface="Tahoma" panose="020B0604030504040204" pitchFamily="34" charset="0"/>
              </a:rPr>
              <a:t>2-</a:t>
            </a:r>
            <a:fld id="{A9B44861-238E-4F56-838C-904FC6DA0D7F}" type="slidenum">
              <a:rPr lang="en-US" altLang="en-US" sz="1200" smtClean="0">
                <a:solidFill>
                  <a:srgbClr val="000000"/>
                </a:solidFill>
                <a:latin typeface="Tahoma" panose="020B0604030504040204" pitchFamily="34" charset="0"/>
              </a:rPr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t>59</a:t>
            </a:fld>
            <a:endParaRPr lang="en-US" altLang="en-US" sz="12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214020" name="Rectangle 2">
            <a:extLst>
              <a:ext uri="{FF2B5EF4-FFF2-40B4-BE49-F238E27FC236}">
                <a16:creationId xmlns:a16="http://schemas.microsoft.com/office/drawing/2014/main" id="{6C433374-B635-43EA-AD1B-9A1346F1BA3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236538"/>
            <a:ext cx="7772400" cy="957262"/>
          </a:xfrm>
        </p:spPr>
        <p:txBody>
          <a:bodyPr/>
          <a:lstStyle/>
          <a:p>
            <a:r>
              <a:rPr lang="en-US" altLang="en-US"/>
              <a:t>Local </a:t>
            </a:r>
            <a:r>
              <a:rPr lang="en-US" altLang="en-US" sz="4000"/>
              <a:t>DNS</a:t>
            </a:r>
            <a:r>
              <a:rPr lang="en-US" altLang="en-US"/>
              <a:t> name server</a:t>
            </a:r>
          </a:p>
        </p:txBody>
      </p:sp>
      <p:sp>
        <p:nvSpPr>
          <p:cNvPr id="214021" name="Rectangle 3">
            <a:extLst>
              <a:ext uri="{FF2B5EF4-FFF2-40B4-BE49-F238E27FC236}">
                <a16:creationId xmlns:a16="http://schemas.microsoft.com/office/drawing/2014/main" id="{2477B79E-FAB1-4E54-B371-C8CFB2FAE84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33400" y="1139825"/>
            <a:ext cx="8610600" cy="4648200"/>
          </a:xfrm>
        </p:spPr>
        <p:txBody>
          <a:bodyPr/>
          <a:lstStyle/>
          <a:p>
            <a:r>
              <a:rPr lang="en-US" altLang="en-US" dirty="0">
                <a:solidFill>
                  <a:srgbClr val="0070C0"/>
                </a:solidFill>
              </a:rPr>
              <a:t>does not strictly belong to hierarchy</a:t>
            </a:r>
          </a:p>
          <a:p>
            <a:r>
              <a:rPr lang="en-US" altLang="en-US" dirty="0"/>
              <a:t>each ISP (residential ISP, company, university) has one</a:t>
            </a:r>
          </a:p>
          <a:p>
            <a:pPr lvl="1"/>
            <a:r>
              <a:rPr lang="en-US" altLang="en-US" dirty="0"/>
              <a:t>also called </a:t>
            </a:r>
            <a:r>
              <a:rPr lang="ja-JP" altLang="en-US" dirty="0"/>
              <a:t>“</a:t>
            </a:r>
            <a:r>
              <a:rPr lang="en-US" altLang="ja-JP" dirty="0">
                <a:solidFill>
                  <a:srgbClr val="FF0000"/>
                </a:solidFill>
              </a:rPr>
              <a:t>default name server</a:t>
            </a:r>
            <a:r>
              <a:rPr lang="ja-JP" altLang="en-US" dirty="0"/>
              <a:t>”</a:t>
            </a:r>
            <a:endParaRPr lang="en-US" altLang="ja-JP" dirty="0"/>
          </a:p>
          <a:p>
            <a:r>
              <a:rPr lang="en-US" altLang="zh-TW" dirty="0">
                <a:solidFill>
                  <a:srgbClr val="0070C0"/>
                </a:solidFill>
              </a:rPr>
              <a:t>when host makes DNS query, query is sent to its local DNS server</a:t>
            </a:r>
          </a:p>
          <a:p>
            <a:pPr lvl="1"/>
            <a:r>
              <a:rPr lang="en-US" altLang="zh-TW" dirty="0"/>
              <a:t>has local cache of recent name-to-address translation pairs (but may be out of date!)</a:t>
            </a:r>
          </a:p>
          <a:p>
            <a:pPr lvl="1"/>
            <a:r>
              <a:rPr lang="en-US" altLang="zh-TW" dirty="0"/>
              <a:t>acts as proxy, forwards query into hierarchy</a:t>
            </a:r>
          </a:p>
          <a:p>
            <a:pPr lvl="1">
              <a:buFont typeface="Wingdings" panose="05000000000000000000" pitchFamily="2" charset="2"/>
              <a:buNone/>
            </a:pPr>
            <a:endParaRPr lang="en-US" altLang="ja-JP" dirty="0"/>
          </a:p>
          <a:p>
            <a:pPr lvl="1"/>
            <a:endParaRPr lang="en-US" altLang="ja-JP" dirty="0"/>
          </a:p>
        </p:txBody>
      </p:sp>
      <p:pic>
        <p:nvPicPr>
          <p:cNvPr id="214022" name="Picture 9" descr="underline_base">
            <a:extLst>
              <a:ext uri="{FF2B5EF4-FFF2-40B4-BE49-F238E27FC236}">
                <a16:creationId xmlns:a16="http://schemas.microsoft.com/office/drawing/2014/main" id="{AFFEE70F-6E3B-4657-B519-71CBB67C817C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163" y="969963"/>
            <a:ext cx="5548312" cy="204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14023" name="Picture 1">
            <a:extLst>
              <a:ext uri="{FF2B5EF4-FFF2-40B4-BE49-F238E27FC236}">
                <a16:creationId xmlns:a16="http://schemas.microsoft.com/office/drawing/2014/main" id="{8892DEBB-656E-4BCD-80DF-45DFE3F1EC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2725" y="4448175"/>
            <a:ext cx="1976438" cy="224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4024" name="Oval 2">
            <a:extLst>
              <a:ext uri="{FF2B5EF4-FFF2-40B4-BE49-F238E27FC236}">
                <a16:creationId xmlns:a16="http://schemas.microsoft.com/office/drawing/2014/main" id="{755F3BC2-D4F9-4D21-AEB0-EE64D34F45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04088" y="5846763"/>
            <a:ext cx="1096962" cy="549275"/>
          </a:xfrm>
          <a:prstGeom prst="ellipse">
            <a:avLst/>
          </a:prstGeom>
          <a:noFill/>
          <a:ln w="9525" algn="ctr">
            <a:solidFill>
              <a:srgbClr val="FF00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rgbClr val="3333CC"/>
              </a:buClr>
              <a:buSzPct val="85000"/>
              <a:buFont typeface="ZapfDingbats" pitchFamily="82" charset="2"/>
              <a:buNone/>
            </a:pPr>
            <a:endParaRPr lang="en-US" altLang="en-US" sz="2400">
              <a:solidFill>
                <a:srgbClr val="00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214025" name="TextBox 3">
            <a:extLst>
              <a:ext uri="{FF2B5EF4-FFF2-40B4-BE49-F238E27FC236}">
                <a16:creationId xmlns:a16="http://schemas.microsoft.com/office/drawing/2014/main" id="{D656E134-73A4-4000-AEED-704ED02B62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6100" y="4351338"/>
            <a:ext cx="5133975" cy="24463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900">
                <a:solidFill>
                  <a:srgbClr val="000000"/>
                </a:solidFill>
                <a:latin typeface="Consolas" panose="020B0609020204030204" pitchFamily="49" charset="0"/>
              </a:rPr>
              <a:t>C:\&gt;ipconfig /all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en-US" sz="90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900">
                <a:solidFill>
                  <a:srgbClr val="000000"/>
                </a:solidFill>
                <a:latin typeface="Consolas" panose="020B0609020204030204" pitchFamily="49" charset="0"/>
              </a:rPr>
              <a:t>Ethernet adapter Ethernet: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en-US" sz="90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900">
                <a:solidFill>
                  <a:srgbClr val="000000"/>
                </a:solidFill>
                <a:latin typeface="Consolas" panose="020B0609020204030204" pitchFamily="49" charset="0"/>
              </a:rPr>
              <a:t>   Connection-specific DNS Suffix  . :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900">
                <a:solidFill>
                  <a:srgbClr val="000000"/>
                </a:solidFill>
                <a:latin typeface="Consolas" panose="020B0609020204030204" pitchFamily="49" charset="0"/>
              </a:rPr>
              <a:t>   Description . . . . . . . . . . . : Intel(R) Ethernet Connection I217-LM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900">
                <a:solidFill>
                  <a:srgbClr val="000000"/>
                </a:solidFill>
                <a:latin typeface="Consolas" panose="020B0609020204030204" pitchFamily="49" charset="0"/>
              </a:rPr>
              <a:t>   Physical Address. . . . . . . . . : 64-00-6A-5F-70-A3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900">
                <a:solidFill>
                  <a:srgbClr val="000000"/>
                </a:solidFill>
                <a:latin typeface="Consolas" panose="020B0609020204030204" pitchFamily="49" charset="0"/>
              </a:rPr>
              <a:t>   DHCP Enabled. . . . . . . . . . . : No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900">
                <a:solidFill>
                  <a:srgbClr val="000000"/>
                </a:solidFill>
                <a:latin typeface="Consolas" panose="020B0609020204030204" pitchFamily="49" charset="0"/>
              </a:rPr>
              <a:t>   Autoconfiguration Enabled . . . . : Yes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900">
                <a:solidFill>
                  <a:srgbClr val="000000"/>
                </a:solidFill>
                <a:latin typeface="Consolas" panose="020B0609020204030204" pitchFamily="49" charset="0"/>
              </a:rPr>
              <a:t>   IPv4 Address. . . . . . . . . . . : 137.189.96.206(Preferred)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900">
                <a:solidFill>
                  <a:srgbClr val="000000"/>
                </a:solidFill>
                <a:latin typeface="Consolas" panose="020B0609020204030204" pitchFamily="49" charset="0"/>
              </a:rPr>
              <a:t>   Subnet Mask . . . . . . . . . . . : 255.255.255.0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900">
                <a:solidFill>
                  <a:srgbClr val="000000"/>
                </a:solidFill>
                <a:latin typeface="Consolas" panose="020B0609020204030204" pitchFamily="49" charset="0"/>
              </a:rPr>
              <a:t>   Default Gateway . . . . . . . . . : 137.189.96.254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900">
                <a:solidFill>
                  <a:srgbClr val="000000"/>
                </a:solidFill>
                <a:latin typeface="Consolas" panose="020B0609020204030204" pitchFamily="49" charset="0"/>
              </a:rPr>
              <a:t>   DHCPv6 IAID . . . . . . . . . . . : 56885354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900">
                <a:solidFill>
                  <a:srgbClr val="000000"/>
                </a:solidFill>
                <a:latin typeface="Consolas" panose="020B0609020204030204" pitchFamily="49" charset="0"/>
              </a:rPr>
              <a:t>   DHCPv6 Client DUID. . . . . . . . : 00-01-00-01-1D-96-3D-F9-64-00-6A-5F-70-A3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900">
                <a:solidFill>
                  <a:srgbClr val="000000"/>
                </a:solidFill>
                <a:latin typeface="Consolas" panose="020B0609020204030204" pitchFamily="49" charset="0"/>
              </a:rPr>
              <a:t>   DNS Servers . . . . . . . . . . . : </a:t>
            </a:r>
            <a:r>
              <a:rPr lang="en-US" altLang="en-US" sz="900">
                <a:solidFill>
                  <a:srgbClr val="FF0000"/>
                </a:solidFill>
                <a:latin typeface="Consolas" panose="020B0609020204030204" pitchFamily="49" charset="0"/>
              </a:rPr>
              <a:t>137.189.99.1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900">
                <a:solidFill>
                  <a:srgbClr val="FF0000"/>
                </a:solidFill>
                <a:latin typeface="Consolas" panose="020B0609020204030204" pitchFamily="49" charset="0"/>
              </a:rPr>
              <a:t>                                       137.189.96.50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066" name="Rectangle 7">
            <a:extLst>
              <a:ext uri="{FF2B5EF4-FFF2-40B4-BE49-F238E27FC236}">
                <a16:creationId xmlns:a16="http://schemas.microsoft.com/office/drawing/2014/main" id="{BA64426F-412E-405A-A15C-CA816103520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216067" name="Rectangle 8">
            <a:extLst>
              <a:ext uri="{FF2B5EF4-FFF2-40B4-BE49-F238E27FC236}">
                <a16:creationId xmlns:a16="http://schemas.microsoft.com/office/drawing/2014/main" id="{60BAFCA9-E088-4AD6-9EF2-8ADD762086F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2-</a:t>
            </a:r>
            <a:fld id="{76E22DDF-B06D-423E-ACF3-0026DD27802D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60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216068" name="Picture 73" descr="underline_base">
            <a:extLst>
              <a:ext uri="{FF2B5EF4-FFF2-40B4-BE49-F238E27FC236}">
                <a16:creationId xmlns:a16="http://schemas.microsoft.com/office/drawing/2014/main" id="{85E3774B-BB70-4057-B222-0DE059502C3D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125" y="1287463"/>
            <a:ext cx="4113213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6069" name="Text Box 5">
            <a:extLst>
              <a:ext uri="{FF2B5EF4-FFF2-40B4-BE49-F238E27FC236}">
                <a16:creationId xmlns:a16="http://schemas.microsoft.com/office/drawing/2014/main" id="{9DA6B5AA-CEF5-4129-A19F-C4ED3D888E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06875" y="4881563"/>
            <a:ext cx="1746250" cy="611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requesting host</a:t>
            </a:r>
            <a:endParaRPr lang="en-US" altLang="zh-TW" sz="2400">
              <a:latin typeface="Arial" panose="020B0604020202020204" pitchFamily="34" charset="0"/>
            </a:endParaRPr>
          </a:p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i="1">
                <a:solidFill>
                  <a:srgbClr val="000099"/>
                </a:solidFill>
                <a:latin typeface="Arial" panose="020B0604020202020204" pitchFamily="34" charset="0"/>
              </a:rPr>
              <a:t>cis.poly.edu</a:t>
            </a:r>
          </a:p>
        </p:txBody>
      </p:sp>
      <p:sp>
        <p:nvSpPr>
          <p:cNvPr id="216070" name="Text Box 6">
            <a:extLst>
              <a:ext uri="{FF2B5EF4-FFF2-40B4-BE49-F238E27FC236}">
                <a16:creationId xmlns:a16="http://schemas.microsoft.com/office/drawing/2014/main" id="{A8CE03C3-A22D-4D59-8E42-A9D6834F5B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83375" y="5775325"/>
            <a:ext cx="1878013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i="1">
                <a:latin typeface="Arial" panose="020B0604020202020204" pitchFamily="34" charset="0"/>
              </a:rPr>
              <a:t>gaia.cs.umass.edu</a:t>
            </a:r>
          </a:p>
        </p:txBody>
      </p:sp>
      <p:sp>
        <p:nvSpPr>
          <p:cNvPr id="216071" name="Text Box 17">
            <a:extLst>
              <a:ext uri="{FF2B5EF4-FFF2-40B4-BE49-F238E27FC236}">
                <a16:creationId xmlns:a16="http://schemas.microsoft.com/office/drawing/2014/main" id="{496064C7-C91C-49FE-80F9-DE669E5E8F4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91200" y="481013"/>
            <a:ext cx="2011363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root DNS server</a:t>
            </a:r>
            <a:endParaRPr lang="en-US" altLang="zh-TW" sz="1600">
              <a:latin typeface="Arial" panose="020B0604020202020204" pitchFamily="34" charset="0"/>
            </a:endParaRPr>
          </a:p>
        </p:txBody>
      </p:sp>
      <p:sp>
        <p:nvSpPr>
          <p:cNvPr id="202770" name="Line 18">
            <a:extLst>
              <a:ext uri="{FF2B5EF4-FFF2-40B4-BE49-F238E27FC236}">
                <a16:creationId xmlns:a16="http://schemas.microsoft.com/office/drawing/2014/main" id="{A722E736-2D1E-486D-81D3-1598E3667694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5286375" y="2916238"/>
            <a:ext cx="0" cy="1314450"/>
          </a:xfrm>
          <a:prstGeom prst="line">
            <a:avLst/>
          </a:prstGeom>
          <a:noFill/>
          <a:ln w="28575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202771" name="Line 19">
            <a:extLst>
              <a:ext uri="{FF2B5EF4-FFF2-40B4-BE49-F238E27FC236}">
                <a16:creationId xmlns:a16="http://schemas.microsoft.com/office/drawing/2014/main" id="{62754385-4D96-4236-9977-A4607254BA3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400675" y="1220788"/>
            <a:ext cx="914400" cy="971550"/>
          </a:xfrm>
          <a:prstGeom prst="line">
            <a:avLst/>
          </a:prstGeom>
          <a:noFill/>
          <a:ln w="28575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202772" name="Line 20">
            <a:extLst>
              <a:ext uri="{FF2B5EF4-FFF2-40B4-BE49-F238E27FC236}">
                <a16:creationId xmlns:a16="http://schemas.microsoft.com/office/drawing/2014/main" id="{468A4729-4514-4C30-B6D4-12997CC510A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686425" y="2382838"/>
            <a:ext cx="1485900" cy="9525"/>
          </a:xfrm>
          <a:prstGeom prst="line">
            <a:avLst/>
          </a:prstGeom>
          <a:noFill/>
          <a:ln w="28575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202773" name="Line 21">
            <a:extLst>
              <a:ext uri="{FF2B5EF4-FFF2-40B4-BE49-F238E27FC236}">
                <a16:creationId xmlns:a16="http://schemas.microsoft.com/office/drawing/2014/main" id="{8D9ADF15-4422-44F0-A6F0-3BF1D5A1DA39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5686425" y="2554288"/>
            <a:ext cx="1419225" cy="0"/>
          </a:xfrm>
          <a:prstGeom prst="line">
            <a:avLst/>
          </a:prstGeom>
          <a:noFill/>
          <a:ln w="28575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202774" name="Line 22">
            <a:extLst>
              <a:ext uri="{FF2B5EF4-FFF2-40B4-BE49-F238E27FC236}">
                <a16:creationId xmlns:a16="http://schemas.microsoft.com/office/drawing/2014/main" id="{E87ADF0B-6D3C-4C76-83FC-D7B756E2056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610225" y="1449388"/>
            <a:ext cx="733425" cy="762000"/>
          </a:xfrm>
          <a:prstGeom prst="line">
            <a:avLst/>
          </a:prstGeom>
          <a:noFill/>
          <a:ln w="28575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202775" name="Line 23">
            <a:extLst>
              <a:ext uri="{FF2B5EF4-FFF2-40B4-BE49-F238E27FC236}">
                <a16:creationId xmlns:a16="http://schemas.microsoft.com/office/drawing/2014/main" id="{F5ACA673-AF50-4A5D-87A7-A953E642C94A}"/>
              </a:ext>
            </a:extLst>
          </p:cNvPr>
          <p:cNvSpPr>
            <a:spLocks noChangeShapeType="1"/>
          </p:cNvSpPr>
          <p:nvPr/>
        </p:nvSpPr>
        <p:spPr bwMode="auto">
          <a:xfrm>
            <a:off x="5476875" y="2933700"/>
            <a:ext cx="9525" cy="1323975"/>
          </a:xfrm>
          <a:prstGeom prst="line">
            <a:avLst/>
          </a:prstGeom>
          <a:noFill/>
          <a:ln w="28575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grpSp>
        <p:nvGrpSpPr>
          <p:cNvPr id="216078" name="Group 24">
            <a:extLst>
              <a:ext uri="{FF2B5EF4-FFF2-40B4-BE49-F238E27FC236}">
                <a16:creationId xmlns:a16="http://schemas.microsoft.com/office/drawing/2014/main" id="{A2722FF9-AAB2-4043-BD0E-3864736A8698}"/>
              </a:ext>
            </a:extLst>
          </p:cNvPr>
          <p:cNvGrpSpPr>
            <a:grpSpLocks/>
          </p:cNvGrpSpPr>
          <p:nvPr/>
        </p:nvGrpSpPr>
        <p:grpSpPr bwMode="auto">
          <a:xfrm>
            <a:off x="4179888" y="3062288"/>
            <a:ext cx="1898650" cy="611187"/>
            <a:chOff x="2831" y="2132"/>
            <a:chExt cx="1196" cy="385"/>
          </a:xfrm>
        </p:grpSpPr>
        <p:sp>
          <p:nvSpPr>
            <p:cNvPr id="216231" name="Rectangle 25">
              <a:extLst>
                <a:ext uri="{FF2B5EF4-FFF2-40B4-BE49-F238E27FC236}">
                  <a16:creationId xmlns:a16="http://schemas.microsoft.com/office/drawing/2014/main" id="{CB3769FF-B298-40BE-B5D3-A4ACE9069A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38" y="2178"/>
              <a:ext cx="1182" cy="3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216232" name="Text Box 26">
              <a:extLst>
                <a:ext uri="{FF2B5EF4-FFF2-40B4-BE49-F238E27FC236}">
                  <a16:creationId xmlns:a16="http://schemas.microsoft.com/office/drawing/2014/main" id="{F77C4994-65E3-44A1-835B-38C7C2F27B3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31" y="2132"/>
              <a:ext cx="1196" cy="38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Arial" panose="020B0604020202020204" pitchFamily="34" charset="0"/>
                </a:rPr>
                <a:t>local DNS server</a:t>
              </a:r>
              <a:endParaRPr lang="en-US" altLang="zh-TW" sz="2400">
                <a:latin typeface="Arial" panose="020B0604020202020204" pitchFamily="34" charset="0"/>
              </a:endParaRP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 i="1">
                  <a:solidFill>
                    <a:srgbClr val="000099"/>
                  </a:solidFill>
                  <a:latin typeface="Arial" panose="020B0604020202020204" pitchFamily="34" charset="0"/>
                </a:rPr>
                <a:t>dns.poly.edu</a:t>
              </a:r>
            </a:p>
          </p:txBody>
        </p:sp>
      </p:grpSp>
      <p:sp>
        <p:nvSpPr>
          <p:cNvPr id="202779" name="Text Box 27">
            <a:extLst>
              <a:ext uri="{FF2B5EF4-FFF2-40B4-BE49-F238E27FC236}">
                <a16:creationId xmlns:a16="http://schemas.microsoft.com/office/drawing/2014/main" id="{F9F53821-3323-45EC-84A4-746E0A6B286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97450" y="3771900"/>
            <a:ext cx="311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solidFill>
                  <a:srgbClr val="CC0000"/>
                </a:solidFill>
                <a:latin typeface="Arial" panose="020B0604020202020204" pitchFamily="34" charset="0"/>
              </a:rPr>
              <a:t>1</a:t>
            </a:r>
            <a:endParaRPr lang="en-US" altLang="zh-TW" sz="2400">
              <a:solidFill>
                <a:srgbClr val="CC0000"/>
              </a:solidFill>
              <a:latin typeface="Arial" panose="020B0604020202020204" pitchFamily="34" charset="0"/>
            </a:endParaRPr>
          </a:p>
        </p:txBody>
      </p:sp>
      <p:sp>
        <p:nvSpPr>
          <p:cNvPr id="202780" name="Text Box 28">
            <a:extLst>
              <a:ext uri="{FF2B5EF4-FFF2-40B4-BE49-F238E27FC236}">
                <a16:creationId xmlns:a16="http://schemas.microsoft.com/office/drawing/2014/main" id="{F1712609-758D-45A3-BD8A-AC165D06A7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40375" y="1438275"/>
            <a:ext cx="311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solidFill>
                  <a:srgbClr val="CC0000"/>
                </a:solidFill>
                <a:latin typeface="Arial" panose="020B0604020202020204" pitchFamily="34" charset="0"/>
              </a:rPr>
              <a:t>2</a:t>
            </a:r>
            <a:endParaRPr lang="en-US" altLang="zh-TW" sz="2400">
              <a:solidFill>
                <a:srgbClr val="CC0000"/>
              </a:solidFill>
              <a:latin typeface="Arial" panose="020B0604020202020204" pitchFamily="34" charset="0"/>
            </a:endParaRPr>
          </a:p>
        </p:txBody>
      </p:sp>
      <p:sp>
        <p:nvSpPr>
          <p:cNvPr id="202781" name="Text Box 29">
            <a:extLst>
              <a:ext uri="{FF2B5EF4-FFF2-40B4-BE49-F238E27FC236}">
                <a16:creationId xmlns:a16="http://schemas.microsoft.com/office/drawing/2014/main" id="{6D1A33A8-16AC-4114-9591-B925B78104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78525" y="1676400"/>
            <a:ext cx="311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solidFill>
                  <a:srgbClr val="CC0000"/>
                </a:solidFill>
                <a:latin typeface="Arial" panose="020B0604020202020204" pitchFamily="34" charset="0"/>
              </a:rPr>
              <a:t>3</a:t>
            </a:r>
            <a:endParaRPr lang="en-US" altLang="zh-TW" sz="2400">
              <a:solidFill>
                <a:srgbClr val="CC0000"/>
              </a:solidFill>
              <a:latin typeface="Arial" panose="020B0604020202020204" pitchFamily="34" charset="0"/>
            </a:endParaRPr>
          </a:p>
        </p:txBody>
      </p:sp>
      <p:sp>
        <p:nvSpPr>
          <p:cNvPr id="202782" name="Text Box 30">
            <a:extLst>
              <a:ext uri="{FF2B5EF4-FFF2-40B4-BE49-F238E27FC236}">
                <a16:creationId xmlns:a16="http://schemas.microsoft.com/office/drawing/2014/main" id="{BF572D9B-7143-403F-AEAF-F6354B8D9D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92850" y="2085975"/>
            <a:ext cx="311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solidFill>
                  <a:srgbClr val="CC0000"/>
                </a:solidFill>
                <a:latin typeface="Arial" panose="020B0604020202020204" pitchFamily="34" charset="0"/>
              </a:rPr>
              <a:t>4</a:t>
            </a:r>
            <a:endParaRPr lang="en-US" altLang="zh-TW" sz="2400">
              <a:solidFill>
                <a:srgbClr val="CC0000"/>
              </a:solidFill>
              <a:latin typeface="Arial" panose="020B0604020202020204" pitchFamily="34" charset="0"/>
            </a:endParaRPr>
          </a:p>
        </p:txBody>
      </p:sp>
      <p:sp>
        <p:nvSpPr>
          <p:cNvPr id="202783" name="Text Box 31">
            <a:extLst>
              <a:ext uri="{FF2B5EF4-FFF2-40B4-BE49-F238E27FC236}">
                <a16:creationId xmlns:a16="http://schemas.microsoft.com/office/drawing/2014/main" id="{40ABD64B-904C-4B8E-8DCA-0D252926B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23013" y="2573338"/>
            <a:ext cx="311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solidFill>
                  <a:srgbClr val="CC0000"/>
                </a:solidFill>
                <a:latin typeface="Arial" panose="020B0604020202020204" pitchFamily="34" charset="0"/>
              </a:rPr>
              <a:t>5</a:t>
            </a:r>
            <a:endParaRPr lang="en-US" altLang="zh-TW" sz="2400">
              <a:solidFill>
                <a:srgbClr val="CC0000"/>
              </a:solidFill>
              <a:latin typeface="Arial" panose="020B0604020202020204" pitchFamily="34" charset="0"/>
            </a:endParaRPr>
          </a:p>
        </p:txBody>
      </p:sp>
      <p:sp>
        <p:nvSpPr>
          <p:cNvPr id="202784" name="Text Box 32">
            <a:extLst>
              <a:ext uri="{FF2B5EF4-FFF2-40B4-BE49-F238E27FC236}">
                <a16:creationId xmlns:a16="http://schemas.microsoft.com/office/drawing/2014/main" id="{40FD4908-D0B3-4EC2-8CEF-94191406F98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19913" y="3613150"/>
            <a:ext cx="311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solidFill>
                  <a:srgbClr val="CC0000"/>
                </a:solidFill>
                <a:latin typeface="Arial" panose="020B0604020202020204" pitchFamily="34" charset="0"/>
              </a:rPr>
              <a:t>6</a:t>
            </a:r>
            <a:endParaRPr lang="en-US" altLang="zh-TW" sz="2400">
              <a:solidFill>
                <a:srgbClr val="CC0000"/>
              </a:solidFill>
              <a:latin typeface="Arial" panose="020B0604020202020204" pitchFamily="34" charset="0"/>
            </a:endParaRPr>
          </a:p>
        </p:txBody>
      </p:sp>
      <p:sp>
        <p:nvSpPr>
          <p:cNvPr id="216085" name="Text Box 60">
            <a:extLst>
              <a:ext uri="{FF2B5EF4-FFF2-40B4-BE49-F238E27FC236}">
                <a16:creationId xmlns:a16="http://schemas.microsoft.com/office/drawing/2014/main" id="{6EB029E1-1D74-4B5C-8804-9C6A90D32A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53175" y="4429125"/>
            <a:ext cx="2397125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authoritative DNS server</a:t>
            </a:r>
            <a:endParaRPr lang="en-US" altLang="zh-TW" sz="2400">
              <a:latin typeface="Arial" panose="020B0604020202020204" pitchFamily="34" charset="0"/>
            </a:endParaRPr>
          </a:p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b="1">
                <a:latin typeface="Arial" panose="020B0604020202020204" pitchFamily="34" charset="0"/>
              </a:rPr>
              <a:t>dns.cs.umass.edu</a:t>
            </a:r>
            <a:endParaRPr lang="en-US" altLang="zh-TW" sz="1600">
              <a:latin typeface="Arial" panose="020B0604020202020204" pitchFamily="34" charset="0"/>
            </a:endParaRPr>
          </a:p>
        </p:txBody>
      </p:sp>
      <p:sp>
        <p:nvSpPr>
          <p:cNvPr id="202813" name="Text Box 61">
            <a:extLst>
              <a:ext uri="{FF2B5EF4-FFF2-40B4-BE49-F238E27FC236}">
                <a16:creationId xmlns:a16="http://schemas.microsoft.com/office/drawing/2014/main" id="{1D2BC19B-B29F-4BDE-B560-B3653D959F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92850" y="3643313"/>
            <a:ext cx="311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solidFill>
                  <a:srgbClr val="CC0000"/>
                </a:solidFill>
                <a:latin typeface="Arial" panose="020B0604020202020204" pitchFamily="34" charset="0"/>
              </a:rPr>
              <a:t>7</a:t>
            </a:r>
            <a:endParaRPr lang="en-US" altLang="zh-TW" sz="2400">
              <a:solidFill>
                <a:srgbClr val="CC0000"/>
              </a:solidFill>
              <a:latin typeface="Arial" panose="020B0604020202020204" pitchFamily="34" charset="0"/>
            </a:endParaRPr>
          </a:p>
        </p:txBody>
      </p:sp>
      <p:sp>
        <p:nvSpPr>
          <p:cNvPr id="202814" name="Text Box 62">
            <a:extLst>
              <a:ext uri="{FF2B5EF4-FFF2-40B4-BE49-F238E27FC236}">
                <a16:creationId xmlns:a16="http://schemas.microsoft.com/office/drawing/2014/main" id="{761BB38F-EBA8-4DE7-9BDB-28840BD808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49900" y="3790950"/>
            <a:ext cx="311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solidFill>
                  <a:srgbClr val="CC0000"/>
                </a:solidFill>
                <a:latin typeface="Arial" panose="020B0604020202020204" pitchFamily="34" charset="0"/>
              </a:rPr>
              <a:t>8</a:t>
            </a:r>
            <a:endParaRPr lang="en-US" altLang="zh-TW" sz="2400">
              <a:solidFill>
                <a:srgbClr val="CC0000"/>
              </a:solidFill>
              <a:latin typeface="Arial" panose="020B0604020202020204" pitchFamily="34" charset="0"/>
            </a:endParaRPr>
          </a:p>
        </p:txBody>
      </p:sp>
      <p:sp>
        <p:nvSpPr>
          <p:cNvPr id="202815" name="Line 63">
            <a:extLst>
              <a:ext uri="{FF2B5EF4-FFF2-40B4-BE49-F238E27FC236}">
                <a16:creationId xmlns:a16="http://schemas.microsoft.com/office/drawing/2014/main" id="{81056766-517B-4049-9029-36AFBBC5AD97}"/>
              </a:ext>
            </a:extLst>
          </p:cNvPr>
          <p:cNvSpPr>
            <a:spLocks noChangeShapeType="1"/>
          </p:cNvSpPr>
          <p:nvPr/>
        </p:nvSpPr>
        <p:spPr bwMode="auto">
          <a:xfrm>
            <a:off x="5619750" y="2714625"/>
            <a:ext cx="1493838" cy="1314450"/>
          </a:xfrm>
          <a:prstGeom prst="line">
            <a:avLst/>
          </a:prstGeom>
          <a:noFill/>
          <a:ln w="25400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202816" name="Line 64">
            <a:extLst>
              <a:ext uri="{FF2B5EF4-FFF2-40B4-BE49-F238E27FC236}">
                <a16:creationId xmlns:a16="http://schemas.microsoft.com/office/drawing/2014/main" id="{9C1FD0B9-F29B-4790-8EDA-DAF449763328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5580063" y="2840038"/>
            <a:ext cx="1493837" cy="1301750"/>
          </a:xfrm>
          <a:prstGeom prst="line">
            <a:avLst/>
          </a:prstGeom>
          <a:noFill/>
          <a:ln w="25400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216090" name="Text Box 65">
            <a:extLst>
              <a:ext uri="{FF2B5EF4-FFF2-40B4-BE49-F238E27FC236}">
                <a16:creationId xmlns:a16="http://schemas.microsoft.com/office/drawing/2014/main" id="{F3F01D89-9459-4636-A386-203561AC367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51613" y="1852613"/>
            <a:ext cx="2011362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TLD DNS server</a:t>
            </a:r>
            <a:endParaRPr lang="en-US" altLang="zh-TW" sz="1600">
              <a:latin typeface="Arial" panose="020B0604020202020204" pitchFamily="34" charset="0"/>
            </a:endParaRPr>
          </a:p>
        </p:txBody>
      </p:sp>
      <p:sp>
        <p:nvSpPr>
          <p:cNvPr id="216091" name="Rectangle 66">
            <a:extLst>
              <a:ext uri="{FF2B5EF4-FFF2-40B4-BE49-F238E27FC236}">
                <a16:creationId xmlns:a16="http://schemas.microsoft.com/office/drawing/2014/main" id="{2A3B2721-D6B9-422F-ACF9-5273C06B9CE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217488"/>
            <a:ext cx="4910138" cy="1143000"/>
          </a:xfrm>
        </p:spPr>
        <p:txBody>
          <a:bodyPr/>
          <a:lstStyle/>
          <a:p>
            <a:pPr>
              <a:lnSpc>
                <a:spcPct val="85000"/>
              </a:lnSpc>
            </a:pPr>
            <a:r>
              <a:rPr lang="en-US" altLang="zh-TW" sz="4000">
                <a:ea typeface="ＭＳ Ｐゴシック" panose="020B0600070205080204" pitchFamily="34" charset="-128"/>
              </a:rPr>
              <a:t>DNS name </a:t>
            </a:r>
            <a:br>
              <a:rPr lang="en-US" altLang="zh-TW" sz="4000">
                <a:ea typeface="ＭＳ Ｐゴシック" panose="020B0600070205080204" pitchFamily="34" charset="-128"/>
              </a:rPr>
            </a:br>
            <a:r>
              <a:rPr lang="en-US" altLang="zh-TW" sz="4000">
                <a:ea typeface="ＭＳ Ｐゴシック" panose="020B0600070205080204" pitchFamily="34" charset="-128"/>
              </a:rPr>
              <a:t>resolution example</a:t>
            </a:r>
          </a:p>
        </p:txBody>
      </p:sp>
      <p:sp>
        <p:nvSpPr>
          <p:cNvPr id="114716" name="Rectangle 67">
            <a:extLst>
              <a:ext uri="{FF2B5EF4-FFF2-40B4-BE49-F238E27FC236}">
                <a16:creationId xmlns:a16="http://schemas.microsoft.com/office/drawing/2014/main" id="{5E53F498-4D6B-4269-B2B6-C2F7645349F1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431800" y="1725613"/>
            <a:ext cx="3565525" cy="4648200"/>
          </a:xfrm>
        </p:spPr>
        <p:txBody>
          <a:bodyPr/>
          <a:lstStyle/>
          <a:p>
            <a:pPr>
              <a:defRPr/>
            </a:pPr>
            <a:r>
              <a:rPr lang="en-US" altLang="zh-TW" sz="2400" i="1" dirty="0">
                <a:solidFill>
                  <a:srgbClr val="000099"/>
                </a:solidFill>
                <a:ea typeface="ＭＳ Ｐゴシック" pitchFamily="34" charset="-128"/>
              </a:rPr>
              <a:t>Example: </a:t>
            </a:r>
            <a:r>
              <a:rPr lang="en-US" altLang="zh-TW" sz="2400" dirty="0">
                <a:ea typeface="ＭＳ Ｐゴシック" pitchFamily="34" charset="-128"/>
              </a:rPr>
              <a:t>host at cis.poly.edu wants IP address for gaia.cs.umass.edu</a:t>
            </a:r>
          </a:p>
          <a:p>
            <a:pPr>
              <a:buFont typeface="Wingdings" panose="05000000000000000000" pitchFamily="2" charset="2"/>
              <a:buNone/>
              <a:defRPr/>
            </a:pPr>
            <a:endParaRPr lang="en-US" altLang="zh-TW" sz="2400" dirty="0">
              <a:ea typeface="ＭＳ Ｐゴシック" pitchFamily="34" charset="-128"/>
            </a:endParaRPr>
          </a:p>
          <a:p>
            <a:pPr>
              <a:lnSpc>
                <a:spcPct val="100000"/>
              </a:lnSpc>
              <a:buClr>
                <a:srgbClr val="3333CC"/>
              </a:buClr>
              <a:buSzPct val="85000"/>
              <a:buFont typeface="Wingdings" panose="05000000000000000000" pitchFamily="2" charset="2"/>
              <a:buNone/>
              <a:defRPr/>
            </a:pPr>
            <a:r>
              <a:rPr lang="en-US" altLang="zh-TW" i="1" kern="1200" dirty="0">
                <a:solidFill>
                  <a:srgbClr val="CC0000"/>
                </a:solidFill>
                <a:ea typeface="FangSong" pitchFamily="49" charset="-122"/>
                <a:cs typeface="+mn-cs"/>
              </a:rPr>
              <a:t>Recursive query:</a:t>
            </a:r>
          </a:p>
          <a:p>
            <a:pPr>
              <a:lnSpc>
                <a:spcPct val="100000"/>
              </a:lnSpc>
              <a:buSzPct val="75000"/>
              <a:defRPr/>
            </a:pPr>
            <a:r>
              <a:rPr lang="en-US" altLang="zh-TW" sz="2400" kern="1200" dirty="0">
                <a:solidFill>
                  <a:srgbClr val="0070C0"/>
                </a:solidFill>
                <a:ea typeface="FangSong" pitchFamily="49" charset="-122"/>
                <a:cs typeface="+mn-cs"/>
              </a:rPr>
              <a:t>puts burden of name resolution on contacted name server</a:t>
            </a:r>
          </a:p>
          <a:p>
            <a:pPr>
              <a:lnSpc>
                <a:spcPct val="100000"/>
              </a:lnSpc>
              <a:buSzPct val="75000"/>
              <a:defRPr/>
            </a:pPr>
            <a:r>
              <a:rPr lang="en-US" altLang="zh-TW" sz="2400" kern="1200" dirty="0">
                <a:solidFill>
                  <a:srgbClr val="000000"/>
                </a:solidFill>
                <a:ea typeface="FangSong" pitchFamily="49" charset="-122"/>
                <a:cs typeface="+mn-cs"/>
              </a:rPr>
              <a:t>E.g., (1,8)</a:t>
            </a:r>
          </a:p>
          <a:p>
            <a:pPr>
              <a:buFont typeface="Wingdings" panose="05000000000000000000" pitchFamily="2" charset="2"/>
              <a:buNone/>
              <a:defRPr/>
            </a:pPr>
            <a:endParaRPr lang="en-US" altLang="zh-TW" i="1" dirty="0">
              <a:solidFill>
                <a:srgbClr val="CC0000"/>
              </a:solidFill>
              <a:ea typeface="ＭＳ Ｐゴシック" pitchFamily="34" charset="-128"/>
            </a:endParaRPr>
          </a:p>
        </p:txBody>
      </p:sp>
      <p:grpSp>
        <p:nvGrpSpPr>
          <p:cNvPr id="216093" name="Group 86">
            <a:extLst>
              <a:ext uri="{FF2B5EF4-FFF2-40B4-BE49-F238E27FC236}">
                <a16:creationId xmlns:a16="http://schemas.microsoft.com/office/drawing/2014/main" id="{BF9FD5B5-0944-402C-BDB1-743536154EC6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226300" y="5091113"/>
            <a:ext cx="925513" cy="795337"/>
            <a:chOff x="-44" y="1473"/>
            <a:chExt cx="981" cy="1105"/>
          </a:xfrm>
        </p:grpSpPr>
        <p:pic>
          <p:nvPicPr>
            <p:cNvPr id="216229" name="Picture 87" descr="desktop_computer_stylized_medium">
              <a:extLst>
                <a:ext uri="{FF2B5EF4-FFF2-40B4-BE49-F238E27FC236}">
                  <a16:creationId xmlns:a16="http://schemas.microsoft.com/office/drawing/2014/main" id="{9D081D9E-0D5B-4733-AFA4-FA377CDFBE4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16230" name="Freeform 88">
              <a:extLst>
                <a:ext uri="{FF2B5EF4-FFF2-40B4-BE49-F238E27FC236}">
                  <a16:creationId xmlns:a16="http://schemas.microsoft.com/office/drawing/2014/main" id="{1E391D64-C149-4881-9DC4-85E1CCFAF2E7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5089652 w 356"/>
                <a:gd name="T3" fmla="*/ 1851256 h 368"/>
                <a:gd name="T4" fmla="*/ 17900690 w 356"/>
                <a:gd name="T5" fmla="*/ 38567519 h 368"/>
                <a:gd name="T6" fmla="*/ 3945041 w 356"/>
                <a:gd name="T7" fmla="*/ 48232874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216094" name="Group 89">
            <a:extLst>
              <a:ext uri="{FF2B5EF4-FFF2-40B4-BE49-F238E27FC236}">
                <a16:creationId xmlns:a16="http://schemas.microsoft.com/office/drawing/2014/main" id="{B538C2C8-CEF5-43B8-A3C1-F1A6DF729DA6}"/>
              </a:ext>
            </a:extLst>
          </p:cNvPr>
          <p:cNvGrpSpPr>
            <a:grpSpLocks/>
          </p:cNvGrpSpPr>
          <p:nvPr/>
        </p:nvGrpSpPr>
        <p:grpSpPr bwMode="auto">
          <a:xfrm>
            <a:off x="4765675" y="4244975"/>
            <a:ext cx="925513" cy="795338"/>
            <a:chOff x="-44" y="1473"/>
            <a:chExt cx="981" cy="1105"/>
          </a:xfrm>
        </p:grpSpPr>
        <p:pic>
          <p:nvPicPr>
            <p:cNvPr id="216227" name="Picture 90" descr="desktop_computer_stylized_medium">
              <a:extLst>
                <a:ext uri="{FF2B5EF4-FFF2-40B4-BE49-F238E27FC236}">
                  <a16:creationId xmlns:a16="http://schemas.microsoft.com/office/drawing/2014/main" id="{072A3051-3674-4CEB-88F7-C4B9AD0415F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16228" name="Freeform 91">
              <a:extLst>
                <a:ext uri="{FF2B5EF4-FFF2-40B4-BE49-F238E27FC236}">
                  <a16:creationId xmlns:a16="http://schemas.microsoft.com/office/drawing/2014/main" id="{851311AC-19C8-4FD0-9271-EE884D558243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5089652 w 356"/>
                <a:gd name="T3" fmla="*/ 1851256 h 368"/>
                <a:gd name="T4" fmla="*/ 17900690 w 356"/>
                <a:gd name="T5" fmla="*/ 38567519 h 368"/>
                <a:gd name="T6" fmla="*/ 3945041 w 356"/>
                <a:gd name="T7" fmla="*/ 48232874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216095" name="Group 125">
            <a:extLst>
              <a:ext uri="{FF2B5EF4-FFF2-40B4-BE49-F238E27FC236}">
                <a16:creationId xmlns:a16="http://schemas.microsoft.com/office/drawing/2014/main" id="{C024A4FF-B44D-4151-9152-E1C71DA4D050}"/>
              </a:ext>
            </a:extLst>
          </p:cNvPr>
          <p:cNvGrpSpPr>
            <a:grpSpLocks/>
          </p:cNvGrpSpPr>
          <p:nvPr/>
        </p:nvGrpSpPr>
        <p:grpSpPr bwMode="auto">
          <a:xfrm>
            <a:off x="7226300" y="3743325"/>
            <a:ext cx="390525" cy="641350"/>
            <a:chOff x="4140" y="429"/>
            <a:chExt cx="1425" cy="2396"/>
          </a:xfrm>
        </p:grpSpPr>
        <p:sp>
          <p:nvSpPr>
            <p:cNvPr id="216195" name="Freeform 126">
              <a:extLst>
                <a:ext uri="{FF2B5EF4-FFF2-40B4-BE49-F238E27FC236}">
                  <a16:creationId xmlns:a16="http://schemas.microsoft.com/office/drawing/2014/main" id="{1CA23CA7-E0DB-44E5-B0F2-767E28514A1F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2 w 354"/>
                <a:gd name="T3" fmla="*/ 3 h 2742"/>
                <a:gd name="T4" fmla="*/ 2 w 354"/>
                <a:gd name="T5" fmla="*/ 3 h 2742"/>
                <a:gd name="T6" fmla="*/ 0 w 354"/>
                <a:gd name="T7" fmla="*/ 3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6196" name="Rectangle 127">
              <a:extLst>
                <a:ext uri="{FF2B5EF4-FFF2-40B4-BE49-F238E27FC236}">
                  <a16:creationId xmlns:a16="http://schemas.microsoft.com/office/drawing/2014/main" id="{F2FDE627-15A1-4E90-B799-0A9ACDEBD6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4" y="429"/>
              <a:ext cx="1048" cy="2283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16197" name="Freeform 128">
              <a:extLst>
                <a:ext uri="{FF2B5EF4-FFF2-40B4-BE49-F238E27FC236}">
                  <a16:creationId xmlns:a16="http://schemas.microsoft.com/office/drawing/2014/main" id="{3B90BB1E-020B-478A-818B-6CC97E0B2A55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2 w 211"/>
                <a:gd name="T3" fmla="*/ 3 h 2537"/>
                <a:gd name="T4" fmla="*/ 2 w 211"/>
                <a:gd name="T5" fmla="*/ 3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6198" name="Freeform 129">
              <a:extLst>
                <a:ext uri="{FF2B5EF4-FFF2-40B4-BE49-F238E27FC236}">
                  <a16:creationId xmlns:a16="http://schemas.microsoft.com/office/drawing/2014/main" id="{EDE8F3A3-559D-495D-B00D-772B73546A6A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3 h 226"/>
                <a:gd name="T4" fmla="*/ 2 w 328"/>
                <a:gd name="T5" fmla="*/ 3 h 226"/>
                <a:gd name="T6" fmla="*/ 0 w 328"/>
                <a:gd name="T7" fmla="*/ 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6199" name="Rectangle 130">
              <a:extLst>
                <a:ext uri="{FF2B5EF4-FFF2-40B4-BE49-F238E27FC236}">
                  <a16:creationId xmlns:a16="http://schemas.microsoft.com/office/drawing/2014/main" id="{87B23AE7-0CC3-4012-8ECE-10F545B091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6"/>
              <a:ext cx="597" cy="42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216200" name="Group 131">
              <a:extLst>
                <a:ext uri="{FF2B5EF4-FFF2-40B4-BE49-F238E27FC236}">
                  <a16:creationId xmlns:a16="http://schemas.microsoft.com/office/drawing/2014/main" id="{3861FE60-1032-43C4-8F28-F8B65C0CBF2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16225" name="AutoShape 132">
                <a:extLst>
                  <a:ext uri="{FF2B5EF4-FFF2-40B4-BE49-F238E27FC236}">
                    <a16:creationId xmlns:a16="http://schemas.microsoft.com/office/drawing/2014/main" id="{5681307B-9C25-4D23-A666-149CE2E8AF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3" cy="142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16226" name="AutoShape 133">
                <a:extLst>
                  <a:ext uri="{FF2B5EF4-FFF2-40B4-BE49-F238E27FC236}">
                    <a16:creationId xmlns:a16="http://schemas.microsoft.com/office/drawing/2014/main" id="{64F101EB-9618-4B71-ACEE-2652E8C2298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3"/>
                <a:ext cx="694" cy="10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16201" name="Rectangle 134">
              <a:extLst>
                <a:ext uri="{FF2B5EF4-FFF2-40B4-BE49-F238E27FC236}">
                  <a16:creationId xmlns:a16="http://schemas.microsoft.com/office/drawing/2014/main" id="{72E3527A-85C8-4263-8DF9-1C54A3F312A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7" y="1016"/>
              <a:ext cx="591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216202" name="Group 135">
              <a:extLst>
                <a:ext uri="{FF2B5EF4-FFF2-40B4-BE49-F238E27FC236}">
                  <a16:creationId xmlns:a16="http://schemas.microsoft.com/office/drawing/2014/main" id="{E64C147C-02B1-49FE-9139-7263CA32894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16223" name="AutoShape 136">
                <a:extLst>
                  <a:ext uri="{FF2B5EF4-FFF2-40B4-BE49-F238E27FC236}">
                    <a16:creationId xmlns:a16="http://schemas.microsoft.com/office/drawing/2014/main" id="{9DA407B5-0B90-48AE-BC6B-34E1C47AE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6"/>
                <a:ext cx="723" cy="141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16224" name="AutoShape 137">
                <a:extLst>
                  <a:ext uri="{FF2B5EF4-FFF2-40B4-BE49-F238E27FC236}">
                    <a16:creationId xmlns:a16="http://schemas.microsoft.com/office/drawing/2014/main" id="{83897040-F875-448F-AEA3-299F85BFD1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5"/>
                <a:ext cx="694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16203" name="Rectangle 138">
              <a:extLst>
                <a:ext uri="{FF2B5EF4-FFF2-40B4-BE49-F238E27FC236}">
                  <a16:creationId xmlns:a16="http://schemas.microsoft.com/office/drawing/2014/main" id="{50861EFE-5904-4CA4-947B-497406C773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5" y="1360"/>
              <a:ext cx="597" cy="42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16204" name="Rectangle 139">
              <a:extLst>
                <a:ext uri="{FF2B5EF4-FFF2-40B4-BE49-F238E27FC236}">
                  <a16:creationId xmlns:a16="http://schemas.microsoft.com/office/drawing/2014/main" id="{394E9C6E-B356-4207-898F-5A108C44826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7" y="1657"/>
              <a:ext cx="597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216205" name="Group 140">
              <a:extLst>
                <a:ext uri="{FF2B5EF4-FFF2-40B4-BE49-F238E27FC236}">
                  <a16:creationId xmlns:a16="http://schemas.microsoft.com/office/drawing/2014/main" id="{9D639149-22FC-4AB5-8A83-76EC55A9A9C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16221" name="AutoShape 141">
                <a:extLst>
                  <a:ext uri="{FF2B5EF4-FFF2-40B4-BE49-F238E27FC236}">
                    <a16:creationId xmlns:a16="http://schemas.microsoft.com/office/drawing/2014/main" id="{4C44782A-ACD4-4A5C-A54F-612A92C77D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8"/>
                <a:ext cx="722" cy="131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16222" name="AutoShape 142">
                <a:extLst>
                  <a:ext uri="{FF2B5EF4-FFF2-40B4-BE49-F238E27FC236}">
                    <a16:creationId xmlns:a16="http://schemas.microsoft.com/office/drawing/2014/main" id="{23EE321B-13B0-4900-9089-EC2018707A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4"/>
                <a:ext cx="693" cy="10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16206" name="Freeform 143">
              <a:extLst>
                <a:ext uri="{FF2B5EF4-FFF2-40B4-BE49-F238E27FC236}">
                  <a16:creationId xmlns:a16="http://schemas.microsoft.com/office/drawing/2014/main" id="{ACE792DD-977E-4BD6-A722-024FFCF05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2 h 226"/>
                <a:gd name="T4" fmla="*/ 2 w 328"/>
                <a:gd name="T5" fmla="*/ 2 h 226"/>
                <a:gd name="T6" fmla="*/ 0 w 328"/>
                <a:gd name="T7" fmla="*/ 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216207" name="Group 144">
              <a:extLst>
                <a:ext uri="{FF2B5EF4-FFF2-40B4-BE49-F238E27FC236}">
                  <a16:creationId xmlns:a16="http://schemas.microsoft.com/office/drawing/2014/main" id="{A4CBCBB7-EB80-43CC-B864-1039A7B04AD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216219" name="AutoShape 145">
                <a:extLst>
                  <a:ext uri="{FF2B5EF4-FFF2-40B4-BE49-F238E27FC236}">
                    <a16:creationId xmlns:a16="http://schemas.microsoft.com/office/drawing/2014/main" id="{E5FF99E5-0873-48B7-A9A7-8513501BE00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6"/>
                <a:ext cx="729" cy="142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16220" name="AutoShape 146">
                <a:extLst>
                  <a:ext uri="{FF2B5EF4-FFF2-40B4-BE49-F238E27FC236}">
                    <a16:creationId xmlns:a16="http://schemas.microsoft.com/office/drawing/2014/main" id="{0C192696-197F-4C36-BB4F-CAE0415367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3"/>
                <a:ext cx="693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16208" name="Rectangle 147">
              <a:extLst>
                <a:ext uri="{FF2B5EF4-FFF2-40B4-BE49-F238E27FC236}">
                  <a16:creationId xmlns:a16="http://schemas.microsoft.com/office/drawing/2014/main" id="{C446502B-A461-4230-AE39-BF79C022DF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2" y="429"/>
              <a:ext cx="64" cy="2289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16209" name="Freeform 148">
              <a:extLst>
                <a:ext uri="{FF2B5EF4-FFF2-40B4-BE49-F238E27FC236}">
                  <a16:creationId xmlns:a16="http://schemas.microsoft.com/office/drawing/2014/main" id="{9369538C-8432-4919-BFE3-8BDD787C4CE0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 w 296"/>
                <a:gd name="T3" fmla="*/ 2 h 256"/>
                <a:gd name="T4" fmla="*/ 2 w 296"/>
                <a:gd name="T5" fmla="*/ 2 h 256"/>
                <a:gd name="T6" fmla="*/ 0 w 296"/>
                <a:gd name="T7" fmla="*/ 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6210" name="Freeform 149">
              <a:extLst>
                <a:ext uri="{FF2B5EF4-FFF2-40B4-BE49-F238E27FC236}">
                  <a16:creationId xmlns:a16="http://schemas.microsoft.com/office/drawing/2014/main" id="{3804C118-3643-4B0B-87B0-20E47148794B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 w 304"/>
                <a:gd name="T3" fmla="*/ 2 h 288"/>
                <a:gd name="T4" fmla="*/ 2 w 304"/>
                <a:gd name="T5" fmla="*/ 2 h 288"/>
                <a:gd name="T6" fmla="*/ 2 w 304"/>
                <a:gd name="T7" fmla="*/ 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6211" name="Oval 150">
              <a:extLst>
                <a:ext uri="{FF2B5EF4-FFF2-40B4-BE49-F238E27FC236}">
                  <a16:creationId xmlns:a16="http://schemas.microsoft.com/office/drawing/2014/main" id="{0C634409-0099-4EC9-8C97-6057F454C5E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9" y="2611"/>
              <a:ext cx="46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16212" name="Freeform 151">
              <a:extLst>
                <a:ext uri="{FF2B5EF4-FFF2-40B4-BE49-F238E27FC236}">
                  <a16:creationId xmlns:a16="http://schemas.microsoft.com/office/drawing/2014/main" id="{B71BF0FD-69D1-4932-8C15-EE4379C2DD38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 h 240"/>
                <a:gd name="T2" fmla="*/ 2 w 306"/>
                <a:gd name="T3" fmla="*/ 3 h 240"/>
                <a:gd name="T4" fmla="*/ 2 w 306"/>
                <a:gd name="T5" fmla="*/ 3 h 240"/>
                <a:gd name="T6" fmla="*/ 2 w 306"/>
                <a:gd name="T7" fmla="*/ 0 h 240"/>
                <a:gd name="T8" fmla="*/ 0 w 306"/>
                <a:gd name="T9" fmla="*/ 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6213" name="AutoShape 152">
              <a:extLst>
                <a:ext uri="{FF2B5EF4-FFF2-40B4-BE49-F238E27FC236}">
                  <a16:creationId xmlns:a16="http://schemas.microsoft.com/office/drawing/2014/main" id="{7A51E451-C7F4-48C2-B049-C7057F893C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7"/>
              <a:ext cx="1199" cy="148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16214" name="AutoShape 153">
              <a:extLst>
                <a:ext uri="{FF2B5EF4-FFF2-40B4-BE49-F238E27FC236}">
                  <a16:creationId xmlns:a16="http://schemas.microsoft.com/office/drawing/2014/main" id="{5FF4EBE4-1F71-4EC2-9019-7DABA8788E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4" y="2712"/>
              <a:ext cx="1072" cy="83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16215" name="Oval 154">
              <a:extLst>
                <a:ext uri="{FF2B5EF4-FFF2-40B4-BE49-F238E27FC236}">
                  <a16:creationId xmlns:a16="http://schemas.microsoft.com/office/drawing/2014/main" id="{2495B4E6-280F-4012-9D02-626BDE42C9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8" y="2380"/>
              <a:ext cx="156" cy="14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16216" name="Oval 155">
              <a:extLst>
                <a:ext uri="{FF2B5EF4-FFF2-40B4-BE49-F238E27FC236}">
                  <a16:creationId xmlns:a16="http://schemas.microsoft.com/office/drawing/2014/main" id="{54ABBADD-BE6B-4F66-A549-2DDA924522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8" y="2386"/>
              <a:ext cx="156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16217" name="Oval 156">
              <a:extLst>
                <a:ext uri="{FF2B5EF4-FFF2-40B4-BE49-F238E27FC236}">
                  <a16:creationId xmlns:a16="http://schemas.microsoft.com/office/drawing/2014/main" id="{78CBB2BA-22C7-412E-A482-C8B9CDF6E0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1" y="2380"/>
              <a:ext cx="156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16218" name="Rectangle 157">
              <a:extLst>
                <a:ext uri="{FF2B5EF4-FFF2-40B4-BE49-F238E27FC236}">
                  <a16:creationId xmlns:a16="http://schemas.microsoft.com/office/drawing/2014/main" id="{F24112E0-31D2-4106-8F06-A1067DCE65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1" y="1835"/>
              <a:ext cx="87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</p:grpSp>
      <p:grpSp>
        <p:nvGrpSpPr>
          <p:cNvPr id="216096" name="Group 158">
            <a:extLst>
              <a:ext uri="{FF2B5EF4-FFF2-40B4-BE49-F238E27FC236}">
                <a16:creationId xmlns:a16="http://schemas.microsoft.com/office/drawing/2014/main" id="{B32F03FE-8DCA-4F87-BDB1-5BE410DDDA51}"/>
              </a:ext>
            </a:extLst>
          </p:cNvPr>
          <p:cNvGrpSpPr>
            <a:grpSpLocks/>
          </p:cNvGrpSpPr>
          <p:nvPr/>
        </p:nvGrpSpPr>
        <p:grpSpPr bwMode="auto">
          <a:xfrm>
            <a:off x="5222875" y="2230438"/>
            <a:ext cx="390525" cy="641350"/>
            <a:chOff x="4140" y="429"/>
            <a:chExt cx="1425" cy="2396"/>
          </a:xfrm>
        </p:grpSpPr>
        <p:sp>
          <p:nvSpPr>
            <p:cNvPr id="216163" name="Freeform 159">
              <a:extLst>
                <a:ext uri="{FF2B5EF4-FFF2-40B4-BE49-F238E27FC236}">
                  <a16:creationId xmlns:a16="http://schemas.microsoft.com/office/drawing/2014/main" id="{96DE6EFE-5796-46AB-A941-648B9D8AA0DB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2 w 354"/>
                <a:gd name="T3" fmla="*/ 3 h 2742"/>
                <a:gd name="T4" fmla="*/ 2 w 354"/>
                <a:gd name="T5" fmla="*/ 3 h 2742"/>
                <a:gd name="T6" fmla="*/ 0 w 354"/>
                <a:gd name="T7" fmla="*/ 3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6164" name="Rectangle 160">
              <a:extLst>
                <a:ext uri="{FF2B5EF4-FFF2-40B4-BE49-F238E27FC236}">
                  <a16:creationId xmlns:a16="http://schemas.microsoft.com/office/drawing/2014/main" id="{E761E4D2-7625-4932-A79E-6B5605D462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4" y="429"/>
              <a:ext cx="1048" cy="2283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16165" name="Freeform 161">
              <a:extLst>
                <a:ext uri="{FF2B5EF4-FFF2-40B4-BE49-F238E27FC236}">
                  <a16:creationId xmlns:a16="http://schemas.microsoft.com/office/drawing/2014/main" id="{847D5D34-B9C1-4A86-9C5D-592D10CD87F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2 w 211"/>
                <a:gd name="T3" fmla="*/ 3 h 2537"/>
                <a:gd name="T4" fmla="*/ 2 w 211"/>
                <a:gd name="T5" fmla="*/ 3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6166" name="Freeform 162">
              <a:extLst>
                <a:ext uri="{FF2B5EF4-FFF2-40B4-BE49-F238E27FC236}">
                  <a16:creationId xmlns:a16="http://schemas.microsoft.com/office/drawing/2014/main" id="{13F0BAD4-74E6-4FBE-AD01-B11FF49A99AC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3 h 226"/>
                <a:gd name="T4" fmla="*/ 2 w 328"/>
                <a:gd name="T5" fmla="*/ 3 h 226"/>
                <a:gd name="T6" fmla="*/ 0 w 328"/>
                <a:gd name="T7" fmla="*/ 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6167" name="Rectangle 163">
              <a:extLst>
                <a:ext uri="{FF2B5EF4-FFF2-40B4-BE49-F238E27FC236}">
                  <a16:creationId xmlns:a16="http://schemas.microsoft.com/office/drawing/2014/main" id="{C7BAE976-7D6B-435A-951E-9BD5C66995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6"/>
              <a:ext cx="597" cy="42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216168" name="Group 164">
              <a:extLst>
                <a:ext uri="{FF2B5EF4-FFF2-40B4-BE49-F238E27FC236}">
                  <a16:creationId xmlns:a16="http://schemas.microsoft.com/office/drawing/2014/main" id="{9D90D080-EE89-491F-9226-3E64D5DFF39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16193" name="AutoShape 165">
                <a:extLst>
                  <a:ext uri="{FF2B5EF4-FFF2-40B4-BE49-F238E27FC236}">
                    <a16:creationId xmlns:a16="http://schemas.microsoft.com/office/drawing/2014/main" id="{43801A23-4475-42C9-9D1F-B90AF88E8B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3" cy="142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16194" name="AutoShape 166">
                <a:extLst>
                  <a:ext uri="{FF2B5EF4-FFF2-40B4-BE49-F238E27FC236}">
                    <a16:creationId xmlns:a16="http://schemas.microsoft.com/office/drawing/2014/main" id="{DC9F7E94-B811-4156-870A-DA8D20D665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3"/>
                <a:ext cx="694" cy="10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16169" name="Rectangle 167">
              <a:extLst>
                <a:ext uri="{FF2B5EF4-FFF2-40B4-BE49-F238E27FC236}">
                  <a16:creationId xmlns:a16="http://schemas.microsoft.com/office/drawing/2014/main" id="{4739E9EC-31B8-4445-8E8B-5CEE3652229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7" y="1016"/>
              <a:ext cx="591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216170" name="Group 168">
              <a:extLst>
                <a:ext uri="{FF2B5EF4-FFF2-40B4-BE49-F238E27FC236}">
                  <a16:creationId xmlns:a16="http://schemas.microsoft.com/office/drawing/2014/main" id="{3553BF93-99F4-4522-A0C2-DCB3C3B3CD6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16191" name="AutoShape 169">
                <a:extLst>
                  <a:ext uri="{FF2B5EF4-FFF2-40B4-BE49-F238E27FC236}">
                    <a16:creationId xmlns:a16="http://schemas.microsoft.com/office/drawing/2014/main" id="{4F17EC81-81D7-474A-9834-1D42753279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6"/>
                <a:ext cx="723" cy="141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16192" name="AutoShape 170">
                <a:extLst>
                  <a:ext uri="{FF2B5EF4-FFF2-40B4-BE49-F238E27FC236}">
                    <a16:creationId xmlns:a16="http://schemas.microsoft.com/office/drawing/2014/main" id="{0C2F0E63-E9F8-4FC2-A1D4-C3B1A56D1E1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5"/>
                <a:ext cx="694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16171" name="Rectangle 171">
              <a:extLst>
                <a:ext uri="{FF2B5EF4-FFF2-40B4-BE49-F238E27FC236}">
                  <a16:creationId xmlns:a16="http://schemas.microsoft.com/office/drawing/2014/main" id="{D1232287-CD6B-426D-8502-0B7B2336BA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5" y="1360"/>
              <a:ext cx="597" cy="42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16172" name="Rectangle 172">
              <a:extLst>
                <a:ext uri="{FF2B5EF4-FFF2-40B4-BE49-F238E27FC236}">
                  <a16:creationId xmlns:a16="http://schemas.microsoft.com/office/drawing/2014/main" id="{CF12F994-3405-48DC-9FA8-C8BC05841CC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7" y="1657"/>
              <a:ext cx="597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216173" name="Group 173">
              <a:extLst>
                <a:ext uri="{FF2B5EF4-FFF2-40B4-BE49-F238E27FC236}">
                  <a16:creationId xmlns:a16="http://schemas.microsoft.com/office/drawing/2014/main" id="{F7C559BA-C2CE-4221-88AD-7038FE2FD01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16189" name="AutoShape 174">
                <a:extLst>
                  <a:ext uri="{FF2B5EF4-FFF2-40B4-BE49-F238E27FC236}">
                    <a16:creationId xmlns:a16="http://schemas.microsoft.com/office/drawing/2014/main" id="{06FFE1BE-51FC-4712-9DD5-63FEEB54C02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8"/>
                <a:ext cx="722" cy="131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16190" name="AutoShape 175">
                <a:extLst>
                  <a:ext uri="{FF2B5EF4-FFF2-40B4-BE49-F238E27FC236}">
                    <a16:creationId xmlns:a16="http://schemas.microsoft.com/office/drawing/2014/main" id="{230F0937-CBAE-4A0D-90A1-BB095D2D35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4"/>
                <a:ext cx="693" cy="10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16174" name="Freeform 176">
              <a:extLst>
                <a:ext uri="{FF2B5EF4-FFF2-40B4-BE49-F238E27FC236}">
                  <a16:creationId xmlns:a16="http://schemas.microsoft.com/office/drawing/2014/main" id="{2B6834D9-DE7B-45F4-A03D-E85B63CF0464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2 h 226"/>
                <a:gd name="T4" fmla="*/ 2 w 328"/>
                <a:gd name="T5" fmla="*/ 2 h 226"/>
                <a:gd name="T6" fmla="*/ 0 w 328"/>
                <a:gd name="T7" fmla="*/ 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216175" name="Group 177">
              <a:extLst>
                <a:ext uri="{FF2B5EF4-FFF2-40B4-BE49-F238E27FC236}">
                  <a16:creationId xmlns:a16="http://schemas.microsoft.com/office/drawing/2014/main" id="{6C8A6F02-11EB-491F-A06D-2B1996E5BC7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216187" name="AutoShape 178">
                <a:extLst>
                  <a:ext uri="{FF2B5EF4-FFF2-40B4-BE49-F238E27FC236}">
                    <a16:creationId xmlns:a16="http://schemas.microsoft.com/office/drawing/2014/main" id="{C17CFF48-BE19-4067-9B25-4EE10EB31D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6"/>
                <a:ext cx="729" cy="142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16188" name="AutoShape 179">
                <a:extLst>
                  <a:ext uri="{FF2B5EF4-FFF2-40B4-BE49-F238E27FC236}">
                    <a16:creationId xmlns:a16="http://schemas.microsoft.com/office/drawing/2014/main" id="{BBDDC114-8D9E-4EEF-98A1-7E3F905DD4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3"/>
                <a:ext cx="693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16176" name="Rectangle 180">
              <a:extLst>
                <a:ext uri="{FF2B5EF4-FFF2-40B4-BE49-F238E27FC236}">
                  <a16:creationId xmlns:a16="http://schemas.microsoft.com/office/drawing/2014/main" id="{F38A9E0E-900D-43AB-B1E5-BDBA61BE55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2" y="429"/>
              <a:ext cx="64" cy="2289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16177" name="Freeform 181">
              <a:extLst>
                <a:ext uri="{FF2B5EF4-FFF2-40B4-BE49-F238E27FC236}">
                  <a16:creationId xmlns:a16="http://schemas.microsoft.com/office/drawing/2014/main" id="{2B770F08-140F-49DF-8830-72C8CAD5362D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 w 296"/>
                <a:gd name="T3" fmla="*/ 2 h 256"/>
                <a:gd name="T4" fmla="*/ 2 w 296"/>
                <a:gd name="T5" fmla="*/ 2 h 256"/>
                <a:gd name="T6" fmla="*/ 0 w 296"/>
                <a:gd name="T7" fmla="*/ 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6178" name="Freeform 182">
              <a:extLst>
                <a:ext uri="{FF2B5EF4-FFF2-40B4-BE49-F238E27FC236}">
                  <a16:creationId xmlns:a16="http://schemas.microsoft.com/office/drawing/2014/main" id="{A1C961A2-319D-4D94-9F94-8CC360CFFDF7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 w 304"/>
                <a:gd name="T3" fmla="*/ 2 h 288"/>
                <a:gd name="T4" fmla="*/ 2 w 304"/>
                <a:gd name="T5" fmla="*/ 2 h 288"/>
                <a:gd name="T6" fmla="*/ 2 w 304"/>
                <a:gd name="T7" fmla="*/ 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6179" name="Oval 183">
              <a:extLst>
                <a:ext uri="{FF2B5EF4-FFF2-40B4-BE49-F238E27FC236}">
                  <a16:creationId xmlns:a16="http://schemas.microsoft.com/office/drawing/2014/main" id="{427051E8-2B49-4468-AE62-78FCA0F303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9" y="2611"/>
              <a:ext cx="46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16180" name="Freeform 184">
              <a:extLst>
                <a:ext uri="{FF2B5EF4-FFF2-40B4-BE49-F238E27FC236}">
                  <a16:creationId xmlns:a16="http://schemas.microsoft.com/office/drawing/2014/main" id="{6AAE86B2-1CC0-4A7C-91FB-296E5C22ABB0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 h 240"/>
                <a:gd name="T2" fmla="*/ 2 w 306"/>
                <a:gd name="T3" fmla="*/ 3 h 240"/>
                <a:gd name="T4" fmla="*/ 2 w 306"/>
                <a:gd name="T5" fmla="*/ 3 h 240"/>
                <a:gd name="T6" fmla="*/ 2 w 306"/>
                <a:gd name="T7" fmla="*/ 0 h 240"/>
                <a:gd name="T8" fmla="*/ 0 w 306"/>
                <a:gd name="T9" fmla="*/ 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6181" name="AutoShape 185">
              <a:extLst>
                <a:ext uri="{FF2B5EF4-FFF2-40B4-BE49-F238E27FC236}">
                  <a16:creationId xmlns:a16="http://schemas.microsoft.com/office/drawing/2014/main" id="{F0DFFC8D-69E0-4A4A-9070-94FA46BCA9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7"/>
              <a:ext cx="1199" cy="148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16182" name="AutoShape 186">
              <a:extLst>
                <a:ext uri="{FF2B5EF4-FFF2-40B4-BE49-F238E27FC236}">
                  <a16:creationId xmlns:a16="http://schemas.microsoft.com/office/drawing/2014/main" id="{26FDB701-3627-4880-8AD1-379BD190C8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4" y="2712"/>
              <a:ext cx="1072" cy="83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16183" name="Oval 187">
              <a:extLst>
                <a:ext uri="{FF2B5EF4-FFF2-40B4-BE49-F238E27FC236}">
                  <a16:creationId xmlns:a16="http://schemas.microsoft.com/office/drawing/2014/main" id="{5667DD28-04DF-49D8-B048-D7C51884C9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8" y="2380"/>
              <a:ext cx="156" cy="14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16184" name="Oval 188">
              <a:extLst>
                <a:ext uri="{FF2B5EF4-FFF2-40B4-BE49-F238E27FC236}">
                  <a16:creationId xmlns:a16="http://schemas.microsoft.com/office/drawing/2014/main" id="{4F335EAE-9F2E-4D58-B39D-A4BF27AFC2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8" y="2386"/>
              <a:ext cx="156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16185" name="Oval 189">
              <a:extLst>
                <a:ext uri="{FF2B5EF4-FFF2-40B4-BE49-F238E27FC236}">
                  <a16:creationId xmlns:a16="http://schemas.microsoft.com/office/drawing/2014/main" id="{2DA3D84E-4F1E-425E-86FB-229C5C0D2B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1" y="2380"/>
              <a:ext cx="156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16186" name="Rectangle 190">
              <a:extLst>
                <a:ext uri="{FF2B5EF4-FFF2-40B4-BE49-F238E27FC236}">
                  <a16:creationId xmlns:a16="http://schemas.microsoft.com/office/drawing/2014/main" id="{FB21C055-0DE0-4C1E-9E0F-F8737D02FF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1" y="1835"/>
              <a:ext cx="87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</p:grpSp>
      <p:grpSp>
        <p:nvGrpSpPr>
          <p:cNvPr id="216097" name="Group 224">
            <a:extLst>
              <a:ext uri="{FF2B5EF4-FFF2-40B4-BE49-F238E27FC236}">
                <a16:creationId xmlns:a16="http://schemas.microsoft.com/office/drawing/2014/main" id="{B8200170-919D-468F-A529-5ABCE280F5F3}"/>
              </a:ext>
            </a:extLst>
          </p:cNvPr>
          <p:cNvGrpSpPr>
            <a:grpSpLocks/>
          </p:cNvGrpSpPr>
          <p:nvPr/>
        </p:nvGrpSpPr>
        <p:grpSpPr bwMode="auto">
          <a:xfrm>
            <a:off x="6376988" y="968375"/>
            <a:ext cx="390525" cy="641350"/>
            <a:chOff x="4140" y="429"/>
            <a:chExt cx="1425" cy="2396"/>
          </a:xfrm>
        </p:grpSpPr>
        <p:sp>
          <p:nvSpPr>
            <p:cNvPr id="216131" name="Freeform 225">
              <a:extLst>
                <a:ext uri="{FF2B5EF4-FFF2-40B4-BE49-F238E27FC236}">
                  <a16:creationId xmlns:a16="http://schemas.microsoft.com/office/drawing/2014/main" id="{7B5D42BB-F4D5-43DC-9CAC-71F3CFDFA72E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2 w 354"/>
                <a:gd name="T3" fmla="*/ 3 h 2742"/>
                <a:gd name="T4" fmla="*/ 2 w 354"/>
                <a:gd name="T5" fmla="*/ 3 h 2742"/>
                <a:gd name="T6" fmla="*/ 0 w 354"/>
                <a:gd name="T7" fmla="*/ 3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6132" name="Rectangle 226">
              <a:extLst>
                <a:ext uri="{FF2B5EF4-FFF2-40B4-BE49-F238E27FC236}">
                  <a16:creationId xmlns:a16="http://schemas.microsoft.com/office/drawing/2014/main" id="{7CBE69EE-D6AD-4FF5-BC17-6BD6AD5E456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4" y="429"/>
              <a:ext cx="1048" cy="2283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16133" name="Freeform 227">
              <a:extLst>
                <a:ext uri="{FF2B5EF4-FFF2-40B4-BE49-F238E27FC236}">
                  <a16:creationId xmlns:a16="http://schemas.microsoft.com/office/drawing/2014/main" id="{8C1DEEFA-EF60-47BD-908F-6E54493E71CC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2 w 211"/>
                <a:gd name="T3" fmla="*/ 3 h 2537"/>
                <a:gd name="T4" fmla="*/ 2 w 211"/>
                <a:gd name="T5" fmla="*/ 3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6134" name="Freeform 228">
              <a:extLst>
                <a:ext uri="{FF2B5EF4-FFF2-40B4-BE49-F238E27FC236}">
                  <a16:creationId xmlns:a16="http://schemas.microsoft.com/office/drawing/2014/main" id="{B7CE2A09-BF3A-4BB5-88CB-A33B7609642E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3 h 226"/>
                <a:gd name="T4" fmla="*/ 2 w 328"/>
                <a:gd name="T5" fmla="*/ 3 h 226"/>
                <a:gd name="T6" fmla="*/ 0 w 328"/>
                <a:gd name="T7" fmla="*/ 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6135" name="Rectangle 229">
              <a:extLst>
                <a:ext uri="{FF2B5EF4-FFF2-40B4-BE49-F238E27FC236}">
                  <a16:creationId xmlns:a16="http://schemas.microsoft.com/office/drawing/2014/main" id="{A88A7BB1-1FC7-4D0B-A39B-31DACF1B34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6"/>
              <a:ext cx="597" cy="42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216136" name="Group 230">
              <a:extLst>
                <a:ext uri="{FF2B5EF4-FFF2-40B4-BE49-F238E27FC236}">
                  <a16:creationId xmlns:a16="http://schemas.microsoft.com/office/drawing/2014/main" id="{4F12338A-30C4-48AD-A37C-EE2214EE394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16161" name="AutoShape 231">
                <a:extLst>
                  <a:ext uri="{FF2B5EF4-FFF2-40B4-BE49-F238E27FC236}">
                    <a16:creationId xmlns:a16="http://schemas.microsoft.com/office/drawing/2014/main" id="{BBBBFC71-381F-4B70-834A-58FA03E4AA7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3" cy="142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16162" name="AutoShape 232">
                <a:extLst>
                  <a:ext uri="{FF2B5EF4-FFF2-40B4-BE49-F238E27FC236}">
                    <a16:creationId xmlns:a16="http://schemas.microsoft.com/office/drawing/2014/main" id="{E59DF7E4-87E2-4C99-AE4E-01DBC8B05A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7" y="2583"/>
                <a:ext cx="694" cy="10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16137" name="Rectangle 233">
              <a:extLst>
                <a:ext uri="{FF2B5EF4-FFF2-40B4-BE49-F238E27FC236}">
                  <a16:creationId xmlns:a16="http://schemas.microsoft.com/office/drawing/2014/main" id="{CD8DD18A-5D1E-4DA6-B0FC-99A892E8106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7" y="1016"/>
              <a:ext cx="591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216138" name="Group 234">
              <a:extLst>
                <a:ext uri="{FF2B5EF4-FFF2-40B4-BE49-F238E27FC236}">
                  <a16:creationId xmlns:a16="http://schemas.microsoft.com/office/drawing/2014/main" id="{20709AF7-FC97-495B-8A1B-1928023AEDE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16159" name="AutoShape 235">
                <a:extLst>
                  <a:ext uri="{FF2B5EF4-FFF2-40B4-BE49-F238E27FC236}">
                    <a16:creationId xmlns:a16="http://schemas.microsoft.com/office/drawing/2014/main" id="{640D76CB-1A87-40A0-8F5A-46393C2F627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6"/>
                <a:ext cx="723" cy="141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16160" name="AutoShape 236">
                <a:extLst>
                  <a:ext uri="{FF2B5EF4-FFF2-40B4-BE49-F238E27FC236}">
                    <a16:creationId xmlns:a16="http://schemas.microsoft.com/office/drawing/2014/main" id="{99507AE4-BBB7-4089-8550-75946CE15D0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5"/>
                <a:ext cx="694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16139" name="Rectangle 237">
              <a:extLst>
                <a:ext uri="{FF2B5EF4-FFF2-40B4-BE49-F238E27FC236}">
                  <a16:creationId xmlns:a16="http://schemas.microsoft.com/office/drawing/2014/main" id="{E5C58BFB-A3E7-4C4B-A05B-F398453342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5" y="1360"/>
              <a:ext cx="597" cy="42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16140" name="Rectangle 238">
              <a:extLst>
                <a:ext uri="{FF2B5EF4-FFF2-40B4-BE49-F238E27FC236}">
                  <a16:creationId xmlns:a16="http://schemas.microsoft.com/office/drawing/2014/main" id="{C95412F9-C52D-4295-B1C5-EAF856F8D5B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7" y="1657"/>
              <a:ext cx="597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216141" name="Group 239">
              <a:extLst>
                <a:ext uri="{FF2B5EF4-FFF2-40B4-BE49-F238E27FC236}">
                  <a16:creationId xmlns:a16="http://schemas.microsoft.com/office/drawing/2014/main" id="{38A27FAE-F101-478C-9303-741D5AC6897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16157" name="AutoShape 240">
                <a:extLst>
                  <a:ext uri="{FF2B5EF4-FFF2-40B4-BE49-F238E27FC236}">
                    <a16:creationId xmlns:a16="http://schemas.microsoft.com/office/drawing/2014/main" id="{5C37E697-08DF-4518-A074-DFEF30BB56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8"/>
                <a:ext cx="722" cy="131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16158" name="AutoShape 241">
                <a:extLst>
                  <a:ext uri="{FF2B5EF4-FFF2-40B4-BE49-F238E27FC236}">
                    <a16:creationId xmlns:a16="http://schemas.microsoft.com/office/drawing/2014/main" id="{DD58C4EA-84E8-4DAA-B6E4-B794D351A27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4"/>
                <a:ext cx="693" cy="10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16142" name="Freeform 242">
              <a:extLst>
                <a:ext uri="{FF2B5EF4-FFF2-40B4-BE49-F238E27FC236}">
                  <a16:creationId xmlns:a16="http://schemas.microsoft.com/office/drawing/2014/main" id="{BF7BDA49-F333-4E7E-8B41-CB94069385BF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2 h 226"/>
                <a:gd name="T4" fmla="*/ 2 w 328"/>
                <a:gd name="T5" fmla="*/ 2 h 226"/>
                <a:gd name="T6" fmla="*/ 0 w 328"/>
                <a:gd name="T7" fmla="*/ 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216143" name="Group 243">
              <a:extLst>
                <a:ext uri="{FF2B5EF4-FFF2-40B4-BE49-F238E27FC236}">
                  <a16:creationId xmlns:a16="http://schemas.microsoft.com/office/drawing/2014/main" id="{86594C53-E7A3-43E9-A4D1-D4C99D47D90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216155" name="AutoShape 244">
                <a:extLst>
                  <a:ext uri="{FF2B5EF4-FFF2-40B4-BE49-F238E27FC236}">
                    <a16:creationId xmlns:a16="http://schemas.microsoft.com/office/drawing/2014/main" id="{9F60C236-AB4A-4C16-A1DA-1A7B21D7E0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6"/>
                <a:ext cx="729" cy="142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16156" name="AutoShape 245">
                <a:extLst>
                  <a:ext uri="{FF2B5EF4-FFF2-40B4-BE49-F238E27FC236}">
                    <a16:creationId xmlns:a16="http://schemas.microsoft.com/office/drawing/2014/main" id="{6CEF6C27-3130-4F8E-BFA9-8C35EB377A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3"/>
                <a:ext cx="693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16144" name="Rectangle 246">
              <a:extLst>
                <a:ext uri="{FF2B5EF4-FFF2-40B4-BE49-F238E27FC236}">
                  <a16:creationId xmlns:a16="http://schemas.microsoft.com/office/drawing/2014/main" id="{D99A1B53-CD9B-4A29-B6BE-93D13F96FC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2" y="429"/>
              <a:ext cx="64" cy="2289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16145" name="Freeform 247">
              <a:extLst>
                <a:ext uri="{FF2B5EF4-FFF2-40B4-BE49-F238E27FC236}">
                  <a16:creationId xmlns:a16="http://schemas.microsoft.com/office/drawing/2014/main" id="{3A5F957E-E358-454C-8E8F-055BD314E3C5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 w 296"/>
                <a:gd name="T3" fmla="*/ 2 h 256"/>
                <a:gd name="T4" fmla="*/ 2 w 296"/>
                <a:gd name="T5" fmla="*/ 2 h 256"/>
                <a:gd name="T6" fmla="*/ 0 w 296"/>
                <a:gd name="T7" fmla="*/ 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6146" name="Freeform 248">
              <a:extLst>
                <a:ext uri="{FF2B5EF4-FFF2-40B4-BE49-F238E27FC236}">
                  <a16:creationId xmlns:a16="http://schemas.microsoft.com/office/drawing/2014/main" id="{57586084-AF13-498A-9E37-8A937115C8B6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 w 304"/>
                <a:gd name="T3" fmla="*/ 2 h 288"/>
                <a:gd name="T4" fmla="*/ 2 w 304"/>
                <a:gd name="T5" fmla="*/ 2 h 288"/>
                <a:gd name="T6" fmla="*/ 2 w 304"/>
                <a:gd name="T7" fmla="*/ 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6147" name="Oval 249">
              <a:extLst>
                <a:ext uri="{FF2B5EF4-FFF2-40B4-BE49-F238E27FC236}">
                  <a16:creationId xmlns:a16="http://schemas.microsoft.com/office/drawing/2014/main" id="{4F44B5A0-B668-498D-A380-B2F157A70B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9" y="2611"/>
              <a:ext cx="46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16148" name="Freeform 250">
              <a:extLst>
                <a:ext uri="{FF2B5EF4-FFF2-40B4-BE49-F238E27FC236}">
                  <a16:creationId xmlns:a16="http://schemas.microsoft.com/office/drawing/2014/main" id="{AE828045-AFD2-4C61-88A8-C7EEEA5429A5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 h 240"/>
                <a:gd name="T2" fmla="*/ 2 w 306"/>
                <a:gd name="T3" fmla="*/ 3 h 240"/>
                <a:gd name="T4" fmla="*/ 2 w 306"/>
                <a:gd name="T5" fmla="*/ 3 h 240"/>
                <a:gd name="T6" fmla="*/ 2 w 306"/>
                <a:gd name="T7" fmla="*/ 0 h 240"/>
                <a:gd name="T8" fmla="*/ 0 w 306"/>
                <a:gd name="T9" fmla="*/ 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6149" name="AutoShape 251">
              <a:extLst>
                <a:ext uri="{FF2B5EF4-FFF2-40B4-BE49-F238E27FC236}">
                  <a16:creationId xmlns:a16="http://schemas.microsoft.com/office/drawing/2014/main" id="{A43D6131-D996-4D52-BA0B-B4DAD937ED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7"/>
              <a:ext cx="1199" cy="148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16150" name="AutoShape 252">
              <a:extLst>
                <a:ext uri="{FF2B5EF4-FFF2-40B4-BE49-F238E27FC236}">
                  <a16:creationId xmlns:a16="http://schemas.microsoft.com/office/drawing/2014/main" id="{64DA3EDE-50D5-4282-B3FC-FCE372B2E8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4" y="2712"/>
              <a:ext cx="1072" cy="83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16151" name="Oval 253">
              <a:extLst>
                <a:ext uri="{FF2B5EF4-FFF2-40B4-BE49-F238E27FC236}">
                  <a16:creationId xmlns:a16="http://schemas.microsoft.com/office/drawing/2014/main" id="{3AC94529-D538-4D5F-99D9-A3FB807281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8" y="2380"/>
              <a:ext cx="156" cy="14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16152" name="Oval 254">
              <a:extLst>
                <a:ext uri="{FF2B5EF4-FFF2-40B4-BE49-F238E27FC236}">
                  <a16:creationId xmlns:a16="http://schemas.microsoft.com/office/drawing/2014/main" id="{446E0AD0-42B6-4510-A032-7F5825D641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8" y="2386"/>
              <a:ext cx="156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16153" name="Oval 255">
              <a:extLst>
                <a:ext uri="{FF2B5EF4-FFF2-40B4-BE49-F238E27FC236}">
                  <a16:creationId xmlns:a16="http://schemas.microsoft.com/office/drawing/2014/main" id="{9E2006FA-D2DB-441F-B563-8557697092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1" y="2380"/>
              <a:ext cx="156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16154" name="Rectangle 256">
              <a:extLst>
                <a:ext uri="{FF2B5EF4-FFF2-40B4-BE49-F238E27FC236}">
                  <a16:creationId xmlns:a16="http://schemas.microsoft.com/office/drawing/2014/main" id="{E31B5A57-B201-4D3F-B7F6-34C82B218D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1" y="1835"/>
              <a:ext cx="87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</p:grpSp>
      <p:grpSp>
        <p:nvGrpSpPr>
          <p:cNvPr id="216098" name="Group 257">
            <a:extLst>
              <a:ext uri="{FF2B5EF4-FFF2-40B4-BE49-F238E27FC236}">
                <a16:creationId xmlns:a16="http://schemas.microsoft.com/office/drawing/2014/main" id="{502F6B18-34A9-4F46-9CFB-891EB023DD45}"/>
              </a:ext>
            </a:extLst>
          </p:cNvPr>
          <p:cNvGrpSpPr>
            <a:grpSpLocks/>
          </p:cNvGrpSpPr>
          <p:nvPr/>
        </p:nvGrpSpPr>
        <p:grpSpPr bwMode="auto">
          <a:xfrm>
            <a:off x="7192963" y="2220913"/>
            <a:ext cx="390525" cy="641350"/>
            <a:chOff x="4140" y="429"/>
            <a:chExt cx="1425" cy="2396"/>
          </a:xfrm>
        </p:grpSpPr>
        <p:sp>
          <p:nvSpPr>
            <p:cNvPr id="216099" name="Freeform 258">
              <a:extLst>
                <a:ext uri="{FF2B5EF4-FFF2-40B4-BE49-F238E27FC236}">
                  <a16:creationId xmlns:a16="http://schemas.microsoft.com/office/drawing/2014/main" id="{D809C6D2-94A8-433E-B685-82B3A7093DB3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2 w 354"/>
                <a:gd name="T3" fmla="*/ 3 h 2742"/>
                <a:gd name="T4" fmla="*/ 2 w 354"/>
                <a:gd name="T5" fmla="*/ 3 h 2742"/>
                <a:gd name="T6" fmla="*/ 0 w 354"/>
                <a:gd name="T7" fmla="*/ 3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6100" name="Rectangle 259">
              <a:extLst>
                <a:ext uri="{FF2B5EF4-FFF2-40B4-BE49-F238E27FC236}">
                  <a16:creationId xmlns:a16="http://schemas.microsoft.com/office/drawing/2014/main" id="{561F0FCA-47F4-4A8D-9307-54EC8A6F43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4" y="429"/>
              <a:ext cx="1048" cy="2283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16101" name="Freeform 260">
              <a:extLst>
                <a:ext uri="{FF2B5EF4-FFF2-40B4-BE49-F238E27FC236}">
                  <a16:creationId xmlns:a16="http://schemas.microsoft.com/office/drawing/2014/main" id="{9CF1BF81-840E-443C-940B-BA88A093A35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2 w 211"/>
                <a:gd name="T3" fmla="*/ 3 h 2537"/>
                <a:gd name="T4" fmla="*/ 2 w 211"/>
                <a:gd name="T5" fmla="*/ 3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6102" name="Freeform 261">
              <a:extLst>
                <a:ext uri="{FF2B5EF4-FFF2-40B4-BE49-F238E27FC236}">
                  <a16:creationId xmlns:a16="http://schemas.microsoft.com/office/drawing/2014/main" id="{834F872D-D467-41E0-AA0F-37569FA02B02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3 h 226"/>
                <a:gd name="T4" fmla="*/ 2 w 328"/>
                <a:gd name="T5" fmla="*/ 3 h 226"/>
                <a:gd name="T6" fmla="*/ 0 w 328"/>
                <a:gd name="T7" fmla="*/ 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6103" name="Rectangle 262">
              <a:extLst>
                <a:ext uri="{FF2B5EF4-FFF2-40B4-BE49-F238E27FC236}">
                  <a16:creationId xmlns:a16="http://schemas.microsoft.com/office/drawing/2014/main" id="{9C49428D-CEEA-4881-95BB-C6E3F939D30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6"/>
              <a:ext cx="597" cy="42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216104" name="Group 263">
              <a:extLst>
                <a:ext uri="{FF2B5EF4-FFF2-40B4-BE49-F238E27FC236}">
                  <a16:creationId xmlns:a16="http://schemas.microsoft.com/office/drawing/2014/main" id="{0CCE476A-4674-481D-A835-A6B855B0578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16129" name="AutoShape 264">
                <a:extLst>
                  <a:ext uri="{FF2B5EF4-FFF2-40B4-BE49-F238E27FC236}">
                    <a16:creationId xmlns:a16="http://schemas.microsoft.com/office/drawing/2014/main" id="{3CB2FB1F-E10E-4B84-B7A6-EA079AD1D2A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3" cy="142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16130" name="AutoShape 265">
                <a:extLst>
                  <a:ext uri="{FF2B5EF4-FFF2-40B4-BE49-F238E27FC236}">
                    <a16:creationId xmlns:a16="http://schemas.microsoft.com/office/drawing/2014/main" id="{8C5623E3-B242-4C39-B862-8AE5B33DBBE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7" y="2583"/>
                <a:ext cx="694" cy="10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16105" name="Rectangle 266">
              <a:extLst>
                <a:ext uri="{FF2B5EF4-FFF2-40B4-BE49-F238E27FC236}">
                  <a16:creationId xmlns:a16="http://schemas.microsoft.com/office/drawing/2014/main" id="{84A1A92B-2506-4534-9577-6B5511EF8AE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7" y="1016"/>
              <a:ext cx="591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216106" name="Group 267">
              <a:extLst>
                <a:ext uri="{FF2B5EF4-FFF2-40B4-BE49-F238E27FC236}">
                  <a16:creationId xmlns:a16="http://schemas.microsoft.com/office/drawing/2014/main" id="{F162CC23-BCFA-4603-B7EE-F0502AE62E6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16127" name="AutoShape 268">
                <a:extLst>
                  <a:ext uri="{FF2B5EF4-FFF2-40B4-BE49-F238E27FC236}">
                    <a16:creationId xmlns:a16="http://schemas.microsoft.com/office/drawing/2014/main" id="{73AE6438-13F4-4531-A33B-073F68CDE7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6"/>
                <a:ext cx="723" cy="141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16128" name="AutoShape 269">
                <a:extLst>
                  <a:ext uri="{FF2B5EF4-FFF2-40B4-BE49-F238E27FC236}">
                    <a16:creationId xmlns:a16="http://schemas.microsoft.com/office/drawing/2014/main" id="{C5C025EF-0E73-4FFD-BFD6-398862880F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5"/>
                <a:ext cx="694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16107" name="Rectangle 270">
              <a:extLst>
                <a:ext uri="{FF2B5EF4-FFF2-40B4-BE49-F238E27FC236}">
                  <a16:creationId xmlns:a16="http://schemas.microsoft.com/office/drawing/2014/main" id="{55BC21B3-9239-4A84-B75F-66043BC53D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5" y="1360"/>
              <a:ext cx="597" cy="42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16108" name="Rectangle 271">
              <a:extLst>
                <a:ext uri="{FF2B5EF4-FFF2-40B4-BE49-F238E27FC236}">
                  <a16:creationId xmlns:a16="http://schemas.microsoft.com/office/drawing/2014/main" id="{13B70E99-30D4-46B7-B71D-5D5D973F13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7" y="1657"/>
              <a:ext cx="597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216109" name="Group 272">
              <a:extLst>
                <a:ext uri="{FF2B5EF4-FFF2-40B4-BE49-F238E27FC236}">
                  <a16:creationId xmlns:a16="http://schemas.microsoft.com/office/drawing/2014/main" id="{6AED820C-3034-4B2B-9457-BAFA497E9ED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16125" name="AutoShape 273">
                <a:extLst>
                  <a:ext uri="{FF2B5EF4-FFF2-40B4-BE49-F238E27FC236}">
                    <a16:creationId xmlns:a16="http://schemas.microsoft.com/office/drawing/2014/main" id="{4F61A88E-FA0B-4B38-9D1C-F2FCB74EFC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8"/>
                <a:ext cx="722" cy="131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16126" name="AutoShape 274">
                <a:extLst>
                  <a:ext uri="{FF2B5EF4-FFF2-40B4-BE49-F238E27FC236}">
                    <a16:creationId xmlns:a16="http://schemas.microsoft.com/office/drawing/2014/main" id="{15CFE7D6-5834-4C95-A196-22A335E4D17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4"/>
                <a:ext cx="693" cy="10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16110" name="Freeform 275">
              <a:extLst>
                <a:ext uri="{FF2B5EF4-FFF2-40B4-BE49-F238E27FC236}">
                  <a16:creationId xmlns:a16="http://schemas.microsoft.com/office/drawing/2014/main" id="{345B3C2F-3738-4D2C-AC47-E12F799A61C0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2 h 226"/>
                <a:gd name="T4" fmla="*/ 2 w 328"/>
                <a:gd name="T5" fmla="*/ 2 h 226"/>
                <a:gd name="T6" fmla="*/ 0 w 328"/>
                <a:gd name="T7" fmla="*/ 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216111" name="Group 276">
              <a:extLst>
                <a:ext uri="{FF2B5EF4-FFF2-40B4-BE49-F238E27FC236}">
                  <a16:creationId xmlns:a16="http://schemas.microsoft.com/office/drawing/2014/main" id="{0F227FAD-0488-4751-9499-D96508D25A5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216123" name="AutoShape 277">
                <a:extLst>
                  <a:ext uri="{FF2B5EF4-FFF2-40B4-BE49-F238E27FC236}">
                    <a16:creationId xmlns:a16="http://schemas.microsoft.com/office/drawing/2014/main" id="{0693233F-B659-4B4A-AF1B-B0F9D8A6C0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6"/>
                <a:ext cx="729" cy="142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16124" name="AutoShape 278">
                <a:extLst>
                  <a:ext uri="{FF2B5EF4-FFF2-40B4-BE49-F238E27FC236}">
                    <a16:creationId xmlns:a16="http://schemas.microsoft.com/office/drawing/2014/main" id="{8770F69C-2942-4ADD-8809-5308C24245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3"/>
                <a:ext cx="693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16112" name="Rectangle 279">
              <a:extLst>
                <a:ext uri="{FF2B5EF4-FFF2-40B4-BE49-F238E27FC236}">
                  <a16:creationId xmlns:a16="http://schemas.microsoft.com/office/drawing/2014/main" id="{9FB9BAEC-9F29-480B-8240-94D7F596C53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2" y="429"/>
              <a:ext cx="64" cy="2289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16113" name="Freeform 280">
              <a:extLst>
                <a:ext uri="{FF2B5EF4-FFF2-40B4-BE49-F238E27FC236}">
                  <a16:creationId xmlns:a16="http://schemas.microsoft.com/office/drawing/2014/main" id="{BCAD476C-22FC-4C15-9C51-5FB7B9CA7579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 w 296"/>
                <a:gd name="T3" fmla="*/ 2 h 256"/>
                <a:gd name="T4" fmla="*/ 2 w 296"/>
                <a:gd name="T5" fmla="*/ 2 h 256"/>
                <a:gd name="T6" fmla="*/ 0 w 296"/>
                <a:gd name="T7" fmla="*/ 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6114" name="Freeform 281">
              <a:extLst>
                <a:ext uri="{FF2B5EF4-FFF2-40B4-BE49-F238E27FC236}">
                  <a16:creationId xmlns:a16="http://schemas.microsoft.com/office/drawing/2014/main" id="{C7B50949-5B1A-4D20-946F-217D40E08A29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 w 304"/>
                <a:gd name="T3" fmla="*/ 2 h 288"/>
                <a:gd name="T4" fmla="*/ 2 w 304"/>
                <a:gd name="T5" fmla="*/ 2 h 288"/>
                <a:gd name="T6" fmla="*/ 2 w 304"/>
                <a:gd name="T7" fmla="*/ 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6115" name="Oval 282">
              <a:extLst>
                <a:ext uri="{FF2B5EF4-FFF2-40B4-BE49-F238E27FC236}">
                  <a16:creationId xmlns:a16="http://schemas.microsoft.com/office/drawing/2014/main" id="{1901F12F-A554-468A-9780-A3508C338F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9" y="2611"/>
              <a:ext cx="46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16116" name="Freeform 283">
              <a:extLst>
                <a:ext uri="{FF2B5EF4-FFF2-40B4-BE49-F238E27FC236}">
                  <a16:creationId xmlns:a16="http://schemas.microsoft.com/office/drawing/2014/main" id="{A1FD08DF-8081-4249-95FB-B090BDF110D8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 h 240"/>
                <a:gd name="T2" fmla="*/ 2 w 306"/>
                <a:gd name="T3" fmla="*/ 3 h 240"/>
                <a:gd name="T4" fmla="*/ 2 w 306"/>
                <a:gd name="T5" fmla="*/ 3 h 240"/>
                <a:gd name="T6" fmla="*/ 2 w 306"/>
                <a:gd name="T7" fmla="*/ 0 h 240"/>
                <a:gd name="T8" fmla="*/ 0 w 306"/>
                <a:gd name="T9" fmla="*/ 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6117" name="AutoShape 284">
              <a:extLst>
                <a:ext uri="{FF2B5EF4-FFF2-40B4-BE49-F238E27FC236}">
                  <a16:creationId xmlns:a16="http://schemas.microsoft.com/office/drawing/2014/main" id="{CB00DA5A-5F3D-414F-B005-A27DEA7FEE4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7"/>
              <a:ext cx="1199" cy="148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16118" name="AutoShape 285">
              <a:extLst>
                <a:ext uri="{FF2B5EF4-FFF2-40B4-BE49-F238E27FC236}">
                  <a16:creationId xmlns:a16="http://schemas.microsoft.com/office/drawing/2014/main" id="{6B365373-4491-4CFA-B8FE-AFB61E3D263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4" y="2712"/>
              <a:ext cx="1072" cy="83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16119" name="Oval 286">
              <a:extLst>
                <a:ext uri="{FF2B5EF4-FFF2-40B4-BE49-F238E27FC236}">
                  <a16:creationId xmlns:a16="http://schemas.microsoft.com/office/drawing/2014/main" id="{2CA2C2C4-4B94-4AAB-A47A-5A404187BC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8" y="2380"/>
              <a:ext cx="156" cy="14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16120" name="Oval 287">
              <a:extLst>
                <a:ext uri="{FF2B5EF4-FFF2-40B4-BE49-F238E27FC236}">
                  <a16:creationId xmlns:a16="http://schemas.microsoft.com/office/drawing/2014/main" id="{70177410-5F60-4E99-9958-06420F24EE4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8" y="2386"/>
              <a:ext cx="156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16121" name="Oval 288">
              <a:extLst>
                <a:ext uri="{FF2B5EF4-FFF2-40B4-BE49-F238E27FC236}">
                  <a16:creationId xmlns:a16="http://schemas.microsoft.com/office/drawing/2014/main" id="{918FF71C-7E5F-4749-9ED3-981BD62229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1" y="2380"/>
              <a:ext cx="156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16122" name="Rectangle 289">
              <a:extLst>
                <a:ext uri="{FF2B5EF4-FFF2-40B4-BE49-F238E27FC236}">
                  <a16:creationId xmlns:a16="http://schemas.microsoft.com/office/drawing/2014/main" id="{6BD27D54-79F5-4747-8316-FD4DEB9BD1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1" y="1835"/>
              <a:ext cx="87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7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7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7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7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7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7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7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7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7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7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8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7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8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8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7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8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7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7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7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2779" grpId="0"/>
      <p:bldP spid="202780" grpId="0"/>
      <p:bldP spid="202781" grpId="0"/>
      <p:bldP spid="202782" grpId="0"/>
      <p:bldP spid="202783" grpId="0"/>
      <p:bldP spid="202784" grpId="0"/>
      <p:bldP spid="202813" grpId="0"/>
      <p:bldP spid="202814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114" name="Rectangle 7">
            <a:extLst>
              <a:ext uri="{FF2B5EF4-FFF2-40B4-BE49-F238E27FC236}">
                <a16:creationId xmlns:a16="http://schemas.microsoft.com/office/drawing/2014/main" id="{7E375523-7AFA-4FB1-8DFB-A1762A3D30B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218115" name="Rectangle 8">
            <a:extLst>
              <a:ext uri="{FF2B5EF4-FFF2-40B4-BE49-F238E27FC236}">
                <a16:creationId xmlns:a16="http://schemas.microsoft.com/office/drawing/2014/main" id="{6BB2451F-FDF6-4E50-819C-6F05035CE8C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2-</a:t>
            </a:r>
            <a:fld id="{1283CDC7-1FD2-44D3-B56B-BF6E6075DEF7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61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218116" name="Picture 73" descr="underline_base">
            <a:extLst>
              <a:ext uri="{FF2B5EF4-FFF2-40B4-BE49-F238E27FC236}">
                <a16:creationId xmlns:a16="http://schemas.microsoft.com/office/drawing/2014/main" id="{11BFD2AA-CABB-4DFC-A065-EE3F19A51648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125" y="1287463"/>
            <a:ext cx="4113213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8117" name="Text Box 5">
            <a:extLst>
              <a:ext uri="{FF2B5EF4-FFF2-40B4-BE49-F238E27FC236}">
                <a16:creationId xmlns:a16="http://schemas.microsoft.com/office/drawing/2014/main" id="{CAADA716-EBA1-49C8-AA6D-488FDDA6487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06875" y="4881563"/>
            <a:ext cx="1746250" cy="611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requesting host</a:t>
            </a:r>
            <a:endParaRPr lang="en-US" altLang="zh-TW" sz="2400">
              <a:latin typeface="Arial" panose="020B0604020202020204" pitchFamily="34" charset="0"/>
            </a:endParaRPr>
          </a:p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i="1">
                <a:solidFill>
                  <a:srgbClr val="000099"/>
                </a:solidFill>
                <a:latin typeface="Arial" panose="020B0604020202020204" pitchFamily="34" charset="0"/>
              </a:rPr>
              <a:t>cis.poly.edu</a:t>
            </a:r>
          </a:p>
        </p:txBody>
      </p:sp>
      <p:sp>
        <p:nvSpPr>
          <p:cNvPr id="218118" name="Text Box 6">
            <a:extLst>
              <a:ext uri="{FF2B5EF4-FFF2-40B4-BE49-F238E27FC236}">
                <a16:creationId xmlns:a16="http://schemas.microsoft.com/office/drawing/2014/main" id="{C3D8DD53-2226-496C-8596-28C82CBB6F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83375" y="5775325"/>
            <a:ext cx="1878013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i="1">
                <a:latin typeface="Arial" panose="020B0604020202020204" pitchFamily="34" charset="0"/>
              </a:rPr>
              <a:t>gaia.cs.umass.edu</a:t>
            </a:r>
          </a:p>
        </p:txBody>
      </p:sp>
      <p:sp>
        <p:nvSpPr>
          <p:cNvPr id="218119" name="Text Box 17">
            <a:extLst>
              <a:ext uri="{FF2B5EF4-FFF2-40B4-BE49-F238E27FC236}">
                <a16:creationId xmlns:a16="http://schemas.microsoft.com/office/drawing/2014/main" id="{ECFE95E6-DF7D-4A83-BFB8-B4C7AEEA0A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91200" y="481013"/>
            <a:ext cx="2011363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root DNS server</a:t>
            </a:r>
            <a:endParaRPr lang="en-US" altLang="zh-TW" sz="1600">
              <a:latin typeface="Arial" panose="020B0604020202020204" pitchFamily="34" charset="0"/>
            </a:endParaRPr>
          </a:p>
        </p:txBody>
      </p:sp>
      <p:sp>
        <p:nvSpPr>
          <p:cNvPr id="218120" name="Line 18">
            <a:extLst>
              <a:ext uri="{FF2B5EF4-FFF2-40B4-BE49-F238E27FC236}">
                <a16:creationId xmlns:a16="http://schemas.microsoft.com/office/drawing/2014/main" id="{FC39F2C9-A4B9-4FD7-8D24-8C06262F30C9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5286375" y="2916238"/>
            <a:ext cx="0" cy="1314450"/>
          </a:xfrm>
          <a:prstGeom prst="line">
            <a:avLst/>
          </a:prstGeom>
          <a:noFill/>
          <a:ln w="28575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218121" name="Line 19">
            <a:extLst>
              <a:ext uri="{FF2B5EF4-FFF2-40B4-BE49-F238E27FC236}">
                <a16:creationId xmlns:a16="http://schemas.microsoft.com/office/drawing/2014/main" id="{FDC08D41-A76E-4B34-9967-FCEEB04E118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400675" y="1220788"/>
            <a:ext cx="914400" cy="971550"/>
          </a:xfrm>
          <a:prstGeom prst="line">
            <a:avLst/>
          </a:prstGeom>
          <a:noFill/>
          <a:ln w="28575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218122" name="Line 20">
            <a:extLst>
              <a:ext uri="{FF2B5EF4-FFF2-40B4-BE49-F238E27FC236}">
                <a16:creationId xmlns:a16="http://schemas.microsoft.com/office/drawing/2014/main" id="{69C39F7F-49AC-4C86-A6B5-9ADB0E5406A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686425" y="2382838"/>
            <a:ext cx="1485900" cy="9525"/>
          </a:xfrm>
          <a:prstGeom prst="line">
            <a:avLst/>
          </a:prstGeom>
          <a:noFill/>
          <a:ln w="28575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218123" name="Line 21">
            <a:extLst>
              <a:ext uri="{FF2B5EF4-FFF2-40B4-BE49-F238E27FC236}">
                <a16:creationId xmlns:a16="http://schemas.microsoft.com/office/drawing/2014/main" id="{AF82C977-57A9-4062-9054-7DD525C1FB2D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5686425" y="2554288"/>
            <a:ext cx="1419225" cy="0"/>
          </a:xfrm>
          <a:prstGeom prst="line">
            <a:avLst/>
          </a:prstGeom>
          <a:noFill/>
          <a:ln w="28575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218124" name="Line 22">
            <a:extLst>
              <a:ext uri="{FF2B5EF4-FFF2-40B4-BE49-F238E27FC236}">
                <a16:creationId xmlns:a16="http://schemas.microsoft.com/office/drawing/2014/main" id="{3EA17EF8-6115-4AD6-9A57-2F7C6B55ED1B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610225" y="1449388"/>
            <a:ext cx="733425" cy="762000"/>
          </a:xfrm>
          <a:prstGeom prst="line">
            <a:avLst/>
          </a:prstGeom>
          <a:noFill/>
          <a:ln w="28575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218125" name="Line 23">
            <a:extLst>
              <a:ext uri="{FF2B5EF4-FFF2-40B4-BE49-F238E27FC236}">
                <a16:creationId xmlns:a16="http://schemas.microsoft.com/office/drawing/2014/main" id="{095DCF48-ADC8-48B5-B2F8-EB874E83C820}"/>
              </a:ext>
            </a:extLst>
          </p:cNvPr>
          <p:cNvSpPr>
            <a:spLocks noChangeShapeType="1"/>
          </p:cNvSpPr>
          <p:nvPr/>
        </p:nvSpPr>
        <p:spPr bwMode="auto">
          <a:xfrm>
            <a:off x="5476875" y="2933700"/>
            <a:ext cx="9525" cy="1323975"/>
          </a:xfrm>
          <a:prstGeom prst="line">
            <a:avLst/>
          </a:prstGeom>
          <a:noFill/>
          <a:ln w="28575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grpSp>
        <p:nvGrpSpPr>
          <p:cNvPr id="218126" name="Group 24">
            <a:extLst>
              <a:ext uri="{FF2B5EF4-FFF2-40B4-BE49-F238E27FC236}">
                <a16:creationId xmlns:a16="http://schemas.microsoft.com/office/drawing/2014/main" id="{3193CF65-FF0E-48CB-950A-04B75A32F97D}"/>
              </a:ext>
            </a:extLst>
          </p:cNvPr>
          <p:cNvGrpSpPr>
            <a:grpSpLocks/>
          </p:cNvGrpSpPr>
          <p:nvPr/>
        </p:nvGrpSpPr>
        <p:grpSpPr bwMode="auto">
          <a:xfrm>
            <a:off x="4179888" y="3062288"/>
            <a:ext cx="1898650" cy="611187"/>
            <a:chOff x="2831" y="2132"/>
            <a:chExt cx="1196" cy="385"/>
          </a:xfrm>
        </p:grpSpPr>
        <p:sp>
          <p:nvSpPr>
            <p:cNvPr id="218279" name="Rectangle 25">
              <a:extLst>
                <a:ext uri="{FF2B5EF4-FFF2-40B4-BE49-F238E27FC236}">
                  <a16:creationId xmlns:a16="http://schemas.microsoft.com/office/drawing/2014/main" id="{CC02B0AB-0890-47F8-A3BD-C395E5B966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38" y="2178"/>
              <a:ext cx="1182" cy="3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218280" name="Text Box 26">
              <a:extLst>
                <a:ext uri="{FF2B5EF4-FFF2-40B4-BE49-F238E27FC236}">
                  <a16:creationId xmlns:a16="http://schemas.microsoft.com/office/drawing/2014/main" id="{D3442124-D1C7-41C2-8F6B-FB8443635C5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31" y="2132"/>
              <a:ext cx="1196" cy="38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 dirty="0">
                  <a:latin typeface="Arial" panose="020B0604020202020204" pitchFamily="34" charset="0"/>
                </a:rPr>
                <a:t>local DNS server</a:t>
              </a:r>
              <a:endParaRPr lang="en-US" altLang="zh-TW" sz="2400" dirty="0">
                <a:latin typeface="Arial" panose="020B0604020202020204" pitchFamily="34" charset="0"/>
              </a:endParaRP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 i="1" dirty="0">
                  <a:solidFill>
                    <a:srgbClr val="000099"/>
                  </a:solidFill>
                  <a:latin typeface="Arial" panose="020B0604020202020204" pitchFamily="34" charset="0"/>
                </a:rPr>
                <a:t>dns.poly.edu</a:t>
              </a:r>
            </a:p>
          </p:txBody>
        </p:sp>
      </p:grpSp>
      <p:sp>
        <p:nvSpPr>
          <p:cNvPr id="218127" name="Text Box 27">
            <a:extLst>
              <a:ext uri="{FF2B5EF4-FFF2-40B4-BE49-F238E27FC236}">
                <a16:creationId xmlns:a16="http://schemas.microsoft.com/office/drawing/2014/main" id="{08CC898D-B008-4F9D-B9F4-E93A54BC45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97450" y="3771900"/>
            <a:ext cx="311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solidFill>
                  <a:srgbClr val="CC0000"/>
                </a:solidFill>
                <a:latin typeface="Arial" panose="020B0604020202020204" pitchFamily="34" charset="0"/>
              </a:rPr>
              <a:t>1</a:t>
            </a:r>
            <a:endParaRPr lang="en-US" altLang="zh-TW" sz="2400">
              <a:solidFill>
                <a:srgbClr val="CC0000"/>
              </a:solidFill>
              <a:latin typeface="Arial" panose="020B0604020202020204" pitchFamily="34" charset="0"/>
            </a:endParaRPr>
          </a:p>
        </p:txBody>
      </p:sp>
      <p:sp>
        <p:nvSpPr>
          <p:cNvPr id="218128" name="Text Box 28">
            <a:extLst>
              <a:ext uri="{FF2B5EF4-FFF2-40B4-BE49-F238E27FC236}">
                <a16:creationId xmlns:a16="http://schemas.microsoft.com/office/drawing/2014/main" id="{1438FF3D-94FE-4B15-8BE1-7B96E026DBD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40375" y="1438275"/>
            <a:ext cx="311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solidFill>
                  <a:srgbClr val="CC0000"/>
                </a:solidFill>
                <a:latin typeface="Arial" panose="020B0604020202020204" pitchFamily="34" charset="0"/>
              </a:rPr>
              <a:t>2</a:t>
            </a:r>
            <a:endParaRPr lang="en-US" altLang="zh-TW" sz="2400">
              <a:solidFill>
                <a:srgbClr val="CC0000"/>
              </a:solidFill>
              <a:latin typeface="Arial" panose="020B0604020202020204" pitchFamily="34" charset="0"/>
            </a:endParaRPr>
          </a:p>
        </p:txBody>
      </p:sp>
      <p:sp>
        <p:nvSpPr>
          <p:cNvPr id="218129" name="Text Box 29">
            <a:extLst>
              <a:ext uri="{FF2B5EF4-FFF2-40B4-BE49-F238E27FC236}">
                <a16:creationId xmlns:a16="http://schemas.microsoft.com/office/drawing/2014/main" id="{AE8B5CAA-5B3A-47AB-B783-E653B0AF06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78525" y="1676400"/>
            <a:ext cx="311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solidFill>
                  <a:srgbClr val="CC0000"/>
                </a:solidFill>
                <a:latin typeface="Arial" panose="020B0604020202020204" pitchFamily="34" charset="0"/>
              </a:rPr>
              <a:t>3</a:t>
            </a:r>
            <a:endParaRPr lang="en-US" altLang="zh-TW" sz="2400">
              <a:solidFill>
                <a:srgbClr val="CC0000"/>
              </a:solidFill>
              <a:latin typeface="Arial" panose="020B0604020202020204" pitchFamily="34" charset="0"/>
            </a:endParaRPr>
          </a:p>
        </p:txBody>
      </p:sp>
      <p:sp>
        <p:nvSpPr>
          <p:cNvPr id="218130" name="Text Box 30">
            <a:extLst>
              <a:ext uri="{FF2B5EF4-FFF2-40B4-BE49-F238E27FC236}">
                <a16:creationId xmlns:a16="http://schemas.microsoft.com/office/drawing/2014/main" id="{B80E3966-23AC-4A20-B329-79A6047DD12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92850" y="2085975"/>
            <a:ext cx="311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solidFill>
                  <a:srgbClr val="CC0000"/>
                </a:solidFill>
                <a:latin typeface="Arial" panose="020B0604020202020204" pitchFamily="34" charset="0"/>
              </a:rPr>
              <a:t>4</a:t>
            </a:r>
            <a:endParaRPr lang="en-US" altLang="zh-TW" sz="2400">
              <a:solidFill>
                <a:srgbClr val="CC0000"/>
              </a:solidFill>
              <a:latin typeface="Arial" panose="020B0604020202020204" pitchFamily="34" charset="0"/>
            </a:endParaRPr>
          </a:p>
        </p:txBody>
      </p:sp>
      <p:sp>
        <p:nvSpPr>
          <p:cNvPr id="218131" name="Text Box 31">
            <a:extLst>
              <a:ext uri="{FF2B5EF4-FFF2-40B4-BE49-F238E27FC236}">
                <a16:creationId xmlns:a16="http://schemas.microsoft.com/office/drawing/2014/main" id="{199CC739-EADE-4166-A2B4-7C5BA8059F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23013" y="2573338"/>
            <a:ext cx="311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solidFill>
                  <a:srgbClr val="CC0000"/>
                </a:solidFill>
                <a:latin typeface="Arial" panose="020B0604020202020204" pitchFamily="34" charset="0"/>
              </a:rPr>
              <a:t>5</a:t>
            </a:r>
            <a:endParaRPr lang="en-US" altLang="zh-TW" sz="2400">
              <a:solidFill>
                <a:srgbClr val="CC0000"/>
              </a:solidFill>
              <a:latin typeface="Arial" panose="020B0604020202020204" pitchFamily="34" charset="0"/>
            </a:endParaRPr>
          </a:p>
        </p:txBody>
      </p:sp>
      <p:sp>
        <p:nvSpPr>
          <p:cNvPr id="218132" name="Text Box 32">
            <a:extLst>
              <a:ext uri="{FF2B5EF4-FFF2-40B4-BE49-F238E27FC236}">
                <a16:creationId xmlns:a16="http://schemas.microsoft.com/office/drawing/2014/main" id="{CDF2E4FD-561E-4750-83B4-FB1DC98A2D0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19913" y="3613150"/>
            <a:ext cx="311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solidFill>
                  <a:srgbClr val="CC0000"/>
                </a:solidFill>
                <a:latin typeface="Arial" panose="020B0604020202020204" pitchFamily="34" charset="0"/>
              </a:rPr>
              <a:t>6</a:t>
            </a:r>
            <a:endParaRPr lang="en-US" altLang="zh-TW" sz="2400">
              <a:solidFill>
                <a:srgbClr val="CC0000"/>
              </a:solidFill>
              <a:latin typeface="Arial" panose="020B0604020202020204" pitchFamily="34" charset="0"/>
            </a:endParaRPr>
          </a:p>
        </p:txBody>
      </p:sp>
      <p:sp>
        <p:nvSpPr>
          <p:cNvPr id="218133" name="Text Box 60">
            <a:extLst>
              <a:ext uri="{FF2B5EF4-FFF2-40B4-BE49-F238E27FC236}">
                <a16:creationId xmlns:a16="http://schemas.microsoft.com/office/drawing/2014/main" id="{22942E6E-964A-4B56-9387-845A9D9F77E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53175" y="4429125"/>
            <a:ext cx="2397125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authoritative DNS server</a:t>
            </a:r>
            <a:endParaRPr lang="en-US" altLang="zh-TW" sz="2400">
              <a:latin typeface="Arial" panose="020B0604020202020204" pitchFamily="34" charset="0"/>
            </a:endParaRPr>
          </a:p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b="1">
                <a:latin typeface="Arial" panose="020B0604020202020204" pitchFamily="34" charset="0"/>
              </a:rPr>
              <a:t>dns.cs.umass.edu</a:t>
            </a:r>
            <a:endParaRPr lang="en-US" altLang="zh-TW" sz="1600">
              <a:latin typeface="Arial" panose="020B0604020202020204" pitchFamily="34" charset="0"/>
            </a:endParaRPr>
          </a:p>
        </p:txBody>
      </p:sp>
      <p:sp>
        <p:nvSpPr>
          <p:cNvPr id="218134" name="Text Box 61">
            <a:extLst>
              <a:ext uri="{FF2B5EF4-FFF2-40B4-BE49-F238E27FC236}">
                <a16:creationId xmlns:a16="http://schemas.microsoft.com/office/drawing/2014/main" id="{5198B42F-5493-4807-B9E1-3CB6FB9FA24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92850" y="3643313"/>
            <a:ext cx="311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solidFill>
                  <a:srgbClr val="CC0000"/>
                </a:solidFill>
                <a:latin typeface="Arial" panose="020B0604020202020204" pitchFamily="34" charset="0"/>
              </a:rPr>
              <a:t>7</a:t>
            </a:r>
            <a:endParaRPr lang="en-US" altLang="zh-TW" sz="2400">
              <a:solidFill>
                <a:srgbClr val="CC0000"/>
              </a:solidFill>
              <a:latin typeface="Arial" panose="020B0604020202020204" pitchFamily="34" charset="0"/>
            </a:endParaRPr>
          </a:p>
        </p:txBody>
      </p:sp>
      <p:sp>
        <p:nvSpPr>
          <p:cNvPr id="218135" name="Text Box 62">
            <a:extLst>
              <a:ext uri="{FF2B5EF4-FFF2-40B4-BE49-F238E27FC236}">
                <a16:creationId xmlns:a16="http://schemas.microsoft.com/office/drawing/2014/main" id="{7E1C25FC-C1A9-48A8-AAE6-239B69B9A9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49900" y="3790950"/>
            <a:ext cx="311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solidFill>
                  <a:srgbClr val="CC0000"/>
                </a:solidFill>
                <a:latin typeface="Arial" panose="020B0604020202020204" pitchFamily="34" charset="0"/>
              </a:rPr>
              <a:t>8</a:t>
            </a:r>
            <a:endParaRPr lang="en-US" altLang="zh-TW" sz="2400">
              <a:solidFill>
                <a:srgbClr val="CC0000"/>
              </a:solidFill>
              <a:latin typeface="Arial" panose="020B0604020202020204" pitchFamily="34" charset="0"/>
            </a:endParaRPr>
          </a:p>
        </p:txBody>
      </p:sp>
      <p:sp>
        <p:nvSpPr>
          <p:cNvPr id="218136" name="Line 63">
            <a:extLst>
              <a:ext uri="{FF2B5EF4-FFF2-40B4-BE49-F238E27FC236}">
                <a16:creationId xmlns:a16="http://schemas.microsoft.com/office/drawing/2014/main" id="{2B27C181-BDC4-438B-B36E-042129BCCF18}"/>
              </a:ext>
            </a:extLst>
          </p:cNvPr>
          <p:cNvSpPr>
            <a:spLocks noChangeShapeType="1"/>
          </p:cNvSpPr>
          <p:nvPr/>
        </p:nvSpPr>
        <p:spPr bwMode="auto">
          <a:xfrm>
            <a:off x="5619750" y="2714625"/>
            <a:ext cx="1493838" cy="1314450"/>
          </a:xfrm>
          <a:prstGeom prst="line">
            <a:avLst/>
          </a:prstGeom>
          <a:noFill/>
          <a:ln w="25400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218137" name="Line 64">
            <a:extLst>
              <a:ext uri="{FF2B5EF4-FFF2-40B4-BE49-F238E27FC236}">
                <a16:creationId xmlns:a16="http://schemas.microsoft.com/office/drawing/2014/main" id="{ECD21871-BC33-4DA8-B558-F8224FCC4F72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5580063" y="2840038"/>
            <a:ext cx="1493837" cy="1301750"/>
          </a:xfrm>
          <a:prstGeom prst="line">
            <a:avLst/>
          </a:prstGeom>
          <a:noFill/>
          <a:ln w="25400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218138" name="Text Box 65">
            <a:extLst>
              <a:ext uri="{FF2B5EF4-FFF2-40B4-BE49-F238E27FC236}">
                <a16:creationId xmlns:a16="http://schemas.microsoft.com/office/drawing/2014/main" id="{22D19581-7863-40DD-9DF4-A007AE6406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51613" y="1852613"/>
            <a:ext cx="2011362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TLD DNS server</a:t>
            </a:r>
            <a:endParaRPr lang="en-US" altLang="zh-TW" sz="1600">
              <a:latin typeface="Arial" panose="020B0604020202020204" pitchFamily="34" charset="0"/>
            </a:endParaRPr>
          </a:p>
        </p:txBody>
      </p:sp>
      <p:sp>
        <p:nvSpPr>
          <p:cNvPr id="218139" name="Rectangle 66">
            <a:extLst>
              <a:ext uri="{FF2B5EF4-FFF2-40B4-BE49-F238E27FC236}">
                <a16:creationId xmlns:a16="http://schemas.microsoft.com/office/drawing/2014/main" id="{A486EF74-1A02-4F76-BE89-78755F429FD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217488"/>
            <a:ext cx="4910138" cy="1143000"/>
          </a:xfrm>
        </p:spPr>
        <p:txBody>
          <a:bodyPr/>
          <a:lstStyle/>
          <a:p>
            <a:pPr>
              <a:lnSpc>
                <a:spcPct val="85000"/>
              </a:lnSpc>
            </a:pPr>
            <a:r>
              <a:rPr lang="en-US" altLang="zh-TW" sz="4000">
                <a:ea typeface="ＭＳ Ｐゴシック" panose="020B0600070205080204" pitchFamily="34" charset="-128"/>
              </a:rPr>
              <a:t>DNS name </a:t>
            </a:r>
            <a:br>
              <a:rPr lang="en-US" altLang="zh-TW" sz="4000">
                <a:ea typeface="ＭＳ Ｐゴシック" panose="020B0600070205080204" pitchFamily="34" charset="-128"/>
              </a:rPr>
            </a:br>
            <a:r>
              <a:rPr lang="en-US" altLang="zh-TW" sz="4000">
                <a:ea typeface="ＭＳ Ｐゴシック" panose="020B0600070205080204" pitchFamily="34" charset="-128"/>
              </a:rPr>
              <a:t>resolution example</a:t>
            </a:r>
          </a:p>
        </p:txBody>
      </p:sp>
      <p:sp>
        <p:nvSpPr>
          <p:cNvPr id="115740" name="Rectangle 69">
            <a:extLst>
              <a:ext uri="{FF2B5EF4-FFF2-40B4-BE49-F238E27FC236}">
                <a16:creationId xmlns:a16="http://schemas.microsoft.com/office/drawing/2014/main" id="{74D51CBD-059F-4802-A70F-32AF618965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3850" y="1412875"/>
            <a:ext cx="4071938" cy="45164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ZapfDingbats" pitchFamily="82" charset="2"/>
              <a:buNone/>
              <a:defRPr/>
            </a:pPr>
            <a:r>
              <a:rPr lang="en-US" altLang="zh-TW" sz="2800" i="1" kern="0" dirty="0">
                <a:solidFill>
                  <a:srgbClr val="CC0000"/>
                </a:solidFill>
                <a:latin typeface="Gill Sans MT" pitchFamily="34" charset="0"/>
              </a:rPr>
              <a:t>Iterative query:</a:t>
            </a:r>
          </a:p>
          <a:p>
            <a: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75000"/>
              <a:buFont typeface="Wingdings" pitchFamily="2" charset="2"/>
              <a:buChar char="v"/>
              <a:defRPr/>
            </a:pPr>
            <a:r>
              <a:rPr lang="en-US" altLang="zh-TW" sz="2400" kern="0" dirty="0">
                <a:solidFill>
                  <a:srgbClr val="0070C0"/>
                </a:solidFill>
                <a:latin typeface="Gill Sans MT" pitchFamily="34" charset="0"/>
              </a:rPr>
              <a:t>contacted server replies with name of server to contact</a:t>
            </a:r>
          </a:p>
          <a:p>
            <a: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75000"/>
              <a:buFont typeface="Wingdings" pitchFamily="2" charset="2"/>
              <a:buChar char="v"/>
              <a:defRPr/>
            </a:pPr>
            <a:r>
              <a:rPr lang="ja-JP" altLang="en-US" sz="2400" kern="0" dirty="0">
                <a:solidFill>
                  <a:srgbClr val="000000"/>
                </a:solidFill>
                <a:latin typeface="Gill Sans MT" pitchFamily="34" charset="0"/>
              </a:rPr>
              <a:t>“</a:t>
            </a:r>
            <a:r>
              <a:rPr lang="en-US" altLang="ja-JP" sz="2400" kern="0" dirty="0">
                <a:solidFill>
                  <a:srgbClr val="000000"/>
                </a:solidFill>
                <a:latin typeface="Gill Sans MT" pitchFamily="34" charset="0"/>
              </a:rPr>
              <a:t>I don</a:t>
            </a:r>
            <a:r>
              <a:rPr lang="ja-JP" altLang="en-US" sz="2400" kern="0" dirty="0">
                <a:solidFill>
                  <a:srgbClr val="000000"/>
                </a:solidFill>
                <a:latin typeface="Gill Sans MT" pitchFamily="34" charset="0"/>
              </a:rPr>
              <a:t>’</a:t>
            </a:r>
            <a:r>
              <a:rPr lang="en-US" altLang="ja-JP" sz="2400" kern="0" dirty="0">
                <a:solidFill>
                  <a:srgbClr val="000000"/>
                </a:solidFill>
                <a:latin typeface="Gill Sans MT" pitchFamily="34" charset="0"/>
              </a:rPr>
              <a:t>t know this name, but ask this server</a:t>
            </a:r>
            <a:r>
              <a:rPr lang="ja-JP" altLang="en-US" sz="2400" kern="0" dirty="0">
                <a:solidFill>
                  <a:srgbClr val="000000"/>
                </a:solidFill>
                <a:latin typeface="Gill Sans MT" pitchFamily="34" charset="0"/>
              </a:rPr>
              <a:t>”</a:t>
            </a:r>
            <a:endParaRPr lang="en-US" altLang="ja-JP" sz="2400" kern="0" dirty="0">
              <a:solidFill>
                <a:srgbClr val="000000"/>
              </a:solidFill>
              <a:latin typeface="Gill Sans MT" pitchFamily="34" charset="0"/>
            </a:endParaRPr>
          </a:p>
          <a:p>
            <a: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75000"/>
              <a:buFont typeface="Wingdings" pitchFamily="2" charset="2"/>
              <a:buChar char="v"/>
              <a:defRPr/>
            </a:pPr>
            <a:r>
              <a:rPr lang="en-US" altLang="ja-JP" sz="2400" kern="0" dirty="0">
                <a:solidFill>
                  <a:srgbClr val="000000"/>
                </a:solidFill>
                <a:latin typeface="Gill Sans MT" pitchFamily="34" charset="0"/>
              </a:rPr>
              <a:t>E.g., (2,3), (4,5), (6,7)</a:t>
            </a:r>
          </a:p>
          <a:p>
            <a: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75000"/>
              <a:buFont typeface="ZapfDingbats" pitchFamily="82" charset="2"/>
              <a:buNone/>
              <a:defRPr/>
            </a:pPr>
            <a:endParaRPr lang="en-US" altLang="zh-TW" sz="2400" dirty="0">
              <a:latin typeface="Gill Sans MT" pitchFamily="34" charset="0"/>
              <a:ea typeface="FangSong" pitchFamily="49" charset="-122"/>
            </a:endParaRPr>
          </a:p>
          <a:p>
            <a: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75000"/>
              <a:buFont typeface="ZapfDingbats" pitchFamily="82" charset="2"/>
              <a:buNone/>
              <a:defRPr/>
            </a:pPr>
            <a:r>
              <a:rPr lang="en-US" altLang="zh-TW" sz="2400" dirty="0">
                <a:solidFill>
                  <a:srgbClr val="0070C0"/>
                </a:solidFill>
                <a:latin typeface="Gill Sans MT" pitchFamily="34" charset="0"/>
                <a:ea typeface="FangSong" pitchFamily="49" charset="-122"/>
              </a:rPr>
              <a:t>Typical query pattern</a:t>
            </a:r>
            <a:r>
              <a:rPr lang="en-US" altLang="zh-TW" sz="2400" dirty="0">
                <a:latin typeface="Gill Sans MT" pitchFamily="34" charset="0"/>
                <a:ea typeface="FangSong" pitchFamily="49" charset="-122"/>
              </a:rPr>
              <a:t>: </a:t>
            </a:r>
          </a:p>
          <a:p>
            <a:pPr marL="342900" indent="-342900">
              <a:spcBef>
                <a:spcPct val="20000"/>
              </a:spcBef>
              <a:buClr>
                <a:srgbClr val="000099"/>
              </a:buClr>
              <a:buSzPct val="75000"/>
              <a:buFont typeface="Wingdings" pitchFamily="2" charset="2"/>
              <a:buChar char="v"/>
              <a:defRPr/>
            </a:pPr>
            <a:r>
              <a:rPr lang="en-US" altLang="zh-TW" sz="2400" dirty="0">
                <a:latin typeface="Gill Sans MT" pitchFamily="34" charset="0"/>
                <a:ea typeface="FangSong" pitchFamily="49" charset="-122"/>
              </a:rPr>
              <a:t>query from the requesting host to the local DNS server is </a:t>
            </a:r>
            <a:r>
              <a:rPr lang="en-US" altLang="zh-TW" sz="2400" dirty="0">
                <a:solidFill>
                  <a:srgbClr val="0070C0"/>
                </a:solidFill>
                <a:latin typeface="Gill Sans MT" pitchFamily="34" charset="0"/>
                <a:ea typeface="FangSong" pitchFamily="49" charset="-122"/>
              </a:rPr>
              <a:t>recursive</a:t>
            </a:r>
          </a:p>
          <a:p>
            <a:pPr marL="342900" indent="-342900">
              <a:spcBef>
                <a:spcPct val="20000"/>
              </a:spcBef>
              <a:buClr>
                <a:srgbClr val="000099"/>
              </a:buClr>
              <a:buSzPct val="75000"/>
              <a:buFont typeface="Wingdings" pitchFamily="2" charset="2"/>
              <a:buChar char="v"/>
              <a:defRPr/>
            </a:pPr>
            <a:r>
              <a:rPr lang="en-US" altLang="zh-TW" sz="2400" dirty="0">
                <a:latin typeface="Gill Sans MT" pitchFamily="34" charset="0"/>
                <a:ea typeface="FangSong" pitchFamily="49" charset="-122"/>
              </a:rPr>
              <a:t>remaining queries are </a:t>
            </a:r>
            <a:r>
              <a:rPr lang="en-US" altLang="zh-TW" sz="2400" dirty="0">
                <a:solidFill>
                  <a:srgbClr val="0070C0"/>
                </a:solidFill>
                <a:latin typeface="Gill Sans MT" pitchFamily="34" charset="0"/>
                <a:ea typeface="FangSong" pitchFamily="49" charset="-122"/>
              </a:rPr>
              <a:t>iterative</a:t>
            </a:r>
            <a:r>
              <a:rPr lang="en-US" altLang="zh-TW" sz="2400" dirty="0">
                <a:latin typeface="Gill Sans MT" pitchFamily="34" charset="0"/>
                <a:ea typeface="FangSong" pitchFamily="49" charset="-122"/>
              </a:rPr>
              <a:t>.</a:t>
            </a:r>
          </a:p>
          <a:p>
            <a: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75000"/>
              <a:buFont typeface="ZapfDingbats" pitchFamily="82" charset="2"/>
              <a:buNone/>
              <a:defRPr/>
            </a:pPr>
            <a:endParaRPr lang="en-US" altLang="zh-TW" sz="2400" dirty="0">
              <a:latin typeface="Gill Sans MT" pitchFamily="34" charset="0"/>
              <a:ea typeface="FangSong" pitchFamily="49" charset="-122"/>
            </a:endParaRPr>
          </a:p>
        </p:txBody>
      </p:sp>
      <p:grpSp>
        <p:nvGrpSpPr>
          <p:cNvPr id="218141" name="Group 86">
            <a:extLst>
              <a:ext uri="{FF2B5EF4-FFF2-40B4-BE49-F238E27FC236}">
                <a16:creationId xmlns:a16="http://schemas.microsoft.com/office/drawing/2014/main" id="{7CF34725-6536-4CCC-B22C-3D7730BCC0E1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226300" y="5091113"/>
            <a:ext cx="925513" cy="795337"/>
            <a:chOff x="-44" y="1473"/>
            <a:chExt cx="981" cy="1105"/>
          </a:xfrm>
        </p:grpSpPr>
        <p:pic>
          <p:nvPicPr>
            <p:cNvPr id="218277" name="Picture 87" descr="desktop_computer_stylized_medium">
              <a:extLst>
                <a:ext uri="{FF2B5EF4-FFF2-40B4-BE49-F238E27FC236}">
                  <a16:creationId xmlns:a16="http://schemas.microsoft.com/office/drawing/2014/main" id="{31607947-8FF2-45DB-BB91-0BE60A6F377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18278" name="Freeform 88">
              <a:extLst>
                <a:ext uri="{FF2B5EF4-FFF2-40B4-BE49-F238E27FC236}">
                  <a16:creationId xmlns:a16="http://schemas.microsoft.com/office/drawing/2014/main" id="{8DA19FB2-D441-43B8-B3E2-074D3D621187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5089652 w 356"/>
                <a:gd name="T3" fmla="*/ 1851256 h 368"/>
                <a:gd name="T4" fmla="*/ 17900690 w 356"/>
                <a:gd name="T5" fmla="*/ 38567519 h 368"/>
                <a:gd name="T6" fmla="*/ 3945041 w 356"/>
                <a:gd name="T7" fmla="*/ 48232874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218142" name="Group 89">
            <a:extLst>
              <a:ext uri="{FF2B5EF4-FFF2-40B4-BE49-F238E27FC236}">
                <a16:creationId xmlns:a16="http://schemas.microsoft.com/office/drawing/2014/main" id="{5C817EDA-1D5F-4CC3-97AB-C8C1C9392FBA}"/>
              </a:ext>
            </a:extLst>
          </p:cNvPr>
          <p:cNvGrpSpPr>
            <a:grpSpLocks/>
          </p:cNvGrpSpPr>
          <p:nvPr/>
        </p:nvGrpSpPr>
        <p:grpSpPr bwMode="auto">
          <a:xfrm>
            <a:off x="4765675" y="4244975"/>
            <a:ext cx="925513" cy="795338"/>
            <a:chOff x="-44" y="1473"/>
            <a:chExt cx="981" cy="1105"/>
          </a:xfrm>
        </p:grpSpPr>
        <p:pic>
          <p:nvPicPr>
            <p:cNvPr id="218275" name="Picture 90" descr="desktop_computer_stylized_medium">
              <a:extLst>
                <a:ext uri="{FF2B5EF4-FFF2-40B4-BE49-F238E27FC236}">
                  <a16:creationId xmlns:a16="http://schemas.microsoft.com/office/drawing/2014/main" id="{D45E26AA-E5DF-4762-93D9-B539B584D3D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18276" name="Freeform 91">
              <a:extLst>
                <a:ext uri="{FF2B5EF4-FFF2-40B4-BE49-F238E27FC236}">
                  <a16:creationId xmlns:a16="http://schemas.microsoft.com/office/drawing/2014/main" id="{F45243C4-206D-48FA-AA5B-3F62BD566123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5089652 w 356"/>
                <a:gd name="T3" fmla="*/ 1851256 h 368"/>
                <a:gd name="T4" fmla="*/ 17900690 w 356"/>
                <a:gd name="T5" fmla="*/ 38567519 h 368"/>
                <a:gd name="T6" fmla="*/ 3945041 w 356"/>
                <a:gd name="T7" fmla="*/ 48232874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218143" name="Group 125">
            <a:extLst>
              <a:ext uri="{FF2B5EF4-FFF2-40B4-BE49-F238E27FC236}">
                <a16:creationId xmlns:a16="http://schemas.microsoft.com/office/drawing/2014/main" id="{98383A6A-92DF-4FF8-AA90-788A8C7A918E}"/>
              </a:ext>
            </a:extLst>
          </p:cNvPr>
          <p:cNvGrpSpPr>
            <a:grpSpLocks/>
          </p:cNvGrpSpPr>
          <p:nvPr/>
        </p:nvGrpSpPr>
        <p:grpSpPr bwMode="auto">
          <a:xfrm>
            <a:off x="7226300" y="3743325"/>
            <a:ext cx="390525" cy="641350"/>
            <a:chOff x="4140" y="429"/>
            <a:chExt cx="1425" cy="2396"/>
          </a:xfrm>
        </p:grpSpPr>
        <p:sp>
          <p:nvSpPr>
            <p:cNvPr id="218243" name="Freeform 126">
              <a:extLst>
                <a:ext uri="{FF2B5EF4-FFF2-40B4-BE49-F238E27FC236}">
                  <a16:creationId xmlns:a16="http://schemas.microsoft.com/office/drawing/2014/main" id="{E79E921E-A558-49F2-A776-56F1A54E6983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2 w 354"/>
                <a:gd name="T3" fmla="*/ 3 h 2742"/>
                <a:gd name="T4" fmla="*/ 2 w 354"/>
                <a:gd name="T5" fmla="*/ 3 h 2742"/>
                <a:gd name="T6" fmla="*/ 0 w 354"/>
                <a:gd name="T7" fmla="*/ 3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8244" name="Rectangle 127">
              <a:extLst>
                <a:ext uri="{FF2B5EF4-FFF2-40B4-BE49-F238E27FC236}">
                  <a16:creationId xmlns:a16="http://schemas.microsoft.com/office/drawing/2014/main" id="{9F869243-4120-4691-B231-437DAA5CA2C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4" y="429"/>
              <a:ext cx="1048" cy="2283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18245" name="Freeform 128">
              <a:extLst>
                <a:ext uri="{FF2B5EF4-FFF2-40B4-BE49-F238E27FC236}">
                  <a16:creationId xmlns:a16="http://schemas.microsoft.com/office/drawing/2014/main" id="{BF9728C5-42AC-46F3-9899-8DA2A10ADE4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2 w 211"/>
                <a:gd name="T3" fmla="*/ 3 h 2537"/>
                <a:gd name="T4" fmla="*/ 2 w 211"/>
                <a:gd name="T5" fmla="*/ 3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8246" name="Freeform 129">
              <a:extLst>
                <a:ext uri="{FF2B5EF4-FFF2-40B4-BE49-F238E27FC236}">
                  <a16:creationId xmlns:a16="http://schemas.microsoft.com/office/drawing/2014/main" id="{E361EBC1-ABCF-441F-9A06-16300EC8F058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3 h 226"/>
                <a:gd name="T4" fmla="*/ 2 w 328"/>
                <a:gd name="T5" fmla="*/ 3 h 226"/>
                <a:gd name="T6" fmla="*/ 0 w 328"/>
                <a:gd name="T7" fmla="*/ 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8247" name="Rectangle 130">
              <a:extLst>
                <a:ext uri="{FF2B5EF4-FFF2-40B4-BE49-F238E27FC236}">
                  <a16:creationId xmlns:a16="http://schemas.microsoft.com/office/drawing/2014/main" id="{4E22E766-D9B0-449E-BED8-3F09650EB3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6"/>
              <a:ext cx="597" cy="42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218248" name="Group 131">
              <a:extLst>
                <a:ext uri="{FF2B5EF4-FFF2-40B4-BE49-F238E27FC236}">
                  <a16:creationId xmlns:a16="http://schemas.microsoft.com/office/drawing/2014/main" id="{697FF2FC-7BAA-4633-9BD1-AE5779A21AC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18273" name="AutoShape 132">
                <a:extLst>
                  <a:ext uri="{FF2B5EF4-FFF2-40B4-BE49-F238E27FC236}">
                    <a16:creationId xmlns:a16="http://schemas.microsoft.com/office/drawing/2014/main" id="{46B98D64-B4F8-48D4-BBC6-615103AA091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3" cy="142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18274" name="AutoShape 133">
                <a:extLst>
                  <a:ext uri="{FF2B5EF4-FFF2-40B4-BE49-F238E27FC236}">
                    <a16:creationId xmlns:a16="http://schemas.microsoft.com/office/drawing/2014/main" id="{DE7737DB-9F03-432C-9C86-BC3FBA859C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3"/>
                <a:ext cx="694" cy="10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18249" name="Rectangle 134">
              <a:extLst>
                <a:ext uri="{FF2B5EF4-FFF2-40B4-BE49-F238E27FC236}">
                  <a16:creationId xmlns:a16="http://schemas.microsoft.com/office/drawing/2014/main" id="{0F5040F7-A2F4-4C58-B99C-05282257169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7" y="1016"/>
              <a:ext cx="591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218250" name="Group 135">
              <a:extLst>
                <a:ext uri="{FF2B5EF4-FFF2-40B4-BE49-F238E27FC236}">
                  <a16:creationId xmlns:a16="http://schemas.microsoft.com/office/drawing/2014/main" id="{3B02E479-3362-4A58-974C-0A2D334E3E7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18271" name="AutoShape 136">
                <a:extLst>
                  <a:ext uri="{FF2B5EF4-FFF2-40B4-BE49-F238E27FC236}">
                    <a16:creationId xmlns:a16="http://schemas.microsoft.com/office/drawing/2014/main" id="{5623283B-56A1-4C26-9815-B84944F66F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6"/>
                <a:ext cx="723" cy="141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18272" name="AutoShape 137">
                <a:extLst>
                  <a:ext uri="{FF2B5EF4-FFF2-40B4-BE49-F238E27FC236}">
                    <a16:creationId xmlns:a16="http://schemas.microsoft.com/office/drawing/2014/main" id="{9EAA7EF2-EA80-4926-BF36-AF794604BBA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5"/>
                <a:ext cx="694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18251" name="Rectangle 138">
              <a:extLst>
                <a:ext uri="{FF2B5EF4-FFF2-40B4-BE49-F238E27FC236}">
                  <a16:creationId xmlns:a16="http://schemas.microsoft.com/office/drawing/2014/main" id="{55037C2B-3446-4A7E-B3E7-AD4163F1DE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5" y="1360"/>
              <a:ext cx="597" cy="42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18252" name="Rectangle 139">
              <a:extLst>
                <a:ext uri="{FF2B5EF4-FFF2-40B4-BE49-F238E27FC236}">
                  <a16:creationId xmlns:a16="http://schemas.microsoft.com/office/drawing/2014/main" id="{EBCB7D0C-2A5D-4305-8DBA-E6298831E6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7" y="1657"/>
              <a:ext cx="597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218253" name="Group 140">
              <a:extLst>
                <a:ext uri="{FF2B5EF4-FFF2-40B4-BE49-F238E27FC236}">
                  <a16:creationId xmlns:a16="http://schemas.microsoft.com/office/drawing/2014/main" id="{99A742D4-21AB-48D7-9803-66CA68D9846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18269" name="AutoShape 141">
                <a:extLst>
                  <a:ext uri="{FF2B5EF4-FFF2-40B4-BE49-F238E27FC236}">
                    <a16:creationId xmlns:a16="http://schemas.microsoft.com/office/drawing/2014/main" id="{010E0C82-270F-4B9F-B90D-5406CCC9EA0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8"/>
                <a:ext cx="722" cy="131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18270" name="AutoShape 142">
                <a:extLst>
                  <a:ext uri="{FF2B5EF4-FFF2-40B4-BE49-F238E27FC236}">
                    <a16:creationId xmlns:a16="http://schemas.microsoft.com/office/drawing/2014/main" id="{41206C1F-3061-4094-8615-9E555C622D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4"/>
                <a:ext cx="693" cy="10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18254" name="Freeform 143">
              <a:extLst>
                <a:ext uri="{FF2B5EF4-FFF2-40B4-BE49-F238E27FC236}">
                  <a16:creationId xmlns:a16="http://schemas.microsoft.com/office/drawing/2014/main" id="{D903AD4F-A286-477B-9CAC-40F566E38A6A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2 h 226"/>
                <a:gd name="T4" fmla="*/ 2 w 328"/>
                <a:gd name="T5" fmla="*/ 2 h 226"/>
                <a:gd name="T6" fmla="*/ 0 w 328"/>
                <a:gd name="T7" fmla="*/ 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218255" name="Group 144">
              <a:extLst>
                <a:ext uri="{FF2B5EF4-FFF2-40B4-BE49-F238E27FC236}">
                  <a16:creationId xmlns:a16="http://schemas.microsoft.com/office/drawing/2014/main" id="{D9B242CA-59C3-419A-BB77-7C16DF317E3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218267" name="AutoShape 145">
                <a:extLst>
                  <a:ext uri="{FF2B5EF4-FFF2-40B4-BE49-F238E27FC236}">
                    <a16:creationId xmlns:a16="http://schemas.microsoft.com/office/drawing/2014/main" id="{CB392768-ED7E-45F2-B897-4394BBFB96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6"/>
                <a:ext cx="729" cy="142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18268" name="AutoShape 146">
                <a:extLst>
                  <a:ext uri="{FF2B5EF4-FFF2-40B4-BE49-F238E27FC236}">
                    <a16:creationId xmlns:a16="http://schemas.microsoft.com/office/drawing/2014/main" id="{E02BC84E-7F1E-4D29-B987-1859AADF0A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3"/>
                <a:ext cx="693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18256" name="Rectangle 147">
              <a:extLst>
                <a:ext uri="{FF2B5EF4-FFF2-40B4-BE49-F238E27FC236}">
                  <a16:creationId xmlns:a16="http://schemas.microsoft.com/office/drawing/2014/main" id="{1CC9E3B8-81D7-43CE-8A8F-B241AB04FA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2" y="429"/>
              <a:ext cx="64" cy="2289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18257" name="Freeform 148">
              <a:extLst>
                <a:ext uri="{FF2B5EF4-FFF2-40B4-BE49-F238E27FC236}">
                  <a16:creationId xmlns:a16="http://schemas.microsoft.com/office/drawing/2014/main" id="{431ABD1D-5C9B-4854-B799-5D2AB5F6B305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 w 296"/>
                <a:gd name="T3" fmla="*/ 2 h 256"/>
                <a:gd name="T4" fmla="*/ 2 w 296"/>
                <a:gd name="T5" fmla="*/ 2 h 256"/>
                <a:gd name="T6" fmla="*/ 0 w 296"/>
                <a:gd name="T7" fmla="*/ 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8258" name="Freeform 149">
              <a:extLst>
                <a:ext uri="{FF2B5EF4-FFF2-40B4-BE49-F238E27FC236}">
                  <a16:creationId xmlns:a16="http://schemas.microsoft.com/office/drawing/2014/main" id="{12D55F1D-B0E5-4666-B3B5-E42D8270FE20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 w 304"/>
                <a:gd name="T3" fmla="*/ 2 h 288"/>
                <a:gd name="T4" fmla="*/ 2 w 304"/>
                <a:gd name="T5" fmla="*/ 2 h 288"/>
                <a:gd name="T6" fmla="*/ 2 w 304"/>
                <a:gd name="T7" fmla="*/ 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8259" name="Oval 150">
              <a:extLst>
                <a:ext uri="{FF2B5EF4-FFF2-40B4-BE49-F238E27FC236}">
                  <a16:creationId xmlns:a16="http://schemas.microsoft.com/office/drawing/2014/main" id="{B4EEA80E-76CF-4ED6-B7B9-3E81028FF1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9" y="2611"/>
              <a:ext cx="46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18260" name="Freeform 151">
              <a:extLst>
                <a:ext uri="{FF2B5EF4-FFF2-40B4-BE49-F238E27FC236}">
                  <a16:creationId xmlns:a16="http://schemas.microsoft.com/office/drawing/2014/main" id="{6FB329ED-56C4-4F81-8566-1A2C8CB6B6BC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 h 240"/>
                <a:gd name="T2" fmla="*/ 2 w 306"/>
                <a:gd name="T3" fmla="*/ 3 h 240"/>
                <a:gd name="T4" fmla="*/ 2 w 306"/>
                <a:gd name="T5" fmla="*/ 3 h 240"/>
                <a:gd name="T6" fmla="*/ 2 w 306"/>
                <a:gd name="T7" fmla="*/ 0 h 240"/>
                <a:gd name="T8" fmla="*/ 0 w 306"/>
                <a:gd name="T9" fmla="*/ 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8261" name="AutoShape 152">
              <a:extLst>
                <a:ext uri="{FF2B5EF4-FFF2-40B4-BE49-F238E27FC236}">
                  <a16:creationId xmlns:a16="http://schemas.microsoft.com/office/drawing/2014/main" id="{0434B4CE-F052-4B78-8B16-F47352571E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7"/>
              <a:ext cx="1199" cy="148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18262" name="AutoShape 153">
              <a:extLst>
                <a:ext uri="{FF2B5EF4-FFF2-40B4-BE49-F238E27FC236}">
                  <a16:creationId xmlns:a16="http://schemas.microsoft.com/office/drawing/2014/main" id="{54BE27A0-BDD9-4ADE-8A29-74A40DF8DA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4" y="2712"/>
              <a:ext cx="1072" cy="83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18263" name="Oval 154">
              <a:extLst>
                <a:ext uri="{FF2B5EF4-FFF2-40B4-BE49-F238E27FC236}">
                  <a16:creationId xmlns:a16="http://schemas.microsoft.com/office/drawing/2014/main" id="{EE7EDB99-20C0-4F50-BA34-94F9732A0C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8" y="2380"/>
              <a:ext cx="156" cy="14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18264" name="Oval 155">
              <a:extLst>
                <a:ext uri="{FF2B5EF4-FFF2-40B4-BE49-F238E27FC236}">
                  <a16:creationId xmlns:a16="http://schemas.microsoft.com/office/drawing/2014/main" id="{E9E516F6-6A78-4A22-9A09-E5B0AEA2AA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8" y="2386"/>
              <a:ext cx="156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18265" name="Oval 156">
              <a:extLst>
                <a:ext uri="{FF2B5EF4-FFF2-40B4-BE49-F238E27FC236}">
                  <a16:creationId xmlns:a16="http://schemas.microsoft.com/office/drawing/2014/main" id="{4A8A852D-CFAE-4B12-BE16-405CED75D4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1" y="2380"/>
              <a:ext cx="156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18266" name="Rectangle 157">
              <a:extLst>
                <a:ext uri="{FF2B5EF4-FFF2-40B4-BE49-F238E27FC236}">
                  <a16:creationId xmlns:a16="http://schemas.microsoft.com/office/drawing/2014/main" id="{870F5A15-DAAF-412E-A2B0-AEE7544FD43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1" y="1835"/>
              <a:ext cx="87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</p:grpSp>
      <p:grpSp>
        <p:nvGrpSpPr>
          <p:cNvPr id="218144" name="Group 158">
            <a:extLst>
              <a:ext uri="{FF2B5EF4-FFF2-40B4-BE49-F238E27FC236}">
                <a16:creationId xmlns:a16="http://schemas.microsoft.com/office/drawing/2014/main" id="{F6137DF3-C68B-4A74-8113-0A359DA0A0A8}"/>
              </a:ext>
            </a:extLst>
          </p:cNvPr>
          <p:cNvGrpSpPr>
            <a:grpSpLocks/>
          </p:cNvGrpSpPr>
          <p:nvPr/>
        </p:nvGrpSpPr>
        <p:grpSpPr bwMode="auto">
          <a:xfrm>
            <a:off x="5222875" y="2230438"/>
            <a:ext cx="390525" cy="641350"/>
            <a:chOff x="4140" y="429"/>
            <a:chExt cx="1425" cy="2396"/>
          </a:xfrm>
        </p:grpSpPr>
        <p:sp>
          <p:nvSpPr>
            <p:cNvPr id="218211" name="Freeform 159">
              <a:extLst>
                <a:ext uri="{FF2B5EF4-FFF2-40B4-BE49-F238E27FC236}">
                  <a16:creationId xmlns:a16="http://schemas.microsoft.com/office/drawing/2014/main" id="{D93B681A-2128-462A-AEC4-8BDFBBC024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2 w 354"/>
                <a:gd name="T3" fmla="*/ 3 h 2742"/>
                <a:gd name="T4" fmla="*/ 2 w 354"/>
                <a:gd name="T5" fmla="*/ 3 h 2742"/>
                <a:gd name="T6" fmla="*/ 0 w 354"/>
                <a:gd name="T7" fmla="*/ 3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8212" name="Rectangle 160">
              <a:extLst>
                <a:ext uri="{FF2B5EF4-FFF2-40B4-BE49-F238E27FC236}">
                  <a16:creationId xmlns:a16="http://schemas.microsoft.com/office/drawing/2014/main" id="{E5931BB9-AA5E-43CB-BB52-FD3484A43B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4" y="429"/>
              <a:ext cx="1048" cy="2283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18213" name="Freeform 161">
              <a:extLst>
                <a:ext uri="{FF2B5EF4-FFF2-40B4-BE49-F238E27FC236}">
                  <a16:creationId xmlns:a16="http://schemas.microsoft.com/office/drawing/2014/main" id="{DBE15E2B-6749-4AB7-B34D-9522FAEA3E44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2 w 211"/>
                <a:gd name="T3" fmla="*/ 3 h 2537"/>
                <a:gd name="T4" fmla="*/ 2 w 211"/>
                <a:gd name="T5" fmla="*/ 3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8214" name="Freeform 162">
              <a:extLst>
                <a:ext uri="{FF2B5EF4-FFF2-40B4-BE49-F238E27FC236}">
                  <a16:creationId xmlns:a16="http://schemas.microsoft.com/office/drawing/2014/main" id="{298E33D0-0604-4353-BA7D-65DE2ED4883D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3 h 226"/>
                <a:gd name="T4" fmla="*/ 2 w 328"/>
                <a:gd name="T5" fmla="*/ 3 h 226"/>
                <a:gd name="T6" fmla="*/ 0 w 328"/>
                <a:gd name="T7" fmla="*/ 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8215" name="Rectangle 163">
              <a:extLst>
                <a:ext uri="{FF2B5EF4-FFF2-40B4-BE49-F238E27FC236}">
                  <a16:creationId xmlns:a16="http://schemas.microsoft.com/office/drawing/2014/main" id="{571C2CB5-2DBB-4B10-9285-762318B9AAF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6"/>
              <a:ext cx="597" cy="42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218216" name="Group 164">
              <a:extLst>
                <a:ext uri="{FF2B5EF4-FFF2-40B4-BE49-F238E27FC236}">
                  <a16:creationId xmlns:a16="http://schemas.microsoft.com/office/drawing/2014/main" id="{0B82C4AA-A8EE-4F4C-A5CE-16B9129A66D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18241" name="AutoShape 165">
                <a:extLst>
                  <a:ext uri="{FF2B5EF4-FFF2-40B4-BE49-F238E27FC236}">
                    <a16:creationId xmlns:a16="http://schemas.microsoft.com/office/drawing/2014/main" id="{230A277A-DB45-4818-A1C1-909764D9C3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3" cy="142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18242" name="AutoShape 166">
                <a:extLst>
                  <a:ext uri="{FF2B5EF4-FFF2-40B4-BE49-F238E27FC236}">
                    <a16:creationId xmlns:a16="http://schemas.microsoft.com/office/drawing/2014/main" id="{794640C5-A318-457E-8E5C-F640528D1E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3"/>
                <a:ext cx="694" cy="10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18217" name="Rectangle 167">
              <a:extLst>
                <a:ext uri="{FF2B5EF4-FFF2-40B4-BE49-F238E27FC236}">
                  <a16:creationId xmlns:a16="http://schemas.microsoft.com/office/drawing/2014/main" id="{507219FC-87E0-4C43-9769-E103BC8413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7" y="1016"/>
              <a:ext cx="591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218218" name="Group 168">
              <a:extLst>
                <a:ext uri="{FF2B5EF4-FFF2-40B4-BE49-F238E27FC236}">
                  <a16:creationId xmlns:a16="http://schemas.microsoft.com/office/drawing/2014/main" id="{E83BA1A9-8598-4822-B685-0F2B10E61AC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18239" name="AutoShape 169">
                <a:extLst>
                  <a:ext uri="{FF2B5EF4-FFF2-40B4-BE49-F238E27FC236}">
                    <a16:creationId xmlns:a16="http://schemas.microsoft.com/office/drawing/2014/main" id="{EFCA4845-8196-4037-A4A7-B811A6FFF4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6"/>
                <a:ext cx="723" cy="141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18240" name="AutoShape 170">
                <a:extLst>
                  <a:ext uri="{FF2B5EF4-FFF2-40B4-BE49-F238E27FC236}">
                    <a16:creationId xmlns:a16="http://schemas.microsoft.com/office/drawing/2014/main" id="{BCE61EEE-67E0-4C9D-963E-DB2D7D96D4D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5"/>
                <a:ext cx="694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18219" name="Rectangle 171">
              <a:extLst>
                <a:ext uri="{FF2B5EF4-FFF2-40B4-BE49-F238E27FC236}">
                  <a16:creationId xmlns:a16="http://schemas.microsoft.com/office/drawing/2014/main" id="{EA67064A-B1E0-4AA5-9866-273ADAA2C02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5" y="1360"/>
              <a:ext cx="597" cy="42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18220" name="Rectangle 172">
              <a:extLst>
                <a:ext uri="{FF2B5EF4-FFF2-40B4-BE49-F238E27FC236}">
                  <a16:creationId xmlns:a16="http://schemas.microsoft.com/office/drawing/2014/main" id="{BB29697B-8ACA-489C-BC77-E6543987CC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7" y="1657"/>
              <a:ext cx="597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218221" name="Group 173">
              <a:extLst>
                <a:ext uri="{FF2B5EF4-FFF2-40B4-BE49-F238E27FC236}">
                  <a16:creationId xmlns:a16="http://schemas.microsoft.com/office/drawing/2014/main" id="{57426A19-4510-4A5B-97D2-B14876ADDA0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18237" name="AutoShape 174">
                <a:extLst>
                  <a:ext uri="{FF2B5EF4-FFF2-40B4-BE49-F238E27FC236}">
                    <a16:creationId xmlns:a16="http://schemas.microsoft.com/office/drawing/2014/main" id="{D2ABBB5E-783A-46E6-AE58-57C6118FC5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8"/>
                <a:ext cx="722" cy="131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18238" name="AutoShape 175">
                <a:extLst>
                  <a:ext uri="{FF2B5EF4-FFF2-40B4-BE49-F238E27FC236}">
                    <a16:creationId xmlns:a16="http://schemas.microsoft.com/office/drawing/2014/main" id="{CD4C7700-9402-4DE0-BAEF-D314021F2F8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4"/>
                <a:ext cx="693" cy="10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18222" name="Freeform 176">
              <a:extLst>
                <a:ext uri="{FF2B5EF4-FFF2-40B4-BE49-F238E27FC236}">
                  <a16:creationId xmlns:a16="http://schemas.microsoft.com/office/drawing/2014/main" id="{FC55DA56-2F14-437A-8C9D-0396A7CFEFDE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2 h 226"/>
                <a:gd name="T4" fmla="*/ 2 w 328"/>
                <a:gd name="T5" fmla="*/ 2 h 226"/>
                <a:gd name="T6" fmla="*/ 0 w 328"/>
                <a:gd name="T7" fmla="*/ 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218223" name="Group 177">
              <a:extLst>
                <a:ext uri="{FF2B5EF4-FFF2-40B4-BE49-F238E27FC236}">
                  <a16:creationId xmlns:a16="http://schemas.microsoft.com/office/drawing/2014/main" id="{036FB0BB-B88B-4CD7-89DD-F9A233E1158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218235" name="AutoShape 178">
                <a:extLst>
                  <a:ext uri="{FF2B5EF4-FFF2-40B4-BE49-F238E27FC236}">
                    <a16:creationId xmlns:a16="http://schemas.microsoft.com/office/drawing/2014/main" id="{6DD77F30-BDC9-4C7F-A95B-AC5DF48738E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6"/>
                <a:ext cx="729" cy="142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18236" name="AutoShape 179">
                <a:extLst>
                  <a:ext uri="{FF2B5EF4-FFF2-40B4-BE49-F238E27FC236}">
                    <a16:creationId xmlns:a16="http://schemas.microsoft.com/office/drawing/2014/main" id="{B2483DDE-7A1A-40DF-97C5-9A447F63B0D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3"/>
                <a:ext cx="693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18224" name="Rectangle 180">
              <a:extLst>
                <a:ext uri="{FF2B5EF4-FFF2-40B4-BE49-F238E27FC236}">
                  <a16:creationId xmlns:a16="http://schemas.microsoft.com/office/drawing/2014/main" id="{25AD2283-03EF-4704-B9C5-D61A244912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2" y="429"/>
              <a:ext cx="64" cy="2289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18225" name="Freeform 181">
              <a:extLst>
                <a:ext uri="{FF2B5EF4-FFF2-40B4-BE49-F238E27FC236}">
                  <a16:creationId xmlns:a16="http://schemas.microsoft.com/office/drawing/2014/main" id="{ACBAD766-4C56-4798-82F3-58C257A4EE6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 w 296"/>
                <a:gd name="T3" fmla="*/ 2 h 256"/>
                <a:gd name="T4" fmla="*/ 2 w 296"/>
                <a:gd name="T5" fmla="*/ 2 h 256"/>
                <a:gd name="T6" fmla="*/ 0 w 296"/>
                <a:gd name="T7" fmla="*/ 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8226" name="Freeform 182">
              <a:extLst>
                <a:ext uri="{FF2B5EF4-FFF2-40B4-BE49-F238E27FC236}">
                  <a16:creationId xmlns:a16="http://schemas.microsoft.com/office/drawing/2014/main" id="{7D515846-9EFE-4267-8D49-1D20A35F5453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 w 304"/>
                <a:gd name="T3" fmla="*/ 2 h 288"/>
                <a:gd name="T4" fmla="*/ 2 w 304"/>
                <a:gd name="T5" fmla="*/ 2 h 288"/>
                <a:gd name="T6" fmla="*/ 2 w 304"/>
                <a:gd name="T7" fmla="*/ 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8227" name="Oval 183">
              <a:extLst>
                <a:ext uri="{FF2B5EF4-FFF2-40B4-BE49-F238E27FC236}">
                  <a16:creationId xmlns:a16="http://schemas.microsoft.com/office/drawing/2014/main" id="{FD1631C8-D0AC-4FCE-8C23-D9C0C4E2C1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9" y="2611"/>
              <a:ext cx="46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18228" name="Freeform 184">
              <a:extLst>
                <a:ext uri="{FF2B5EF4-FFF2-40B4-BE49-F238E27FC236}">
                  <a16:creationId xmlns:a16="http://schemas.microsoft.com/office/drawing/2014/main" id="{0E2E291A-74A2-4475-B683-147935EE9083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 h 240"/>
                <a:gd name="T2" fmla="*/ 2 w 306"/>
                <a:gd name="T3" fmla="*/ 3 h 240"/>
                <a:gd name="T4" fmla="*/ 2 w 306"/>
                <a:gd name="T5" fmla="*/ 3 h 240"/>
                <a:gd name="T6" fmla="*/ 2 w 306"/>
                <a:gd name="T7" fmla="*/ 0 h 240"/>
                <a:gd name="T8" fmla="*/ 0 w 306"/>
                <a:gd name="T9" fmla="*/ 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8229" name="AutoShape 185">
              <a:extLst>
                <a:ext uri="{FF2B5EF4-FFF2-40B4-BE49-F238E27FC236}">
                  <a16:creationId xmlns:a16="http://schemas.microsoft.com/office/drawing/2014/main" id="{1201C163-1890-4987-9B90-7B2A546074F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7"/>
              <a:ext cx="1199" cy="148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18230" name="AutoShape 186">
              <a:extLst>
                <a:ext uri="{FF2B5EF4-FFF2-40B4-BE49-F238E27FC236}">
                  <a16:creationId xmlns:a16="http://schemas.microsoft.com/office/drawing/2014/main" id="{677A240D-C913-4115-B75F-A3455BA2D5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4" y="2712"/>
              <a:ext cx="1072" cy="83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18231" name="Oval 187">
              <a:extLst>
                <a:ext uri="{FF2B5EF4-FFF2-40B4-BE49-F238E27FC236}">
                  <a16:creationId xmlns:a16="http://schemas.microsoft.com/office/drawing/2014/main" id="{E2070876-4147-4BF4-AE8D-3B8F3C228C3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8" y="2380"/>
              <a:ext cx="156" cy="14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18232" name="Oval 188">
              <a:extLst>
                <a:ext uri="{FF2B5EF4-FFF2-40B4-BE49-F238E27FC236}">
                  <a16:creationId xmlns:a16="http://schemas.microsoft.com/office/drawing/2014/main" id="{E08C58CA-0EF9-4538-847C-2B60B152EC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8" y="2386"/>
              <a:ext cx="156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18233" name="Oval 189">
              <a:extLst>
                <a:ext uri="{FF2B5EF4-FFF2-40B4-BE49-F238E27FC236}">
                  <a16:creationId xmlns:a16="http://schemas.microsoft.com/office/drawing/2014/main" id="{3F7D40E3-BF83-4A1A-95E3-6DF8E2DB2B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1" y="2380"/>
              <a:ext cx="156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18234" name="Rectangle 190">
              <a:extLst>
                <a:ext uri="{FF2B5EF4-FFF2-40B4-BE49-F238E27FC236}">
                  <a16:creationId xmlns:a16="http://schemas.microsoft.com/office/drawing/2014/main" id="{E02776B8-8A83-4508-9C13-59553CDF59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1" y="1835"/>
              <a:ext cx="87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</p:grpSp>
      <p:grpSp>
        <p:nvGrpSpPr>
          <p:cNvPr id="218145" name="Group 224">
            <a:extLst>
              <a:ext uri="{FF2B5EF4-FFF2-40B4-BE49-F238E27FC236}">
                <a16:creationId xmlns:a16="http://schemas.microsoft.com/office/drawing/2014/main" id="{F492D9C0-43F3-4FFD-8F78-2D1BC7041D7C}"/>
              </a:ext>
            </a:extLst>
          </p:cNvPr>
          <p:cNvGrpSpPr>
            <a:grpSpLocks/>
          </p:cNvGrpSpPr>
          <p:nvPr/>
        </p:nvGrpSpPr>
        <p:grpSpPr bwMode="auto">
          <a:xfrm>
            <a:off x="6376988" y="968375"/>
            <a:ext cx="390525" cy="641350"/>
            <a:chOff x="4140" y="429"/>
            <a:chExt cx="1425" cy="2396"/>
          </a:xfrm>
        </p:grpSpPr>
        <p:sp>
          <p:nvSpPr>
            <p:cNvPr id="218179" name="Freeform 225">
              <a:extLst>
                <a:ext uri="{FF2B5EF4-FFF2-40B4-BE49-F238E27FC236}">
                  <a16:creationId xmlns:a16="http://schemas.microsoft.com/office/drawing/2014/main" id="{BF93D86C-78DD-4F84-9164-3FE7A384EC59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2 w 354"/>
                <a:gd name="T3" fmla="*/ 3 h 2742"/>
                <a:gd name="T4" fmla="*/ 2 w 354"/>
                <a:gd name="T5" fmla="*/ 3 h 2742"/>
                <a:gd name="T6" fmla="*/ 0 w 354"/>
                <a:gd name="T7" fmla="*/ 3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8180" name="Rectangle 226">
              <a:extLst>
                <a:ext uri="{FF2B5EF4-FFF2-40B4-BE49-F238E27FC236}">
                  <a16:creationId xmlns:a16="http://schemas.microsoft.com/office/drawing/2014/main" id="{9959B810-7994-4D38-84B4-7442CFAE42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4" y="429"/>
              <a:ext cx="1048" cy="2283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18181" name="Freeform 227">
              <a:extLst>
                <a:ext uri="{FF2B5EF4-FFF2-40B4-BE49-F238E27FC236}">
                  <a16:creationId xmlns:a16="http://schemas.microsoft.com/office/drawing/2014/main" id="{3579D53A-2B71-498C-9CEF-E68B0B78213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2 w 211"/>
                <a:gd name="T3" fmla="*/ 3 h 2537"/>
                <a:gd name="T4" fmla="*/ 2 w 211"/>
                <a:gd name="T5" fmla="*/ 3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8182" name="Freeform 228">
              <a:extLst>
                <a:ext uri="{FF2B5EF4-FFF2-40B4-BE49-F238E27FC236}">
                  <a16:creationId xmlns:a16="http://schemas.microsoft.com/office/drawing/2014/main" id="{A0FDEC43-2AAE-496E-80FD-E3A92DBAAF7F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3 h 226"/>
                <a:gd name="T4" fmla="*/ 2 w 328"/>
                <a:gd name="T5" fmla="*/ 3 h 226"/>
                <a:gd name="T6" fmla="*/ 0 w 328"/>
                <a:gd name="T7" fmla="*/ 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8183" name="Rectangle 229">
              <a:extLst>
                <a:ext uri="{FF2B5EF4-FFF2-40B4-BE49-F238E27FC236}">
                  <a16:creationId xmlns:a16="http://schemas.microsoft.com/office/drawing/2014/main" id="{80DBE254-FC58-46B6-A9AE-33A597CC87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6"/>
              <a:ext cx="597" cy="42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218184" name="Group 230">
              <a:extLst>
                <a:ext uri="{FF2B5EF4-FFF2-40B4-BE49-F238E27FC236}">
                  <a16:creationId xmlns:a16="http://schemas.microsoft.com/office/drawing/2014/main" id="{B1386EBE-2DEA-4FF9-936E-FDDCE8D2394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18209" name="AutoShape 231">
                <a:extLst>
                  <a:ext uri="{FF2B5EF4-FFF2-40B4-BE49-F238E27FC236}">
                    <a16:creationId xmlns:a16="http://schemas.microsoft.com/office/drawing/2014/main" id="{1489D4F7-056E-4F6C-A506-8B282A073A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3" cy="142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18210" name="AutoShape 232">
                <a:extLst>
                  <a:ext uri="{FF2B5EF4-FFF2-40B4-BE49-F238E27FC236}">
                    <a16:creationId xmlns:a16="http://schemas.microsoft.com/office/drawing/2014/main" id="{4FFA4A2B-32B0-4DA7-A64C-7B05E66C981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7" y="2583"/>
                <a:ext cx="694" cy="10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18185" name="Rectangle 233">
              <a:extLst>
                <a:ext uri="{FF2B5EF4-FFF2-40B4-BE49-F238E27FC236}">
                  <a16:creationId xmlns:a16="http://schemas.microsoft.com/office/drawing/2014/main" id="{BC191A27-5A22-4B16-AFEE-8C347EE17F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7" y="1016"/>
              <a:ext cx="591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218186" name="Group 234">
              <a:extLst>
                <a:ext uri="{FF2B5EF4-FFF2-40B4-BE49-F238E27FC236}">
                  <a16:creationId xmlns:a16="http://schemas.microsoft.com/office/drawing/2014/main" id="{D2DC0084-EEC9-4331-86A7-B18424E6808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18207" name="AutoShape 235">
                <a:extLst>
                  <a:ext uri="{FF2B5EF4-FFF2-40B4-BE49-F238E27FC236}">
                    <a16:creationId xmlns:a16="http://schemas.microsoft.com/office/drawing/2014/main" id="{FE7CE3E9-61CD-489A-B26C-714EF1BE28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6"/>
                <a:ext cx="723" cy="141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18208" name="AutoShape 236">
                <a:extLst>
                  <a:ext uri="{FF2B5EF4-FFF2-40B4-BE49-F238E27FC236}">
                    <a16:creationId xmlns:a16="http://schemas.microsoft.com/office/drawing/2014/main" id="{F8F55EA3-0BC7-48B5-8577-B604E6A4C2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5"/>
                <a:ext cx="694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18187" name="Rectangle 237">
              <a:extLst>
                <a:ext uri="{FF2B5EF4-FFF2-40B4-BE49-F238E27FC236}">
                  <a16:creationId xmlns:a16="http://schemas.microsoft.com/office/drawing/2014/main" id="{924E7A70-5CBE-4A5E-A884-DC5BDA1D173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5" y="1360"/>
              <a:ext cx="597" cy="42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18188" name="Rectangle 238">
              <a:extLst>
                <a:ext uri="{FF2B5EF4-FFF2-40B4-BE49-F238E27FC236}">
                  <a16:creationId xmlns:a16="http://schemas.microsoft.com/office/drawing/2014/main" id="{C17D4C83-56A2-473A-ADDB-7DAE38E4E7B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7" y="1657"/>
              <a:ext cx="597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218189" name="Group 239">
              <a:extLst>
                <a:ext uri="{FF2B5EF4-FFF2-40B4-BE49-F238E27FC236}">
                  <a16:creationId xmlns:a16="http://schemas.microsoft.com/office/drawing/2014/main" id="{D91D4272-7079-4636-92F9-AF3F47DA228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18205" name="AutoShape 240">
                <a:extLst>
                  <a:ext uri="{FF2B5EF4-FFF2-40B4-BE49-F238E27FC236}">
                    <a16:creationId xmlns:a16="http://schemas.microsoft.com/office/drawing/2014/main" id="{FB4FA283-7E27-4010-9BE2-B56E49AFD87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8"/>
                <a:ext cx="722" cy="131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18206" name="AutoShape 241">
                <a:extLst>
                  <a:ext uri="{FF2B5EF4-FFF2-40B4-BE49-F238E27FC236}">
                    <a16:creationId xmlns:a16="http://schemas.microsoft.com/office/drawing/2014/main" id="{CB62AFBD-093D-49A7-A359-09DD3DA9F1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4"/>
                <a:ext cx="693" cy="10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18190" name="Freeform 242">
              <a:extLst>
                <a:ext uri="{FF2B5EF4-FFF2-40B4-BE49-F238E27FC236}">
                  <a16:creationId xmlns:a16="http://schemas.microsoft.com/office/drawing/2014/main" id="{1AF10C65-5449-48A7-B4BF-DF4841E53610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2 h 226"/>
                <a:gd name="T4" fmla="*/ 2 w 328"/>
                <a:gd name="T5" fmla="*/ 2 h 226"/>
                <a:gd name="T6" fmla="*/ 0 w 328"/>
                <a:gd name="T7" fmla="*/ 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218191" name="Group 243">
              <a:extLst>
                <a:ext uri="{FF2B5EF4-FFF2-40B4-BE49-F238E27FC236}">
                  <a16:creationId xmlns:a16="http://schemas.microsoft.com/office/drawing/2014/main" id="{31634603-9F7D-41FC-9597-A9BAB2BA6FA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218203" name="AutoShape 244">
                <a:extLst>
                  <a:ext uri="{FF2B5EF4-FFF2-40B4-BE49-F238E27FC236}">
                    <a16:creationId xmlns:a16="http://schemas.microsoft.com/office/drawing/2014/main" id="{8E73A4CF-4BD6-4546-B6D8-FC2CF55B19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6"/>
                <a:ext cx="729" cy="142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18204" name="AutoShape 245">
                <a:extLst>
                  <a:ext uri="{FF2B5EF4-FFF2-40B4-BE49-F238E27FC236}">
                    <a16:creationId xmlns:a16="http://schemas.microsoft.com/office/drawing/2014/main" id="{43F552B5-19FA-425A-B54E-DB485763369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3"/>
                <a:ext cx="693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18192" name="Rectangle 246">
              <a:extLst>
                <a:ext uri="{FF2B5EF4-FFF2-40B4-BE49-F238E27FC236}">
                  <a16:creationId xmlns:a16="http://schemas.microsoft.com/office/drawing/2014/main" id="{ED868C3D-0808-42CE-9D4F-032B471779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2" y="429"/>
              <a:ext cx="64" cy="2289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18193" name="Freeform 247">
              <a:extLst>
                <a:ext uri="{FF2B5EF4-FFF2-40B4-BE49-F238E27FC236}">
                  <a16:creationId xmlns:a16="http://schemas.microsoft.com/office/drawing/2014/main" id="{0DB444E0-F408-4FD2-9508-68E44A63FDC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 w 296"/>
                <a:gd name="T3" fmla="*/ 2 h 256"/>
                <a:gd name="T4" fmla="*/ 2 w 296"/>
                <a:gd name="T5" fmla="*/ 2 h 256"/>
                <a:gd name="T6" fmla="*/ 0 w 296"/>
                <a:gd name="T7" fmla="*/ 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8194" name="Freeform 248">
              <a:extLst>
                <a:ext uri="{FF2B5EF4-FFF2-40B4-BE49-F238E27FC236}">
                  <a16:creationId xmlns:a16="http://schemas.microsoft.com/office/drawing/2014/main" id="{816CF1BC-4D19-4246-B0EB-BA9EA7474A4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 w 304"/>
                <a:gd name="T3" fmla="*/ 2 h 288"/>
                <a:gd name="T4" fmla="*/ 2 w 304"/>
                <a:gd name="T5" fmla="*/ 2 h 288"/>
                <a:gd name="T6" fmla="*/ 2 w 304"/>
                <a:gd name="T7" fmla="*/ 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8195" name="Oval 249">
              <a:extLst>
                <a:ext uri="{FF2B5EF4-FFF2-40B4-BE49-F238E27FC236}">
                  <a16:creationId xmlns:a16="http://schemas.microsoft.com/office/drawing/2014/main" id="{9AA0606E-CC16-44A9-83E2-999C1C3F03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9" y="2611"/>
              <a:ext cx="46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18196" name="Freeform 250">
              <a:extLst>
                <a:ext uri="{FF2B5EF4-FFF2-40B4-BE49-F238E27FC236}">
                  <a16:creationId xmlns:a16="http://schemas.microsoft.com/office/drawing/2014/main" id="{B122EC8A-DB96-4446-96E8-E2B738E91375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 h 240"/>
                <a:gd name="T2" fmla="*/ 2 w 306"/>
                <a:gd name="T3" fmla="*/ 3 h 240"/>
                <a:gd name="T4" fmla="*/ 2 w 306"/>
                <a:gd name="T5" fmla="*/ 3 h 240"/>
                <a:gd name="T6" fmla="*/ 2 w 306"/>
                <a:gd name="T7" fmla="*/ 0 h 240"/>
                <a:gd name="T8" fmla="*/ 0 w 306"/>
                <a:gd name="T9" fmla="*/ 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8197" name="AutoShape 251">
              <a:extLst>
                <a:ext uri="{FF2B5EF4-FFF2-40B4-BE49-F238E27FC236}">
                  <a16:creationId xmlns:a16="http://schemas.microsoft.com/office/drawing/2014/main" id="{E49FE84C-0DC8-46EB-AE11-A7E8CAD4DE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7"/>
              <a:ext cx="1199" cy="148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18198" name="AutoShape 252">
              <a:extLst>
                <a:ext uri="{FF2B5EF4-FFF2-40B4-BE49-F238E27FC236}">
                  <a16:creationId xmlns:a16="http://schemas.microsoft.com/office/drawing/2014/main" id="{82522F6A-8E63-4F93-85AA-16053070C26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4" y="2712"/>
              <a:ext cx="1072" cy="83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18199" name="Oval 253">
              <a:extLst>
                <a:ext uri="{FF2B5EF4-FFF2-40B4-BE49-F238E27FC236}">
                  <a16:creationId xmlns:a16="http://schemas.microsoft.com/office/drawing/2014/main" id="{A5F16127-04F8-4351-880A-8EF1D1E2D7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8" y="2380"/>
              <a:ext cx="156" cy="14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18200" name="Oval 254">
              <a:extLst>
                <a:ext uri="{FF2B5EF4-FFF2-40B4-BE49-F238E27FC236}">
                  <a16:creationId xmlns:a16="http://schemas.microsoft.com/office/drawing/2014/main" id="{A2A5E778-9127-4A42-9052-6DBA4F0A4C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8" y="2386"/>
              <a:ext cx="156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18201" name="Oval 255">
              <a:extLst>
                <a:ext uri="{FF2B5EF4-FFF2-40B4-BE49-F238E27FC236}">
                  <a16:creationId xmlns:a16="http://schemas.microsoft.com/office/drawing/2014/main" id="{21E593AB-3693-4C93-96A3-B513CB205BB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1" y="2380"/>
              <a:ext cx="156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18202" name="Rectangle 256">
              <a:extLst>
                <a:ext uri="{FF2B5EF4-FFF2-40B4-BE49-F238E27FC236}">
                  <a16:creationId xmlns:a16="http://schemas.microsoft.com/office/drawing/2014/main" id="{ED94B24C-48DF-4369-A857-A5999257D4E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1" y="1835"/>
              <a:ext cx="87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</p:grpSp>
      <p:grpSp>
        <p:nvGrpSpPr>
          <p:cNvPr id="218146" name="Group 257">
            <a:extLst>
              <a:ext uri="{FF2B5EF4-FFF2-40B4-BE49-F238E27FC236}">
                <a16:creationId xmlns:a16="http://schemas.microsoft.com/office/drawing/2014/main" id="{6A218022-7047-4CD0-81A4-C7EA93EC6BF6}"/>
              </a:ext>
            </a:extLst>
          </p:cNvPr>
          <p:cNvGrpSpPr>
            <a:grpSpLocks/>
          </p:cNvGrpSpPr>
          <p:nvPr/>
        </p:nvGrpSpPr>
        <p:grpSpPr bwMode="auto">
          <a:xfrm>
            <a:off x="7192963" y="2220913"/>
            <a:ext cx="390525" cy="641350"/>
            <a:chOff x="4140" y="429"/>
            <a:chExt cx="1425" cy="2396"/>
          </a:xfrm>
        </p:grpSpPr>
        <p:sp>
          <p:nvSpPr>
            <p:cNvPr id="218147" name="Freeform 258">
              <a:extLst>
                <a:ext uri="{FF2B5EF4-FFF2-40B4-BE49-F238E27FC236}">
                  <a16:creationId xmlns:a16="http://schemas.microsoft.com/office/drawing/2014/main" id="{3210BBD8-D075-45FF-9F18-7A8EBBC0F487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2 w 354"/>
                <a:gd name="T3" fmla="*/ 3 h 2742"/>
                <a:gd name="T4" fmla="*/ 2 w 354"/>
                <a:gd name="T5" fmla="*/ 3 h 2742"/>
                <a:gd name="T6" fmla="*/ 0 w 354"/>
                <a:gd name="T7" fmla="*/ 3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8148" name="Rectangle 259">
              <a:extLst>
                <a:ext uri="{FF2B5EF4-FFF2-40B4-BE49-F238E27FC236}">
                  <a16:creationId xmlns:a16="http://schemas.microsoft.com/office/drawing/2014/main" id="{AC3D81B3-CDEA-469F-AE8C-0F36D3223E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4" y="429"/>
              <a:ext cx="1048" cy="2283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18149" name="Freeform 260">
              <a:extLst>
                <a:ext uri="{FF2B5EF4-FFF2-40B4-BE49-F238E27FC236}">
                  <a16:creationId xmlns:a16="http://schemas.microsoft.com/office/drawing/2014/main" id="{EEBEE83E-FC1C-49FB-BC06-A3A7F049ED8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2 w 211"/>
                <a:gd name="T3" fmla="*/ 3 h 2537"/>
                <a:gd name="T4" fmla="*/ 2 w 211"/>
                <a:gd name="T5" fmla="*/ 3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8150" name="Freeform 261">
              <a:extLst>
                <a:ext uri="{FF2B5EF4-FFF2-40B4-BE49-F238E27FC236}">
                  <a16:creationId xmlns:a16="http://schemas.microsoft.com/office/drawing/2014/main" id="{B6C52E94-CF08-420B-B244-F91D1BF3D507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3 h 226"/>
                <a:gd name="T4" fmla="*/ 2 w 328"/>
                <a:gd name="T5" fmla="*/ 3 h 226"/>
                <a:gd name="T6" fmla="*/ 0 w 328"/>
                <a:gd name="T7" fmla="*/ 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8151" name="Rectangle 262">
              <a:extLst>
                <a:ext uri="{FF2B5EF4-FFF2-40B4-BE49-F238E27FC236}">
                  <a16:creationId xmlns:a16="http://schemas.microsoft.com/office/drawing/2014/main" id="{82B1CF9D-5E3A-4422-AD7C-7779E6B270A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6"/>
              <a:ext cx="597" cy="42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218152" name="Group 263">
              <a:extLst>
                <a:ext uri="{FF2B5EF4-FFF2-40B4-BE49-F238E27FC236}">
                  <a16:creationId xmlns:a16="http://schemas.microsoft.com/office/drawing/2014/main" id="{41DC8D56-0D1B-408D-BCAE-2F0AAC11F7B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18177" name="AutoShape 264">
                <a:extLst>
                  <a:ext uri="{FF2B5EF4-FFF2-40B4-BE49-F238E27FC236}">
                    <a16:creationId xmlns:a16="http://schemas.microsoft.com/office/drawing/2014/main" id="{8B77B0BD-7990-4F18-9EF8-3A15F53BE2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3" cy="142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18178" name="AutoShape 265">
                <a:extLst>
                  <a:ext uri="{FF2B5EF4-FFF2-40B4-BE49-F238E27FC236}">
                    <a16:creationId xmlns:a16="http://schemas.microsoft.com/office/drawing/2014/main" id="{B6EE7A89-1610-476F-97CD-653E4433F0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7" y="2583"/>
                <a:ext cx="694" cy="10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18153" name="Rectangle 266">
              <a:extLst>
                <a:ext uri="{FF2B5EF4-FFF2-40B4-BE49-F238E27FC236}">
                  <a16:creationId xmlns:a16="http://schemas.microsoft.com/office/drawing/2014/main" id="{83CECA1A-974D-418D-AB4B-974223283F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7" y="1016"/>
              <a:ext cx="591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218154" name="Group 267">
              <a:extLst>
                <a:ext uri="{FF2B5EF4-FFF2-40B4-BE49-F238E27FC236}">
                  <a16:creationId xmlns:a16="http://schemas.microsoft.com/office/drawing/2014/main" id="{42B6EBBF-8991-47EB-8BE3-DD0E6F3EA28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18175" name="AutoShape 268">
                <a:extLst>
                  <a:ext uri="{FF2B5EF4-FFF2-40B4-BE49-F238E27FC236}">
                    <a16:creationId xmlns:a16="http://schemas.microsoft.com/office/drawing/2014/main" id="{07BCFE11-1EF7-43A7-8625-2ED4767820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6"/>
                <a:ext cx="723" cy="141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18176" name="AutoShape 269">
                <a:extLst>
                  <a:ext uri="{FF2B5EF4-FFF2-40B4-BE49-F238E27FC236}">
                    <a16:creationId xmlns:a16="http://schemas.microsoft.com/office/drawing/2014/main" id="{9ED20DF7-20D5-46E8-B317-D39DDB9087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5"/>
                <a:ext cx="694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18155" name="Rectangle 270">
              <a:extLst>
                <a:ext uri="{FF2B5EF4-FFF2-40B4-BE49-F238E27FC236}">
                  <a16:creationId xmlns:a16="http://schemas.microsoft.com/office/drawing/2014/main" id="{1B3D11BC-9E1B-475D-97A9-88F818BC28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5" y="1360"/>
              <a:ext cx="597" cy="42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18156" name="Rectangle 271">
              <a:extLst>
                <a:ext uri="{FF2B5EF4-FFF2-40B4-BE49-F238E27FC236}">
                  <a16:creationId xmlns:a16="http://schemas.microsoft.com/office/drawing/2014/main" id="{A8C535DB-C771-447F-8389-3021CF6AD29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7" y="1657"/>
              <a:ext cx="597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218157" name="Group 272">
              <a:extLst>
                <a:ext uri="{FF2B5EF4-FFF2-40B4-BE49-F238E27FC236}">
                  <a16:creationId xmlns:a16="http://schemas.microsoft.com/office/drawing/2014/main" id="{F0B4A8B4-F988-4BD7-9E8F-F83E007F062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18173" name="AutoShape 273">
                <a:extLst>
                  <a:ext uri="{FF2B5EF4-FFF2-40B4-BE49-F238E27FC236}">
                    <a16:creationId xmlns:a16="http://schemas.microsoft.com/office/drawing/2014/main" id="{F4D87778-8BBE-48AB-BFDC-6D1E300BC5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8"/>
                <a:ext cx="722" cy="131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18174" name="AutoShape 274">
                <a:extLst>
                  <a:ext uri="{FF2B5EF4-FFF2-40B4-BE49-F238E27FC236}">
                    <a16:creationId xmlns:a16="http://schemas.microsoft.com/office/drawing/2014/main" id="{2CAFB4CC-4387-460F-A2E2-A7DA6D7087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4"/>
                <a:ext cx="693" cy="10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18158" name="Freeform 275">
              <a:extLst>
                <a:ext uri="{FF2B5EF4-FFF2-40B4-BE49-F238E27FC236}">
                  <a16:creationId xmlns:a16="http://schemas.microsoft.com/office/drawing/2014/main" id="{850AE977-B3EA-41CA-B5B7-C3135E664083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2 h 226"/>
                <a:gd name="T4" fmla="*/ 2 w 328"/>
                <a:gd name="T5" fmla="*/ 2 h 226"/>
                <a:gd name="T6" fmla="*/ 0 w 328"/>
                <a:gd name="T7" fmla="*/ 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218159" name="Group 276">
              <a:extLst>
                <a:ext uri="{FF2B5EF4-FFF2-40B4-BE49-F238E27FC236}">
                  <a16:creationId xmlns:a16="http://schemas.microsoft.com/office/drawing/2014/main" id="{EB2EEFD2-27CA-4858-B2E8-EB905D47BDA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218171" name="AutoShape 277">
                <a:extLst>
                  <a:ext uri="{FF2B5EF4-FFF2-40B4-BE49-F238E27FC236}">
                    <a16:creationId xmlns:a16="http://schemas.microsoft.com/office/drawing/2014/main" id="{3F93F41A-842C-44EE-BEAD-4F0C5B3ED7F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6"/>
                <a:ext cx="729" cy="142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18172" name="AutoShape 278">
                <a:extLst>
                  <a:ext uri="{FF2B5EF4-FFF2-40B4-BE49-F238E27FC236}">
                    <a16:creationId xmlns:a16="http://schemas.microsoft.com/office/drawing/2014/main" id="{F4EA36A4-9125-42B4-92AD-79C2A31F13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3"/>
                <a:ext cx="693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18160" name="Rectangle 279">
              <a:extLst>
                <a:ext uri="{FF2B5EF4-FFF2-40B4-BE49-F238E27FC236}">
                  <a16:creationId xmlns:a16="http://schemas.microsoft.com/office/drawing/2014/main" id="{1A89AF45-59C2-4715-92C4-5049252A72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2" y="429"/>
              <a:ext cx="64" cy="2289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18161" name="Freeform 280">
              <a:extLst>
                <a:ext uri="{FF2B5EF4-FFF2-40B4-BE49-F238E27FC236}">
                  <a16:creationId xmlns:a16="http://schemas.microsoft.com/office/drawing/2014/main" id="{EBCA8532-83C1-4210-BAB8-076A0AD3AD29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 w 296"/>
                <a:gd name="T3" fmla="*/ 2 h 256"/>
                <a:gd name="T4" fmla="*/ 2 w 296"/>
                <a:gd name="T5" fmla="*/ 2 h 256"/>
                <a:gd name="T6" fmla="*/ 0 w 296"/>
                <a:gd name="T7" fmla="*/ 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8162" name="Freeform 281">
              <a:extLst>
                <a:ext uri="{FF2B5EF4-FFF2-40B4-BE49-F238E27FC236}">
                  <a16:creationId xmlns:a16="http://schemas.microsoft.com/office/drawing/2014/main" id="{D46BA4ED-0567-45F0-9D4D-6C1CB543C39D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 w 304"/>
                <a:gd name="T3" fmla="*/ 2 h 288"/>
                <a:gd name="T4" fmla="*/ 2 w 304"/>
                <a:gd name="T5" fmla="*/ 2 h 288"/>
                <a:gd name="T6" fmla="*/ 2 w 304"/>
                <a:gd name="T7" fmla="*/ 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8163" name="Oval 282">
              <a:extLst>
                <a:ext uri="{FF2B5EF4-FFF2-40B4-BE49-F238E27FC236}">
                  <a16:creationId xmlns:a16="http://schemas.microsoft.com/office/drawing/2014/main" id="{33EAF0CC-37DC-4E6C-B764-FB90D779C8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9" y="2611"/>
              <a:ext cx="46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18164" name="Freeform 283">
              <a:extLst>
                <a:ext uri="{FF2B5EF4-FFF2-40B4-BE49-F238E27FC236}">
                  <a16:creationId xmlns:a16="http://schemas.microsoft.com/office/drawing/2014/main" id="{C6B52420-B7EF-49C5-BA2B-FDCB8FAA2D97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 h 240"/>
                <a:gd name="T2" fmla="*/ 2 w 306"/>
                <a:gd name="T3" fmla="*/ 3 h 240"/>
                <a:gd name="T4" fmla="*/ 2 w 306"/>
                <a:gd name="T5" fmla="*/ 3 h 240"/>
                <a:gd name="T6" fmla="*/ 2 w 306"/>
                <a:gd name="T7" fmla="*/ 0 h 240"/>
                <a:gd name="T8" fmla="*/ 0 w 306"/>
                <a:gd name="T9" fmla="*/ 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8165" name="AutoShape 284">
              <a:extLst>
                <a:ext uri="{FF2B5EF4-FFF2-40B4-BE49-F238E27FC236}">
                  <a16:creationId xmlns:a16="http://schemas.microsoft.com/office/drawing/2014/main" id="{C51D520F-C5AD-470B-BAD4-BA00F5C28D8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7"/>
              <a:ext cx="1199" cy="148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18166" name="AutoShape 285">
              <a:extLst>
                <a:ext uri="{FF2B5EF4-FFF2-40B4-BE49-F238E27FC236}">
                  <a16:creationId xmlns:a16="http://schemas.microsoft.com/office/drawing/2014/main" id="{123D31F2-B90D-4CC9-82AB-CD658417D7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4" y="2712"/>
              <a:ext cx="1072" cy="83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18167" name="Oval 286">
              <a:extLst>
                <a:ext uri="{FF2B5EF4-FFF2-40B4-BE49-F238E27FC236}">
                  <a16:creationId xmlns:a16="http://schemas.microsoft.com/office/drawing/2014/main" id="{10DD6E37-F60A-4054-A536-C9D906D117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8" y="2380"/>
              <a:ext cx="156" cy="14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18168" name="Oval 287">
              <a:extLst>
                <a:ext uri="{FF2B5EF4-FFF2-40B4-BE49-F238E27FC236}">
                  <a16:creationId xmlns:a16="http://schemas.microsoft.com/office/drawing/2014/main" id="{C983DCA2-7B55-416D-8C71-A539EC06173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8" y="2386"/>
              <a:ext cx="156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18169" name="Oval 288">
              <a:extLst>
                <a:ext uri="{FF2B5EF4-FFF2-40B4-BE49-F238E27FC236}">
                  <a16:creationId xmlns:a16="http://schemas.microsoft.com/office/drawing/2014/main" id="{43CB9918-48A6-402E-9310-1CCE719804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1" y="2380"/>
              <a:ext cx="156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18170" name="Rectangle 289">
              <a:extLst>
                <a:ext uri="{FF2B5EF4-FFF2-40B4-BE49-F238E27FC236}">
                  <a16:creationId xmlns:a16="http://schemas.microsoft.com/office/drawing/2014/main" id="{6945560B-D6C1-4627-91F7-8A095CECAD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1" y="1835"/>
              <a:ext cx="87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4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4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4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162" name="Rectangle 7">
            <a:extLst>
              <a:ext uri="{FF2B5EF4-FFF2-40B4-BE49-F238E27FC236}">
                <a16:creationId xmlns:a16="http://schemas.microsoft.com/office/drawing/2014/main" id="{2473D6CE-71A0-435E-A023-812890F8C2E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220163" name="Rectangle 8">
            <a:extLst>
              <a:ext uri="{FF2B5EF4-FFF2-40B4-BE49-F238E27FC236}">
                <a16:creationId xmlns:a16="http://schemas.microsoft.com/office/drawing/2014/main" id="{CF655D62-9381-43F8-A332-5B99F3E5307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2-</a:t>
            </a:r>
            <a:fld id="{D3ED4002-735A-414D-99A0-09A3437C60CE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62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220164" name="Text Box 24">
            <a:extLst>
              <a:ext uri="{FF2B5EF4-FFF2-40B4-BE49-F238E27FC236}">
                <a16:creationId xmlns:a16="http://schemas.microsoft.com/office/drawing/2014/main" id="{95E9B315-77BA-469F-818C-20D9AB471AD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62838" y="3257550"/>
            <a:ext cx="311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solidFill>
                  <a:srgbClr val="CC0000"/>
                </a:solidFill>
                <a:latin typeface="Arial" panose="020B0604020202020204" pitchFamily="34" charset="0"/>
              </a:rPr>
              <a:t>4</a:t>
            </a:r>
            <a:endParaRPr lang="en-US" altLang="zh-TW" sz="2400">
              <a:solidFill>
                <a:srgbClr val="CC0000"/>
              </a:solidFill>
              <a:latin typeface="Arial" panose="020B0604020202020204" pitchFamily="34" charset="0"/>
            </a:endParaRPr>
          </a:p>
        </p:txBody>
      </p:sp>
      <p:sp>
        <p:nvSpPr>
          <p:cNvPr id="220165" name="Text Box 25">
            <a:extLst>
              <a:ext uri="{FF2B5EF4-FFF2-40B4-BE49-F238E27FC236}">
                <a16:creationId xmlns:a16="http://schemas.microsoft.com/office/drawing/2014/main" id="{DBB0F5A4-9A53-4717-BD24-274890B1F9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05638" y="3333750"/>
            <a:ext cx="311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solidFill>
                  <a:srgbClr val="CC0000"/>
                </a:solidFill>
                <a:latin typeface="Arial" panose="020B0604020202020204" pitchFamily="34" charset="0"/>
              </a:rPr>
              <a:t>5</a:t>
            </a:r>
            <a:endParaRPr lang="en-US" altLang="zh-TW" sz="2400">
              <a:solidFill>
                <a:srgbClr val="CC0000"/>
              </a:solidFill>
              <a:latin typeface="Arial" panose="020B0604020202020204" pitchFamily="34" charset="0"/>
            </a:endParaRPr>
          </a:p>
        </p:txBody>
      </p:sp>
      <p:sp>
        <p:nvSpPr>
          <p:cNvPr id="220166" name="Text Box 26">
            <a:extLst>
              <a:ext uri="{FF2B5EF4-FFF2-40B4-BE49-F238E27FC236}">
                <a16:creationId xmlns:a16="http://schemas.microsoft.com/office/drawing/2014/main" id="{5DC58C52-5F90-4D8E-BF85-347A6544D2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24650" y="1817688"/>
            <a:ext cx="311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solidFill>
                  <a:srgbClr val="CC0000"/>
                </a:solidFill>
                <a:latin typeface="Arial" panose="020B0604020202020204" pitchFamily="34" charset="0"/>
              </a:rPr>
              <a:t>6</a:t>
            </a:r>
            <a:endParaRPr lang="en-US" altLang="zh-TW" sz="2400">
              <a:solidFill>
                <a:srgbClr val="CC0000"/>
              </a:solidFill>
              <a:latin typeface="Arial" panose="020B0604020202020204" pitchFamily="34" charset="0"/>
            </a:endParaRPr>
          </a:p>
        </p:txBody>
      </p:sp>
      <p:sp>
        <p:nvSpPr>
          <p:cNvPr id="220167" name="Line 60">
            <a:extLst>
              <a:ext uri="{FF2B5EF4-FFF2-40B4-BE49-F238E27FC236}">
                <a16:creationId xmlns:a16="http://schemas.microsoft.com/office/drawing/2014/main" id="{0430ACC8-F7BF-46C1-96D7-99E566A44F55}"/>
              </a:ext>
            </a:extLst>
          </p:cNvPr>
          <p:cNvSpPr>
            <a:spLocks noChangeShapeType="1"/>
          </p:cNvSpPr>
          <p:nvPr/>
        </p:nvSpPr>
        <p:spPr bwMode="auto">
          <a:xfrm>
            <a:off x="7440613" y="2941638"/>
            <a:ext cx="0" cy="674687"/>
          </a:xfrm>
          <a:prstGeom prst="line">
            <a:avLst/>
          </a:prstGeom>
          <a:noFill/>
          <a:ln w="28575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220168" name="Line 61">
            <a:extLst>
              <a:ext uri="{FF2B5EF4-FFF2-40B4-BE49-F238E27FC236}">
                <a16:creationId xmlns:a16="http://schemas.microsoft.com/office/drawing/2014/main" id="{BAE1FE5F-6A6A-43E1-959F-1711C1BE8BE5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7319963" y="2952750"/>
            <a:ext cx="0" cy="719138"/>
          </a:xfrm>
          <a:prstGeom prst="line">
            <a:avLst/>
          </a:prstGeom>
          <a:noFill/>
          <a:ln w="28575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220169" name="Line 62">
            <a:extLst>
              <a:ext uri="{FF2B5EF4-FFF2-40B4-BE49-F238E27FC236}">
                <a16:creationId xmlns:a16="http://schemas.microsoft.com/office/drawing/2014/main" id="{974DCEE2-1532-47FC-90B3-900B720C1DFB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6799263" y="1541463"/>
            <a:ext cx="458787" cy="566737"/>
          </a:xfrm>
          <a:prstGeom prst="line">
            <a:avLst/>
          </a:prstGeom>
          <a:noFill/>
          <a:ln w="28575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220170" name="Text Box 63">
            <a:extLst>
              <a:ext uri="{FF2B5EF4-FFF2-40B4-BE49-F238E27FC236}">
                <a16:creationId xmlns:a16="http://schemas.microsoft.com/office/drawing/2014/main" id="{695F8DD0-CEAF-4CE5-9D8B-6840261EE0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43750" y="1390650"/>
            <a:ext cx="311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solidFill>
                  <a:srgbClr val="CC0000"/>
                </a:solidFill>
                <a:latin typeface="Arial" panose="020B0604020202020204" pitchFamily="34" charset="0"/>
              </a:rPr>
              <a:t>3</a:t>
            </a:r>
            <a:endParaRPr lang="en-US" altLang="zh-TW" sz="2400">
              <a:solidFill>
                <a:srgbClr val="CC0000"/>
              </a:solidFill>
              <a:latin typeface="Arial" panose="020B0604020202020204" pitchFamily="34" charset="0"/>
            </a:endParaRPr>
          </a:p>
        </p:txBody>
      </p:sp>
      <p:sp>
        <p:nvSpPr>
          <p:cNvPr id="220171" name="Rectangle 67">
            <a:extLst>
              <a:ext uri="{FF2B5EF4-FFF2-40B4-BE49-F238E27FC236}">
                <a16:creationId xmlns:a16="http://schemas.microsoft.com/office/drawing/2014/main" id="{166F0516-8F38-4730-8BC0-965FA58343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8313" y="1687513"/>
            <a:ext cx="3162300" cy="2316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SzPct val="75000"/>
            </a:pPr>
            <a:r>
              <a:rPr lang="en-US" altLang="zh-TW" sz="2400" dirty="0"/>
              <a:t>Another possible query pattern:  All the queries are recursive</a:t>
            </a:r>
          </a:p>
          <a:p>
            <a:pPr>
              <a:lnSpc>
                <a:spcPct val="100000"/>
              </a:lnSpc>
              <a:buSzPct val="75000"/>
            </a:pPr>
            <a:r>
              <a:rPr lang="en-US" altLang="zh-TW" sz="2400" dirty="0">
                <a:solidFill>
                  <a:srgbClr val="0070C0"/>
                </a:solidFill>
              </a:rPr>
              <a:t>heavy load at upper levels of hierarchy</a:t>
            </a:r>
          </a:p>
        </p:txBody>
      </p:sp>
      <p:sp>
        <p:nvSpPr>
          <p:cNvPr id="220172" name="Text Box 5">
            <a:extLst>
              <a:ext uri="{FF2B5EF4-FFF2-40B4-BE49-F238E27FC236}">
                <a16:creationId xmlns:a16="http://schemas.microsoft.com/office/drawing/2014/main" id="{7AA66F43-640B-4805-A6E9-402E47DCA3F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06875" y="4881563"/>
            <a:ext cx="1746250" cy="611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requesting host</a:t>
            </a:r>
            <a:endParaRPr lang="en-US" altLang="zh-TW" sz="2400">
              <a:latin typeface="Arial" panose="020B0604020202020204" pitchFamily="34" charset="0"/>
            </a:endParaRPr>
          </a:p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i="1">
                <a:solidFill>
                  <a:srgbClr val="000099"/>
                </a:solidFill>
                <a:latin typeface="Arial" panose="020B0604020202020204" pitchFamily="34" charset="0"/>
              </a:rPr>
              <a:t>cis.poly.edu</a:t>
            </a:r>
          </a:p>
        </p:txBody>
      </p:sp>
      <p:sp>
        <p:nvSpPr>
          <p:cNvPr id="220173" name="Text Box 6">
            <a:extLst>
              <a:ext uri="{FF2B5EF4-FFF2-40B4-BE49-F238E27FC236}">
                <a16:creationId xmlns:a16="http://schemas.microsoft.com/office/drawing/2014/main" id="{E1043649-4EBF-4F26-AD81-E5CF9402F9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83375" y="5775325"/>
            <a:ext cx="1878013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i="1">
                <a:latin typeface="Arial" panose="020B0604020202020204" pitchFamily="34" charset="0"/>
              </a:rPr>
              <a:t>gaia.cs.umass.edu</a:t>
            </a:r>
          </a:p>
        </p:txBody>
      </p:sp>
      <p:sp>
        <p:nvSpPr>
          <p:cNvPr id="220174" name="Text Box 17">
            <a:extLst>
              <a:ext uri="{FF2B5EF4-FFF2-40B4-BE49-F238E27FC236}">
                <a16:creationId xmlns:a16="http://schemas.microsoft.com/office/drawing/2014/main" id="{AE2C0AAB-2990-41B0-BC23-370051BFD11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91200" y="481013"/>
            <a:ext cx="2011363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root DNS server</a:t>
            </a:r>
            <a:endParaRPr lang="en-US" altLang="zh-TW" sz="1600">
              <a:latin typeface="Arial" panose="020B0604020202020204" pitchFamily="34" charset="0"/>
            </a:endParaRPr>
          </a:p>
        </p:txBody>
      </p:sp>
      <p:sp>
        <p:nvSpPr>
          <p:cNvPr id="220175" name="Line 18">
            <a:extLst>
              <a:ext uri="{FF2B5EF4-FFF2-40B4-BE49-F238E27FC236}">
                <a16:creationId xmlns:a16="http://schemas.microsoft.com/office/drawing/2014/main" id="{AAADD84B-B65C-42F9-8EAC-C7680660FBC5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5286375" y="2916238"/>
            <a:ext cx="0" cy="1314450"/>
          </a:xfrm>
          <a:prstGeom prst="line">
            <a:avLst/>
          </a:prstGeom>
          <a:noFill/>
          <a:ln w="28575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220176" name="Line 19">
            <a:extLst>
              <a:ext uri="{FF2B5EF4-FFF2-40B4-BE49-F238E27FC236}">
                <a16:creationId xmlns:a16="http://schemas.microsoft.com/office/drawing/2014/main" id="{BB8AB6B4-55C0-490B-953E-2E2B2996B83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391150" y="1220788"/>
            <a:ext cx="914400" cy="971550"/>
          </a:xfrm>
          <a:prstGeom prst="line">
            <a:avLst/>
          </a:prstGeom>
          <a:noFill/>
          <a:ln w="28575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220177" name="Line 22">
            <a:extLst>
              <a:ext uri="{FF2B5EF4-FFF2-40B4-BE49-F238E27FC236}">
                <a16:creationId xmlns:a16="http://schemas.microsoft.com/office/drawing/2014/main" id="{02CBFDCE-25DA-4F0C-AB40-A59DA369D8DB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619750" y="1449388"/>
            <a:ext cx="733425" cy="762000"/>
          </a:xfrm>
          <a:prstGeom prst="line">
            <a:avLst/>
          </a:prstGeom>
          <a:noFill/>
          <a:ln w="28575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220178" name="Line 23">
            <a:extLst>
              <a:ext uri="{FF2B5EF4-FFF2-40B4-BE49-F238E27FC236}">
                <a16:creationId xmlns:a16="http://schemas.microsoft.com/office/drawing/2014/main" id="{4B7A38DB-93DF-4013-B50C-16A086F62A33}"/>
              </a:ext>
            </a:extLst>
          </p:cNvPr>
          <p:cNvSpPr>
            <a:spLocks noChangeShapeType="1"/>
          </p:cNvSpPr>
          <p:nvPr/>
        </p:nvSpPr>
        <p:spPr bwMode="auto">
          <a:xfrm>
            <a:off x="5476875" y="2944813"/>
            <a:ext cx="9525" cy="1323975"/>
          </a:xfrm>
          <a:prstGeom prst="line">
            <a:avLst/>
          </a:prstGeom>
          <a:noFill/>
          <a:ln w="28575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grpSp>
        <p:nvGrpSpPr>
          <p:cNvPr id="220179" name="Group 24">
            <a:extLst>
              <a:ext uri="{FF2B5EF4-FFF2-40B4-BE49-F238E27FC236}">
                <a16:creationId xmlns:a16="http://schemas.microsoft.com/office/drawing/2014/main" id="{1F450127-E413-4242-9A0B-B720259ADECC}"/>
              </a:ext>
            </a:extLst>
          </p:cNvPr>
          <p:cNvGrpSpPr>
            <a:grpSpLocks/>
          </p:cNvGrpSpPr>
          <p:nvPr/>
        </p:nvGrpSpPr>
        <p:grpSpPr bwMode="auto">
          <a:xfrm>
            <a:off x="4179888" y="3062288"/>
            <a:ext cx="1898650" cy="611187"/>
            <a:chOff x="2831" y="2132"/>
            <a:chExt cx="1196" cy="385"/>
          </a:xfrm>
        </p:grpSpPr>
        <p:sp>
          <p:nvSpPr>
            <p:cNvPr id="220327" name="Rectangle 25">
              <a:extLst>
                <a:ext uri="{FF2B5EF4-FFF2-40B4-BE49-F238E27FC236}">
                  <a16:creationId xmlns:a16="http://schemas.microsoft.com/office/drawing/2014/main" id="{48B3F40A-5168-4F4E-8DF1-C88B788B8B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38" y="2178"/>
              <a:ext cx="1182" cy="3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220328" name="Text Box 26">
              <a:extLst>
                <a:ext uri="{FF2B5EF4-FFF2-40B4-BE49-F238E27FC236}">
                  <a16:creationId xmlns:a16="http://schemas.microsoft.com/office/drawing/2014/main" id="{23A6EE7A-62A9-414D-8F03-3021D9B20B6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31" y="2132"/>
              <a:ext cx="1196" cy="38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Arial" panose="020B0604020202020204" pitchFamily="34" charset="0"/>
                </a:rPr>
                <a:t>local DNS server</a:t>
              </a:r>
              <a:endParaRPr lang="en-US" altLang="zh-TW" sz="2400">
                <a:latin typeface="Arial" panose="020B0604020202020204" pitchFamily="34" charset="0"/>
              </a:endParaRP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 i="1">
                  <a:solidFill>
                    <a:srgbClr val="000099"/>
                  </a:solidFill>
                  <a:latin typeface="Arial" panose="020B0604020202020204" pitchFamily="34" charset="0"/>
                </a:rPr>
                <a:t>dns.poly.edu</a:t>
              </a:r>
            </a:p>
          </p:txBody>
        </p:sp>
      </p:grpSp>
      <p:sp>
        <p:nvSpPr>
          <p:cNvPr id="220180" name="Text Box 27">
            <a:extLst>
              <a:ext uri="{FF2B5EF4-FFF2-40B4-BE49-F238E27FC236}">
                <a16:creationId xmlns:a16="http://schemas.microsoft.com/office/drawing/2014/main" id="{3D015411-416C-4959-8796-08A82D278E0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97450" y="3771900"/>
            <a:ext cx="311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solidFill>
                  <a:srgbClr val="CC0000"/>
                </a:solidFill>
                <a:latin typeface="Arial" panose="020B0604020202020204" pitchFamily="34" charset="0"/>
              </a:rPr>
              <a:t>1</a:t>
            </a:r>
            <a:endParaRPr lang="en-US" altLang="zh-TW" sz="2400">
              <a:solidFill>
                <a:srgbClr val="CC0000"/>
              </a:solidFill>
              <a:latin typeface="Arial" panose="020B0604020202020204" pitchFamily="34" charset="0"/>
            </a:endParaRPr>
          </a:p>
        </p:txBody>
      </p:sp>
      <p:sp>
        <p:nvSpPr>
          <p:cNvPr id="220181" name="Text Box 28">
            <a:extLst>
              <a:ext uri="{FF2B5EF4-FFF2-40B4-BE49-F238E27FC236}">
                <a16:creationId xmlns:a16="http://schemas.microsoft.com/office/drawing/2014/main" id="{A602FB5E-990B-4BE5-B6AF-40972219BC7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40375" y="1438275"/>
            <a:ext cx="311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solidFill>
                  <a:srgbClr val="CC0000"/>
                </a:solidFill>
                <a:latin typeface="Arial" panose="020B0604020202020204" pitchFamily="34" charset="0"/>
              </a:rPr>
              <a:t>2</a:t>
            </a:r>
            <a:endParaRPr lang="en-US" altLang="zh-TW" sz="2400">
              <a:solidFill>
                <a:srgbClr val="CC0000"/>
              </a:solidFill>
              <a:latin typeface="Arial" panose="020B0604020202020204" pitchFamily="34" charset="0"/>
            </a:endParaRPr>
          </a:p>
        </p:txBody>
      </p:sp>
      <p:sp>
        <p:nvSpPr>
          <p:cNvPr id="220182" name="Text Box 29">
            <a:extLst>
              <a:ext uri="{FF2B5EF4-FFF2-40B4-BE49-F238E27FC236}">
                <a16:creationId xmlns:a16="http://schemas.microsoft.com/office/drawing/2014/main" id="{630C2E33-7F42-445E-A731-5AAA569D81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78525" y="1676400"/>
            <a:ext cx="311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solidFill>
                  <a:srgbClr val="CC0000"/>
                </a:solidFill>
                <a:latin typeface="Arial" panose="020B0604020202020204" pitchFamily="34" charset="0"/>
              </a:rPr>
              <a:t>7</a:t>
            </a:r>
            <a:endParaRPr lang="en-US" altLang="zh-TW" sz="2400">
              <a:solidFill>
                <a:srgbClr val="CC0000"/>
              </a:solidFill>
              <a:latin typeface="Arial" panose="020B0604020202020204" pitchFamily="34" charset="0"/>
            </a:endParaRPr>
          </a:p>
        </p:txBody>
      </p:sp>
      <p:sp>
        <p:nvSpPr>
          <p:cNvPr id="220183" name="Text Box 60">
            <a:extLst>
              <a:ext uri="{FF2B5EF4-FFF2-40B4-BE49-F238E27FC236}">
                <a16:creationId xmlns:a16="http://schemas.microsoft.com/office/drawing/2014/main" id="{EE4019D8-B1C4-4FAC-8068-1690558120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53175" y="4429125"/>
            <a:ext cx="2397125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authoritative DNS server</a:t>
            </a:r>
            <a:endParaRPr lang="en-US" altLang="zh-TW" sz="2400">
              <a:latin typeface="Arial" panose="020B0604020202020204" pitchFamily="34" charset="0"/>
            </a:endParaRPr>
          </a:p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b="1">
                <a:latin typeface="Arial" panose="020B0604020202020204" pitchFamily="34" charset="0"/>
              </a:rPr>
              <a:t>dns.cs.umass.edu</a:t>
            </a:r>
            <a:endParaRPr lang="en-US" altLang="zh-TW" sz="1600">
              <a:latin typeface="Arial" panose="020B0604020202020204" pitchFamily="34" charset="0"/>
            </a:endParaRPr>
          </a:p>
        </p:txBody>
      </p:sp>
      <p:sp>
        <p:nvSpPr>
          <p:cNvPr id="220184" name="Text Box 62">
            <a:extLst>
              <a:ext uri="{FF2B5EF4-FFF2-40B4-BE49-F238E27FC236}">
                <a16:creationId xmlns:a16="http://schemas.microsoft.com/office/drawing/2014/main" id="{4401A2F8-173E-420E-AC73-D2EB319A67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49900" y="3781425"/>
            <a:ext cx="311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solidFill>
                  <a:srgbClr val="CC0000"/>
                </a:solidFill>
                <a:latin typeface="Arial" panose="020B0604020202020204" pitchFamily="34" charset="0"/>
              </a:rPr>
              <a:t>8</a:t>
            </a:r>
            <a:endParaRPr lang="en-US" altLang="zh-TW" sz="2400">
              <a:solidFill>
                <a:srgbClr val="CC0000"/>
              </a:solidFill>
              <a:latin typeface="Arial" panose="020B0604020202020204" pitchFamily="34" charset="0"/>
            </a:endParaRPr>
          </a:p>
        </p:txBody>
      </p:sp>
      <p:sp>
        <p:nvSpPr>
          <p:cNvPr id="220185" name="Line 62">
            <a:extLst>
              <a:ext uri="{FF2B5EF4-FFF2-40B4-BE49-F238E27FC236}">
                <a16:creationId xmlns:a16="http://schemas.microsoft.com/office/drawing/2014/main" id="{0B29B597-C1D9-4CFD-9765-6341CC42FE07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6853238" y="1333500"/>
            <a:ext cx="600075" cy="741363"/>
          </a:xfrm>
          <a:prstGeom prst="line">
            <a:avLst/>
          </a:prstGeom>
          <a:noFill/>
          <a:ln w="28575">
            <a:solidFill>
              <a:srgbClr val="CC0000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pic>
        <p:nvPicPr>
          <p:cNvPr id="220186" name="Picture 137" descr="underline_base">
            <a:extLst>
              <a:ext uri="{FF2B5EF4-FFF2-40B4-BE49-F238E27FC236}">
                <a16:creationId xmlns:a16="http://schemas.microsoft.com/office/drawing/2014/main" id="{9ED21D47-A38C-418A-BFE0-7898E8B47ED0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125" y="1287463"/>
            <a:ext cx="4113213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20187" name="Rectangle 66">
            <a:extLst>
              <a:ext uri="{FF2B5EF4-FFF2-40B4-BE49-F238E27FC236}">
                <a16:creationId xmlns:a16="http://schemas.microsoft.com/office/drawing/2014/main" id="{5C73AA12-2445-49E7-8BBF-F146C6F4D1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400" y="217488"/>
            <a:ext cx="4910138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4000">
                <a:solidFill>
                  <a:srgbClr val="000099"/>
                </a:solidFill>
              </a:rPr>
              <a:t>DNS name </a:t>
            </a:r>
            <a:br>
              <a:rPr lang="en-US" altLang="zh-TW" sz="4000">
                <a:solidFill>
                  <a:srgbClr val="000099"/>
                </a:solidFill>
              </a:rPr>
            </a:br>
            <a:r>
              <a:rPr lang="en-US" altLang="zh-TW" sz="4000">
                <a:solidFill>
                  <a:srgbClr val="000099"/>
                </a:solidFill>
              </a:rPr>
              <a:t>resolution example</a:t>
            </a:r>
          </a:p>
        </p:txBody>
      </p:sp>
      <p:sp>
        <p:nvSpPr>
          <p:cNvPr id="220188" name="Text Box 65">
            <a:extLst>
              <a:ext uri="{FF2B5EF4-FFF2-40B4-BE49-F238E27FC236}">
                <a16:creationId xmlns:a16="http://schemas.microsoft.com/office/drawing/2014/main" id="{44030A09-DA64-4B08-AA9E-85A7748FA8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00950" y="2287588"/>
            <a:ext cx="1325563" cy="558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TLD DNS 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server</a:t>
            </a:r>
            <a:endParaRPr lang="en-US" altLang="zh-TW" sz="1600">
              <a:latin typeface="Arial" panose="020B0604020202020204" pitchFamily="34" charset="0"/>
            </a:endParaRPr>
          </a:p>
        </p:txBody>
      </p:sp>
      <p:grpSp>
        <p:nvGrpSpPr>
          <p:cNvPr id="220189" name="Group 140">
            <a:extLst>
              <a:ext uri="{FF2B5EF4-FFF2-40B4-BE49-F238E27FC236}">
                <a16:creationId xmlns:a16="http://schemas.microsoft.com/office/drawing/2014/main" id="{5F1D987E-D594-4D65-97E5-33A9BD0FFE26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226300" y="5091113"/>
            <a:ext cx="925513" cy="795337"/>
            <a:chOff x="-44" y="1473"/>
            <a:chExt cx="981" cy="1105"/>
          </a:xfrm>
        </p:grpSpPr>
        <p:pic>
          <p:nvPicPr>
            <p:cNvPr id="220325" name="Picture 141" descr="desktop_computer_stylized_medium">
              <a:extLst>
                <a:ext uri="{FF2B5EF4-FFF2-40B4-BE49-F238E27FC236}">
                  <a16:creationId xmlns:a16="http://schemas.microsoft.com/office/drawing/2014/main" id="{50F4AB4C-1C2B-41B7-BB5F-6285E7543B1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20326" name="Freeform 142">
              <a:extLst>
                <a:ext uri="{FF2B5EF4-FFF2-40B4-BE49-F238E27FC236}">
                  <a16:creationId xmlns:a16="http://schemas.microsoft.com/office/drawing/2014/main" id="{0C3A109D-15E9-44E2-9EC7-6C553B8B5BF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5089652 w 356"/>
                <a:gd name="T3" fmla="*/ 1851256 h 368"/>
                <a:gd name="T4" fmla="*/ 17900690 w 356"/>
                <a:gd name="T5" fmla="*/ 38567519 h 368"/>
                <a:gd name="T6" fmla="*/ 3945041 w 356"/>
                <a:gd name="T7" fmla="*/ 48232874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220190" name="Group 143">
            <a:extLst>
              <a:ext uri="{FF2B5EF4-FFF2-40B4-BE49-F238E27FC236}">
                <a16:creationId xmlns:a16="http://schemas.microsoft.com/office/drawing/2014/main" id="{DF56AAB8-79E6-4C9D-A9E0-0E41814BCFAC}"/>
              </a:ext>
            </a:extLst>
          </p:cNvPr>
          <p:cNvGrpSpPr>
            <a:grpSpLocks/>
          </p:cNvGrpSpPr>
          <p:nvPr/>
        </p:nvGrpSpPr>
        <p:grpSpPr bwMode="auto">
          <a:xfrm>
            <a:off x="4765675" y="4244975"/>
            <a:ext cx="925513" cy="795338"/>
            <a:chOff x="-44" y="1473"/>
            <a:chExt cx="981" cy="1105"/>
          </a:xfrm>
        </p:grpSpPr>
        <p:pic>
          <p:nvPicPr>
            <p:cNvPr id="220323" name="Picture 144" descr="desktop_computer_stylized_medium">
              <a:extLst>
                <a:ext uri="{FF2B5EF4-FFF2-40B4-BE49-F238E27FC236}">
                  <a16:creationId xmlns:a16="http://schemas.microsoft.com/office/drawing/2014/main" id="{B1941936-3E35-4303-91D5-AB0737C7999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20324" name="Freeform 145">
              <a:extLst>
                <a:ext uri="{FF2B5EF4-FFF2-40B4-BE49-F238E27FC236}">
                  <a16:creationId xmlns:a16="http://schemas.microsoft.com/office/drawing/2014/main" id="{02183287-8CCE-4308-8865-AB8EF13C3C4E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5089652 w 356"/>
                <a:gd name="T3" fmla="*/ 1851256 h 368"/>
                <a:gd name="T4" fmla="*/ 17900690 w 356"/>
                <a:gd name="T5" fmla="*/ 38567519 h 368"/>
                <a:gd name="T6" fmla="*/ 3945041 w 356"/>
                <a:gd name="T7" fmla="*/ 48232874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220191" name="Group 146">
            <a:extLst>
              <a:ext uri="{FF2B5EF4-FFF2-40B4-BE49-F238E27FC236}">
                <a16:creationId xmlns:a16="http://schemas.microsoft.com/office/drawing/2014/main" id="{F3EAF8F1-27A5-48BE-BA20-DCB1BEDAFC17}"/>
              </a:ext>
            </a:extLst>
          </p:cNvPr>
          <p:cNvGrpSpPr>
            <a:grpSpLocks/>
          </p:cNvGrpSpPr>
          <p:nvPr/>
        </p:nvGrpSpPr>
        <p:grpSpPr bwMode="auto">
          <a:xfrm>
            <a:off x="7226300" y="3743325"/>
            <a:ext cx="390525" cy="641350"/>
            <a:chOff x="4140" y="429"/>
            <a:chExt cx="1425" cy="2396"/>
          </a:xfrm>
        </p:grpSpPr>
        <p:sp>
          <p:nvSpPr>
            <p:cNvPr id="220291" name="Freeform 147">
              <a:extLst>
                <a:ext uri="{FF2B5EF4-FFF2-40B4-BE49-F238E27FC236}">
                  <a16:creationId xmlns:a16="http://schemas.microsoft.com/office/drawing/2014/main" id="{11C241BC-6315-4555-888A-9E646600EF3D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2 w 354"/>
                <a:gd name="T3" fmla="*/ 3 h 2742"/>
                <a:gd name="T4" fmla="*/ 2 w 354"/>
                <a:gd name="T5" fmla="*/ 3 h 2742"/>
                <a:gd name="T6" fmla="*/ 0 w 354"/>
                <a:gd name="T7" fmla="*/ 3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20292" name="Rectangle 148">
              <a:extLst>
                <a:ext uri="{FF2B5EF4-FFF2-40B4-BE49-F238E27FC236}">
                  <a16:creationId xmlns:a16="http://schemas.microsoft.com/office/drawing/2014/main" id="{772F2DC0-95A8-4E96-9F3D-D6776950256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4" y="429"/>
              <a:ext cx="1048" cy="2283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20293" name="Freeform 149">
              <a:extLst>
                <a:ext uri="{FF2B5EF4-FFF2-40B4-BE49-F238E27FC236}">
                  <a16:creationId xmlns:a16="http://schemas.microsoft.com/office/drawing/2014/main" id="{F4BEAA9B-1FBB-4AAF-BAF9-A1C89299AD28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2 w 211"/>
                <a:gd name="T3" fmla="*/ 3 h 2537"/>
                <a:gd name="T4" fmla="*/ 2 w 211"/>
                <a:gd name="T5" fmla="*/ 3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20294" name="Freeform 150">
              <a:extLst>
                <a:ext uri="{FF2B5EF4-FFF2-40B4-BE49-F238E27FC236}">
                  <a16:creationId xmlns:a16="http://schemas.microsoft.com/office/drawing/2014/main" id="{C4DCA2DF-CC7F-412A-8DFC-90D902D30BC5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3 h 226"/>
                <a:gd name="T4" fmla="*/ 2 w 328"/>
                <a:gd name="T5" fmla="*/ 3 h 226"/>
                <a:gd name="T6" fmla="*/ 0 w 328"/>
                <a:gd name="T7" fmla="*/ 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20295" name="Rectangle 151">
              <a:extLst>
                <a:ext uri="{FF2B5EF4-FFF2-40B4-BE49-F238E27FC236}">
                  <a16:creationId xmlns:a16="http://schemas.microsoft.com/office/drawing/2014/main" id="{E5C2626D-FA84-405C-AEBD-04C0B5227C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6"/>
              <a:ext cx="597" cy="42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220296" name="Group 152">
              <a:extLst>
                <a:ext uri="{FF2B5EF4-FFF2-40B4-BE49-F238E27FC236}">
                  <a16:creationId xmlns:a16="http://schemas.microsoft.com/office/drawing/2014/main" id="{7F7C848E-DFD5-4021-BD06-9D2534202B4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20321" name="AutoShape 153">
                <a:extLst>
                  <a:ext uri="{FF2B5EF4-FFF2-40B4-BE49-F238E27FC236}">
                    <a16:creationId xmlns:a16="http://schemas.microsoft.com/office/drawing/2014/main" id="{AB7CAE63-6CC5-4351-96AA-80406A24C8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3" cy="142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20322" name="AutoShape 154">
                <a:extLst>
                  <a:ext uri="{FF2B5EF4-FFF2-40B4-BE49-F238E27FC236}">
                    <a16:creationId xmlns:a16="http://schemas.microsoft.com/office/drawing/2014/main" id="{4E515B7F-9E46-4B2F-A765-A3CFF4F95E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3"/>
                <a:ext cx="694" cy="10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20297" name="Rectangle 155">
              <a:extLst>
                <a:ext uri="{FF2B5EF4-FFF2-40B4-BE49-F238E27FC236}">
                  <a16:creationId xmlns:a16="http://schemas.microsoft.com/office/drawing/2014/main" id="{CB0011B9-C7DD-4723-97D4-E754BC891F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7" y="1016"/>
              <a:ext cx="591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220298" name="Group 156">
              <a:extLst>
                <a:ext uri="{FF2B5EF4-FFF2-40B4-BE49-F238E27FC236}">
                  <a16:creationId xmlns:a16="http://schemas.microsoft.com/office/drawing/2014/main" id="{0FC0AA44-E01A-4ECB-A577-B50B0A7AA32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20319" name="AutoShape 157">
                <a:extLst>
                  <a:ext uri="{FF2B5EF4-FFF2-40B4-BE49-F238E27FC236}">
                    <a16:creationId xmlns:a16="http://schemas.microsoft.com/office/drawing/2014/main" id="{B2A1847A-B718-44B5-8450-3440CE5430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6"/>
                <a:ext cx="723" cy="141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20320" name="AutoShape 158">
                <a:extLst>
                  <a:ext uri="{FF2B5EF4-FFF2-40B4-BE49-F238E27FC236}">
                    <a16:creationId xmlns:a16="http://schemas.microsoft.com/office/drawing/2014/main" id="{1F2F7890-4BDD-4EE1-B054-157F65D10E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5"/>
                <a:ext cx="694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20299" name="Rectangle 159">
              <a:extLst>
                <a:ext uri="{FF2B5EF4-FFF2-40B4-BE49-F238E27FC236}">
                  <a16:creationId xmlns:a16="http://schemas.microsoft.com/office/drawing/2014/main" id="{098A59D2-8625-4BA1-83BB-70D5736BEC3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5" y="1360"/>
              <a:ext cx="597" cy="42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20300" name="Rectangle 160">
              <a:extLst>
                <a:ext uri="{FF2B5EF4-FFF2-40B4-BE49-F238E27FC236}">
                  <a16:creationId xmlns:a16="http://schemas.microsoft.com/office/drawing/2014/main" id="{623ACDD3-C065-4C0F-98FD-5028D9004A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7" y="1657"/>
              <a:ext cx="597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220301" name="Group 161">
              <a:extLst>
                <a:ext uri="{FF2B5EF4-FFF2-40B4-BE49-F238E27FC236}">
                  <a16:creationId xmlns:a16="http://schemas.microsoft.com/office/drawing/2014/main" id="{D2F3C016-B51E-47FB-8E34-2406AB1C8D5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20317" name="AutoShape 162">
                <a:extLst>
                  <a:ext uri="{FF2B5EF4-FFF2-40B4-BE49-F238E27FC236}">
                    <a16:creationId xmlns:a16="http://schemas.microsoft.com/office/drawing/2014/main" id="{FD5495EF-C2EB-4E3C-A2E2-FD9228D06E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8"/>
                <a:ext cx="722" cy="131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20318" name="AutoShape 163">
                <a:extLst>
                  <a:ext uri="{FF2B5EF4-FFF2-40B4-BE49-F238E27FC236}">
                    <a16:creationId xmlns:a16="http://schemas.microsoft.com/office/drawing/2014/main" id="{00664D4A-7430-44FB-A6E4-FA52E4A453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4"/>
                <a:ext cx="693" cy="10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20302" name="Freeform 164">
              <a:extLst>
                <a:ext uri="{FF2B5EF4-FFF2-40B4-BE49-F238E27FC236}">
                  <a16:creationId xmlns:a16="http://schemas.microsoft.com/office/drawing/2014/main" id="{4FD97734-8480-4FC7-81D3-BE975EEDDF42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2 h 226"/>
                <a:gd name="T4" fmla="*/ 2 w 328"/>
                <a:gd name="T5" fmla="*/ 2 h 226"/>
                <a:gd name="T6" fmla="*/ 0 w 328"/>
                <a:gd name="T7" fmla="*/ 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220303" name="Group 165">
              <a:extLst>
                <a:ext uri="{FF2B5EF4-FFF2-40B4-BE49-F238E27FC236}">
                  <a16:creationId xmlns:a16="http://schemas.microsoft.com/office/drawing/2014/main" id="{A4A82E2F-BFD0-4BB4-B5A2-95AF2825761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220315" name="AutoShape 166">
                <a:extLst>
                  <a:ext uri="{FF2B5EF4-FFF2-40B4-BE49-F238E27FC236}">
                    <a16:creationId xmlns:a16="http://schemas.microsoft.com/office/drawing/2014/main" id="{199210A9-A529-44BB-B27B-00E6E8F79C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6"/>
                <a:ext cx="729" cy="142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20316" name="AutoShape 167">
                <a:extLst>
                  <a:ext uri="{FF2B5EF4-FFF2-40B4-BE49-F238E27FC236}">
                    <a16:creationId xmlns:a16="http://schemas.microsoft.com/office/drawing/2014/main" id="{FCA5A49A-DB8B-456B-AF70-C6F79006F6A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3"/>
                <a:ext cx="693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20304" name="Rectangle 168">
              <a:extLst>
                <a:ext uri="{FF2B5EF4-FFF2-40B4-BE49-F238E27FC236}">
                  <a16:creationId xmlns:a16="http://schemas.microsoft.com/office/drawing/2014/main" id="{28593E44-34F1-46AF-BF01-04B18329E73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2" y="429"/>
              <a:ext cx="64" cy="2289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20305" name="Freeform 169">
              <a:extLst>
                <a:ext uri="{FF2B5EF4-FFF2-40B4-BE49-F238E27FC236}">
                  <a16:creationId xmlns:a16="http://schemas.microsoft.com/office/drawing/2014/main" id="{7815BD01-5B6A-4B67-BCFF-C61F75431C37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 w 296"/>
                <a:gd name="T3" fmla="*/ 2 h 256"/>
                <a:gd name="T4" fmla="*/ 2 w 296"/>
                <a:gd name="T5" fmla="*/ 2 h 256"/>
                <a:gd name="T6" fmla="*/ 0 w 296"/>
                <a:gd name="T7" fmla="*/ 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20306" name="Freeform 170">
              <a:extLst>
                <a:ext uri="{FF2B5EF4-FFF2-40B4-BE49-F238E27FC236}">
                  <a16:creationId xmlns:a16="http://schemas.microsoft.com/office/drawing/2014/main" id="{C2C6D17A-4F0E-4A62-AB36-45B7ABC8FE11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 w 304"/>
                <a:gd name="T3" fmla="*/ 2 h 288"/>
                <a:gd name="T4" fmla="*/ 2 w 304"/>
                <a:gd name="T5" fmla="*/ 2 h 288"/>
                <a:gd name="T6" fmla="*/ 2 w 304"/>
                <a:gd name="T7" fmla="*/ 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20307" name="Oval 171">
              <a:extLst>
                <a:ext uri="{FF2B5EF4-FFF2-40B4-BE49-F238E27FC236}">
                  <a16:creationId xmlns:a16="http://schemas.microsoft.com/office/drawing/2014/main" id="{BB54B76B-8A9E-4E9D-95A0-3E45055C8C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9" y="2611"/>
              <a:ext cx="46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20308" name="Freeform 172">
              <a:extLst>
                <a:ext uri="{FF2B5EF4-FFF2-40B4-BE49-F238E27FC236}">
                  <a16:creationId xmlns:a16="http://schemas.microsoft.com/office/drawing/2014/main" id="{3BF13855-3EA9-43FB-9FC9-A43100E10293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 h 240"/>
                <a:gd name="T2" fmla="*/ 2 w 306"/>
                <a:gd name="T3" fmla="*/ 3 h 240"/>
                <a:gd name="T4" fmla="*/ 2 w 306"/>
                <a:gd name="T5" fmla="*/ 3 h 240"/>
                <a:gd name="T6" fmla="*/ 2 w 306"/>
                <a:gd name="T7" fmla="*/ 0 h 240"/>
                <a:gd name="T8" fmla="*/ 0 w 306"/>
                <a:gd name="T9" fmla="*/ 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20309" name="AutoShape 173">
              <a:extLst>
                <a:ext uri="{FF2B5EF4-FFF2-40B4-BE49-F238E27FC236}">
                  <a16:creationId xmlns:a16="http://schemas.microsoft.com/office/drawing/2014/main" id="{4D2A0B03-C760-4CEE-B06C-CCA82B9222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7"/>
              <a:ext cx="1199" cy="148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20310" name="AutoShape 174">
              <a:extLst>
                <a:ext uri="{FF2B5EF4-FFF2-40B4-BE49-F238E27FC236}">
                  <a16:creationId xmlns:a16="http://schemas.microsoft.com/office/drawing/2014/main" id="{B23387D2-1134-4905-B28B-94B0A5970F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4" y="2712"/>
              <a:ext cx="1072" cy="83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20311" name="Oval 175">
              <a:extLst>
                <a:ext uri="{FF2B5EF4-FFF2-40B4-BE49-F238E27FC236}">
                  <a16:creationId xmlns:a16="http://schemas.microsoft.com/office/drawing/2014/main" id="{AA793CA7-942D-4257-B792-379053D196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8" y="2380"/>
              <a:ext cx="156" cy="14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20312" name="Oval 176">
              <a:extLst>
                <a:ext uri="{FF2B5EF4-FFF2-40B4-BE49-F238E27FC236}">
                  <a16:creationId xmlns:a16="http://schemas.microsoft.com/office/drawing/2014/main" id="{09951043-01C7-4E4E-917B-2F21A0AC46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8" y="2386"/>
              <a:ext cx="156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20313" name="Oval 177">
              <a:extLst>
                <a:ext uri="{FF2B5EF4-FFF2-40B4-BE49-F238E27FC236}">
                  <a16:creationId xmlns:a16="http://schemas.microsoft.com/office/drawing/2014/main" id="{7284519F-8F44-4D9D-9AF2-BC536D147F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1" y="2380"/>
              <a:ext cx="156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20314" name="Rectangle 178">
              <a:extLst>
                <a:ext uri="{FF2B5EF4-FFF2-40B4-BE49-F238E27FC236}">
                  <a16:creationId xmlns:a16="http://schemas.microsoft.com/office/drawing/2014/main" id="{D7F658F8-584C-40FC-BAFF-EB7BD626AE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1" y="1835"/>
              <a:ext cx="87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</p:grpSp>
      <p:grpSp>
        <p:nvGrpSpPr>
          <p:cNvPr id="220192" name="Group 212">
            <a:extLst>
              <a:ext uri="{FF2B5EF4-FFF2-40B4-BE49-F238E27FC236}">
                <a16:creationId xmlns:a16="http://schemas.microsoft.com/office/drawing/2014/main" id="{1F5B022B-2DD9-42D2-B709-252C9F8F8208}"/>
              </a:ext>
            </a:extLst>
          </p:cNvPr>
          <p:cNvGrpSpPr>
            <a:grpSpLocks/>
          </p:cNvGrpSpPr>
          <p:nvPr/>
        </p:nvGrpSpPr>
        <p:grpSpPr bwMode="auto">
          <a:xfrm>
            <a:off x="5222875" y="2230438"/>
            <a:ext cx="390525" cy="641350"/>
            <a:chOff x="4140" y="429"/>
            <a:chExt cx="1425" cy="2396"/>
          </a:xfrm>
        </p:grpSpPr>
        <p:sp>
          <p:nvSpPr>
            <p:cNvPr id="220259" name="Freeform 213">
              <a:extLst>
                <a:ext uri="{FF2B5EF4-FFF2-40B4-BE49-F238E27FC236}">
                  <a16:creationId xmlns:a16="http://schemas.microsoft.com/office/drawing/2014/main" id="{5A6718DC-922F-4F0E-9051-DB362B86DE58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2 w 354"/>
                <a:gd name="T3" fmla="*/ 3 h 2742"/>
                <a:gd name="T4" fmla="*/ 2 w 354"/>
                <a:gd name="T5" fmla="*/ 3 h 2742"/>
                <a:gd name="T6" fmla="*/ 0 w 354"/>
                <a:gd name="T7" fmla="*/ 3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20260" name="Rectangle 214">
              <a:extLst>
                <a:ext uri="{FF2B5EF4-FFF2-40B4-BE49-F238E27FC236}">
                  <a16:creationId xmlns:a16="http://schemas.microsoft.com/office/drawing/2014/main" id="{63AC6E9A-C6B8-460B-BF88-8F02F90EF7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4" y="429"/>
              <a:ext cx="1048" cy="2283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20261" name="Freeform 215">
              <a:extLst>
                <a:ext uri="{FF2B5EF4-FFF2-40B4-BE49-F238E27FC236}">
                  <a16:creationId xmlns:a16="http://schemas.microsoft.com/office/drawing/2014/main" id="{D1CFCDFB-5448-43E5-B56D-35B8438A4849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2 w 211"/>
                <a:gd name="T3" fmla="*/ 3 h 2537"/>
                <a:gd name="T4" fmla="*/ 2 w 211"/>
                <a:gd name="T5" fmla="*/ 3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20262" name="Freeform 216">
              <a:extLst>
                <a:ext uri="{FF2B5EF4-FFF2-40B4-BE49-F238E27FC236}">
                  <a16:creationId xmlns:a16="http://schemas.microsoft.com/office/drawing/2014/main" id="{4C2EE122-9C0A-440C-BB46-2B4FB29292AB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3 h 226"/>
                <a:gd name="T4" fmla="*/ 2 w 328"/>
                <a:gd name="T5" fmla="*/ 3 h 226"/>
                <a:gd name="T6" fmla="*/ 0 w 328"/>
                <a:gd name="T7" fmla="*/ 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20263" name="Rectangle 217">
              <a:extLst>
                <a:ext uri="{FF2B5EF4-FFF2-40B4-BE49-F238E27FC236}">
                  <a16:creationId xmlns:a16="http://schemas.microsoft.com/office/drawing/2014/main" id="{2347C677-165B-47B3-9044-0CF33BC705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6"/>
              <a:ext cx="597" cy="42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220264" name="Group 218">
              <a:extLst>
                <a:ext uri="{FF2B5EF4-FFF2-40B4-BE49-F238E27FC236}">
                  <a16:creationId xmlns:a16="http://schemas.microsoft.com/office/drawing/2014/main" id="{11E97D44-11F5-4FB9-ACBD-0A6C0641183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20289" name="AutoShape 219">
                <a:extLst>
                  <a:ext uri="{FF2B5EF4-FFF2-40B4-BE49-F238E27FC236}">
                    <a16:creationId xmlns:a16="http://schemas.microsoft.com/office/drawing/2014/main" id="{332F92B1-006E-415E-BC52-4ABC1047891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3" cy="142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20290" name="AutoShape 220">
                <a:extLst>
                  <a:ext uri="{FF2B5EF4-FFF2-40B4-BE49-F238E27FC236}">
                    <a16:creationId xmlns:a16="http://schemas.microsoft.com/office/drawing/2014/main" id="{1D9B88AA-E264-43B2-BCFB-2715DDD35AB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3"/>
                <a:ext cx="694" cy="10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20265" name="Rectangle 221">
              <a:extLst>
                <a:ext uri="{FF2B5EF4-FFF2-40B4-BE49-F238E27FC236}">
                  <a16:creationId xmlns:a16="http://schemas.microsoft.com/office/drawing/2014/main" id="{6921756C-540C-40AB-B3B5-1D09089F8C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7" y="1016"/>
              <a:ext cx="591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220266" name="Group 222">
              <a:extLst>
                <a:ext uri="{FF2B5EF4-FFF2-40B4-BE49-F238E27FC236}">
                  <a16:creationId xmlns:a16="http://schemas.microsoft.com/office/drawing/2014/main" id="{B2820B5D-A1EA-4CFC-A6FE-E61528A5843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20287" name="AutoShape 223">
                <a:extLst>
                  <a:ext uri="{FF2B5EF4-FFF2-40B4-BE49-F238E27FC236}">
                    <a16:creationId xmlns:a16="http://schemas.microsoft.com/office/drawing/2014/main" id="{021005BD-1F83-4B20-A5D8-55D10D5FF0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6"/>
                <a:ext cx="723" cy="141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20288" name="AutoShape 224">
                <a:extLst>
                  <a:ext uri="{FF2B5EF4-FFF2-40B4-BE49-F238E27FC236}">
                    <a16:creationId xmlns:a16="http://schemas.microsoft.com/office/drawing/2014/main" id="{AACC18B1-8C86-4885-AF75-9A95641CDD7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5"/>
                <a:ext cx="694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20267" name="Rectangle 225">
              <a:extLst>
                <a:ext uri="{FF2B5EF4-FFF2-40B4-BE49-F238E27FC236}">
                  <a16:creationId xmlns:a16="http://schemas.microsoft.com/office/drawing/2014/main" id="{3429F961-5038-4528-AF29-BE0FC208BB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5" y="1360"/>
              <a:ext cx="597" cy="42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20268" name="Rectangle 226">
              <a:extLst>
                <a:ext uri="{FF2B5EF4-FFF2-40B4-BE49-F238E27FC236}">
                  <a16:creationId xmlns:a16="http://schemas.microsoft.com/office/drawing/2014/main" id="{4F519B92-A8BA-4E8B-8B9E-158EE5994D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7" y="1657"/>
              <a:ext cx="597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220269" name="Group 227">
              <a:extLst>
                <a:ext uri="{FF2B5EF4-FFF2-40B4-BE49-F238E27FC236}">
                  <a16:creationId xmlns:a16="http://schemas.microsoft.com/office/drawing/2014/main" id="{0A5F770E-FEF7-4148-BAF8-3CACA6FF8C9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20285" name="AutoShape 228">
                <a:extLst>
                  <a:ext uri="{FF2B5EF4-FFF2-40B4-BE49-F238E27FC236}">
                    <a16:creationId xmlns:a16="http://schemas.microsoft.com/office/drawing/2014/main" id="{35411408-8BEB-48CF-9E33-BF97B84A71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8"/>
                <a:ext cx="722" cy="131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20286" name="AutoShape 229">
                <a:extLst>
                  <a:ext uri="{FF2B5EF4-FFF2-40B4-BE49-F238E27FC236}">
                    <a16:creationId xmlns:a16="http://schemas.microsoft.com/office/drawing/2014/main" id="{61F44014-33B1-46AE-ABD1-C24B47185C1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4"/>
                <a:ext cx="693" cy="10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20270" name="Freeform 230">
              <a:extLst>
                <a:ext uri="{FF2B5EF4-FFF2-40B4-BE49-F238E27FC236}">
                  <a16:creationId xmlns:a16="http://schemas.microsoft.com/office/drawing/2014/main" id="{4145BFC3-D795-4372-BADE-AA1F76CF3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2 h 226"/>
                <a:gd name="T4" fmla="*/ 2 w 328"/>
                <a:gd name="T5" fmla="*/ 2 h 226"/>
                <a:gd name="T6" fmla="*/ 0 w 328"/>
                <a:gd name="T7" fmla="*/ 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220271" name="Group 231">
              <a:extLst>
                <a:ext uri="{FF2B5EF4-FFF2-40B4-BE49-F238E27FC236}">
                  <a16:creationId xmlns:a16="http://schemas.microsoft.com/office/drawing/2014/main" id="{A7F8EB36-260D-4A33-9D9F-9D68A3EFA4F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220283" name="AutoShape 232">
                <a:extLst>
                  <a:ext uri="{FF2B5EF4-FFF2-40B4-BE49-F238E27FC236}">
                    <a16:creationId xmlns:a16="http://schemas.microsoft.com/office/drawing/2014/main" id="{FE3AEC7D-B3FF-4AAC-ADF9-22FA20AEDD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6"/>
                <a:ext cx="729" cy="142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20284" name="AutoShape 233">
                <a:extLst>
                  <a:ext uri="{FF2B5EF4-FFF2-40B4-BE49-F238E27FC236}">
                    <a16:creationId xmlns:a16="http://schemas.microsoft.com/office/drawing/2014/main" id="{88E3AF5A-B548-4D38-B61C-B43CB042999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3"/>
                <a:ext cx="693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20272" name="Rectangle 234">
              <a:extLst>
                <a:ext uri="{FF2B5EF4-FFF2-40B4-BE49-F238E27FC236}">
                  <a16:creationId xmlns:a16="http://schemas.microsoft.com/office/drawing/2014/main" id="{7B2659B2-3674-4C6A-ABAB-28B3D5DD46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2" y="429"/>
              <a:ext cx="64" cy="2289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20273" name="Freeform 235">
              <a:extLst>
                <a:ext uri="{FF2B5EF4-FFF2-40B4-BE49-F238E27FC236}">
                  <a16:creationId xmlns:a16="http://schemas.microsoft.com/office/drawing/2014/main" id="{123A8EB8-0D92-4464-A6B3-8147374AD38C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 w 296"/>
                <a:gd name="T3" fmla="*/ 2 h 256"/>
                <a:gd name="T4" fmla="*/ 2 w 296"/>
                <a:gd name="T5" fmla="*/ 2 h 256"/>
                <a:gd name="T6" fmla="*/ 0 w 296"/>
                <a:gd name="T7" fmla="*/ 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20274" name="Freeform 236">
              <a:extLst>
                <a:ext uri="{FF2B5EF4-FFF2-40B4-BE49-F238E27FC236}">
                  <a16:creationId xmlns:a16="http://schemas.microsoft.com/office/drawing/2014/main" id="{E12B29B2-7263-4DEF-AC53-E4896B10D59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 w 304"/>
                <a:gd name="T3" fmla="*/ 2 h 288"/>
                <a:gd name="T4" fmla="*/ 2 w 304"/>
                <a:gd name="T5" fmla="*/ 2 h 288"/>
                <a:gd name="T6" fmla="*/ 2 w 304"/>
                <a:gd name="T7" fmla="*/ 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20275" name="Oval 237">
              <a:extLst>
                <a:ext uri="{FF2B5EF4-FFF2-40B4-BE49-F238E27FC236}">
                  <a16:creationId xmlns:a16="http://schemas.microsoft.com/office/drawing/2014/main" id="{9D5BA0F3-D0F1-4AB7-8E82-51C1C8BDE8C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9" y="2611"/>
              <a:ext cx="46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20276" name="Freeform 238">
              <a:extLst>
                <a:ext uri="{FF2B5EF4-FFF2-40B4-BE49-F238E27FC236}">
                  <a16:creationId xmlns:a16="http://schemas.microsoft.com/office/drawing/2014/main" id="{A4CD6698-C60E-46A0-BB78-1BEEF3602DA7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 h 240"/>
                <a:gd name="T2" fmla="*/ 2 w 306"/>
                <a:gd name="T3" fmla="*/ 3 h 240"/>
                <a:gd name="T4" fmla="*/ 2 w 306"/>
                <a:gd name="T5" fmla="*/ 3 h 240"/>
                <a:gd name="T6" fmla="*/ 2 w 306"/>
                <a:gd name="T7" fmla="*/ 0 h 240"/>
                <a:gd name="T8" fmla="*/ 0 w 306"/>
                <a:gd name="T9" fmla="*/ 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20277" name="AutoShape 239">
              <a:extLst>
                <a:ext uri="{FF2B5EF4-FFF2-40B4-BE49-F238E27FC236}">
                  <a16:creationId xmlns:a16="http://schemas.microsoft.com/office/drawing/2014/main" id="{A1436389-8F48-4553-BA15-5F483F3961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7"/>
              <a:ext cx="1199" cy="148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20278" name="AutoShape 240">
              <a:extLst>
                <a:ext uri="{FF2B5EF4-FFF2-40B4-BE49-F238E27FC236}">
                  <a16:creationId xmlns:a16="http://schemas.microsoft.com/office/drawing/2014/main" id="{96A33D02-F6B9-40CA-8E70-0954FBA2AE2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4" y="2712"/>
              <a:ext cx="1072" cy="83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20279" name="Oval 241">
              <a:extLst>
                <a:ext uri="{FF2B5EF4-FFF2-40B4-BE49-F238E27FC236}">
                  <a16:creationId xmlns:a16="http://schemas.microsoft.com/office/drawing/2014/main" id="{ADB86643-B941-47B6-9190-56FC49DD6C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8" y="2380"/>
              <a:ext cx="156" cy="14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20280" name="Oval 242">
              <a:extLst>
                <a:ext uri="{FF2B5EF4-FFF2-40B4-BE49-F238E27FC236}">
                  <a16:creationId xmlns:a16="http://schemas.microsoft.com/office/drawing/2014/main" id="{19466187-DD43-4E16-88A7-82B39F7862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8" y="2386"/>
              <a:ext cx="156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20281" name="Oval 243">
              <a:extLst>
                <a:ext uri="{FF2B5EF4-FFF2-40B4-BE49-F238E27FC236}">
                  <a16:creationId xmlns:a16="http://schemas.microsoft.com/office/drawing/2014/main" id="{663E1BF0-E117-48A1-9040-A03BC5A508D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1" y="2380"/>
              <a:ext cx="156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20282" name="Rectangle 244">
              <a:extLst>
                <a:ext uri="{FF2B5EF4-FFF2-40B4-BE49-F238E27FC236}">
                  <a16:creationId xmlns:a16="http://schemas.microsoft.com/office/drawing/2014/main" id="{E4D6E6DF-7CA7-4321-962B-0528DB06348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1" y="1835"/>
              <a:ext cx="87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</p:grpSp>
      <p:grpSp>
        <p:nvGrpSpPr>
          <p:cNvPr id="220193" name="Group 245">
            <a:extLst>
              <a:ext uri="{FF2B5EF4-FFF2-40B4-BE49-F238E27FC236}">
                <a16:creationId xmlns:a16="http://schemas.microsoft.com/office/drawing/2014/main" id="{FB395684-6CBD-4425-A78C-A27B83175460}"/>
              </a:ext>
            </a:extLst>
          </p:cNvPr>
          <p:cNvGrpSpPr>
            <a:grpSpLocks/>
          </p:cNvGrpSpPr>
          <p:nvPr/>
        </p:nvGrpSpPr>
        <p:grpSpPr bwMode="auto">
          <a:xfrm>
            <a:off x="6376988" y="968375"/>
            <a:ext cx="390525" cy="641350"/>
            <a:chOff x="4140" y="429"/>
            <a:chExt cx="1425" cy="2396"/>
          </a:xfrm>
        </p:grpSpPr>
        <p:sp>
          <p:nvSpPr>
            <p:cNvPr id="220227" name="Freeform 246">
              <a:extLst>
                <a:ext uri="{FF2B5EF4-FFF2-40B4-BE49-F238E27FC236}">
                  <a16:creationId xmlns:a16="http://schemas.microsoft.com/office/drawing/2014/main" id="{AFC0EEAA-FE97-4F42-96BE-1A727CE58E3F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2 w 354"/>
                <a:gd name="T3" fmla="*/ 3 h 2742"/>
                <a:gd name="T4" fmla="*/ 2 w 354"/>
                <a:gd name="T5" fmla="*/ 3 h 2742"/>
                <a:gd name="T6" fmla="*/ 0 w 354"/>
                <a:gd name="T7" fmla="*/ 3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20228" name="Rectangle 247">
              <a:extLst>
                <a:ext uri="{FF2B5EF4-FFF2-40B4-BE49-F238E27FC236}">
                  <a16:creationId xmlns:a16="http://schemas.microsoft.com/office/drawing/2014/main" id="{A272B1BD-1FDF-4812-9FAB-2035A44526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4" y="429"/>
              <a:ext cx="1048" cy="2283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20229" name="Freeform 248">
              <a:extLst>
                <a:ext uri="{FF2B5EF4-FFF2-40B4-BE49-F238E27FC236}">
                  <a16:creationId xmlns:a16="http://schemas.microsoft.com/office/drawing/2014/main" id="{5167B615-9D7C-4D71-BA2E-B13759699C0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2 w 211"/>
                <a:gd name="T3" fmla="*/ 3 h 2537"/>
                <a:gd name="T4" fmla="*/ 2 w 211"/>
                <a:gd name="T5" fmla="*/ 3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20230" name="Freeform 249">
              <a:extLst>
                <a:ext uri="{FF2B5EF4-FFF2-40B4-BE49-F238E27FC236}">
                  <a16:creationId xmlns:a16="http://schemas.microsoft.com/office/drawing/2014/main" id="{7698330B-D70F-4E7D-AD08-36620C41F947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3 h 226"/>
                <a:gd name="T4" fmla="*/ 2 w 328"/>
                <a:gd name="T5" fmla="*/ 3 h 226"/>
                <a:gd name="T6" fmla="*/ 0 w 328"/>
                <a:gd name="T7" fmla="*/ 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20231" name="Rectangle 250">
              <a:extLst>
                <a:ext uri="{FF2B5EF4-FFF2-40B4-BE49-F238E27FC236}">
                  <a16:creationId xmlns:a16="http://schemas.microsoft.com/office/drawing/2014/main" id="{9B75815D-8527-4ACF-81BC-0739241018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6"/>
              <a:ext cx="597" cy="42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220232" name="Group 251">
              <a:extLst>
                <a:ext uri="{FF2B5EF4-FFF2-40B4-BE49-F238E27FC236}">
                  <a16:creationId xmlns:a16="http://schemas.microsoft.com/office/drawing/2014/main" id="{DC0049DA-160A-415D-9348-7F0319438B7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20257" name="AutoShape 252">
                <a:extLst>
                  <a:ext uri="{FF2B5EF4-FFF2-40B4-BE49-F238E27FC236}">
                    <a16:creationId xmlns:a16="http://schemas.microsoft.com/office/drawing/2014/main" id="{B3086792-31B0-400A-8152-8624BB9A13A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3" cy="142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20258" name="AutoShape 253">
                <a:extLst>
                  <a:ext uri="{FF2B5EF4-FFF2-40B4-BE49-F238E27FC236}">
                    <a16:creationId xmlns:a16="http://schemas.microsoft.com/office/drawing/2014/main" id="{94DAB9DE-A4F2-4B39-B0F9-68C2E00F78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7" y="2583"/>
                <a:ext cx="694" cy="10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20233" name="Rectangle 254">
              <a:extLst>
                <a:ext uri="{FF2B5EF4-FFF2-40B4-BE49-F238E27FC236}">
                  <a16:creationId xmlns:a16="http://schemas.microsoft.com/office/drawing/2014/main" id="{7E3DA6A9-F664-4E4A-B237-5052BF1CBD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7" y="1016"/>
              <a:ext cx="591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220234" name="Group 255">
              <a:extLst>
                <a:ext uri="{FF2B5EF4-FFF2-40B4-BE49-F238E27FC236}">
                  <a16:creationId xmlns:a16="http://schemas.microsoft.com/office/drawing/2014/main" id="{C3984E86-18B9-499F-8349-E5140AD3FEC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20255" name="AutoShape 256">
                <a:extLst>
                  <a:ext uri="{FF2B5EF4-FFF2-40B4-BE49-F238E27FC236}">
                    <a16:creationId xmlns:a16="http://schemas.microsoft.com/office/drawing/2014/main" id="{AC9CB44D-F361-450C-9D0B-C97B4B6A50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6"/>
                <a:ext cx="723" cy="141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20256" name="AutoShape 257">
                <a:extLst>
                  <a:ext uri="{FF2B5EF4-FFF2-40B4-BE49-F238E27FC236}">
                    <a16:creationId xmlns:a16="http://schemas.microsoft.com/office/drawing/2014/main" id="{DD88D6ED-FF7A-4C99-8903-C0FDE0D9D17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5"/>
                <a:ext cx="694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20235" name="Rectangle 258">
              <a:extLst>
                <a:ext uri="{FF2B5EF4-FFF2-40B4-BE49-F238E27FC236}">
                  <a16:creationId xmlns:a16="http://schemas.microsoft.com/office/drawing/2014/main" id="{2334621B-1223-4FDC-94CA-9DBDCC7224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5" y="1360"/>
              <a:ext cx="597" cy="42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20236" name="Rectangle 259">
              <a:extLst>
                <a:ext uri="{FF2B5EF4-FFF2-40B4-BE49-F238E27FC236}">
                  <a16:creationId xmlns:a16="http://schemas.microsoft.com/office/drawing/2014/main" id="{C2AA2C83-092C-4380-9596-2F2AB79682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7" y="1657"/>
              <a:ext cx="597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220237" name="Group 260">
              <a:extLst>
                <a:ext uri="{FF2B5EF4-FFF2-40B4-BE49-F238E27FC236}">
                  <a16:creationId xmlns:a16="http://schemas.microsoft.com/office/drawing/2014/main" id="{16385E7F-D71D-4CB7-8CF1-D98A210BF44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20253" name="AutoShape 261">
                <a:extLst>
                  <a:ext uri="{FF2B5EF4-FFF2-40B4-BE49-F238E27FC236}">
                    <a16:creationId xmlns:a16="http://schemas.microsoft.com/office/drawing/2014/main" id="{4CD38C65-DD20-45A6-883B-D1AEA3F77F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8"/>
                <a:ext cx="722" cy="131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20254" name="AutoShape 262">
                <a:extLst>
                  <a:ext uri="{FF2B5EF4-FFF2-40B4-BE49-F238E27FC236}">
                    <a16:creationId xmlns:a16="http://schemas.microsoft.com/office/drawing/2014/main" id="{BED6E53D-D819-4278-A69B-A1AA5D5BBE4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4"/>
                <a:ext cx="693" cy="10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20238" name="Freeform 263">
              <a:extLst>
                <a:ext uri="{FF2B5EF4-FFF2-40B4-BE49-F238E27FC236}">
                  <a16:creationId xmlns:a16="http://schemas.microsoft.com/office/drawing/2014/main" id="{EA6096ED-98F8-457F-B4E2-564C85D8DA94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2 h 226"/>
                <a:gd name="T4" fmla="*/ 2 w 328"/>
                <a:gd name="T5" fmla="*/ 2 h 226"/>
                <a:gd name="T6" fmla="*/ 0 w 328"/>
                <a:gd name="T7" fmla="*/ 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220239" name="Group 264">
              <a:extLst>
                <a:ext uri="{FF2B5EF4-FFF2-40B4-BE49-F238E27FC236}">
                  <a16:creationId xmlns:a16="http://schemas.microsoft.com/office/drawing/2014/main" id="{AFE2A5C6-A61C-4F7A-B459-DB6E6A00093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220251" name="AutoShape 265">
                <a:extLst>
                  <a:ext uri="{FF2B5EF4-FFF2-40B4-BE49-F238E27FC236}">
                    <a16:creationId xmlns:a16="http://schemas.microsoft.com/office/drawing/2014/main" id="{93EC9485-8F33-47E8-89E5-0253A0FC256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6"/>
                <a:ext cx="729" cy="142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20252" name="AutoShape 266">
                <a:extLst>
                  <a:ext uri="{FF2B5EF4-FFF2-40B4-BE49-F238E27FC236}">
                    <a16:creationId xmlns:a16="http://schemas.microsoft.com/office/drawing/2014/main" id="{67253D59-9FD0-4871-896C-703BDB52CC5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3"/>
                <a:ext cx="693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20240" name="Rectangle 267">
              <a:extLst>
                <a:ext uri="{FF2B5EF4-FFF2-40B4-BE49-F238E27FC236}">
                  <a16:creationId xmlns:a16="http://schemas.microsoft.com/office/drawing/2014/main" id="{9481B358-D491-4808-B82F-10B2F3B5B2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2" y="429"/>
              <a:ext cx="64" cy="2289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20241" name="Freeform 268">
              <a:extLst>
                <a:ext uri="{FF2B5EF4-FFF2-40B4-BE49-F238E27FC236}">
                  <a16:creationId xmlns:a16="http://schemas.microsoft.com/office/drawing/2014/main" id="{450FA5A3-F8DE-4B7A-9A50-F8E39B805653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 w 296"/>
                <a:gd name="T3" fmla="*/ 2 h 256"/>
                <a:gd name="T4" fmla="*/ 2 w 296"/>
                <a:gd name="T5" fmla="*/ 2 h 256"/>
                <a:gd name="T6" fmla="*/ 0 w 296"/>
                <a:gd name="T7" fmla="*/ 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20242" name="Freeform 269">
              <a:extLst>
                <a:ext uri="{FF2B5EF4-FFF2-40B4-BE49-F238E27FC236}">
                  <a16:creationId xmlns:a16="http://schemas.microsoft.com/office/drawing/2014/main" id="{D8A2C6B0-BAA6-4AE1-B409-34DC5496C119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 w 304"/>
                <a:gd name="T3" fmla="*/ 2 h 288"/>
                <a:gd name="T4" fmla="*/ 2 w 304"/>
                <a:gd name="T5" fmla="*/ 2 h 288"/>
                <a:gd name="T6" fmla="*/ 2 w 304"/>
                <a:gd name="T7" fmla="*/ 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20243" name="Oval 270">
              <a:extLst>
                <a:ext uri="{FF2B5EF4-FFF2-40B4-BE49-F238E27FC236}">
                  <a16:creationId xmlns:a16="http://schemas.microsoft.com/office/drawing/2014/main" id="{F0597704-3C82-465E-82E3-D4D22D805B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9" y="2611"/>
              <a:ext cx="46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20244" name="Freeform 271">
              <a:extLst>
                <a:ext uri="{FF2B5EF4-FFF2-40B4-BE49-F238E27FC236}">
                  <a16:creationId xmlns:a16="http://schemas.microsoft.com/office/drawing/2014/main" id="{ABD28335-09A9-4685-A514-A4475F697B0C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 h 240"/>
                <a:gd name="T2" fmla="*/ 2 w 306"/>
                <a:gd name="T3" fmla="*/ 3 h 240"/>
                <a:gd name="T4" fmla="*/ 2 w 306"/>
                <a:gd name="T5" fmla="*/ 3 h 240"/>
                <a:gd name="T6" fmla="*/ 2 w 306"/>
                <a:gd name="T7" fmla="*/ 0 h 240"/>
                <a:gd name="T8" fmla="*/ 0 w 306"/>
                <a:gd name="T9" fmla="*/ 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20245" name="AutoShape 272">
              <a:extLst>
                <a:ext uri="{FF2B5EF4-FFF2-40B4-BE49-F238E27FC236}">
                  <a16:creationId xmlns:a16="http://schemas.microsoft.com/office/drawing/2014/main" id="{7DFC912B-9FA1-4166-96A5-736E16CD573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7"/>
              <a:ext cx="1199" cy="148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20246" name="AutoShape 273">
              <a:extLst>
                <a:ext uri="{FF2B5EF4-FFF2-40B4-BE49-F238E27FC236}">
                  <a16:creationId xmlns:a16="http://schemas.microsoft.com/office/drawing/2014/main" id="{F1B60575-65F0-4A52-BD4F-5E04014059B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4" y="2712"/>
              <a:ext cx="1072" cy="83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20247" name="Oval 274">
              <a:extLst>
                <a:ext uri="{FF2B5EF4-FFF2-40B4-BE49-F238E27FC236}">
                  <a16:creationId xmlns:a16="http://schemas.microsoft.com/office/drawing/2014/main" id="{BBA1F10B-8100-45B5-9145-5EAC2A1CD2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8" y="2380"/>
              <a:ext cx="156" cy="14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20248" name="Oval 275">
              <a:extLst>
                <a:ext uri="{FF2B5EF4-FFF2-40B4-BE49-F238E27FC236}">
                  <a16:creationId xmlns:a16="http://schemas.microsoft.com/office/drawing/2014/main" id="{C44724E6-8385-4FF5-8AA5-22AF49DDEEC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8" y="2386"/>
              <a:ext cx="156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20249" name="Oval 276">
              <a:extLst>
                <a:ext uri="{FF2B5EF4-FFF2-40B4-BE49-F238E27FC236}">
                  <a16:creationId xmlns:a16="http://schemas.microsoft.com/office/drawing/2014/main" id="{A209954E-246B-433A-9BA8-FEDF9459233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1" y="2380"/>
              <a:ext cx="156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20250" name="Rectangle 277">
              <a:extLst>
                <a:ext uri="{FF2B5EF4-FFF2-40B4-BE49-F238E27FC236}">
                  <a16:creationId xmlns:a16="http://schemas.microsoft.com/office/drawing/2014/main" id="{A26C870B-5AA9-4349-B2E4-3131B303D3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1" y="1835"/>
              <a:ext cx="87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</p:grpSp>
      <p:grpSp>
        <p:nvGrpSpPr>
          <p:cNvPr id="220194" name="Group 311">
            <a:extLst>
              <a:ext uri="{FF2B5EF4-FFF2-40B4-BE49-F238E27FC236}">
                <a16:creationId xmlns:a16="http://schemas.microsoft.com/office/drawing/2014/main" id="{635FF6F3-D613-41C6-AF0D-1AD1ED860232}"/>
              </a:ext>
            </a:extLst>
          </p:cNvPr>
          <p:cNvGrpSpPr>
            <a:grpSpLocks/>
          </p:cNvGrpSpPr>
          <p:nvPr/>
        </p:nvGrpSpPr>
        <p:grpSpPr bwMode="auto">
          <a:xfrm>
            <a:off x="7192963" y="2220913"/>
            <a:ext cx="390525" cy="641350"/>
            <a:chOff x="4140" y="429"/>
            <a:chExt cx="1425" cy="2396"/>
          </a:xfrm>
        </p:grpSpPr>
        <p:sp>
          <p:nvSpPr>
            <p:cNvPr id="220195" name="Freeform 312">
              <a:extLst>
                <a:ext uri="{FF2B5EF4-FFF2-40B4-BE49-F238E27FC236}">
                  <a16:creationId xmlns:a16="http://schemas.microsoft.com/office/drawing/2014/main" id="{0E457DFF-6765-48FA-AE69-352E009B396C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2 w 354"/>
                <a:gd name="T3" fmla="*/ 3 h 2742"/>
                <a:gd name="T4" fmla="*/ 2 w 354"/>
                <a:gd name="T5" fmla="*/ 3 h 2742"/>
                <a:gd name="T6" fmla="*/ 0 w 354"/>
                <a:gd name="T7" fmla="*/ 3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20196" name="Rectangle 313">
              <a:extLst>
                <a:ext uri="{FF2B5EF4-FFF2-40B4-BE49-F238E27FC236}">
                  <a16:creationId xmlns:a16="http://schemas.microsoft.com/office/drawing/2014/main" id="{A3D473C0-0B65-46AB-A1DB-8A6F597445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4" y="429"/>
              <a:ext cx="1048" cy="2283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20197" name="Freeform 314">
              <a:extLst>
                <a:ext uri="{FF2B5EF4-FFF2-40B4-BE49-F238E27FC236}">
                  <a16:creationId xmlns:a16="http://schemas.microsoft.com/office/drawing/2014/main" id="{F7BF8B8E-9567-4242-81EC-3DD80D693E4B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2 w 211"/>
                <a:gd name="T3" fmla="*/ 3 h 2537"/>
                <a:gd name="T4" fmla="*/ 2 w 211"/>
                <a:gd name="T5" fmla="*/ 3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20198" name="Freeform 315">
              <a:extLst>
                <a:ext uri="{FF2B5EF4-FFF2-40B4-BE49-F238E27FC236}">
                  <a16:creationId xmlns:a16="http://schemas.microsoft.com/office/drawing/2014/main" id="{879B42F0-6B8C-428A-8A5E-CB5207C827C0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3 h 226"/>
                <a:gd name="T4" fmla="*/ 2 w 328"/>
                <a:gd name="T5" fmla="*/ 3 h 226"/>
                <a:gd name="T6" fmla="*/ 0 w 328"/>
                <a:gd name="T7" fmla="*/ 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20199" name="Rectangle 316">
              <a:extLst>
                <a:ext uri="{FF2B5EF4-FFF2-40B4-BE49-F238E27FC236}">
                  <a16:creationId xmlns:a16="http://schemas.microsoft.com/office/drawing/2014/main" id="{19BF9BAE-F805-4C89-AC05-7A943130B46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6"/>
              <a:ext cx="597" cy="42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220200" name="Group 317">
              <a:extLst>
                <a:ext uri="{FF2B5EF4-FFF2-40B4-BE49-F238E27FC236}">
                  <a16:creationId xmlns:a16="http://schemas.microsoft.com/office/drawing/2014/main" id="{53DF1E71-DB24-45F1-807E-478C7665B7C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20225" name="AutoShape 318">
                <a:extLst>
                  <a:ext uri="{FF2B5EF4-FFF2-40B4-BE49-F238E27FC236}">
                    <a16:creationId xmlns:a16="http://schemas.microsoft.com/office/drawing/2014/main" id="{D18AD790-BF83-4F2E-8AA0-F2A5B9BD5F8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3" cy="142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20226" name="AutoShape 319">
                <a:extLst>
                  <a:ext uri="{FF2B5EF4-FFF2-40B4-BE49-F238E27FC236}">
                    <a16:creationId xmlns:a16="http://schemas.microsoft.com/office/drawing/2014/main" id="{E7A4FAB1-D8A7-40E0-A9C7-3BBA9C49FA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7" y="2583"/>
                <a:ext cx="694" cy="10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20201" name="Rectangle 320">
              <a:extLst>
                <a:ext uri="{FF2B5EF4-FFF2-40B4-BE49-F238E27FC236}">
                  <a16:creationId xmlns:a16="http://schemas.microsoft.com/office/drawing/2014/main" id="{8208BB0B-72D4-4505-8127-01DF6370E8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7" y="1016"/>
              <a:ext cx="591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220202" name="Group 321">
              <a:extLst>
                <a:ext uri="{FF2B5EF4-FFF2-40B4-BE49-F238E27FC236}">
                  <a16:creationId xmlns:a16="http://schemas.microsoft.com/office/drawing/2014/main" id="{0D6568EA-BFCA-4012-B052-B9826951BCC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20223" name="AutoShape 322">
                <a:extLst>
                  <a:ext uri="{FF2B5EF4-FFF2-40B4-BE49-F238E27FC236}">
                    <a16:creationId xmlns:a16="http://schemas.microsoft.com/office/drawing/2014/main" id="{3502384F-50B3-48DB-8319-741FADA6BD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6"/>
                <a:ext cx="723" cy="141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20224" name="AutoShape 323">
                <a:extLst>
                  <a:ext uri="{FF2B5EF4-FFF2-40B4-BE49-F238E27FC236}">
                    <a16:creationId xmlns:a16="http://schemas.microsoft.com/office/drawing/2014/main" id="{AD1206D9-9476-4720-A3C9-4612E805FB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5"/>
                <a:ext cx="694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20203" name="Rectangle 324">
              <a:extLst>
                <a:ext uri="{FF2B5EF4-FFF2-40B4-BE49-F238E27FC236}">
                  <a16:creationId xmlns:a16="http://schemas.microsoft.com/office/drawing/2014/main" id="{B885257C-42F1-4D3B-8BD2-69D53140E17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5" y="1360"/>
              <a:ext cx="597" cy="42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20204" name="Rectangle 325">
              <a:extLst>
                <a:ext uri="{FF2B5EF4-FFF2-40B4-BE49-F238E27FC236}">
                  <a16:creationId xmlns:a16="http://schemas.microsoft.com/office/drawing/2014/main" id="{09D60C08-80EB-40C7-A2F9-6370972409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7" y="1657"/>
              <a:ext cx="597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220205" name="Group 326">
              <a:extLst>
                <a:ext uri="{FF2B5EF4-FFF2-40B4-BE49-F238E27FC236}">
                  <a16:creationId xmlns:a16="http://schemas.microsoft.com/office/drawing/2014/main" id="{8AC46FA7-20D1-4E60-A38A-AFD8837C43C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20221" name="AutoShape 327">
                <a:extLst>
                  <a:ext uri="{FF2B5EF4-FFF2-40B4-BE49-F238E27FC236}">
                    <a16:creationId xmlns:a16="http://schemas.microsoft.com/office/drawing/2014/main" id="{0CD6A60E-5C04-444A-BB2E-17940B80E72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8"/>
                <a:ext cx="722" cy="131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20222" name="AutoShape 328">
                <a:extLst>
                  <a:ext uri="{FF2B5EF4-FFF2-40B4-BE49-F238E27FC236}">
                    <a16:creationId xmlns:a16="http://schemas.microsoft.com/office/drawing/2014/main" id="{84C9B75D-10BD-485B-8D46-364EFAC15E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4"/>
                <a:ext cx="693" cy="10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20206" name="Freeform 329">
              <a:extLst>
                <a:ext uri="{FF2B5EF4-FFF2-40B4-BE49-F238E27FC236}">
                  <a16:creationId xmlns:a16="http://schemas.microsoft.com/office/drawing/2014/main" id="{CC3F1C85-BFE5-45BB-B1E7-EB1A57AFB05C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2 h 226"/>
                <a:gd name="T4" fmla="*/ 2 w 328"/>
                <a:gd name="T5" fmla="*/ 2 h 226"/>
                <a:gd name="T6" fmla="*/ 0 w 328"/>
                <a:gd name="T7" fmla="*/ 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220207" name="Group 330">
              <a:extLst>
                <a:ext uri="{FF2B5EF4-FFF2-40B4-BE49-F238E27FC236}">
                  <a16:creationId xmlns:a16="http://schemas.microsoft.com/office/drawing/2014/main" id="{8B1CFE3D-695A-4739-BECE-E68DE0B5072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220219" name="AutoShape 331">
                <a:extLst>
                  <a:ext uri="{FF2B5EF4-FFF2-40B4-BE49-F238E27FC236}">
                    <a16:creationId xmlns:a16="http://schemas.microsoft.com/office/drawing/2014/main" id="{8C22C8A9-957A-4DC1-ABAB-B24ABE4D61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6"/>
                <a:ext cx="729" cy="142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20220" name="AutoShape 332">
                <a:extLst>
                  <a:ext uri="{FF2B5EF4-FFF2-40B4-BE49-F238E27FC236}">
                    <a16:creationId xmlns:a16="http://schemas.microsoft.com/office/drawing/2014/main" id="{10201B88-6267-4C59-8D80-292FEB0F71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3"/>
                <a:ext cx="693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20208" name="Rectangle 333">
              <a:extLst>
                <a:ext uri="{FF2B5EF4-FFF2-40B4-BE49-F238E27FC236}">
                  <a16:creationId xmlns:a16="http://schemas.microsoft.com/office/drawing/2014/main" id="{EA596A0E-9B3F-49E6-80B9-C887C662D3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2" y="429"/>
              <a:ext cx="64" cy="2289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20209" name="Freeform 334">
              <a:extLst>
                <a:ext uri="{FF2B5EF4-FFF2-40B4-BE49-F238E27FC236}">
                  <a16:creationId xmlns:a16="http://schemas.microsoft.com/office/drawing/2014/main" id="{EA660F59-4643-4E7A-8BD6-49BAB70E1550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 w 296"/>
                <a:gd name="T3" fmla="*/ 2 h 256"/>
                <a:gd name="T4" fmla="*/ 2 w 296"/>
                <a:gd name="T5" fmla="*/ 2 h 256"/>
                <a:gd name="T6" fmla="*/ 0 w 296"/>
                <a:gd name="T7" fmla="*/ 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20210" name="Freeform 335">
              <a:extLst>
                <a:ext uri="{FF2B5EF4-FFF2-40B4-BE49-F238E27FC236}">
                  <a16:creationId xmlns:a16="http://schemas.microsoft.com/office/drawing/2014/main" id="{4626D74F-1693-4817-8A7E-390AFBB2DBF6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 w 304"/>
                <a:gd name="T3" fmla="*/ 2 h 288"/>
                <a:gd name="T4" fmla="*/ 2 w 304"/>
                <a:gd name="T5" fmla="*/ 2 h 288"/>
                <a:gd name="T6" fmla="*/ 2 w 304"/>
                <a:gd name="T7" fmla="*/ 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20211" name="Oval 336">
              <a:extLst>
                <a:ext uri="{FF2B5EF4-FFF2-40B4-BE49-F238E27FC236}">
                  <a16:creationId xmlns:a16="http://schemas.microsoft.com/office/drawing/2014/main" id="{78A779EE-1385-4E4D-A67E-951E4D4F35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9" y="2611"/>
              <a:ext cx="46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20212" name="Freeform 337">
              <a:extLst>
                <a:ext uri="{FF2B5EF4-FFF2-40B4-BE49-F238E27FC236}">
                  <a16:creationId xmlns:a16="http://schemas.microsoft.com/office/drawing/2014/main" id="{71B68AC1-B622-47DC-BD2D-7259AEAA7128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 h 240"/>
                <a:gd name="T2" fmla="*/ 2 w 306"/>
                <a:gd name="T3" fmla="*/ 3 h 240"/>
                <a:gd name="T4" fmla="*/ 2 w 306"/>
                <a:gd name="T5" fmla="*/ 3 h 240"/>
                <a:gd name="T6" fmla="*/ 2 w 306"/>
                <a:gd name="T7" fmla="*/ 0 h 240"/>
                <a:gd name="T8" fmla="*/ 0 w 306"/>
                <a:gd name="T9" fmla="*/ 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20213" name="AutoShape 338">
              <a:extLst>
                <a:ext uri="{FF2B5EF4-FFF2-40B4-BE49-F238E27FC236}">
                  <a16:creationId xmlns:a16="http://schemas.microsoft.com/office/drawing/2014/main" id="{E8BFDDC0-8BC0-490B-A750-DB7DD357559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7"/>
              <a:ext cx="1199" cy="148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20214" name="AutoShape 339">
              <a:extLst>
                <a:ext uri="{FF2B5EF4-FFF2-40B4-BE49-F238E27FC236}">
                  <a16:creationId xmlns:a16="http://schemas.microsoft.com/office/drawing/2014/main" id="{8C24F272-57AD-4A3A-9170-EA44A6B6D3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4" y="2712"/>
              <a:ext cx="1072" cy="83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20215" name="Oval 340">
              <a:extLst>
                <a:ext uri="{FF2B5EF4-FFF2-40B4-BE49-F238E27FC236}">
                  <a16:creationId xmlns:a16="http://schemas.microsoft.com/office/drawing/2014/main" id="{27FA15A6-4C18-4910-BBAC-D20936B6032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8" y="2380"/>
              <a:ext cx="156" cy="14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20216" name="Oval 341">
              <a:extLst>
                <a:ext uri="{FF2B5EF4-FFF2-40B4-BE49-F238E27FC236}">
                  <a16:creationId xmlns:a16="http://schemas.microsoft.com/office/drawing/2014/main" id="{FD1C29ED-87E0-4A67-A56F-9669BAFEEF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8" y="2386"/>
              <a:ext cx="156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20217" name="Oval 342">
              <a:extLst>
                <a:ext uri="{FF2B5EF4-FFF2-40B4-BE49-F238E27FC236}">
                  <a16:creationId xmlns:a16="http://schemas.microsoft.com/office/drawing/2014/main" id="{A6427830-64F5-4683-AE3C-722509F78A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1" y="2380"/>
              <a:ext cx="156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20218" name="Rectangle 343">
              <a:extLst>
                <a:ext uri="{FF2B5EF4-FFF2-40B4-BE49-F238E27FC236}">
                  <a16:creationId xmlns:a16="http://schemas.microsoft.com/office/drawing/2014/main" id="{A9A316BF-B704-45DB-B9CD-7161D7F17A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1" y="1835"/>
              <a:ext cx="87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210" name="Rectangle 7">
            <a:extLst>
              <a:ext uri="{FF2B5EF4-FFF2-40B4-BE49-F238E27FC236}">
                <a16:creationId xmlns:a16="http://schemas.microsoft.com/office/drawing/2014/main" id="{75901852-CCE7-4C48-A69F-5AB6B33E7EA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222211" name="Rectangle 8">
            <a:extLst>
              <a:ext uri="{FF2B5EF4-FFF2-40B4-BE49-F238E27FC236}">
                <a16:creationId xmlns:a16="http://schemas.microsoft.com/office/drawing/2014/main" id="{AC0292BA-B8AC-4134-88A3-F7E669B0497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2-</a:t>
            </a:r>
            <a:fld id="{142500FE-E0A1-415F-9EA5-DBD98F8A938E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63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222212" name="Picture 10" descr="underline_base">
            <a:extLst>
              <a:ext uri="{FF2B5EF4-FFF2-40B4-BE49-F238E27FC236}">
                <a16:creationId xmlns:a16="http://schemas.microsoft.com/office/drawing/2014/main" id="{75B082C7-9F83-4D9D-8644-2C510D79A86E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5150" y="862013"/>
            <a:ext cx="6856413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22213" name="Rectangle 2">
            <a:extLst>
              <a:ext uri="{FF2B5EF4-FFF2-40B4-BE49-F238E27FC236}">
                <a16:creationId xmlns:a16="http://schemas.microsoft.com/office/drawing/2014/main" id="{A4F8782F-3F16-4430-B654-18646BDCEE7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146050"/>
            <a:ext cx="7772400" cy="969963"/>
          </a:xfrm>
        </p:spPr>
        <p:txBody>
          <a:bodyPr/>
          <a:lstStyle/>
          <a:p>
            <a:r>
              <a:rPr lang="en-US" altLang="zh-TW" sz="4000" dirty="0">
                <a:ea typeface="ＭＳ Ｐゴシック" panose="020B0600070205080204" pitchFamily="34" charset="-128"/>
              </a:rPr>
              <a:t>DNS caching</a:t>
            </a:r>
          </a:p>
        </p:txBody>
      </p:sp>
      <p:sp>
        <p:nvSpPr>
          <p:cNvPr id="222214" name="Rectangle 3">
            <a:extLst>
              <a:ext uri="{FF2B5EF4-FFF2-40B4-BE49-F238E27FC236}">
                <a16:creationId xmlns:a16="http://schemas.microsoft.com/office/drawing/2014/main" id="{965C5655-443D-4BFB-8951-AC0D40419A03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619125" y="1438275"/>
            <a:ext cx="8288338" cy="4733925"/>
          </a:xfrm>
        </p:spPr>
        <p:txBody>
          <a:bodyPr/>
          <a:lstStyle/>
          <a:p>
            <a:r>
              <a:rPr lang="en-US" altLang="zh-TW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once (any) name server learns mapping, it </a:t>
            </a:r>
            <a:r>
              <a:rPr lang="en-US" altLang="zh-TW" i="1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caches</a:t>
            </a:r>
            <a:r>
              <a:rPr lang="en-US" altLang="zh-TW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 it</a:t>
            </a:r>
          </a:p>
          <a:p>
            <a:pPr lvl="1"/>
            <a:r>
              <a:rPr lang="en-US" altLang="zh-TW" dirty="0">
                <a:ea typeface="ＭＳ Ｐゴシック" panose="020B0600070205080204" pitchFamily="34" charset="-128"/>
              </a:rPr>
              <a:t>Query for same hostname: DNS server can provide desired IP address, even if it is not authoritative</a:t>
            </a:r>
          </a:p>
          <a:p>
            <a:pPr lvl="1"/>
            <a:r>
              <a:rPr lang="en-US" altLang="zh-TW" dirty="0">
                <a:ea typeface="ＭＳ Ｐゴシック" panose="020B0600070205080204" pitchFamily="34" charset="-128"/>
              </a:rPr>
              <a:t>=&gt; </a:t>
            </a:r>
            <a:r>
              <a:rPr lang="en-US" altLang="zh-TW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improve delay performance</a:t>
            </a:r>
            <a:r>
              <a:rPr lang="en-US" altLang="zh-TW" dirty="0">
                <a:ea typeface="ＭＳ Ｐゴシック" panose="020B0600070205080204" pitchFamily="34" charset="-128"/>
              </a:rPr>
              <a:t> and to </a:t>
            </a:r>
            <a:r>
              <a:rPr lang="en-US" altLang="zh-TW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reduce the number of DNS messages ricocheting around</a:t>
            </a:r>
          </a:p>
          <a:p>
            <a:r>
              <a:rPr lang="en-US" altLang="zh-TW" dirty="0">
                <a:ea typeface="ＭＳ Ｐゴシック" panose="020B0600070205080204" pitchFamily="34" charset="-128"/>
              </a:rPr>
              <a:t>cached entries may be </a:t>
            </a:r>
            <a:r>
              <a:rPr lang="en-US" altLang="zh-TW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out-of-date</a:t>
            </a:r>
            <a:r>
              <a:rPr lang="en-US" altLang="zh-TW" dirty="0">
                <a:ea typeface="ＭＳ Ｐゴシック" panose="020B0600070205080204" pitchFamily="34" charset="-128"/>
              </a:rPr>
              <a:t> (best effort name-to-address translation!)</a:t>
            </a:r>
          </a:p>
          <a:p>
            <a:pPr lvl="1"/>
            <a:r>
              <a:rPr lang="en-US" altLang="zh-TW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cache entries removed after time to live (TTL)</a:t>
            </a:r>
          </a:p>
          <a:p>
            <a:pPr lvl="1"/>
            <a:r>
              <a:rPr lang="en-US" altLang="zh-TW" dirty="0">
                <a:ea typeface="ＭＳ Ｐゴシック" panose="020B0600070205080204" pitchFamily="34" charset="-128"/>
              </a:rPr>
              <a:t>if name host changes IP address, may not be known Internet-wide until all TTLs expire</a:t>
            </a:r>
          </a:p>
          <a:p>
            <a:r>
              <a:rPr lang="en-US" altLang="zh-TW" dirty="0">
                <a:ea typeface="ＭＳ Ｐゴシック" panose="020B0600070205080204" pitchFamily="34" charset="-128"/>
              </a:rPr>
              <a:t>update/notify mechanisms proposed IETF standard</a:t>
            </a:r>
          </a:p>
          <a:p>
            <a:pPr lvl="1"/>
            <a:r>
              <a:rPr lang="en-US" altLang="zh-TW" dirty="0">
                <a:ea typeface="ＭＳ Ｐゴシック" panose="020B0600070205080204" pitchFamily="34" charset="-128"/>
              </a:rPr>
              <a:t>RFC 2136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258" name="Rectangle 7">
            <a:extLst>
              <a:ext uri="{FF2B5EF4-FFF2-40B4-BE49-F238E27FC236}">
                <a16:creationId xmlns:a16="http://schemas.microsoft.com/office/drawing/2014/main" id="{F2CEE9F9-6B29-40F9-A4E3-88CF11695CE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224259" name="Rectangle 8">
            <a:extLst>
              <a:ext uri="{FF2B5EF4-FFF2-40B4-BE49-F238E27FC236}">
                <a16:creationId xmlns:a16="http://schemas.microsoft.com/office/drawing/2014/main" id="{6437DA27-9533-412B-BB58-27BFB901B58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2-</a:t>
            </a:r>
            <a:fld id="{ADE6CAAD-E254-40B3-97C9-487B599B9875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64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224260" name="Rectangle 2">
            <a:extLst>
              <a:ext uri="{FF2B5EF4-FFF2-40B4-BE49-F238E27FC236}">
                <a16:creationId xmlns:a16="http://schemas.microsoft.com/office/drawing/2014/main" id="{9A64614F-2679-4DFD-8E23-F4E6B78F0B3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5613" y="201613"/>
            <a:ext cx="7772400" cy="892175"/>
          </a:xfrm>
        </p:spPr>
        <p:txBody>
          <a:bodyPr/>
          <a:lstStyle/>
          <a:p>
            <a:r>
              <a:rPr lang="en-US" altLang="zh-TW" sz="4000">
                <a:ea typeface="ＭＳ Ｐゴシック" panose="020B0600070205080204" pitchFamily="34" charset="-128"/>
              </a:rPr>
              <a:t>DNS records</a:t>
            </a:r>
            <a:endParaRPr lang="en-US" altLang="zh-TW">
              <a:ea typeface="ＭＳ Ｐゴシック" panose="020B0600070205080204" pitchFamily="34" charset="-128"/>
            </a:endParaRPr>
          </a:p>
        </p:txBody>
      </p:sp>
      <p:sp>
        <p:nvSpPr>
          <p:cNvPr id="224261" name="Rectangle 3">
            <a:extLst>
              <a:ext uri="{FF2B5EF4-FFF2-40B4-BE49-F238E27FC236}">
                <a16:creationId xmlns:a16="http://schemas.microsoft.com/office/drawing/2014/main" id="{CB468572-1A79-4EFA-83F3-D432D5D2988A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42925" y="1343025"/>
            <a:ext cx="7820025" cy="514350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i="1">
                <a:solidFill>
                  <a:srgbClr val="CC0000"/>
                </a:solidFill>
                <a:ea typeface="ＭＳ Ｐゴシック" panose="020B0600070205080204" pitchFamily="34" charset="-128"/>
              </a:rPr>
              <a:t>DNS:</a:t>
            </a:r>
            <a:r>
              <a:rPr lang="en-US" altLang="zh-TW" sz="2400">
                <a:ea typeface="ＭＳ Ｐゴシック" panose="020B0600070205080204" pitchFamily="34" charset="-128"/>
              </a:rPr>
              <a:t> distributed database storing </a:t>
            </a:r>
            <a:r>
              <a:rPr lang="en-US" altLang="zh-TW" sz="2400">
                <a:solidFill>
                  <a:srgbClr val="FF0000"/>
                </a:solidFill>
                <a:ea typeface="ＭＳ Ｐゴシック" panose="020B0600070205080204" pitchFamily="34" charset="-128"/>
              </a:rPr>
              <a:t>resource records</a:t>
            </a:r>
            <a:r>
              <a:rPr lang="en-US" altLang="zh-TW" sz="2400">
                <a:ea typeface="ＭＳ Ｐゴシック" panose="020B0600070205080204" pitchFamily="34" charset="-128"/>
              </a:rPr>
              <a:t> </a:t>
            </a:r>
            <a:r>
              <a:rPr lang="en-US" altLang="zh-TW">
                <a:solidFill>
                  <a:srgbClr val="CC0000"/>
                </a:solidFill>
                <a:ea typeface="ＭＳ Ｐゴシック" panose="020B0600070205080204" pitchFamily="34" charset="-128"/>
              </a:rPr>
              <a:t>(RR)</a:t>
            </a:r>
          </a:p>
        </p:txBody>
      </p:sp>
      <p:sp>
        <p:nvSpPr>
          <p:cNvPr id="224262" name="Text Box 6">
            <a:extLst>
              <a:ext uri="{FF2B5EF4-FFF2-40B4-BE49-F238E27FC236}">
                <a16:creationId xmlns:a16="http://schemas.microsoft.com/office/drawing/2014/main" id="{E78A07DC-149C-4FC9-9275-7D8FE9C440D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5463" y="1908175"/>
            <a:ext cx="5364162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 dirty="0">
                <a:latin typeface="Arial" panose="020B0604020202020204" pitchFamily="34" charset="0"/>
              </a:rPr>
              <a:t>RR format:</a:t>
            </a:r>
            <a:r>
              <a:rPr lang="en-US" altLang="zh-TW" sz="2400" dirty="0">
                <a:latin typeface="Comic Sans MS" panose="030F0702030302020204" pitchFamily="66" charset="0"/>
              </a:rPr>
              <a:t> </a:t>
            </a:r>
            <a:r>
              <a:rPr lang="en-US" altLang="zh-TW" sz="1800" b="1" dirty="0">
                <a:latin typeface="Courier New" panose="02070309020205020404" pitchFamily="49" charset="0"/>
              </a:rPr>
              <a:t>(name, value, type, </a:t>
            </a:r>
            <a:r>
              <a:rPr lang="en-US" altLang="zh-TW" sz="1800" b="1" dirty="0" err="1">
                <a:latin typeface="Courier New" panose="02070309020205020404" pitchFamily="49" charset="0"/>
              </a:rPr>
              <a:t>ttl</a:t>
            </a:r>
            <a:r>
              <a:rPr lang="en-US" altLang="zh-TW" sz="1800" b="1" dirty="0">
                <a:latin typeface="Courier New" panose="02070309020205020404" pitchFamily="49" charset="0"/>
              </a:rPr>
              <a:t>)</a:t>
            </a:r>
            <a:endParaRPr lang="en-US" altLang="zh-TW" sz="2400" dirty="0">
              <a:latin typeface="Times New Roman" panose="02020603050405020304" pitchFamily="18" charset="0"/>
            </a:endParaRPr>
          </a:p>
        </p:txBody>
      </p:sp>
      <p:sp>
        <p:nvSpPr>
          <p:cNvPr id="224263" name="Rectangle 7">
            <a:extLst>
              <a:ext uri="{FF2B5EF4-FFF2-40B4-BE49-F238E27FC236}">
                <a16:creationId xmlns:a16="http://schemas.microsoft.com/office/drawing/2014/main" id="{80964423-E89D-4913-82D1-6E70D085AF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76425" y="1895475"/>
            <a:ext cx="5267325" cy="571500"/>
          </a:xfrm>
          <a:prstGeom prst="rect">
            <a:avLst/>
          </a:prstGeom>
          <a:noFill/>
          <a:ln w="19050">
            <a:solidFill>
              <a:srgbClr val="000099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solidFill>
                <a:schemeClr val="accent2"/>
              </a:solidFill>
              <a:latin typeface="Times New Roman" panose="02020603050405020304" pitchFamily="18" charset="0"/>
            </a:endParaRPr>
          </a:p>
        </p:txBody>
      </p:sp>
      <p:sp>
        <p:nvSpPr>
          <p:cNvPr id="94217" name="Rectangle 8">
            <a:extLst>
              <a:ext uri="{FF2B5EF4-FFF2-40B4-BE49-F238E27FC236}">
                <a16:creationId xmlns:a16="http://schemas.microsoft.com/office/drawing/2014/main" id="{A11CFCBE-3D30-4437-949E-542F1D46E3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3875" y="2392363"/>
            <a:ext cx="4829175" cy="4156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>
              <a:spcBef>
                <a:spcPct val="20000"/>
              </a:spcBef>
              <a:buClr>
                <a:srgbClr val="000099"/>
              </a:buClr>
              <a:buSzPct val="75000"/>
              <a:buFont typeface="Wingdings" pitchFamily="2" charset="2"/>
              <a:buNone/>
              <a:defRPr/>
            </a:pPr>
            <a:r>
              <a:rPr lang="en-US" altLang="zh-TW" sz="2800" u="sng" dirty="0">
                <a:solidFill>
                  <a:srgbClr val="CC0000"/>
                </a:solidFill>
                <a:latin typeface="Gill Sans MT" pitchFamily="34" charset="0"/>
              </a:rPr>
              <a:t>type=A</a:t>
            </a:r>
          </a:p>
          <a:p>
            <a:pPr marL="742950" lvl="1" indent="-285750">
              <a:spcBef>
                <a:spcPct val="20000"/>
              </a:spcBef>
              <a:buClr>
                <a:srgbClr val="000099"/>
              </a:buClr>
              <a:buFont typeface="Wingdings" pitchFamily="2" charset="2"/>
              <a:buChar char="§"/>
              <a:defRPr/>
            </a:pPr>
            <a:r>
              <a:rPr lang="en-US" altLang="zh-TW" b="1" dirty="0">
                <a:latin typeface="Courier New" pitchFamily="49" charset="0"/>
              </a:rPr>
              <a:t>name</a:t>
            </a:r>
            <a:r>
              <a:rPr lang="en-US" altLang="zh-TW" dirty="0">
                <a:latin typeface="Comic Sans MS" pitchFamily="66" charset="0"/>
              </a:rPr>
              <a:t> </a:t>
            </a:r>
            <a:r>
              <a:rPr lang="en-US" altLang="zh-TW" dirty="0">
                <a:latin typeface="Gill Sans MT" pitchFamily="34" charset="0"/>
              </a:rPr>
              <a:t>is hostname (e.g., relay1.bar.foo.com)</a:t>
            </a:r>
          </a:p>
          <a:p>
            <a:pPr marL="742950" lvl="1" indent="-285750">
              <a:spcBef>
                <a:spcPct val="20000"/>
              </a:spcBef>
              <a:buClr>
                <a:srgbClr val="000099"/>
              </a:buClr>
              <a:buFont typeface="Wingdings" pitchFamily="2" charset="2"/>
              <a:buChar char="§"/>
              <a:defRPr/>
            </a:pPr>
            <a:r>
              <a:rPr lang="en-US" altLang="zh-TW" b="1" dirty="0">
                <a:latin typeface="Courier New" pitchFamily="49" charset="0"/>
              </a:rPr>
              <a:t>value</a:t>
            </a:r>
            <a:r>
              <a:rPr lang="en-US" altLang="zh-TW" dirty="0">
                <a:latin typeface="Comic Sans MS" pitchFamily="66" charset="0"/>
              </a:rPr>
              <a:t> </a:t>
            </a:r>
            <a:r>
              <a:rPr lang="en-US" altLang="zh-TW" dirty="0">
                <a:latin typeface="Gill Sans MT" pitchFamily="34" charset="0"/>
              </a:rPr>
              <a:t>is </a:t>
            </a:r>
            <a:r>
              <a:rPr lang="en-US" altLang="zh-TW" dirty="0">
                <a:solidFill>
                  <a:srgbClr val="0070C0"/>
                </a:solidFill>
                <a:latin typeface="Gill Sans MT" pitchFamily="34" charset="0"/>
              </a:rPr>
              <a:t>IP address</a:t>
            </a:r>
          </a:p>
          <a:p>
            <a: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ZapfDingbats" pitchFamily="82" charset="2"/>
              <a:buNone/>
              <a:defRPr/>
            </a:pPr>
            <a:r>
              <a:rPr lang="en-US" altLang="zh-TW" sz="2800" u="sng" kern="0" dirty="0">
                <a:solidFill>
                  <a:srgbClr val="CC0000"/>
                </a:solidFill>
                <a:latin typeface="Gill Sans MT" pitchFamily="34" charset="0"/>
              </a:rPr>
              <a:t>type=NS</a:t>
            </a:r>
            <a:endParaRPr lang="en-US" altLang="zh-TW" b="1" kern="0" dirty="0">
              <a:solidFill>
                <a:srgbClr val="000000"/>
              </a:solidFill>
              <a:latin typeface="Courier New" pitchFamily="49" charset="0"/>
            </a:endParaRPr>
          </a:p>
          <a:p>
            <a:pPr marL="742950" lvl="1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itchFamily="2" charset="2"/>
              <a:buChar char="§"/>
              <a:defRPr/>
            </a:pPr>
            <a:r>
              <a:rPr lang="en-US" altLang="zh-TW" b="1" kern="0" dirty="0">
                <a:solidFill>
                  <a:srgbClr val="000000"/>
                </a:solidFill>
                <a:latin typeface="Courier New" pitchFamily="49" charset="0"/>
              </a:rPr>
              <a:t>name</a:t>
            </a:r>
            <a:r>
              <a:rPr lang="en-US" altLang="zh-TW" kern="0" dirty="0">
                <a:solidFill>
                  <a:srgbClr val="000000"/>
                </a:solidFill>
                <a:latin typeface="Gill Sans MT" pitchFamily="34" charset="0"/>
              </a:rPr>
              <a:t> is domain (e.g., foo.com)</a:t>
            </a:r>
          </a:p>
          <a:p>
            <a:pPr marL="742950" lvl="1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itchFamily="2" charset="2"/>
              <a:buChar char="§"/>
              <a:defRPr/>
            </a:pPr>
            <a:r>
              <a:rPr lang="en-US" altLang="zh-TW" b="1" kern="0" dirty="0">
                <a:solidFill>
                  <a:srgbClr val="000000"/>
                </a:solidFill>
                <a:latin typeface="Courier New" pitchFamily="49" charset="0"/>
              </a:rPr>
              <a:t>value</a:t>
            </a:r>
            <a:r>
              <a:rPr lang="en-US" altLang="zh-TW" kern="0" dirty="0">
                <a:solidFill>
                  <a:srgbClr val="000000"/>
                </a:solidFill>
                <a:latin typeface="Gill Sans MT" pitchFamily="34" charset="0"/>
              </a:rPr>
              <a:t> is </a:t>
            </a:r>
            <a:r>
              <a:rPr lang="en-US" altLang="zh-TW" kern="0" dirty="0">
                <a:solidFill>
                  <a:srgbClr val="0070C0"/>
                </a:solidFill>
                <a:latin typeface="Gill Sans MT" pitchFamily="34" charset="0"/>
              </a:rPr>
              <a:t>hostname of authoritative name server</a:t>
            </a:r>
            <a:r>
              <a:rPr lang="en-US" altLang="zh-TW" kern="0" dirty="0">
                <a:solidFill>
                  <a:srgbClr val="000000"/>
                </a:solidFill>
                <a:latin typeface="Gill Sans MT" pitchFamily="34" charset="0"/>
              </a:rPr>
              <a:t> for this domain (e.g., dns.foo.com)</a:t>
            </a:r>
          </a:p>
          <a:p>
            <a:pPr marL="742950" lvl="1" indent="-285750">
              <a:spcBef>
                <a:spcPct val="20000"/>
              </a:spcBef>
              <a:buClr>
                <a:srgbClr val="000099"/>
              </a:buClr>
              <a:buFont typeface="ZapfDingbats" pitchFamily="82" charset="2"/>
              <a:buNone/>
              <a:defRPr/>
            </a:pPr>
            <a:endParaRPr lang="en-US" altLang="zh-TW" dirty="0">
              <a:latin typeface="Gill Sans MT" pitchFamily="34" charset="0"/>
            </a:endParaRPr>
          </a:p>
          <a:p>
            <a:pPr marL="342900" indent="-342900">
              <a:spcBef>
                <a:spcPct val="20000"/>
              </a:spcBef>
              <a:buClr>
                <a:schemeClr val="accent2"/>
              </a:buClr>
              <a:buSzPct val="85000"/>
              <a:buFont typeface="ZapfDingbats" pitchFamily="82" charset="2"/>
              <a:buChar char="r"/>
              <a:defRPr/>
            </a:pPr>
            <a:endParaRPr lang="en-US" altLang="zh-TW" sz="2400" dirty="0">
              <a:latin typeface="Gill Sans MT" pitchFamily="34" charset="0"/>
            </a:endParaRPr>
          </a:p>
        </p:txBody>
      </p:sp>
      <p:pic>
        <p:nvPicPr>
          <p:cNvPr id="224265" name="Picture 16" descr="underline_base">
            <a:extLst>
              <a:ext uri="{FF2B5EF4-FFF2-40B4-BE49-F238E27FC236}">
                <a16:creationId xmlns:a16="http://schemas.microsoft.com/office/drawing/2014/main" id="{C3519CF2-9143-4CF1-94E2-CFF7F1F910FD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088" y="881063"/>
            <a:ext cx="31988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24266" name="Picture 13">
            <a:extLst>
              <a:ext uri="{FF2B5EF4-FFF2-40B4-BE49-F238E27FC236}">
                <a16:creationId xmlns:a16="http://schemas.microsoft.com/office/drawing/2014/main" id="{A2D7DDCE-8097-4C3F-BED9-5EA6EF8EA956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589588" y="2581275"/>
            <a:ext cx="2828925" cy="3843338"/>
          </a:xfrm>
          <a:noFill/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306" name="Rectangle 7">
            <a:extLst>
              <a:ext uri="{FF2B5EF4-FFF2-40B4-BE49-F238E27FC236}">
                <a16:creationId xmlns:a16="http://schemas.microsoft.com/office/drawing/2014/main" id="{64D4ED54-5488-42CF-9ED0-7EAF49E42C2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226307" name="Rectangle 8">
            <a:extLst>
              <a:ext uri="{FF2B5EF4-FFF2-40B4-BE49-F238E27FC236}">
                <a16:creationId xmlns:a16="http://schemas.microsoft.com/office/drawing/2014/main" id="{84178CFB-2FD4-44F6-B0AA-F56D5A5854C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2-</a:t>
            </a:r>
            <a:fld id="{CEF12C9F-0BC5-46BC-83B5-F4196B8B1DD0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65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226308" name="Rectangle 2">
            <a:extLst>
              <a:ext uri="{FF2B5EF4-FFF2-40B4-BE49-F238E27FC236}">
                <a16:creationId xmlns:a16="http://schemas.microsoft.com/office/drawing/2014/main" id="{5770B890-7397-4B74-B659-9EF79F76451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5613" y="201613"/>
            <a:ext cx="7772400" cy="892175"/>
          </a:xfrm>
        </p:spPr>
        <p:txBody>
          <a:bodyPr/>
          <a:lstStyle/>
          <a:p>
            <a:r>
              <a:rPr lang="en-US" altLang="zh-TW" sz="4000">
                <a:ea typeface="ＭＳ Ｐゴシック" panose="020B0600070205080204" pitchFamily="34" charset="-128"/>
              </a:rPr>
              <a:t>DNS records (cont’d)</a:t>
            </a:r>
            <a:endParaRPr lang="en-US" altLang="zh-TW">
              <a:ea typeface="ＭＳ Ｐゴシック" panose="020B0600070205080204" pitchFamily="34" charset="-128"/>
            </a:endParaRPr>
          </a:p>
        </p:txBody>
      </p:sp>
      <p:sp>
        <p:nvSpPr>
          <p:cNvPr id="226309" name="Text Box 6">
            <a:extLst>
              <a:ext uri="{FF2B5EF4-FFF2-40B4-BE49-F238E27FC236}">
                <a16:creationId xmlns:a16="http://schemas.microsoft.com/office/drawing/2014/main" id="{FC9CBA0C-D14E-4B0E-AD87-A0A22CF9497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5463" y="1200150"/>
            <a:ext cx="5364162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>
                <a:latin typeface="Arial" panose="020B0604020202020204" pitchFamily="34" charset="0"/>
              </a:rPr>
              <a:t>RR format:</a:t>
            </a:r>
            <a:r>
              <a:rPr lang="en-US" altLang="zh-TW" sz="2400">
                <a:latin typeface="Comic Sans MS" panose="030F0702030302020204" pitchFamily="66" charset="0"/>
              </a:rPr>
              <a:t> </a:t>
            </a:r>
            <a:r>
              <a:rPr lang="en-US" altLang="zh-TW" sz="1800" b="1">
                <a:latin typeface="Courier New" panose="02070309020205020404" pitchFamily="49" charset="0"/>
              </a:rPr>
              <a:t>(name, value, type, ttl)</a:t>
            </a:r>
            <a:endParaRPr lang="en-US" altLang="zh-TW" sz="2400">
              <a:latin typeface="Times New Roman" panose="02020603050405020304" pitchFamily="18" charset="0"/>
            </a:endParaRPr>
          </a:p>
        </p:txBody>
      </p:sp>
      <p:sp>
        <p:nvSpPr>
          <p:cNvPr id="226310" name="Rectangle 7">
            <a:extLst>
              <a:ext uri="{FF2B5EF4-FFF2-40B4-BE49-F238E27FC236}">
                <a16:creationId xmlns:a16="http://schemas.microsoft.com/office/drawing/2014/main" id="{58A47D10-587B-4B34-82A8-7024A7097B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76425" y="1187450"/>
            <a:ext cx="5267325" cy="571500"/>
          </a:xfrm>
          <a:prstGeom prst="rect">
            <a:avLst/>
          </a:prstGeom>
          <a:noFill/>
          <a:ln w="19050">
            <a:solidFill>
              <a:srgbClr val="000099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solidFill>
                <a:schemeClr val="accent2"/>
              </a:solidFill>
              <a:latin typeface="Times New Roman" panose="02020603050405020304" pitchFamily="18" charset="0"/>
            </a:endParaRPr>
          </a:p>
        </p:txBody>
      </p:sp>
      <p:sp>
        <p:nvSpPr>
          <p:cNvPr id="226311" name="Rectangle 9">
            <a:extLst>
              <a:ext uri="{FF2B5EF4-FFF2-40B4-BE49-F238E27FC236}">
                <a16:creationId xmlns:a16="http://schemas.microsoft.com/office/drawing/2014/main" id="{0E183581-BF49-47A0-AC82-EAF6B368ED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3413" y="2209800"/>
            <a:ext cx="7788275" cy="3630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zh-TW" u="sng" dirty="0">
                <a:solidFill>
                  <a:srgbClr val="CC0000"/>
                </a:solidFill>
              </a:rPr>
              <a:t>type=CNAME</a:t>
            </a:r>
          </a:p>
          <a:p>
            <a:pPr lvl="1">
              <a:lnSpc>
                <a:spcPct val="100000"/>
              </a:lnSpc>
            </a:pPr>
            <a:r>
              <a:rPr lang="en-US" altLang="zh-TW" sz="2000" b="1" dirty="0">
                <a:latin typeface="Courier New" panose="02070309020205020404" pitchFamily="49" charset="0"/>
              </a:rPr>
              <a:t>name</a:t>
            </a:r>
            <a:r>
              <a:rPr lang="en-US" altLang="zh-TW" sz="2000" dirty="0">
                <a:latin typeface="Comic Sans MS" panose="030F0702030302020204" pitchFamily="66" charset="0"/>
              </a:rPr>
              <a:t> </a:t>
            </a:r>
            <a:r>
              <a:rPr lang="en-US" altLang="zh-TW" sz="2000" dirty="0"/>
              <a:t>is alias name</a:t>
            </a:r>
            <a:endParaRPr lang="en-US" altLang="ja-JP" sz="2000" dirty="0"/>
          </a:p>
          <a:p>
            <a:pPr lvl="1">
              <a:lnSpc>
                <a:spcPct val="100000"/>
              </a:lnSpc>
            </a:pPr>
            <a:r>
              <a:rPr lang="en-US" altLang="zh-TW" sz="2000" b="1" dirty="0">
                <a:latin typeface="Courier New" panose="02070309020205020404" pitchFamily="49" charset="0"/>
              </a:rPr>
              <a:t>value</a:t>
            </a:r>
            <a:r>
              <a:rPr lang="en-US" altLang="zh-TW" sz="2000" dirty="0">
                <a:latin typeface="Comic Sans MS" panose="030F0702030302020204" pitchFamily="66" charset="0"/>
              </a:rPr>
              <a:t> </a:t>
            </a:r>
            <a:r>
              <a:rPr lang="en-US" altLang="zh-TW" sz="2000" dirty="0"/>
              <a:t>is canonical </a:t>
            </a:r>
            <a:r>
              <a:rPr lang="en-US" altLang="ja-JP" sz="2000" dirty="0"/>
              <a:t>(the real) name</a:t>
            </a:r>
            <a:endParaRPr lang="en-US" altLang="zh-TW" sz="2000" dirty="0"/>
          </a:p>
          <a:p>
            <a:pPr lvl="1">
              <a:lnSpc>
                <a:spcPct val="100000"/>
              </a:lnSpc>
            </a:pPr>
            <a:r>
              <a:rPr lang="en-US" altLang="zh-TW" sz="2000" dirty="0"/>
              <a:t>E.g., (foo.com, relay1.bar.foo.com, CNAME, </a:t>
            </a:r>
            <a:r>
              <a:rPr lang="en-US" altLang="zh-TW" sz="2000" dirty="0" err="1"/>
              <a:t>ttl</a:t>
            </a:r>
            <a:r>
              <a:rPr lang="en-US" altLang="zh-TW" sz="2000" dirty="0"/>
              <a:t>) </a:t>
            </a:r>
          </a:p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zh-TW" u="sng" dirty="0">
                <a:solidFill>
                  <a:srgbClr val="CC0000"/>
                </a:solidFill>
              </a:rPr>
              <a:t>type=MX</a:t>
            </a:r>
            <a:endParaRPr lang="en-US" altLang="zh-TW" sz="2000" b="1" dirty="0">
              <a:latin typeface="Courier New" panose="02070309020205020404" pitchFamily="49" charset="0"/>
            </a:endParaRPr>
          </a:p>
          <a:p>
            <a:pPr lvl="1">
              <a:lnSpc>
                <a:spcPct val="100000"/>
              </a:lnSpc>
            </a:pPr>
            <a:r>
              <a:rPr lang="en-US" altLang="zh-TW" sz="2000" b="1" dirty="0">
                <a:latin typeface="Courier New" panose="02070309020205020404" pitchFamily="49" charset="0"/>
              </a:rPr>
              <a:t>value</a:t>
            </a:r>
            <a:r>
              <a:rPr lang="en-US" altLang="zh-TW" sz="2000" dirty="0">
                <a:latin typeface="Comic Sans MS" panose="030F0702030302020204" pitchFamily="66" charset="0"/>
              </a:rPr>
              <a:t> </a:t>
            </a:r>
            <a:r>
              <a:rPr lang="en-US" altLang="zh-TW" sz="2000" dirty="0"/>
              <a:t>is name of mail server associated with</a:t>
            </a:r>
            <a:r>
              <a:rPr lang="en-US" altLang="zh-TW" sz="2000" dirty="0">
                <a:latin typeface="Comic Sans MS" panose="030F0702030302020204" pitchFamily="66" charset="0"/>
              </a:rPr>
              <a:t> </a:t>
            </a:r>
            <a:r>
              <a:rPr lang="en-US" altLang="zh-TW" sz="2000" b="1" dirty="0">
                <a:latin typeface="Courier New" panose="02070309020205020404" pitchFamily="49" charset="0"/>
              </a:rPr>
              <a:t>name</a:t>
            </a:r>
          </a:p>
          <a:p>
            <a:pPr lvl="1">
              <a:lnSpc>
                <a:spcPct val="100000"/>
              </a:lnSpc>
            </a:pPr>
            <a:r>
              <a:rPr lang="en-US" altLang="zh-TW" sz="2000" dirty="0"/>
              <a:t>E.g., (foo.com, mail.bar.foo.com, MX, </a:t>
            </a:r>
            <a:r>
              <a:rPr lang="en-US" altLang="zh-TW" sz="2000" dirty="0" err="1"/>
              <a:t>ttl</a:t>
            </a:r>
            <a:r>
              <a:rPr lang="en-US" altLang="zh-TW" sz="2000" dirty="0"/>
              <a:t>)</a:t>
            </a:r>
          </a:p>
          <a:p>
            <a:pPr lvl="1">
              <a:lnSpc>
                <a:spcPct val="100000"/>
              </a:lnSpc>
            </a:pPr>
            <a:endParaRPr lang="en-US" altLang="zh-TW" sz="2000" dirty="0"/>
          </a:p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Char char="r"/>
            </a:pPr>
            <a:endParaRPr lang="en-US" altLang="zh-TW" sz="2400" dirty="0"/>
          </a:p>
        </p:txBody>
      </p:sp>
      <p:pic>
        <p:nvPicPr>
          <p:cNvPr id="226312" name="Picture 16" descr="underline_base">
            <a:extLst>
              <a:ext uri="{FF2B5EF4-FFF2-40B4-BE49-F238E27FC236}">
                <a16:creationId xmlns:a16="http://schemas.microsoft.com/office/drawing/2014/main" id="{772284A9-BDED-4311-A16A-13717C1D5707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088" y="881063"/>
            <a:ext cx="31988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354" name="Rectangle 7">
            <a:extLst>
              <a:ext uri="{FF2B5EF4-FFF2-40B4-BE49-F238E27FC236}">
                <a16:creationId xmlns:a16="http://schemas.microsoft.com/office/drawing/2014/main" id="{8D151BCC-41ED-4527-82DB-22F6A1C376C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228355" name="Rectangle 8">
            <a:extLst>
              <a:ext uri="{FF2B5EF4-FFF2-40B4-BE49-F238E27FC236}">
                <a16:creationId xmlns:a16="http://schemas.microsoft.com/office/drawing/2014/main" id="{DC0AF52D-E0D1-4D04-ABD4-98969F19367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  <a:ea typeface="新細明體" panose="02020500000000000000" pitchFamily="18" charset="-120"/>
              </a:rPr>
              <a:t>2-</a:t>
            </a:r>
            <a:fld id="{9E697F98-A065-4196-B5F1-2D6685FA74B9}" type="slidenum">
              <a:rPr lang="en-US" altLang="zh-TW" sz="1200" smtClean="0">
                <a:solidFill>
                  <a:srgbClr val="000000"/>
                </a:solidFill>
                <a:latin typeface="Tahoma" panose="020B0604030504040204" pitchFamily="34" charset="0"/>
                <a:ea typeface="新細明體" panose="02020500000000000000" pitchFamily="18" charset="-120"/>
              </a:rPr>
              <a:pPr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66</a:t>
            </a:fld>
            <a:endParaRPr lang="en-US" altLang="zh-TW" sz="1200">
              <a:solidFill>
                <a:srgbClr val="000000"/>
              </a:solidFill>
              <a:latin typeface="Tahoma" panose="020B0604030504040204" pitchFamily="34" charset="0"/>
              <a:ea typeface="新細明體" panose="02020500000000000000" pitchFamily="18" charset="-120"/>
            </a:endParaRPr>
          </a:p>
        </p:txBody>
      </p:sp>
      <p:pic>
        <p:nvPicPr>
          <p:cNvPr id="228356" name="Picture 11" descr="underline_base">
            <a:extLst>
              <a:ext uri="{FF2B5EF4-FFF2-40B4-BE49-F238E27FC236}">
                <a16:creationId xmlns:a16="http://schemas.microsoft.com/office/drawing/2014/main" id="{633E2BF6-3DDF-416C-87A9-81C0939F1ACC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5300" y="885825"/>
            <a:ext cx="54848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28357" name="Rectangle 2">
            <a:extLst>
              <a:ext uri="{FF2B5EF4-FFF2-40B4-BE49-F238E27FC236}">
                <a16:creationId xmlns:a16="http://schemas.microsoft.com/office/drawing/2014/main" id="{633B6470-44F1-407E-8F9F-99E798C2FA7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46088" y="217488"/>
            <a:ext cx="7772400" cy="860425"/>
          </a:xfrm>
        </p:spPr>
        <p:txBody>
          <a:bodyPr/>
          <a:lstStyle/>
          <a:p>
            <a:r>
              <a:rPr lang="en-US" altLang="zh-TW" sz="4000">
                <a:ea typeface="ＭＳ Ｐゴシック" panose="020B0600070205080204" pitchFamily="34" charset="-128"/>
              </a:rPr>
              <a:t>DNS protocol, messages</a:t>
            </a:r>
            <a:endParaRPr lang="en-US" altLang="zh-TW">
              <a:ea typeface="ＭＳ Ｐゴシック" panose="020B0600070205080204" pitchFamily="34" charset="-128"/>
            </a:endParaRPr>
          </a:p>
        </p:txBody>
      </p:sp>
      <p:sp>
        <p:nvSpPr>
          <p:cNvPr id="228358" name="Rectangle 3">
            <a:extLst>
              <a:ext uri="{FF2B5EF4-FFF2-40B4-BE49-F238E27FC236}">
                <a16:creationId xmlns:a16="http://schemas.microsoft.com/office/drawing/2014/main" id="{CA855206-3731-4432-9992-60BBD1DFAA2F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477838" y="1333500"/>
            <a:ext cx="7820025" cy="514350"/>
          </a:xfrm>
        </p:spPr>
        <p:txBody>
          <a:bodyPr/>
          <a:lstStyle/>
          <a:p>
            <a:r>
              <a:rPr lang="en-US" altLang="zh-TW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query</a:t>
            </a:r>
            <a:r>
              <a:rPr lang="en-US" altLang="zh-TW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 </a:t>
            </a:r>
            <a:r>
              <a:rPr lang="en-US" altLang="zh-TW" dirty="0">
                <a:ea typeface="ＭＳ Ｐゴシック" panose="020B0600070205080204" pitchFamily="34" charset="-128"/>
              </a:rPr>
              <a:t>and </a:t>
            </a:r>
            <a:r>
              <a:rPr lang="en-US" altLang="zh-TW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reply</a:t>
            </a:r>
            <a:r>
              <a:rPr lang="en-US" altLang="zh-TW" dirty="0">
                <a:ea typeface="ＭＳ Ｐゴシック" panose="020B0600070205080204" pitchFamily="34" charset="-128"/>
              </a:rPr>
              <a:t> messages, both with same </a:t>
            </a:r>
            <a:r>
              <a:rPr lang="en-US" altLang="zh-TW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message format</a:t>
            </a:r>
            <a:endParaRPr lang="en-US" altLang="zh-TW" dirty="0">
              <a:solidFill>
                <a:srgbClr val="CC0000"/>
              </a:solidFill>
              <a:ea typeface="ＭＳ Ｐゴシック" panose="020B0600070205080204" pitchFamily="34" charset="-128"/>
            </a:endParaRPr>
          </a:p>
        </p:txBody>
      </p:sp>
      <p:sp>
        <p:nvSpPr>
          <p:cNvPr id="228359" name="Rectangle 4">
            <a:extLst>
              <a:ext uri="{FF2B5EF4-FFF2-40B4-BE49-F238E27FC236}">
                <a16:creationId xmlns:a16="http://schemas.microsoft.com/office/drawing/2014/main" id="{4C5B1F06-7B21-4ED8-9B5C-21D4EF05F2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4000" y="2352675"/>
            <a:ext cx="3811588" cy="3838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rgbClr val="3333CC"/>
              </a:buClr>
              <a:buSzPct val="85000"/>
              <a:buFont typeface="ZapfDingbats" pitchFamily="82" charset="2"/>
              <a:buNone/>
            </a:pPr>
            <a:r>
              <a:rPr lang="en-US" altLang="zh-TW" sz="2400" dirty="0">
                <a:solidFill>
                  <a:srgbClr val="000000"/>
                </a:solidFill>
              </a:rPr>
              <a:t>msg header</a:t>
            </a:r>
          </a:p>
          <a:p>
            <a:pPr>
              <a:lnSpc>
                <a:spcPct val="100000"/>
              </a:lnSpc>
              <a:buSzPct val="75000"/>
            </a:pPr>
            <a:r>
              <a:rPr lang="en-US" altLang="zh-TW" sz="2000" dirty="0">
                <a:solidFill>
                  <a:srgbClr val="000099"/>
                </a:solidFill>
              </a:rPr>
              <a:t>identification:</a:t>
            </a:r>
            <a:r>
              <a:rPr lang="en-US" altLang="zh-TW" sz="2000" dirty="0">
                <a:solidFill>
                  <a:srgbClr val="000000"/>
                </a:solidFill>
              </a:rPr>
              <a:t> 16 bit # for query, reply to query uses same #</a:t>
            </a:r>
          </a:p>
          <a:p>
            <a:pPr>
              <a:lnSpc>
                <a:spcPct val="100000"/>
              </a:lnSpc>
              <a:buSzPct val="75000"/>
            </a:pPr>
            <a:r>
              <a:rPr lang="en-US" altLang="zh-TW" sz="2000" dirty="0">
                <a:solidFill>
                  <a:srgbClr val="000099"/>
                </a:solidFill>
              </a:rPr>
              <a:t>flags:</a:t>
            </a:r>
          </a:p>
          <a:p>
            <a:pPr lvl="1">
              <a:lnSpc>
                <a:spcPct val="100000"/>
              </a:lnSpc>
              <a:buSzPct val="85000"/>
            </a:pPr>
            <a:r>
              <a:rPr lang="en-US" altLang="zh-TW" sz="2000" dirty="0">
                <a:solidFill>
                  <a:srgbClr val="000000"/>
                </a:solidFill>
              </a:rPr>
              <a:t>query or reply</a:t>
            </a:r>
          </a:p>
          <a:p>
            <a:pPr lvl="1">
              <a:lnSpc>
                <a:spcPct val="100000"/>
              </a:lnSpc>
              <a:buSzPct val="85000"/>
            </a:pPr>
            <a:r>
              <a:rPr lang="en-US" altLang="zh-TW" sz="2000" dirty="0">
                <a:solidFill>
                  <a:srgbClr val="000000"/>
                </a:solidFill>
              </a:rPr>
              <a:t>recursion desired by client (if DNS server does not have the record) or not</a:t>
            </a:r>
          </a:p>
          <a:p>
            <a:pPr lvl="1">
              <a:lnSpc>
                <a:spcPct val="100000"/>
              </a:lnSpc>
              <a:buSzPct val="85000"/>
            </a:pPr>
            <a:r>
              <a:rPr lang="en-US" altLang="zh-TW" sz="2000" dirty="0">
                <a:solidFill>
                  <a:srgbClr val="000000"/>
                </a:solidFill>
              </a:rPr>
              <a:t>recursion supported or not</a:t>
            </a:r>
          </a:p>
          <a:p>
            <a:pPr lvl="1">
              <a:lnSpc>
                <a:spcPct val="100000"/>
              </a:lnSpc>
              <a:buSzPct val="85000"/>
            </a:pPr>
            <a:r>
              <a:rPr lang="en-US" altLang="zh-TW" sz="2000" dirty="0">
                <a:solidFill>
                  <a:srgbClr val="000000"/>
                </a:solidFill>
              </a:rPr>
              <a:t>DNS server is an authoritative server for a queried name</a:t>
            </a:r>
          </a:p>
        </p:txBody>
      </p:sp>
      <p:grpSp>
        <p:nvGrpSpPr>
          <p:cNvPr id="228360" name="Group 36">
            <a:extLst>
              <a:ext uri="{FF2B5EF4-FFF2-40B4-BE49-F238E27FC236}">
                <a16:creationId xmlns:a16="http://schemas.microsoft.com/office/drawing/2014/main" id="{F11F1E02-7D0B-4EB9-BE2B-4C5BBC077E2C}"/>
              </a:ext>
            </a:extLst>
          </p:cNvPr>
          <p:cNvGrpSpPr>
            <a:grpSpLocks/>
          </p:cNvGrpSpPr>
          <p:nvPr/>
        </p:nvGrpSpPr>
        <p:grpSpPr bwMode="auto">
          <a:xfrm>
            <a:off x="4241800" y="2216150"/>
            <a:ext cx="3725863" cy="4184650"/>
            <a:chOff x="2672" y="1396"/>
            <a:chExt cx="2347" cy="2636"/>
          </a:xfrm>
        </p:grpSpPr>
        <p:sp>
          <p:nvSpPr>
            <p:cNvPr id="228371" name="Rectangle 33">
              <a:extLst>
                <a:ext uri="{FF2B5EF4-FFF2-40B4-BE49-F238E27FC236}">
                  <a16:creationId xmlns:a16="http://schemas.microsoft.com/office/drawing/2014/main" id="{BEC93E5B-0131-44BC-8ED1-BDFC3EBF7C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42" y="1396"/>
              <a:ext cx="2277" cy="2585"/>
            </a:xfrm>
            <a:prstGeom prst="rect">
              <a:avLst/>
            </a:pr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rgbClr val="3333CC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solidFill>
                  <a:srgbClr val="00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228372" name="Rectangle 12">
              <a:extLst>
                <a:ext uri="{FF2B5EF4-FFF2-40B4-BE49-F238E27FC236}">
                  <a16:creationId xmlns:a16="http://schemas.microsoft.com/office/drawing/2014/main" id="{C5C8B3BC-432C-4D6E-9A20-30073492D2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88" y="1447"/>
              <a:ext cx="2277" cy="258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rgbClr val="3333CC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solidFill>
                  <a:srgbClr val="00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228373" name="Line 13">
              <a:extLst>
                <a:ext uri="{FF2B5EF4-FFF2-40B4-BE49-F238E27FC236}">
                  <a16:creationId xmlns:a16="http://schemas.microsoft.com/office/drawing/2014/main" id="{A3EECF28-A793-410E-8D07-4F0BACC5E4C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81" y="3606"/>
              <a:ext cx="229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28374" name="Line 14">
              <a:extLst>
                <a:ext uri="{FF2B5EF4-FFF2-40B4-BE49-F238E27FC236}">
                  <a16:creationId xmlns:a16="http://schemas.microsoft.com/office/drawing/2014/main" id="{711B16CC-AD17-46B7-B13A-F6B9DC5894C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88" y="3174"/>
              <a:ext cx="229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28375" name="Line 15">
              <a:extLst>
                <a:ext uri="{FF2B5EF4-FFF2-40B4-BE49-F238E27FC236}">
                  <a16:creationId xmlns:a16="http://schemas.microsoft.com/office/drawing/2014/main" id="{565D072B-CD2D-4D86-B1E7-7D0BAEC5294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81" y="2742"/>
              <a:ext cx="229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28376" name="Line 16">
              <a:extLst>
                <a:ext uri="{FF2B5EF4-FFF2-40B4-BE49-F238E27FC236}">
                  <a16:creationId xmlns:a16="http://schemas.microsoft.com/office/drawing/2014/main" id="{03B7A482-C5F8-49AB-84BB-06FBE61C535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81" y="2317"/>
              <a:ext cx="229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28377" name="Line 17">
              <a:extLst>
                <a:ext uri="{FF2B5EF4-FFF2-40B4-BE49-F238E27FC236}">
                  <a16:creationId xmlns:a16="http://schemas.microsoft.com/office/drawing/2014/main" id="{75110A13-D4E1-4D52-B73A-F555908C35D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80" y="2029"/>
              <a:ext cx="229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28378" name="Line 18">
              <a:extLst>
                <a:ext uri="{FF2B5EF4-FFF2-40B4-BE49-F238E27FC236}">
                  <a16:creationId xmlns:a16="http://schemas.microsoft.com/office/drawing/2014/main" id="{38933724-19BF-4800-BCAA-4A951ED0907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72" y="1745"/>
              <a:ext cx="229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28379" name="Line 19">
              <a:extLst>
                <a:ext uri="{FF2B5EF4-FFF2-40B4-BE49-F238E27FC236}">
                  <a16:creationId xmlns:a16="http://schemas.microsoft.com/office/drawing/2014/main" id="{F799142A-08E8-49F3-8A47-9E7D9A920B2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26" y="1454"/>
              <a:ext cx="2" cy="8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28380" name="Text Box 20">
              <a:extLst>
                <a:ext uri="{FF2B5EF4-FFF2-40B4-BE49-F238E27FC236}">
                  <a16:creationId xmlns:a16="http://schemas.microsoft.com/office/drawing/2014/main" id="{57CC79E9-02FC-43A9-BAD7-D226CA7E030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42" y="1492"/>
              <a:ext cx="826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marL="342900" indent="-34290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rgbClr val="3333CC"/>
                </a:buClr>
                <a:buSzPct val="85000"/>
                <a:buFont typeface="ZapfDingbats" pitchFamily="82" charset="2"/>
                <a:buNone/>
              </a:pPr>
              <a:r>
                <a:rPr lang="en-US" altLang="zh-TW" sz="1600">
                  <a:solidFill>
                    <a:srgbClr val="000000"/>
                  </a:solidFill>
                  <a:latin typeface="Arial" panose="020B0604020202020204" pitchFamily="34" charset="0"/>
                </a:rPr>
                <a:t>identification</a:t>
              </a:r>
            </a:p>
          </p:txBody>
        </p:sp>
        <p:sp>
          <p:nvSpPr>
            <p:cNvPr id="228381" name="Text Box 21">
              <a:extLst>
                <a:ext uri="{FF2B5EF4-FFF2-40B4-BE49-F238E27FC236}">
                  <a16:creationId xmlns:a16="http://schemas.microsoft.com/office/drawing/2014/main" id="{AEA3BC4C-6CF8-473C-91C8-11BD848AA98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80" y="1492"/>
              <a:ext cx="386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marL="342900" indent="-34290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rgbClr val="3333CC"/>
                </a:buClr>
                <a:buSzPct val="85000"/>
                <a:buFont typeface="ZapfDingbats" pitchFamily="82" charset="2"/>
                <a:buNone/>
              </a:pPr>
              <a:r>
                <a:rPr lang="en-US" altLang="zh-TW" sz="1600">
                  <a:solidFill>
                    <a:srgbClr val="000000"/>
                  </a:solidFill>
                  <a:latin typeface="Arial" panose="020B0604020202020204" pitchFamily="34" charset="0"/>
                </a:rPr>
                <a:t>flags</a:t>
              </a:r>
            </a:p>
          </p:txBody>
        </p:sp>
        <p:sp>
          <p:nvSpPr>
            <p:cNvPr id="228382" name="Text Box 22">
              <a:extLst>
                <a:ext uri="{FF2B5EF4-FFF2-40B4-BE49-F238E27FC236}">
                  <a16:creationId xmlns:a16="http://schemas.microsoft.com/office/drawing/2014/main" id="{4B46BA8A-C15A-4207-ADB1-7CC33C1AE47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62" y="1780"/>
              <a:ext cx="77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marL="342900" indent="-34290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rgbClr val="3333CC"/>
                </a:buClr>
                <a:buSzPct val="85000"/>
                <a:buFont typeface="ZapfDingbats" pitchFamily="82" charset="2"/>
                <a:buNone/>
              </a:pPr>
              <a:r>
                <a:rPr lang="en-US" altLang="zh-TW" sz="1600">
                  <a:solidFill>
                    <a:srgbClr val="000000"/>
                  </a:solidFill>
                  <a:latin typeface="Arial" panose="020B0604020202020204" pitchFamily="34" charset="0"/>
                </a:rPr>
                <a:t># questions</a:t>
              </a:r>
            </a:p>
          </p:txBody>
        </p:sp>
        <p:sp>
          <p:nvSpPr>
            <p:cNvPr id="228383" name="Text Box 23">
              <a:extLst>
                <a:ext uri="{FF2B5EF4-FFF2-40B4-BE49-F238E27FC236}">
                  <a16:creationId xmlns:a16="http://schemas.microsoft.com/office/drawing/2014/main" id="{C00C0C84-DE8E-4A3B-BB82-3797CAFE99E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789" y="2417"/>
              <a:ext cx="2065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marL="342900" indent="-34290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rgbClr val="3333CC"/>
                </a:buClr>
                <a:buSzPct val="85000"/>
                <a:buFont typeface="ZapfDingbats" pitchFamily="82" charset="2"/>
                <a:buNone/>
              </a:pPr>
              <a:r>
                <a:rPr lang="en-US" altLang="zh-TW" sz="1600">
                  <a:solidFill>
                    <a:srgbClr val="000000"/>
                  </a:solidFill>
                  <a:latin typeface="Arial" panose="020B0604020202020204" pitchFamily="34" charset="0"/>
                </a:rPr>
                <a:t>questions (variable # of questions)</a:t>
              </a:r>
            </a:p>
          </p:txBody>
        </p:sp>
        <p:sp>
          <p:nvSpPr>
            <p:cNvPr id="228384" name="Text Box 26">
              <a:extLst>
                <a:ext uri="{FF2B5EF4-FFF2-40B4-BE49-F238E27FC236}">
                  <a16:creationId xmlns:a16="http://schemas.microsoft.com/office/drawing/2014/main" id="{DB2A417F-73EE-441F-A692-83527688DA8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66" y="2067"/>
              <a:ext cx="1053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marL="342900" indent="-34290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rgbClr val="3333CC"/>
                </a:buClr>
                <a:buSzPct val="85000"/>
                <a:buFont typeface="ZapfDingbats" pitchFamily="82" charset="2"/>
                <a:buNone/>
              </a:pPr>
              <a:r>
                <a:rPr lang="en-US" altLang="zh-TW" sz="1600">
                  <a:solidFill>
                    <a:srgbClr val="000000"/>
                  </a:solidFill>
                  <a:latin typeface="Arial" panose="020B0604020202020204" pitchFamily="34" charset="0"/>
                </a:rPr>
                <a:t># additional RRs</a:t>
              </a:r>
            </a:p>
          </p:txBody>
        </p:sp>
        <p:sp>
          <p:nvSpPr>
            <p:cNvPr id="228385" name="Text Box 27">
              <a:extLst>
                <a:ext uri="{FF2B5EF4-FFF2-40B4-BE49-F238E27FC236}">
                  <a16:creationId xmlns:a16="http://schemas.microsoft.com/office/drawing/2014/main" id="{6D88AB02-9DD6-4012-8910-5C0D938105D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762" y="2068"/>
              <a:ext cx="998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marL="342900" indent="-34290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rgbClr val="3333CC"/>
                </a:buClr>
                <a:buSzPct val="85000"/>
                <a:buFont typeface="ZapfDingbats" pitchFamily="82" charset="2"/>
                <a:buNone/>
              </a:pPr>
              <a:r>
                <a:rPr lang="en-US" altLang="zh-TW" sz="1600">
                  <a:solidFill>
                    <a:srgbClr val="000000"/>
                  </a:solidFill>
                  <a:latin typeface="Arial" panose="020B0604020202020204" pitchFamily="34" charset="0"/>
                </a:rPr>
                <a:t># authority RRs</a:t>
              </a:r>
            </a:p>
          </p:txBody>
        </p:sp>
        <p:sp>
          <p:nvSpPr>
            <p:cNvPr id="228386" name="Text Box 28">
              <a:extLst>
                <a:ext uri="{FF2B5EF4-FFF2-40B4-BE49-F238E27FC236}">
                  <a16:creationId xmlns:a16="http://schemas.microsoft.com/office/drawing/2014/main" id="{37DAEBDE-6E56-460E-8FF5-804B79AC78E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28" y="1786"/>
              <a:ext cx="919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marL="342900" indent="-34290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rgbClr val="3333CC"/>
                </a:buClr>
                <a:buSzPct val="85000"/>
                <a:buFont typeface="ZapfDingbats" pitchFamily="82" charset="2"/>
                <a:buNone/>
              </a:pPr>
              <a:r>
                <a:rPr lang="en-US" altLang="zh-TW" sz="1600">
                  <a:solidFill>
                    <a:srgbClr val="000000"/>
                  </a:solidFill>
                  <a:latin typeface="Arial" panose="020B0604020202020204" pitchFamily="34" charset="0"/>
                </a:rPr>
                <a:t># answer RRs</a:t>
              </a:r>
            </a:p>
          </p:txBody>
        </p:sp>
        <p:sp>
          <p:nvSpPr>
            <p:cNvPr id="228387" name="Text Box 30">
              <a:extLst>
                <a:ext uri="{FF2B5EF4-FFF2-40B4-BE49-F238E27FC236}">
                  <a16:creationId xmlns:a16="http://schemas.microsoft.com/office/drawing/2014/main" id="{65815714-9297-439D-866A-0681BE6A2AE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83" y="2848"/>
              <a:ext cx="1695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marL="342900" indent="-34290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rgbClr val="3333CC"/>
                </a:buClr>
                <a:buSzPct val="85000"/>
                <a:buFont typeface="ZapfDingbats" pitchFamily="82" charset="2"/>
                <a:buNone/>
              </a:pPr>
              <a:r>
                <a:rPr lang="en-US" altLang="zh-TW" sz="1600">
                  <a:solidFill>
                    <a:srgbClr val="000000"/>
                  </a:solidFill>
                  <a:latin typeface="Arial" panose="020B0604020202020204" pitchFamily="34" charset="0"/>
                </a:rPr>
                <a:t>answers (variable # of RRs)</a:t>
              </a:r>
            </a:p>
          </p:txBody>
        </p:sp>
        <p:sp>
          <p:nvSpPr>
            <p:cNvPr id="228388" name="Text Box 31">
              <a:extLst>
                <a:ext uri="{FF2B5EF4-FFF2-40B4-BE49-F238E27FC236}">
                  <a16:creationId xmlns:a16="http://schemas.microsoft.com/office/drawing/2014/main" id="{382695E3-17D7-4973-A8C0-A6AA9D01CD1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02" y="3280"/>
              <a:ext cx="171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marL="342900" indent="-34290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rgbClr val="3333CC"/>
                </a:buClr>
                <a:buSzPct val="85000"/>
                <a:buFont typeface="ZapfDingbats" pitchFamily="82" charset="2"/>
                <a:buNone/>
              </a:pPr>
              <a:r>
                <a:rPr lang="en-US" altLang="zh-TW" sz="1600">
                  <a:solidFill>
                    <a:srgbClr val="000000"/>
                  </a:solidFill>
                  <a:latin typeface="Arial" panose="020B0604020202020204" pitchFamily="34" charset="0"/>
                </a:rPr>
                <a:t>authority (variable # of RRs)</a:t>
              </a:r>
            </a:p>
          </p:txBody>
        </p:sp>
        <p:sp>
          <p:nvSpPr>
            <p:cNvPr id="228389" name="Text Box 32">
              <a:extLst>
                <a:ext uri="{FF2B5EF4-FFF2-40B4-BE49-F238E27FC236}">
                  <a16:creationId xmlns:a16="http://schemas.microsoft.com/office/drawing/2014/main" id="{55E6B678-FA4C-4AFB-B368-98D35F00C54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11" y="3700"/>
              <a:ext cx="2007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marL="342900" indent="-34290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rgbClr val="3333CC"/>
                </a:buClr>
                <a:buSzPct val="85000"/>
                <a:buFont typeface="ZapfDingbats" pitchFamily="82" charset="2"/>
                <a:buNone/>
              </a:pPr>
              <a:r>
                <a:rPr lang="en-US" altLang="zh-TW" sz="1600">
                  <a:solidFill>
                    <a:srgbClr val="000000"/>
                  </a:solidFill>
                  <a:latin typeface="Arial" panose="020B0604020202020204" pitchFamily="34" charset="0"/>
                </a:rPr>
                <a:t>additional info (variable # of RRs)</a:t>
              </a:r>
            </a:p>
          </p:txBody>
        </p:sp>
      </p:grpSp>
      <p:sp>
        <p:nvSpPr>
          <p:cNvPr id="228361" name="Line 34">
            <a:extLst>
              <a:ext uri="{FF2B5EF4-FFF2-40B4-BE49-F238E27FC236}">
                <a16:creationId xmlns:a16="http://schemas.microsoft.com/office/drawing/2014/main" id="{026520B4-9AB8-4765-9AA8-8AE22DA2692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17888" y="2568575"/>
            <a:ext cx="1165225" cy="327025"/>
          </a:xfrm>
          <a:prstGeom prst="line">
            <a:avLst/>
          </a:prstGeom>
          <a:noFill/>
          <a:ln w="12700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228362" name="Line 35">
            <a:extLst>
              <a:ext uri="{FF2B5EF4-FFF2-40B4-BE49-F238E27FC236}">
                <a16:creationId xmlns:a16="http://schemas.microsoft.com/office/drawing/2014/main" id="{1CEFB957-DF12-4077-87E4-D9681C853C3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522413" y="2547938"/>
            <a:ext cx="5183187" cy="1404937"/>
          </a:xfrm>
          <a:prstGeom prst="line">
            <a:avLst/>
          </a:prstGeom>
          <a:noFill/>
          <a:ln w="12700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228363" name="Group 60">
            <a:extLst>
              <a:ext uri="{FF2B5EF4-FFF2-40B4-BE49-F238E27FC236}">
                <a16:creationId xmlns:a16="http://schemas.microsoft.com/office/drawing/2014/main" id="{EA6478B5-CA38-42DB-9052-17B215F37264}"/>
              </a:ext>
            </a:extLst>
          </p:cNvPr>
          <p:cNvGrpSpPr>
            <a:grpSpLocks/>
          </p:cNvGrpSpPr>
          <p:nvPr/>
        </p:nvGrpSpPr>
        <p:grpSpPr bwMode="auto">
          <a:xfrm>
            <a:off x="4271963" y="1895475"/>
            <a:ext cx="1747837" cy="274638"/>
            <a:chOff x="2691" y="1194"/>
            <a:chExt cx="1101" cy="173"/>
          </a:xfrm>
        </p:grpSpPr>
        <p:sp>
          <p:nvSpPr>
            <p:cNvPr id="228368" name="Text Box 57">
              <a:extLst>
                <a:ext uri="{FF2B5EF4-FFF2-40B4-BE49-F238E27FC236}">
                  <a16:creationId xmlns:a16="http://schemas.microsoft.com/office/drawing/2014/main" id="{1F1E74DD-9D87-4F08-A20F-F0141A82D3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32" y="1194"/>
              <a:ext cx="425" cy="1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marL="342900" indent="-34290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rgbClr val="3333CC"/>
                </a:buClr>
                <a:buSzPct val="85000"/>
                <a:buFont typeface="ZapfDingbats" pitchFamily="82" charset="2"/>
                <a:buNone/>
              </a:pPr>
              <a:r>
                <a:rPr lang="en-US" altLang="zh-TW" sz="1200">
                  <a:solidFill>
                    <a:srgbClr val="000000"/>
                  </a:solidFill>
                  <a:latin typeface="Arial" panose="020B0604020202020204" pitchFamily="34" charset="0"/>
                </a:rPr>
                <a:t>2 bytes</a:t>
              </a:r>
            </a:p>
          </p:txBody>
        </p:sp>
        <p:sp>
          <p:nvSpPr>
            <p:cNvPr id="228369" name="Line 58">
              <a:extLst>
                <a:ext uri="{FF2B5EF4-FFF2-40B4-BE49-F238E27FC236}">
                  <a16:creationId xmlns:a16="http://schemas.microsoft.com/office/drawing/2014/main" id="{C6A883B2-EC96-40D2-AA70-792FBDF070B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65" y="1284"/>
              <a:ext cx="32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28370" name="Line 59">
              <a:extLst>
                <a:ext uri="{FF2B5EF4-FFF2-40B4-BE49-F238E27FC236}">
                  <a16:creationId xmlns:a16="http://schemas.microsoft.com/office/drawing/2014/main" id="{D37BD85F-CBDE-4BD2-B4E3-78F452E7352D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2691" y="1284"/>
              <a:ext cx="32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228364" name="Group 61">
            <a:extLst>
              <a:ext uri="{FF2B5EF4-FFF2-40B4-BE49-F238E27FC236}">
                <a16:creationId xmlns:a16="http://schemas.microsoft.com/office/drawing/2014/main" id="{73AF36DD-8D72-4491-A455-5FDC7A784686}"/>
              </a:ext>
            </a:extLst>
          </p:cNvPr>
          <p:cNvGrpSpPr>
            <a:grpSpLocks/>
          </p:cNvGrpSpPr>
          <p:nvPr/>
        </p:nvGrpSpPr>
        <p:grpSpPr bwMode="auto">
          <a:xfrm>
            <a:off x="6046788" y="1895475"/>
            <a:ext cx="1747837" cy="274638"/>
            <a:chOff x="2691" y="1194"/>
            <a:chExt cx="1101" cy="173"/>
          </a:xfrm>
        </p:grpSpPr>
        <p:sp>
          <p:nvSpPr>
            <p:cNvPr id="228365" name="Text Box 62">
              <a:extLst>
                <a:ext uri="{FF2B5EF4-FFF2-40B4-BE49-F238E27FC236}">
                  <a16:creationId xmlns:a16="http://schemas.microsoft.com/office/drawing/2014/main" id="{E4550488-F012-42CE-9701-90F089A11E1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32" y="1194"/>
              <a:ext cx="425" cy="1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marL="342900" indent="-34290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rgbClr val="3333CC"/>
                </a:buClr>
                <a:buSzPct val="85000"/>
                <a:buFont typeface="ZapfDingbats" pitchFamily="82" charset="2"/>
                <a:buNone/>
              </a:pPr>
              <a:r>
                <a:rPr lang="en-US" altLang="zh-TW" sz="1200">
                  <a:solidFill>
                    <a:srgbClr val="000000"/>
                  </a:solidFill>
                  <a:latin typeface="Arial" panose="020B0604020202020204" pitchFamily="34" charset="0"/>
                </a:rPr>
                <a:t>2 bytes</a:t>
              </a:r>
            </a:p>
          </p:txBody>
        </p:sp>
        <p:sp>
          <p:nvSpPr>
            <p:cNvPr id="228366" name="Line 63">
              <a:extLst>
                <a:ext uri="{FF2B5EF4-FFF2-40B4-BE49-F238E27FC236}">
                  <a16:creationId xmlns:a16="http://schemas.microsoft.com/office/drawing/2014/main" id="{2029E70C-6CF5-4D4C-8BD2-89D0FDC89F4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65" y="1284"/>
              <a:ext cx="32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28367" name="Line 64">
              <a:extLst>
                <a:ext uri="{FF2B5EF4-FFF2-40B4-BE49-F238E27FC236}">
                  <a16:creationId xmlns:a16="http://schemas.microsoft.com/office/drawing/2014/main" id="{F4ED699D-13AF-4E4A-938C-A98DA413F77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2691" y="1284"/>
              <a:ext cx="32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3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3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3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3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3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3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3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8362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402" name="Rectangle 7">
            <a:extLst>
              <a:ext uri="{FF2B5EF4-FFF2-40B4-BE49-F238E27FC236}">
                <a16:creationId xmlns:a16="http://schemas.microsoft.com/office/drawing/2014/main" id="{C1F3CAC0-0354-4CDB-868F-2DC55B03FF7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230403" name="Rectangle 8">
            <a:extLst>
              <a:ext uri="{FF2B5EF4-FFF2-40B4-BE49-F238E27FC236}">
                <a16:creationId xmlns:a16="http://schemas.microsoft.com/office/drawing/2014/main" id="{1E000F25-BC11-45A1-9AB6-5B4BEA72AA5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  <a:ea typeface="新細明體" panose="02020500000000000000" pitchFamily="18" charset="-120"/>
              </a:rPr>
              <a:t>2-</a:t>
            </a:r>
            <a:fld id="{B1DA6B18-DDDB-4927-ABAA-82061BB407EB}" type="slidenum">
              <a:rPr lang="en-US" altLang="zh-TW" sz="1200" smtClean="0">
                <a:solidFill>
                  <a:srgbClr val="000000"/>
                </a:solidFill>
                <a:latin typeface="Tahoma" panose="020B0604030504040204" pitchFamily="34" charset="0"/>
                <a:ea typeface="新細明體" panose="02020500000000000000" pitchFamily="18" charset="-120"/>
              </a:rPr>
              <a:pPr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67</a:t>
            </a:fld>
            <a:endParaRPr lang="en-US" altLang="zh-TW" sz="1200">
              <a:solidFill>
                <a:srgbClr val="000000"/>
              </a:solidFill>
              <a:latin typeface="Tahoma" panose="020B0604030504040204" pitchFamily="34" charset="0"/>
              <a:ea typeface="新細明體" panose="02020500000000000000" pitchFamily="18" charset="-120"/>
            </a:endParaRPr>
          </a:p>
        </p:txBody>
      </p:sp>
      <p:sp>
        <p:nvSpPr>
          <p:cNvPr id="230404" name="Text Box 4">
            <a:extLst>
              <a:ext uri="{FF2B5EF4-FFF2-40B4-BE49-F238E27FC236}">
                <a16:creationId xmlns:a16="http://schemas.microsoft.com/office/drawing/2014/main" id="{494E58CC-2768-4BD5-9D72-67B6E4F359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85863" y="3703638"/>
            <a:ext cx="1901825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0070C0"/>
                </a:solidFill>
              </a:rPr>
              <a:t>name, type </a:t>
            </a:r>
            <a:r>
              <a:rPr lang="en-US" altLang="zh-TW" sz="2000">
                <a:solidFill>
                  <a:srgbClr val="000000"/>
                </a:solidFill>
              </a:rPr>
              <a:t>fields</a:t>
            </a:r>
          </a:p>
          <a:p>
            <a:pPr algn="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000000"/>
                </a:solidFill>
              </a:rPr>
              <a:t> for a </a:t>
            </a:r>
            <a:r>
              <a:rPr lang="en-US" altLang="zh-TW" sz="2000">
                <a:solidFill>
                  <a:srgbClr val="0070C0"/>
                </a:solidFill>
              </a:rPr>
              <a:t>query</a:t>
            </a:r>
            <a:endParaRPr lang="en-US" altLang="zh-TW" sz="2400">
              <a:solidFill>
                <a:srgbClr val="0070C0"/>
              </a:solidFill>
            </a:endParaRPr>
          </a:p>
        </p:txBody>
      </p:sp>
      <p:sp>
        <p:nvSpPr>
          <p:cNvPr id="230405" name="Text Box 5">
            <a:extLst>
              <a:ext uri="{FF2B5EF4-FFF2-40B4-BE49-F238E27FC236}">
                <a16:creationId xmlns:a16="http://schemas.microsoft.com/office/drawing/2014/main" id="{74E025F7-5232-43E4-BA9C-815B6E6443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22338" y="4425950"/>
            <a:ext cx="2168525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0070C0"/>
                </a:solidFill>
              </a:rPr>
              <a:t>RRs</a:t>
            </a:r>
            <a:r>
              <a:rPr lang="en-US" altLang="zh-TW" sz="2000">
                <a:solidFill>
                  <a:srgbClr val="000000"/>
                </a:solidFill>
              </a:rPr>
              <a:t> in </a:t>
            </a:r>
            <a:r>
              <a:rPr lang="en-US" altLang="zh-TW" sz="2000">
                <a:solidFill>
                  <a:srgbClr val="0070C0"/>
                </a:solidFill>
              </a:rPr>
              <a:t>response</a:t>
            </a:r>
          </a:p>
          <a:p>
            <a:pPr algn="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000000"/>
                </a:solidFill>
              </a:rPr>
              <a:t>to query</a:t>
            </a:r>
            <a:endParaRPr lang="en-US" altLang="zh-TW" sz="2400">
              <a:solidFill>
                <a:srgbClr val="000000"/>
              </a:solidFill>
            </a:endParaRPr>
          </a:p>
        </p:txBody>
      </p:sp>
      <p:sp>
        <p:nvSpPr>
          <p:cNvPr id="230406" name="Text Box 6">
            <a:extLst>
              <a:ext uri="{FF2B5EF4-FFF2-40B4-BE49-F238E27FC236}">
                <a16:creationId xmlns:a16="http://schemas.microsoft.com/office/drawing/2014/main" id="{5D29A55E-1BB5-4292-9375-1850E093B9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1050" y="5078413"/>
            <a:ext cx="2312988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000000"/>
                </a:solidFill>
              </a:rPr>
              <a:t>records of other</a:t>
            </a:r>
          </a:p>
          <a:p>
            <a:pPr algn="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000000"/>
                </a:solidFill>
              </a:rPr>
              <a:t>authoritative servers</a:t>
            </a:r>
            <a:endParaRPr lang="en-US" altLang="zh-TW" sz="2400">
              <a:solidFill>
                <a:srgbClr val="000000"/>
              </a:solidFill>
            </a:endParaRPr>
          </a:p>
        </p:txBody>
      </p:sp>
      <p:sp>
        <p:nvSpPr>
          <p:cNvPr id="230407" name="Text Box 7">
            <a:extLst>
              <a:ext uri="{FF2B5EF4-FFF2-40B4-BE49-F238E27FC236}">
                <a16:creationId xmlns:a16="http://schemas.microsoft.com/office/drawing/2014/main" id="{D35EA018-D6F8-4E85-9BE4-B1F4FCA8C6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7388" y="5797550"/>
            <a:ext cx="2393950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000000"/>
                </a:solidFill>
              </a:rPr>
              <a:t>additional </a:t>
            </a:r>
            <a:r>
              <a:rPr lang="ja-JP" altLang="en-US" sz="2000">
                <a:solidFill>
                  <a:srgbClr val="000000"/>
                </a:solidFill>
              </a:rPr>
              <a:t>“</a:t>
            </a:r>
            <a:r>
              <a:rPr lang="en-US" altLang="ja-JP" sz="2000">
                <a:solidFill>
                  <a:srgbClr val="000000"/>
                </a:solidFill>
              </a:rPr>
              <a:t>helpful</a:t>
            </a:r>
            <a:r>
              <a:rPr lang="ja-JP" altLang="en-US" sz="2000">
                <a:solidFill>
                  <a:srgbClr val="000000"/>
                </a:solidFill>
              </a:rPr>
              <a:t>”</a:t>
            </a:r>
            <a:endParaRPr lang="en-US" altLang="ja-JP" sz="2000">
              <a:solidFill>
                <a:srgbClr val="000000"/>
              </a:solidFill>
            </a:endParaRPr>
          </a:p>
          <a:p>
            <a:pPr algn="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000000"/>
                </a:solidFill>
              </a:rPr>
              <a:t>info that may be used</a:t>
            </a:r>
            <a:endParaRPr lang="en-US" altLang="zh-TW" sz="2400">
              <a:solidFill>
                <a:srgbClr val="000000"/>
              </a:solidFill>
            </a:endParaRPr>
          </a:p>
        </p:txBody>
      </p:sp>
      <p:grpSp>
        <p:nvGrpSpPr>
          <p:cNvPr id="230408" name="Group 17">
            <a:extLst>
              <a:ext uri="{FF2B5EF4-FFF2-40B4-BE49-F238E27FC236}">
                <a16:creationId xmlns:a16="http://schemas.microsoft.com/office/drawing/2014/main" id="{7FA1883D-2E29-43BE-AE84-35CF8EA9D658}"/>
              </a:ext>
            </a:extLst>
          </p:cNvPr>
          <p:cNvGrpSpPr>
            <a:grpSpLocks/>
          </p:cNvGrpSpPr>
          <p:nvPr/>
        </p:nvGrpSpPr>
        <p:grpSpPr bwMode="auto">
          <a:xfrm>
            <a:off x="4241800" y="2216150"/>
            <a:ext cx="3725863" cy="4184650"/>
            <a:chOff x="2672" y="1396"/>
            <a:chExt cx="2347" cy="2636"/>
          </a:xfrm>
        </p:grpSpPr>
        <p:sp>
          <p:nvSpPr>
            <p:cNvPr id="230423" name="Rectangle 18">
              <a:extLst>
                <a:ext uri="{FF2B5EF4-FFF2-40B4-BE49-F238E27FC236}">
                  <a16:creationId xmlns:a16="http://schemas.microsoft.com/office/drawing/2014/main" id="{75BD22AA-28DF-4AF5-84E4-2496E6EABF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42" y="1396"/>
              <a:ext cx="2277" cy="2585"/>
            </a:xfrm>
            <a:prstGeom prst="rect">
              <a:avLst/>
            </a:pr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rgbClr val="3333CC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solidFill>
                  <a:srgbClr val="00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230424" name="Rectangle 19">
              <a:extLst>
                <a:ext uri="{FF2B5EF4-FFF2-40B4-BE49-F238E27FC236}">
                  <a16:creationId xmlns:a16="http://schemas.microsoft.com/office/drawing/2014/main" id="{F3708F7F-3A5A-42CE-AFF0-9DE262D60D6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88" y="1447"/>
              <a:ext cx="2277" cy="258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rgbClr val="3333CC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solidFill>
                  <a:srgbClr val="00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230425" name="Line 20">
              <a:extLst>
                <a:ext uri="{FF2B5EF4-FFF2-40B4-BE49-F238E27FC236}">
                  <a16:creationId xmlns:a16="http://schemas.microsoft.com/office/drawing/2014/main" id="{FF08050E-2008-4B98-BB05-6BC36DD381D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81" y="3606"/>
              <a:ext cx="229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30426" name="Line 21">
              <a:extLst>
                <a:ext uri="{FF2B5EF4-FFF2-40B4-BE49-F238E27FC236}">
                  <a16:creationId xmlns:a16="http://schemas.microsoft.com/office/drawing/2014/main" id="{4E15505E-C7A1-4E27-B3D0-902B0A16ED8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88" y="3174"/>
              <a:ext cx="229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30427" name="Line 22">
              <a:extLst>
                <a:ext uri="{FF2B5EF4-FFF2-40B4-BE49-F238E27FC236}">
                  <a16:creationId xmlns:a16="http://schemas.microsoft.com/office/drawing/2014/main" id="{71A03FF6-ED1B-4E3F-9FF0-56AD03AEBBB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81" y="2742"/>
              <a:ext cx="229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30428" name="Line 23">
              <a:extLst>
                <a:ext uri="{FF2B5EF4-FFF2-40B4-BE49-F238E27FC236}">
                  <a16:creationId xmlns:a16="http://schemas.microsoft.com/office/drawing/2014/main" id="{E910F4AF-EDF2-4EFC-B594-EC933139876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81" y="2317"/>
              <a:ext cx="229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30429" name="Line 24">
              <a:extLst>
                <a:ext uri="{FF2B5EF4-FFF2-40B4-BE49-F238E27FC236}">
                  <a16:creationId xmlns:a16="http://schemas.microsoft.com/office/drawing/2014/main" id="{2744AFEE-FA21-4AFB-BC7C-41F1E266488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80" y="2029"/>
              <a:ext cx="229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30430" name="Line 25">
              <a:extLst>
                <a:ext uri="{FF2B5EF4-FFF2-40B4-BE49-F238E27FC236}">
                  <a16:creationId xmlns:a16="http://schemas.microsoft.com/office/drawing/2014/main" id="{36698AF3-279C-4935-B90F-05619BE3B0C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72" y="1745"/>
              <a:ext cx="229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30431" name="Line 26">
              <a:extLst>
                <a:ext uri="{FF2B5EF4-FFF2-40B4-BE49-F238E27FC236}">
                  <a16:creationId xmlns:a16="http://schemas.microsoft.com/office/drawing/2014/main" id="{ED1564B6-6B95-4C95-87F1-4752FA30E9D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26" y="1454"/>
              <a:ext cx="2" cy="8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30432" name="Text Box 27">
              <a:extLst>
                <a:ext uri="{FF2B5EF4-FFF2-40B4-BE49-F238E27FC236}">
                  <a16:creationId xmlns:a16="http://schemas.microsoft.com/office/drawing/2014/main" id="{F16D3CF1-A44C-4E49-A678-DA517BB3681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42" y="1492"/>
              <a:ext cx="826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marL="342900" indent="-34290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rgbClr val="3333CC"/>
                </a:buClr>
                <a:buSzPct val="85000"/>
                <a:buFont typeface="ZapfDingbats" pitchFamily="82" charset="2"/>
                <a:buNone/>
              </a:pPr>
              <a:r>
                <a:rPr lang="en-US" altLang="zh-TW" sz="1600">
                  <a:solidFill>
                    <a:srgbClr val="000000"/>
                  </a:solidFill>
                  <a:latin typeface="Arial" panose="020B0604020202020204" pitchFamily="34" charset="0"/>
                </a:rPr>
                <a:t>identification</a:t>
              </a:r>
            </a:p>
          </p:txBody>
        </p:sp>
        <p:sp>
          <p:nvSpPr>
            <p:cNvPr id="230433" name="Text Box 28">
              <a:extLst>
                <a:ext uri="{FF2B5EF4-FFF2-40B4-BE49-F238E27FC236}">
                  <a16:creationId xmlns:a16="http://schemas.microsoft.com/office/drawing/2014/main" id="{175C599B-E331-460B-99F0-C5857095CBF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80" y="1492"/>
              <a:ext cx="386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marL="342900" indent="-34290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rgbClr val="3333CC"/>
                </a:buClr>
                <a:buSzPct val="85000"/>
                <a:buFont typeface="ZapfDingbats" pitchFamily="82" charset="2"/>
                <a:buNone/>
              </a:pPr>
              <a:r>
                <a:rPr lang="en-US" altLang="zh-TW" sz="1600">
                  <a:solidFill>
                    <a:srgbClr val="000000"/>
                  </a:solidFill>
                  <a:latin typeface="Arial" panose="020B0604020202020204" pitchFamily="34" charset="0"/>
                </a:rPr>
                <a:t>flags</a:t>
              </a:r>
            </a:p>
          </p:txBody>
        </p:sp>
        <p:sp>
          <p:nvSpPr>
            <p:cNvPr id="230434" name="Text Box 29">
              <a:extLst>
                <a:ext uri="{FF2B5EF4-FFF2-40B4-BE49-F238E27FC236}">
                  <a16:creationId xmlns:a16="http://schemas.microsoft.com/office/drawing/2014/main" id="{248559D9-52BC-450D-AF69-6EBE01EE98A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62" y="1780"/>
              <a:ext cx="77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marL="342900" indent="-34290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rgbClr val="3333CC"/>
                </a:buClr>
                <a:buSzPct val="85000"/>
                <a:buFont typeface="ZapfDingbats" pitchFamily="82" charset="2"/>
                <a:buNone/>
              </a:pPr>
              <a:r>
                <a:rPr lang="en-US" altLang="zh-TW" sz="1600">
                  <a:solidFill>
                    <a:srgbClr val="000000"/>
                  </a:solidFill>
                  <a:latin typeface="Arial" panose="020B0604020202020204" pitchFamily="34" charset="0"/>
                </a:rPr>
                <a:t># questions</a:t>
              </a:r>
            </a:p>
          </p:txBody>
        </p:sp>
        <p:sp>
          <p:nvSpPr>
            <p:cNvPr id="230435" name="Text Box 30">
              <a:extLst>
                <a:ext uri="{FF2B5EF4-FFF2-40B4-BE49-F238E27FC236}">
                  <a16:creationId xmlns:a16="http://schemas.microsoft.com/office/drawing/2014/main" id="{507444D7-BE1E-4A14-BDCB-4465C1B8910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789" y="2417"/>
              <a:ext cx="2065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marL="342900" indent="-34290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rgbClr val="3333CC"/>
                </a:buClr>
                <a:buSzPct val="85000"/>
                <a:buFont typeface="ZapfDingbats" pitchFamily="82" charset="2"/>
                <a:buNone/>
              </a:pPr>
              <a:r>
                <a:rPr lang="en-US" altLang="zh-TW" sz="1600">
                  <a:solidFill>
                    <a:srgbClr val="000000"/>
                  </a:solidFill>
                  <a:latin typeface="Arial" panose="020B0604020202020204" pitchFamily="34" charset="0"/>
                </a:rPr>
                <a:t>questions (variable # of questions)</a:t>
              </a:r>
            </a:p>
          </p:txBody>
        </p:sp>
        <p:sp>
          <p:nvSpPr>
            <p:cNvPr id="230436" name="Text Box 31">
              <a:extLst>
                <a:ext uri="{FF2B5EF4-FFF2-40B4-BE49-F238E27FC236}">
                  <a16:creationId xmlns:a16="http://schemas.microsoft.com/office/drawing/2014/main" id="{68A8D9CE-B0C5-4DBD-A514-C0A737BB8D0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66" y="2067"/>
              <a:ext cx="1053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marL="342900" indent="-34290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rgbClr val="3333CC"/>
                </a:buClr>
                <a:buSzPct val="85000"/>
                <a:buFont typeface="ZapfDingbats" pitchFamily="82" charset="2"/>
                <a:buNone/>
              </a:pPr>
              <a:r>
                <a:rPr lang="en-US" altLang="zh-TW" sz="1600">
                  <a:solidFill>
                    <a:srgbClr val="000000"/>
                  </a:solidFill>
                  <a:latin typeface="Arial" panose="020B0604020202020204" pitchFamily="34" charset="0"/>
                </a:rPr>
                <a:t># additional RRs</a:t>
              </a:r>
            </a:p>
          </p:txBody>
        </p:sp>
        <p:sp>
          <p:nvSpPr>
            <p:cNvPr id="230437" name="Text Box 32">
              <a:extLst>
                <a:ext uri="{FF2B5EF4-FFF2-40B4-BE49-F238E27FC236}">
                  <a16:creationId xmlns:a16="http://schemas.microsoft.com/office/drawing/2014/main" id="{229299A4-C736-4C56-AFC4-6B3E9B57664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762" y="2068"/>
              <a:ext cx="998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marL="342900" indent="-34290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rgbClr val="3333CC"/>
                </a:buClr>
                <a:buSzPct val="85000"/>
                <a:buFont typeface="ZapfDingbats" pitchFamily="82" charset="2"/>
                <a:buNone/>
              </a:pPr>
              <a:r>
                <a:rPr lang="en-US" altLang="zh-TW" sz="1600">
                  <a:solidFill>
                    <a:srgbClr val="000000"/>
                  </a:solidFill>
                  <a:latin typeface="Arial" panose="020B0604020202020204" pitchFamily="34" charset="0"/>
                </a:rPr>
                <a:t># authority RRs</a:t>
              </a:r>
            </a:p>
          </p:txBody>
        </p:sp>
        <p:sp>
          <p:nvSpPr>
            <p:cNvPr id="230438" name="Text Box 33">
              <a:extLst>
                <a:ext uri="{FF2B5EF4-FFF2-40B4-BE49-F238E27FC236}">
                  <a16:creationId xmlns:a16="http://schemas.microsoft.com/office/drawing/2014/main" id="{D8FA7679-3ECE-4BED-A158-268EEE58E47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28" y="1786"/>
              <a:ext cx="919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marL="342900" indent="-34290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rgbClr val="3333CC"/>
                </a:buClr>
                <a:buSzPct val="85000"/>
                <a:buFont typeface="ZapfDingbats" pitchFamily="82" charset="2"/>
                <a:buNone/>
              </a:pPr>
              <a:r>
                <a:rPr lang="en-US" altLang="zh-TW" sz="1600">
                  <a:solidFill>
                    <a:srgbClr val="000000"/>
                  </a:solidFill>
                  <a:latin typeface="Arial" panose="020B0604020202020204" pitchFamily="34" charset="0"/>
                </a:rPr>
                <a:t># answer RRs</a:t>
              </a:r>
            </a:p>
          </p:txBody>
        </p:sp>
        <p:sp>
          <p:nvSpPr>
            <p:cNvPr id="230439" name="Text Box 34">
              <a:extLst>
                <a:ext uri="{FF2B5EF4-FFF2-40B4-BE49-F238E27FC236}">
                  <a16:creationId xmlns:a16="http://schemas.microsoft.com/office/drawing/2014/main" id="{D80A01D4-022F-446D-89C7-B45248F1F0C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83" y="2848"/>
              <a:ext cx="1695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marL="342900" indent="-34290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rgbClr val="3333CC"/>
                </a:buClr>
                <a:buSzPct val="85000"/>
                <a:buFont typeface="ZapfDingbats" pitchFamily="82" charset="2"/>
                <a:buNone/>
              </a:pPr>
              <a:r>
                <a:rPr lang="en-US" altLang="zh-TW" sz="1600">
                  <a:solidFill>
                    <a:srgbClr val="000000"/>
                  </a:solidFill>
                  <a:latin typeface="Arial" panose="020B0604020202020204" pitchFamily="34" charset="0"/>
                </a:rPr>
                <a:t>answers (variable # of RRs)</a:t>
              </a:r>
            </a:p>
          </p:txBody>
        </p:sp>
        <p:sp>
          <p:nvSpPr>
            <p:cNvPr id="230440" name="Text Box 35">
              <a:extLst>
                <a:ext uri="{FF2B5EF4-FFF2-40B4-BE49-F238E27FC236}">
                  <a16:creationId xmlns:a16="http://schemas.microsoft.com/office/drawing/2014/main" id="{3C97B91E-AD6B-4D31-AA3B-2ECD932208F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02" y="3280"/>
              <a:ext cx="171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marL="342900" indent="-34290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rgbClr val="3333CC"/>
                </a:buClr>
                <a:buSzPct val="85000"/>
                <a:buFont typeface="ZapfDingbats" pitchFamily="82" charset="2"/>
                <a:buNone/>
              </a:pPr>
              <a:r>
                <a:rPr lang="en-US" altLang="zh-TW" sz="1600">
                  <a:solidFill>
                    <a:srgbClr val="000000"/>
                  </a:solidFill>
                  <a:latin typeface="Arial" panose="020B0604020202020204" pitchFamily="34" charset="0"/>
                </a:rPr>
                <a:t>authority (variable # of RRs)</a:t>
              </a:r>
            </a:p>
          </p:txBody>
        </p:sp>
        <p:sp>
          <p:nvSpPr>
            <p:cNvPr id="230441" name="Text Box 36">
              <a:extLst>
                <a:ext uri="{FF2B5EF4-FFF2-40B4-BE49-F238E27FC236}">
                  <a16:creationId xmlns:a16="http://schemas.microsoft.com/office/drawing/2014/main" id="{7E674F5F-9267-4FD3-9029-12AAC3D9E04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11" y="3700"/>
              <a:ext cx="2007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marL="342900" indent="-34290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rgbClr val="3333CC"/>
                </a:buClr>
                <a:buSzPct val="85000"/>
                <a:buFont typeface="ZapfDingbats" pitchFamily="82" charset="2"/>
                <a:buNone/>
              </a:pPr>
              <a:r>
                <a:rPr lang="en-US" altLang="zh-TW" sz="1600">
                  <a:solidFill>
                    <a:srgbClr val="000000"/>
                  </a:solidFill>
                  <a:latin typeface="Arial" panose="020B0604020202020204" pitchFamily="34" charset="0"/>
                </a:rPr>
                <a:t>additional info (variable # of RRs)</a:t>
              </a:r>
            </a:p>
          </p:txBody>
        </p:sp>
      </p:grpSp>
      <p:sp>
        <p:nvSpPr>
          <p:cNvPr id="230409" name="Line 37">
            <a:extLst>
              <a:ext uri="{FF2B5EF4-FFF2-40B4-BE49-F238E27FC236}">
                <a16:creationId xmlns:a16="http://schemas.microsoft.com/office/drawing/2014/main" id="{CD6E820A-8FDD-4DAA-B9AA-8C4C842151F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101975" y="6062663"/>
            <a:ext cx="1371600" cy="0"/>
          </a:xfrm>
          <a:prstGeom prst="line">
            <a:avLst/>
          </a:prstGeom>
          <a:noFill/>
          <a:ln w="19050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230410" name="Line 38">
            <a:extLst>
              <a:ext uri="{FF2B5EF4-FFF2-40B4-BE49-F238E27FC236}">
                <a16:creationId xmlns:a16="http://schemas.microsoft.com/office/drawing/2014/main" id="{21E12DCC-856F-42BA-8A18-3FCB3AED80FA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109913" y="5403850"/>
            <a:ext cx="1371600" cy="0"/>
          </a:xfrm>
          <a:prstGeom prst="line">
            <a:avLst/>
          </a:prstGeom>
          <a:noFill/>
          <a:ln w="19050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230411" name="Line 39">
            <a:extLst>
              <a:ext uri="{FF2B5EF4-FFF2-40B4-BE49-F238E27FC236}">
                <a16:creationId xmlns:a16="http://schemas.microsoft.com/office/drawing/2014/main" id="{92B1060A-A6ED-44EA-9579-AC3BEFA5F42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117850" y="4745038"/>
            <a:ext cx="1371600" cy="0"/>
          </a:xfrm>
          <a:prstGeom prst="line">
            <a:avLst/>
          </a:prstGeom>
          <a:noFill/>
          <a:ln w="19050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230412" name="Line 40">
            <a:extLst>
              <a:ext uri="{FF2B5EF4-FFF2-40B4-BE49-F238E27FC236}">
                <a16:creationId xmlns:a16="http://schemas.microsoft.com/office/drawing/2014/main" id="{7393C92B-E16B-45FF-97A1-88290A524DB0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103563" y="4019550"/>
            <a:ext cx="1371600" cy="0"/>
          </a:xfrm>
          <a:prstGeom prst="line">
            <a:avLst/>
          </a:prstGeom>
          <a:noFill/>
          <a:ln w="19050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pic>
        <p:nvPicPr>
          <p:cNvPr id="230413" name="Picture 41" descr="underline_base">
            <a:extLst>
              <a:ext uri="{FF2B5EF4-FFF2-40B4-BE49-F238E27FC236}">
                <a16:creationId xmlns:a16="http://schemas.microsoft.com/office/drawing/2014/main" id="{7D283EFE-F176-4F2F-A928-4C340338C68A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5300" y="885825"/>
            <a:ext cx="54848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30414" name="Rectangle 2">
            <a:extLst>
              <a:ext uri="{FF2B5EF4-FFF2-40B4-BE49-F238E27FC236}">
                <a16:creationId xmlns:a16="http://schemas.microsoft.com/office/drawing/2014/main" id="{A685EA9C-A915-4D18-8F9E-65F91C226C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6088" y="217488"/>
            <a:ext cx="7772400" cy="860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4000">
                <a:solidFill>
                  <a:srgbClr val="000099"/>
                </a:solidFill>
              </a:rPr>
              <a:t>DNS protocol, messages</a:t>
            </a:r>
            <a:endParaRPr lang="en-US" altLang="zh-TW" sz="4400">
              <a:solidFill>
                <a:srgbClr val="000099"/>
              </a:solidFill>
            </a:endParaRPr>
          </a:p>
        </p:txBody>
      </p:sp>
      <p:grpSp>
        <p:nvGrpSpPr>
          <p:cNvPr id="230415" name="Group 43">
            <a:extLst>
              <a:ext uri="{FF2B5EF4-FFF2-40B4-BE49-F238E27FC236}">
                <a16:creationId xmlns:a16="http://schemas.microsoft.com/office/drawing/2014/main" id="{C77821FE-2868-4617-AE6D-1CE4C92F18ED}"/>
              </a:ext>
            </a:extLst>
          </p:cNvPr>
          <p:cNvGrpSpPr>
            <a:grpSpLocks/>
          </p:cNvGrpSpPr>
          <p:nvPr/>
        </p:nvGrpSpPr>
        <p:grpSpPr bwMode="auto">
          <a:xfrm>
            <a:off x="4271963" y="1895475"/>
            <a:ext cx="1747837" cy="274638"/>
            <a:chOff x="2691" y="1194"/>
            <a:chExt cx="1101" cy="173"/>
          </a:xfrm>
        </p:grpSpPr>
        <p:sp>
          <p:nvSpPr>
            <p:cNvPr id="230420" name="Text Box 44">
              <a:extLst>
                <a:ext uri="{FF2B5EF4-FFF2-40B4-BE49-F238E27FC236}">
                  <a16:creationId xmlns:a16="http://schemas.microsoft.com/office/drawing/2014/main" id="{A3C3808B-72D3-43D5-9969-76B398DF09F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32" y="1194"/>
              <a:ext cx="425" cy="1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marL="342900" indent="-34290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rgbClr val="3333CC"/>
                </a:buClr>
                <a:buSzPct val="85000"/>
                <a:buFont typeface="ZapfDingbats" pitchFamily="82" charset="2"/>
                <a:buNone/>
              </a:pPr>
              <a:r>
                <a:rPr lang="en-US" altLang="zh-TW" sz="1200">
                  <a:solidFill>
                    <a:srgbClr val="000000"/>
                  </a:solidFill>
                  <a:latin typeface="Arial" panose="020B0604020202020204" pitchFamily="34" charset="0"/>
                </a:rPr>
                <a:t>2 bytes</a:t>
              </a:r>
            </a:p>
          </p:txBody>
        </p:sp>
        <p:sp>
          <p:nvSpPr>
            <p:cNvPr id="230421" name="Line 45">
              <a:extLst>
                <a:ext uri="{FF2B5EF4-FFF2-40B4-BE49-F238E27FC236}">
                  <a16:creationId xmlns:a16="http://schemas.microsoft.com/office/drawing/2014/main" id="{DF246A62-21D1-4676-96C1-47F5E887043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65" y="1284"/>
              <a:ext cx="32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30422" name="Line 46">
              <a:extLst>
                <a:ext uri="{FF2B5EF4-FFF2-40B4-BE49-F238E27FC236}">
                  <a16:creationId xmlns:a16="http://schemas.microsoft.com/office/drawing/2014/main" id="{3CD856FF-1903-489E-B37B-08F4D351995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2691" y="1284"/>
              <a:ext cx="32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230416" name="Group 47">
            <a:extLst>
              <a:ext uri="{FF2B5EF4-FFF2-40B4-BE49-F238E27FC236}">
                <a16:creationId xmlns:a16="http://schemas.microsoft.com/office/drawing/2014/main" id="{9442AED6-C239-4A52-A041-ABDA24272C28}"/>
              </a:ext>
            </a:extLst>
          </p:cNvPr>
          <p:cNvGrpSpPr>
            <a:grpSpLocks/>
          </p:cNvGrpSpPr>
          <p:nvPr/>
        </p:nvGrpSpPr>
        <p:grpSpPr bwMode="auto">
          <a:xfrm>
            <a:off x="6046788" y="1895475"/>
            <a:ext cx="1747837" cy="274638"/>
            <a:chOff x="2691" y="1194"/>
            <a:chExt cx="1101" cy="173"/>
          </a:xfrm>
        </p:grpSpPr>
        <p:sp>
          <p:nvSpPr>
            <p:cNvPr id="230417" name="Text Box 48">
              <a:extLst>
                <a:ext uri="{FF2B5EF4-FFF2-40B4-BE49-F238E27FC236}">
                  <a16:creationId xmlns:a16="http://schemas.microsoft.com/office/drawing/2014/main" id="{82B178B3-E156-420C-8C0F-0E24B941854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32" y="1194"/>
              <a:ext cx="425" cy="1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marL="342900" indent="-34290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rgbClr val="3333CC"/>
                </a:buClr>
                <a:buSzPct val="85000"/>
                <a:buFont typeface="ZapfDingbats" pitchFamily="82" charset="2"/>
                <a:buNone/>
              </a:pPr>
              <a:r>
                <a:rPr lang="en-US" altLang="zh-TW" sz="1200">
                  <a:solidFill>
                    <a:srgbClr val="000000"/>
                  </a:solidFill>
                  <a:latin typeface="Arial" panose="020B0604020202020204" pitchFamily="34" charset="0"/>
                </a:rPr>
                <a:t>2 bytes</a:t>
              </a:r>
            </a:p>
          </p:txBody>
        </p:sp>
        <p:sp>
          <p:nvSpPr>
            <p:cNvPr id="230418" name="Line 49">
              <a:extLst>
                <a:ext uri="{FF2B5EF4-FFF2-40B4-BE49-F238E27FC236}">
                  <a16:creationId xmlns:a16="http://schemas.microsoft.com/office/drawing/2014/main" id="{43741A89-7DD1-44B9-8653-A3B90CB382F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65" y="1284"/>
              <a:ext cx="32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30419" name="Line 50">
              <a:extLst>
                <a:ext uri="{FF2B5EF4-FFF2-40B4-BE49-F238E27FC236}">
                  <a16:creationId xmlns:a16="http://schemas.microsoft.com/office/drawing/2014/main" id="{BCDF73B0-B50B-42D4-B162-1B1142E98DC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2691" y="1284"/>
              <a:ext cx="32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450" name="Rectangle 7">
            <a:extLst>
              <a:ext uri="{FF2B5EF4-FFF2-40B4-BE49-F238E27FC236}">
                <a16:creationId xmlns:a16="http://schemas.microsoft.com/office/drawing/2014/main" id="{15CD13DC-C669-4D29-B811-631512535FA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232451" name="Rectangle 8">
            <a:extLst>
              <a:ext uri="{FF2B5EF4-FFF2-40B4-BE49-F238E27FC236}">
                <a16:creationId xmlns:a16="http://schemas.microsoft.com/office/drawing/2014/main" id="{23DB687C-E271-4405-8833-6CEFD6B14C4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2-</a:t>
            </a:r>
            <a:fld id="{2BFA4A51-B351-485C-8036-023D67D55065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68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232452" name="Picture 9" descr="underline_base">
            <a:extLst>
              <a:ext uri="{FF2B5EF4-FFF2-40B4-BE49-F238E27FC236}">
                <a16:creationId xmlns:a16="http://schemas.microsoft.com/office/drawing/2014/main" id="{B7354CAC-DC4D-4975-B644-F3D588951723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188" y="889000"/>
            <a:ext cx="63992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32453" name="Rectangle 2">
            <a:extLst>
              <a:ext uri="{FF2B5EF4-FFF2-40B4-BE49-F238E27FC236}">
                <a16:creationId xmlns:a16="http://schemas.microsoft.com/office/drawing/2014/main" id="{7D1F2749-56BF-455D-A56C-613570214CB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179388"/>
            <a:ext cx="7772400" cy="903287"/>
          </a:xfrm>
        </p:spPr>
        <p:txBody>
          <a:bodyPr/>
          <a:lstStyle/>
          <a:p>
            <a:r>
              <a:rPr lang="en-US" altLang="zh-TW">
                <a:ea typeface="ＭＳ Ｐゴシック" panose="020B0600070205080204" pitchFamily="34" charset="-128"/>
              </a:rPr>
              <a:t>Inserting records into </a:t>
            </a:r>
            <a:r>
              <a:rPr lang="en-US" altLang="zh-TW" sz="4000">
                <a:ea typeface="ＭＳ Ｐゴシック" panose="020B0600070205080204" pitchFamily="34" charset="-128"/>
              </a:rPr>
              <a:t>DNS</a:t>
            </a:r>
          </a:p>
        </p:txBody>
      </p:sp>
      <p:sp>
        <p:nvSpPr>
          <p:cNvPr id="232454" name="Rectangle 4">
            <a:extLst>
              <a:ext uri="{FF2B5EF4-FFF2-40B4-BE49-F238E27FC236}">
                <a16:creationId xmlns:a16="http://schemas.microsoft.com/office/drawing/2014/main" id="{93FC9A1B-62D6-437D-9DBA-14EBB0EFC10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01650" y="1370013"/>
            <a:ext cx="8456613" cy="4648200"/>
          </a:xfrm>
        </p:spPr>
        <p:txBody>
          <a:bodyPr/>
          <a:lstStyle/>
          <a:p>
            <a:r>
              <a:rPr lang="en-US" altLang="zh-TW" dirty="0">
                <a:ea typeface="ＭＳ Ｐゴシック" panose="020B0600070205080204" pitchFamily="34" charset="-128"/>
              </a:rPr>
              <a:t>example: new startup </a:t>
            </a:r>
            <a:r>
              <a:rPr lang="ja-JP" altLang="en-US" dirty="0">
                <a:ea typeface="ＭＳ Ｐゴシック" panose="020B0600070205080204" pitchFamily="34" charset="-128"/>
              </a:rPr>
              <a:t>“</a:t>
            </a:r>
            <a:r>
              <a:rPr lang="en-US" altLang="ja-JP" dirty="0">
                <a:ea typeface="ＭＳ Ｐゴシック" panose="020B0600070205080204" pitchFamily="34" charset="-128"/>
              </a:rPr>
              <a:t>Network Utopia</a:t>
            </a:r>
            <a:r>
              <a:rPr lang="ja-JP" altLang="en-US" dirty="0">
                <a:ea typeface="ＭＳ Ｐゴシック" panose="020B0600070205080204" pitchFamily="34" charset="-128"/>
              </a:rPr>
              <a:t>”</a:t>
            </a:r>
            <a:endParaRPr lang="en-US" altLang="ja-JP" dirty="0">
              <a:ea typeface="ＭＳ Ｐゴシック" panose="020B0600070205080204" pitchFamily="34" charset="-128"/>
            </a:endParaRPr>
          </a:p>
          <a:p>
            <a:r>
              <a:rPr lang="en-US" altLang="zh-TW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register name </a:t>
            </a:r>
            <a:r>
              <a:rPr lang="en-US" altLang="zh-TW" dirty="0">
                <a:ea typeface="ＭＳ Ｐゴシック" panose="020B0600070205080204" pitchFamily="34" charset="-128"/>
              </a:rPr>
              <a:t>networkuptopia.com at </a:t>
            </a:r>
            <a:r>
              <a:rPr lang="en-US" altLang="zh-TW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DNS registrar</a:t>
            </a:r>
            <a:r>
              <a:rPr lang="en-US" altLang="zh-TW" dirty="0">
                <a:ea typeface="ＭＳ Ｐゴシック" panose="020B0600070205080204" pitchFamily="34" charset="-128"/>
              </a:rPr>
              <a:t> (e.g., Network Solutions)</a:t>
            </a:r>
          </a:p>
          <a:p>
            <a:pPr lvl="1"/>
            <a:r>
              <a:rPr lang="en-US" altLang="zh-TW" dirty="0">
                <a:ea typeface="ＭＳ Ｐゴシック" panose="020B0600070205080204" pitchFamily="34" charset="-128"/>
              </a:rPr>
              <a:t>provide names, IP addresses of </a:t>
            </a:r>
            <a:r>
              <a:rPr lang="en-US" altLang="zh-TW" dirty="0">
                <a:solidFill>
                  <a:srgbClr val="7030A0"/>
                </a:solidFill>
                <a:ea typeface="ＭＳ Ｐゴシック" panose="020B0600070205080204" pitchFamily="34" charset="-128"/>
              </a:rPr>
              <a:t>authoritative server </a:t>
            </a:r>
            <a:r>
              <a:rPr lang="en-US" altLang="zh-TW" dirty="0">
                <a:ea typeface="ＭＳ Ｐゴシック" panose="020B0600070205080204" pitchFamily="34" charset="-128"/>
              </a:rPr>
              <a:t>(primary and secondary)</a:t>
            </a:r>
          </a:p>
          <a:p>
            <a:pPr lvl="2"/>
            <a:r>
              <a:rPr lang="en-US" altLang="zh-TW" dirty="0">
                <a:ea typeface="ＭＳ Ｐゴシック" panose="020B0600070205080204" pitchFamily="34" charset="-128"/>
              </a:rPr>
              <a:t>registrar inserts two RRs into .com TLD server:</a:t>
            </a:r>
            <a:br>
              <a:rPr lang="en-US" altLang="zh-TW" dirty="0">
                <a:ea typeface="ＭＳ Ｐゴシック" panose="020B0600070205080204" pitchFamily="34" charset="-128"/>
              </a:rPr>
            </a:br>
            <a:r>
              <a:rPr lang="en-US" altLang="zh-TW" sz="1600" b="1" dirty="0">
                <a:latin typeface="Courier New" panose="02070309020205020404" pitchFamily="49" charset="0"/>
                <a:ea typeface="ＭＳ Ｐゴシック" panose="020B0600070205080204" pitchFamily="34" charset="-128"/>
              </a:rPr>
              <a:t>(networkutopia.com, </a:t>
            </a:r>
            <a:r>
              <a:rPr lang="en-US" altLang="zh-TW" sz="1600" b="1" dirty="0">
                <a:solidFill>
                  <a:srgbClr val="7030A0"/>
                </a:solidFill>
                <a:latin typeface="Courier New" panose="02070309020205020404" pitchFamily="49" charset="0"/>
                <a:ea typeface="ＭＳ Ｐゴシック" panose="020B0600070205080204" pitchFamily="34" charset="-128"/>
              </a:rPr>
              <a:t>dns1.networkutopia.com</a:t>
            </a:r>
            <a:r>
              <a:rPr lang="en-US" altLang="zh-TW" sz="1600" b="1" dirty="0">
                <a:latin typeface="Courier New" panose="02070309020205020404" pitchFamily="49" charset="0"/>
                <a:ea typeface="ＭＳ Ｐゴシック" panose="020B0600070205080204" pitchFamily="34" charset="-128"/>
              </a:rPr>
              <a:t>, NS, </a:t>
            </a:r>
            <a:r>
              <a:rPr lang="en-US" altLang="zh-TW" sz="1600" b="1" dirty="0" err="1">
                <a:latin typeface="Courier New" panose="02070309020205020404" pitchFamily="49" charset="0"/>
                <a:ea typeface="ＭＳ Ｐゴシック" panose="020B0600070205080204" pitchFamily="34" charset="-128"/>
              </a:rPr>
              <a:t>ttl</a:t>
            </a:r>
            <a:r>
              <a:rPr lang="en-US" altLang="zh-TW" sz="1600" b="1" dirty="0">
                <a:latin typeface="Courier New" panose="02070309020205020404" pitchFamily="49" charset="0"/>
                <a:ea typeface="ＭＳ Ｐゴシック" panose="020B0600070205080204" pitchFamily="34" charset="-128"/>
              </a:rPr>
              <a:t>)</a:t>
            </a:r>
          </a:p>
          <a:p>
            <a:pPr lvl="2">
              <a:buFont typeface="Wingdings" panose="05000000000000000000" pitchFamily="2" charset="2"/>
              <a:buNone/>
            </a:pPr>
            <a:r>
              <a:rPr lang="en-US" altLang="zh-TW" sz="1600" b="1" dirty="0">
                <a:latin typeface="Courier New" panose="02070309020205020404" pitchFamily="49" charset="0"/>
                <a:ea typeface="ＭＳ Ｐゴシック" panose="020B0600070205080204" pitchFamily="34" charset="-128"/>
              </a:rPr>
              <a:t>  (</a:t>
            </a:r>
            <a:r>
              <a:rPr lang="en-US" altLang="zh-TW" sz="1600" b="1" dirty="0">
                <a:solidFill>
                  <a:srgbClr val="7030A0"/>
                </a:solidFill>
                <a:latin typeface="Courier New" panose="02070309020205020404" pitchFamily="49" charset="0"/>
                <a:ea typeface="ＭＳ Ｐゴシック" panose="020B0600070205080204" pitchFamily="34" charset="-128"/>
              </a:rPr>
              <a:t>dns1.networkutopia.com</a:t>
            </a:r>
            <a:r>
              <a:rPr lang="en-US" altLang="zh-TW" sz="1600" b="1" dirty="0">
                <a:latin typeface="Courier New" panose="02070309020205020404" pitchFamily="49" charset="0"/>
                <a:ea typeface="ＭＳ Ｐゴシック" panose="020B0600070205080204" pitchFamily="34" charset="-128"/>
              </a:rPr>
              <a:t>, 212.212.212.1, A, </a:t>
            </a:r>
            <a:r>
              <a:rPr lang="en-US" altLang="zh-TW" sz="1600" b="1" dirty="0" err="1">
                <a:latin typeface="Courier New" panose="02070309020205020404" pitchFamily="49" charset="0"/>
                <a:ea typeface="ＭＳ Ｐゴシック" panose="020B0600070205080204" pitchFamily="34" charset="-128"/>
              </a:rPr>
              <a:t>ttl</a:t>
            </a:r>
            <a:r>
              <a:rPr lang="en-US" altLang="zh-TW" sz="1600" b="1" dirty="0">
                <a:latin typeface="Courier New" panose="02070309020205020404" pitchFamily="49" charset="0"/>
                <a:ea typeface="ＭＳ Ｐゴシック" panose="020B0600070205080204" pitchFamily="34" charset="-128"/>
              </a:rPr>
              <a:t>)</a:t>
            </a:r>
            <a:endParaRPr lang="en-US" altLang="zh-TW" dirty="0">
              <a:solidFill>
                <a:schemeClr val="accent2"/>
              </a:solidFill>
              <a:latin typeface="Courier New" panose="02070309020205020404" pitchFamily="49" charset="0"/>
              <a:ea typeface="ＭＳ Ｐゴシック" panose="020B0600070205080204" pitchFamily="34" charset="-128"/>
            </a:endParaRPr>
          </a:p>
          <a:p>
            <a:r>
              <a:rPr lang="en-US" altLang="zh-TW" dirty="0">
                <a:ea typeface="ＭＳ Ｐゴシック" panose="020B0600070205080204" pitchFamily="34" charset="-128"/>
              </a:rPr>
              <a:t>create RRs at your </a:t>
            </a:r>
            <a:r>
              <a:rPr lang="en-US" altLang="zh-TW" dirty="0">
                <a:solidFill>
                  <a:srgbClr val="7030A0"/>
                </a:solidFill>
                <a:ea typeface="ＭＳ Ｐゴシック" panose="020B0600070205080204" pitchFamily="34" charset="-128"/>
              </a:rPr>
              <a:t>authoritative server </a:t>
            </a:r>
          </a:p>
          <a:p>
            <a:pPr lvl="1"/>
            <a:r>
              <a:rPr lang="en-US" altLang="zh-TW" dirty="0">
                <a:ea typeface="ＭＳ Ｐゴシック" panose="020B0600070205080204" pitchFamily="34" charset="-128"/>
              </a:rPr>
              <a:t>type A record for Web server www.networkuptopia.com</a:t>
            </a:r>
          </a:p>
          <a:p>
            <a:pPr lvl="2"/>
            <a:r>
              <a:rPr lang="pt-BR" altLang="zh-TW" sz="1600" dirty="0">
                <a:ea typeface="ＭＳ Ｐゴシック" panose="020B0600070205080204" pitchFamily="34" charset="-128"/>
              </a:rPr>
              <a:t>(networkutopia.com, 212.212.212.10, A, ttl) </a:t>
            </a:r>
            <a:endParaRPr lang="en-US" altLang="zh-TW" sz="1600" dirty="0"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45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45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45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45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45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45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45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498" name="Title 1">
            <a:extLst>
              <a:ext uri="{FF2B5EF4-FFF2-40B4-BE49-F238E27FC236}">
                <a16:creationId xmlns:a16="http://schemas.microsoft.com/office/drawing/2014/main" id="{68D9E564-A318-43D2-886C-141D0E6F7F2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ＭＳ Ｐゴシック" panose="020B0600070205080204" pitchFamily="34" charset="-128"/>
              </a:rPr>
              <a:t>Attacking DNS</a:t>
            </a:r>
          </a:p>
        </p:txBody>
      </p:sp>
      <p:sp>
        <p:nvSpPr>
          <p:cNvPr id="234499" name="Content Placeholder 5">
            <a:extLst>
              <a:ext uri="{FF2B5EF4-FFF2-40B4-BE49-F238E27FC236}">
                <a16:creationId xmlns:a16="http://schemas.microsoft.com/office/drawing/2014/main" id="{39895521-A27F-4AAE-AF27-4B98E0D9B454}"/>
              </a:ext>
            </a:extLst>
          </p:cNvPr>
          <p:cNvSpPr>
            <a:spLocks noGrp="1" noChangeArrowheads="1"/>
          </p:cNvSpPr>
          <p:nvPr>
            <p:ph sz="half"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dirty="0">
                <a:solidFill>
                  <a:srgbClr val="22228B"/>
                </a:solidFill>
                <a:ea typeface="ＭＳ Ｐゴシック" panose="020B0600070205080204" pitchFamily="34" charset="-128"/>
              </a:rPr>
              <a:t>DDoS attacks</a:t>
            </a:r>
          </a:p>
          <a:p>
            <a:r>
              <a:rPr lang="en-US" altLang="zh-TW" dirty="0">
                <a:ea typeface="ＭＳ Ｐゴシック" panose="020B0600070205080204" pitchFamily="34" charset="-128"/>
              </a:rPr>
              <a:t>Bombard </a:t>
            </a:r>
            <a:r>
              <a:rPr lang="en-US" altLang="zh-TW" dirty="0">
                <a:solidFill>
                  <a:srgbClr val="C00000"/>
                </a:solidFill>
                <a:ea typeface="ＭＳ Ｐゴシック" panose="020B0600070205080204" pitchFamily="34" charset="-128"/>
              </a:rPr>
              <a:t>root servers </a:t>
            </a:r>
            <a:r>
              <a:rPr lang="en-US" altLang="zh-TW" dirty="0">
                <a:ea typeface="ＭＳ Ｐゴシック" panose="020B0600070205080204" pitchFamily="34" charset="-128"/>
              </a:rPr>
              <a:t>with traffic</a:t>
            </a:r>
          </a:p>
          <a:p>
            <a:pPr lvl="1"/>
            <a:r>
              <a:rPr lang="en-US" altLang="zh-TW" dirty="0">
                <a:ea typeface="ＭＳ Ｐゴシック" panose="020B0600070205080204" pitchFamily="34" charset="-128"/>
              </a:rPr>
              <a:t>Not successful to date</a:t>
            </a:r>
          </a:p>
          <a:p>
            <a:pPr lvl="1"/>
            <a:r>
              <a:rPr lang="en-US" altLang="zh-TW" dirty="0">
                <a:ea typeface="ＭＳ Ｐゴシック" panose="020B0600070205080204" pitchFamily="34" charset="-128"/>
              </a:rPr>
              <a:t>Traffic Filtering</a:t>
            </a:r>
          </a:p>
          <a:p>
            <a:pPr lvl="1"/>
            <a:r>
              <a:rPr lang="en-US" altLang="zh-TW" dirty="0">
                <a:ea typeface="ＭＳ Ｐゴシック" panose="020B0600070205080204" pitchFamily="34" charset="-128"/>
              </a:rPr>
              <a:t>Local DNS servers cache IPs of TLD servers, allowing root server bypass</a:t>
            </a:r>
          </a:p>
          <a:p>
            <a:r>
              <a:rPr lang="en-US" altLang="zh-TW" dirty="0">
                <a:ea typeface="ＭＳ Ｐゴシック" panose="020B0600070205080204" pitchFamily="34" charset="-128"/>
              </a:rPr>
              <a:t>Bombard </a:t>
            </a:r>
            <a:r>
              <a:rPr lang="en-US" altLang="zh-TW" dirty="0">
                <a:solidFill>
                  <a:srgbClr val="C00000"/>
                </a:solidFill>
                <a:ea typeface="ＭＳ Ｐゴシック" panose="020B0600070205080204" pitchFamily="34" charset="-128"/>
              </a:rPr>
              <a:t>TLD servers</a:t>
            </a:r>
          </a:p>
          <a:p>
            <a:pPr lvl="1"/>
            <a:r>
              <a:rPr lang="en-US" altLang="zh-TW" dirty="0">
                <a:ea typeface="ＭＳ Ｐゴシック" panose="020B0600070205080204" pitchFamily="34" charset="-128"/>
              </a:rPr>
              <a:t>Potentially more dangerous</a:t>
            </a:r>
          </a:p>
          <a:p>
            <a:pPr>
              <a:buFont typeface="Comic Sans MS" panose="030F0702030302020204" pitchFamily="66" charset="0"/>
              <a:buAutoNum type="arabicPeriod"/>
            </a:pPr>
            <a:endParaRPr lang="en-US" altLang="zh-TW" dirty="0">
              <a:ea typeface="ＭＳ Ｐゴシック" panose="020B0600070205080204" pitchFamily="34" charset="-128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918B5F2-E24E-4394-BA96-D184BA14D24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None/>
              <a:defRPr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Redirect attacks</a:t>
            </a:r>
          </a:p>
          <a:p>
            <a:pPr>
              <a:defRPr/>
            </a:pPr>
            <a:r>
              <a:rPr lang="en-US" dirty="0"/>
              <a:t>Man-in-middle</a:t>
            </a:r>
          </a:p>
          <a:p>
            <a:pPr lvl="1">
              <a:defRPr/>
            </a:pPr>
            <a:r>
              <a:rPr lang="en-US" dirty="0"/>
              <a:t>Intercept queries</a:t>
            </a:r>
          </a:p>
          <a:p>
            <a:pPr>
              <a:defRPr/>
            </a:pPr>
            <a:r>
              <a:rPr lang="en-US" dirty="0"/>
              <a:t>DNS poisoning</a:t>
            </a:r>
          </a:p>
          <a:p>
            <a:pPr lvl="1">
              <a:defRPr/>
            </a:pPr>
            <a:r>
              <a:rPr lang="en-US" dirty="0"/>
              <a:t>Send bogus relies to DNS server, which caches</a:t>
            </a:r>
          </a:p>
          <a:p>
            <a:pPr>
              <a:buFont typeface="Wingdings" panose="05000000000000000000" pitchFamily="2" charset="2"/>
              <a:buNone/>
              <a:defRPr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Exploit DNS for DDoS</a:t>
            </a:r>
          </a:p>
          <a:p>
            <a:pPr>
              <a:defRPr/>
            </a:pPr>
            <a:r>
              <a:rPr lang="en-US" dirty="0"/>
              <a:t>Send queries with spoofed source address: target IP</a:t>
            </a:r>
          </a:p>
          <a:p>
            <a:pPr>
              <a:defRPr/>
            </a:pPr>
            <a:r>
              <a:rPr lang="en-US" dirty="0"/>
              <a:t>Requires amplification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E9F9C20-DD41-412B-969B-96249FDEAA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Application Layer</a:t>
            </a:r>
          </a:p>
        </p:txBody>
      </p:sp>
      <p:sp>
        <p:nvSpPr>
          <p:cNvPr id="234502" name="Slide Number Placeholder 4">
            <a:extLst>
              <a:ext uri="{FF2B5EF4-FFF2-40B4-BE49-F238E27FC236}">
                <a16:creationId xmlns:a16="http://schemas.microsoft.com/office/drawing/2014/main" id="{62550A55-82B0-497B-8DC3-4747D745F0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2-</a:t>
            </a:r>
            <a:fld id="{BE6C057A-226C-4895-A0AA-D2DE0090BE27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69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234503" name="Picture 16" descr="underline_base">
            <a:extLst>
              <a:ext uri="{FF2B5EF4-FFF2-40B4-BE49-F238E27FC236}">
                <a16:creationId xmlns:a16="http://schemas.microsoft.com/office/drawing/2014/main" id="{36B493AA-CD30-44FA-84C6-D1824D51CD37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425" y="1050925"/>
            <a:ext cx="3533775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22" name="Rectangle 7">
            <a:extLst>
              <a:ext uri="{FF2B5EF4-FFF2-40B4-BE49-F238E27FC236}">
                <a16:creationId xmlns:a16="http://schemas.microsoft.com/office/drawing/2014/main" id="{4179EA39-48B9-4AF4-A133-BD6F4920020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235523" name="Rectangle 8">
            <a:extLst>
              <a:ext uri="{FF2B5EF4-FFF2-40B4-BE49-F238E27FC236}">
                <a16:creationId xmlns:a16="http://schemas.microsoft.com/office/drawing/2014/main" id="{7848E05D-DE4F-43FF-8E66-E3A38A64365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2-</a:t>
            </a:r>
            <a:fld id="{5C3CFC04-8AE0-4144-8253-1ED51CB93D84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70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235524" name="Rectangle 2">
            <a:extLst>
              <a:ext uri="{FF2B5EF4-FFF2-40B4-BE49-F238E27FC236}">
                <a16:creationId xmlns:a16="http://schemas.microsoft.com/office/drawing/2014/main" id="{ADC251EC-2C77-4706-AC71-E43DD61FBF53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n-US" altLang="zh-TW">
                <a:ea typeface="ＭＳ Ｐゴシック" panose="020B0600070205080204" pitchFamily="34" charset="-128"/>
              </a:rPr>
              <a:t>Chapter 2: outline</a:t>
            </a:r>
          </a:p>
        </p:txBody>
      </p:sp>
      <p:sp>
        <p:nvSpPr>
          <p:cNvPr id="235525" name="Rectangle 3">
            <a:extLst>
              <a:ext uri="{FF2B5EF4-FFF2-40B4-BE49-F238E27FC236}">
                <a16:creationId xmlns:a16="http://schemas.microsoft.com/office/drawing/2014/main" id="{E0FFF14F-DBC3-4083-85FA-1D4A41F6D6A0}"/>
              </a:ext>
            </a:extLst>
          </p:cNvPr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533400" y="1611313"/>
            <a:ext cx="3810000" cy="4648200"/>
          </a:xfrm>
        </p:spPr>
        <p:txBody>
          <a:bodyPr/>
          <a:lstStyle/>
          <a:p>
            <a:pPr marL="457200" indent="-457200">
              <a:buFont typeface="Wingdings" panose="05000000000000000000" pitchFamily="2" charset="2"/>
              <a:buNone/>
            </a:pPr>
            <a:r>
              <a:rPr lang="en-US" altLang="zh-TW">
                <a:ea typeface="ＭＳ Ｐゴシック" panose="020B0600070205080204" pitchFamily="34" charset="-128"/>
              </a:rPr>
              <a:t>2.1 principles of network applications</a:t>
            </a:r>
          </a:p>
          <a:p>
            <a:pPr marL="912813" lvl="1"/>
            <a:r>
              <a:rPr lang="en-US" altLang="zh-TW">
                <a:ea typeface="ＭＳ Ｐゴシック" panose="020B0600070205080204" pitchFamily="34" charset="-128"/>
              </a:rPr>
              <a:t>app architectures</a:t>
            </a:r>
          </a:p>
          <a:p>
            <a:pPr marL="912813" lvl="1"/>
            <a:r>
              <a:rPr lang="en-US" altLang="zh-TW">
                <a:ea typeface="ＭＳ Ｐゴシック" panose="020B0600070205080204" pitchFamily="34" charset="-128"/>
              </a:rPr>
              <a:t>app requirements</a:t>
            </a:r>
          </a:p>
          <a:p>
            <a:pPr marL="457200" indent="-457200">
              <a:buFont typeface="Wingdings" panose="05000000000000000000" pitchFamily="2" charset="2"/>
              <a:buNone/>
            </a:pPr>
            <a:r>
              <a:rPr lang="en-US" altLang="zh-TW">
                <a:ea typeface="ＭＳ Ｐゴシック" panose="020B0600070205080204" pitchFamily="34" charset="-128"/>
              </a:rPr>
              <a:t>2.2 Web and HTTP</a:t>
            </a:r>
          </a:p>
          <a:p>
            <a:pPr marL="457200" indent="-457200">
              <a:buFont typeface="Wingdings" panose="05000000000000000000" pitchFamily="2" charset="2"/>
              <a:buNone/>
            </a:pPr>
            <a:r>
              <a:rPr lang="en-US" altLang="zh-TW">
                <a:ea typeface="ＭＳ Ｐゴシック" panose="020B0600070205080204" pitchFamily="34" charset="-128"/>
              </a:rPr>
              <a:t>2.3 FTP </a:t>
            </a:r>
          </a:p>
          <a:p>
            <a:pPr marL="457200" indent="-457200">
              <a:buFont typeface="Wingdings" panose="05000000000000000000" pitchFamily="2" charset="2"/>
              <a:buNone/>
            </a:pPr>
            <a:r>
              <a:rPr lang="en-US" altLang="zh-TW">
                <a:ea typeface="ＭＳ Ｐゴシック" panose="020B0600070205080204" pitchFamily="34" charset="-128"/>
              </a:rPr>
              <a:t>2.4 electronic mail</a:t>
            </a:r>
          </a:p>
          <a:p>
            <a:pPr marL="912813" lvl="1"/>
            <a:r>
              <a:rPr lang="en-US" altLang="zh-TW">
                <a:ea typeface="ＭＳ Ｐゴシック" panose="020B0600070205080204" pitchFamily="34" charset="-128"/>
              </a:rPr>
              <a:t>SMTP, POP3, IMAP</a:t>
            </a:r>
          </a:p>
          <a:p>
            <a:pPr marL="457200" indent="-457200">
              <a:buFont typeface="Wingdings" panose="05000000000000000000" pitchFamily="2" charset="2"/>
              <a:buNone/>
            </a:pPr>
            <a:r>
              <a:rPr lang="en-US" altLang="zh-TW">
                <a:ea typeface="ＭＳ Ｐゴシック" panose="020B0600070205080204" pitchFamily="34" charset="-128"/>
              </a:rPr>
              <a:t>2.5 DNS</a:t>
            </a:r>
          </a:p>
          <a:p>
            <a:pPr marL="457200" indent="-457200"/>
            <a:endParaRPr lang="en-US" altLang="zh-TW" sz="2400">
              <a:ea typeface="ＭＳ Ｐゴシック" panose="020B0600070205080204" pitchFamily="34" charset="-128"/>
            </a:endParaRPr>
          </a:p>
        </p:txBody>
      </p:sp>
      <p:sp>
        <p:nvSpPr>
          <p:cNvPr id="235526" name="Rectangle 4">
            <a:extLst>
              <a:ext uri="{FF2B5EF4-FFF2-40B4-BE49-F238E27FC236}">
                <a16:creationId xmlns:a16="http://schemas.microsoft.com/office/drawing/2014/main" id="{685EF158-3A9D-4B9D-91D6-7F52084546E7}"/>
              </a:ext>
            </a:extLst>
          </p:cNvPr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4673600" y="1600200"/>
            <a:ext cx="3876675" cy="4648200"/>
          </a:xfrm>
        </p:spPr>
        <p:txBody>
          <a:bodyPr/>
          <a:lstStyle/>
          <a:p>
            <a:pPr marL="457200" indent="-457200">
              <a:buFont typeface="Wingdings" panose="05000000000000000000" pitchFamily="2" charset="2"/>
              <a:buNone/>
            </a:pPr>
            <a:r>
              <a:rPr lang="en-US" altLang="zh-TW">
                <a:solidFill>
                  <a:srgbClr val="CC0000"/>
                </a:solidFill>
                <a:ea typeface="ＭＳ Ｐゴシック" panose="020B0600070205080204" pitchFamily="34" charset="-128"/>
              </a:rPr>
              <a:t>2.6 P2P applications</a:t>
            </a:r>
          </a:p>
          <a:p>
            <a:pPr marL="457200" indent="-457200">
              <a:buFont typeface="Wingdings" panose="05000000000000000000" pitchFamily="2" charset="2"/>
              <a:buNone/>
            </a:pPr>
            <a:r>
              <a:rPr lang="en-US" altLang="zh-TW">
                <a:ea typeface="ＭＳ Ｐゴシック" panose="020B0600070205080204" pitchFamily="34" charset="-128"/>
              </a:rPr>
              <a:t>2.7 Socket programming with UDP and TCP</a:t>
            </a:r>
          </a:p>
        </p:txBody>
      </p:sp>
      <p:pic>
        <p:nvPicPr>
          <p:cNvPr id="235527" name="Picture 5" descr="underline_base">
            <a:extLst>
              <a:ext uri="{FF2B5EF4-FFF2-40B4-BE49-F238E27FC236}">
                <a16:creationId xmlns:a16="http://schemas.microsoft.com/office/drawing/2014/main" id="{51E5A69C-87C1-4C12-A1BE-866EDEA24DE3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663" y="1025525"/>
            <a:ext cx="41132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570" name="Rectangle 7">
            <a:extLst>
              <a:ext uri="{FF2B5EF4-FFF2-40B4-BE49-F238E27FC236}">
                <a16:creationId xmlns:a16="http://schemas.microsoft.com/office/drawing/2014/main" id="{2F48A0A3-CCD2-4F1A-B04F-D5EA3EE18C1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237571" name="Rectangle 8">
            <a:extLst>
              <a:ext uri="{FF2B5EF4-FFF2-40B4-BE49-F238E27FC236}">
                <a16:creationId xmlns:a16="http://schemas.microsoft.com/office/drawing/2014/main" id="{1ED28725-170F-41BC-AFFF-19EDD716820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2-</a:t>
            </a:r>
            <a:fld id="{40050F3C-F03A-40DF-9EC5-ADEAAECB7C86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71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grpSp>
        <p:nvGrpSpPr>
          <p:cNvPr id="237572" name="Group 564">
            <a:extLst>
              <a:ext uri="{FF2B5EF4-FFF2-40B4-BE49-F238E27FC236}">
                <a16:creationId xmlns:a16="http://schemas.microsoft.com/office/drawing/2014/main" id="{40D2EB94-4957-4163-92DE-0B3466B3CCC1}"/>
              </a:ext>
            </a:extLst>
          </p:cNvPr>
          <p:cNvGrpSpPr>
            <a:grpSpLocks/>
          </p:cNvGrpSpPr>
          <p:nvPr/>
        </p:nvGrpSpPr>
        <p:grpSpPr bwMode="auto">
          <a:xfrm>
            <a:off x="5124450" y="1257300"/>
            <a:ext cx="3540125" cy="4545013"/>
            <a:chOff x="3277" y="974"/>
            <a:chExt cx="2230" cy="2863"/>
          </a:xfrm>
        </p:grpSpPr>
        <p:sp>
          <p:nvSpPr>
            <p:cNvPr id="237579" name="Freeform 565">
              <a:extLst>
                <a:ext uri="{FF2B5EF4-FFF2-40B4-BE49-F238E27FC236}">
                  <a16:creationId xmlns:a16="http://schemas.microsoft.com/office/drawing/2014/main" id="{D447E248-C6F9-4089-A43D-2D4ECD107FAE}"/>
                </a:ext>
              </a:extLst>
            </p:cNvPr>
            <p:cNvSpPr>
              <a:spLocks/>
            </p:cNvSpPr>
            <p:nvPr/>
          </p:nvSpPr>
          <p:spPr bwMode="auto">
            <a:xfrm>
              <a:off x="3277" y="1079"/>
              <a:ext cx="1094" cy="675"/>
            </a:xfrm>
            <a:custGeom>
              <a:avLst/>
              <a:gdLst>
                <a:gd name="T0" fmla="*/ 4863 w 1036"/>
                <a:gd name="T1" fmla="*/ 11 h 675"/>
                <a:gd name="T2" fmla="*/ 2926 w 1036"/>
                <a:gd name="T3" fmla="*/ 53 h 675"/>
                <a:gd name="T4" fmla="*/ 1548 w 1036"/>
                <a:gd name="T5" fmla="*/ 129 h 675"/>
                <a:gd name="T6" fmla="*/ 1145 w 1036"/>
                <a:gd name="T7" fmla="*/ 229 h 675"/>
                <a:gd name="T8" fmla="*/ 159 w 1036"/>
                <a:gd name="T9" fmla="*/ 297 h 675"/>
                <a:gd name="T10" fmla="*/ 128 w 1036"/>
                <a:gd name="T11" fmla="*/ 459 h 675"/>
                <a:gd name="T12" fmla="*/ 993 w 1036"/>
                <a:gd name="T13" fmla="*/ 489 h 675"/>
                <a:gd name="T14" fmla="*/ 3444 w 1036"/>
                <a:gd name="T15" fmla="*/ 489 h 675"/>
                <a:gd name="T16" fmla="*/ 4484 w 1036"/>
                <a:gd name="T17" fmla="*/ 555 h 675"/>
                <a:gd name="T18" fmla="*/ 5636 w 1036"/>
                <a:gd name="T19" fmla="*/ 657 h 675"/>
                <a:gd name="T20" fmla="*/ 6527 w 1036"/>
                <a:gd name="T21" fmla="*/ 661 h 675"/>
                <a:gd name="T22" fmla="*/ 7134 w 1036"/>
                <a:gd name="T23" fmla="*/ 603 h 675"/>
                <a:gd name="T24" fmla="*/ 7446 w 1036"/>
                <a:gd name="T25" fmla="*/ 445 h 675"/>
                <a:gd name="T26" fmla="*/ 7638 w 1036"/>
                <a:gd name="T27" fmla="*/ 291 h 675"/>
                <a:gd name="T28" fmla="*/ 7661 w 1036"/>
                <a:gd name="T29" fmla="*/ 107 h 675"/>
                <a:gd name="T30" fmla="*/ 7002 w 1036"/>
                <a:gd name="T31" fmla="*/ 17 h 675"/>
                <a:gd name="T32" fmla="*/ 5817 w 1036"/>
                <a:gd name="T33" fmla="*/ 3 h 675"/>
                <a:gd name="T34" fmla="*/ 4863 w 1036"/>
                <a:gd name="T35" fmla="*/ 11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237580" name="Group 566">
              <a:extLst>
                <a:ext uri="{FF2B5EF4-FFF2-40B4-BE49-F238E27FC236}">
                  <a16:creationId xmlns:a16="http://schemas.microsoft.com/office/drawing/2014/main" id="{A99D4F2F-8B52-4281-904E-2782108F2BE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383" y="1920"/>
              <a:ext cx="919" cy="588"/>
              <a:chOff x="2889" y="1631"/>
              <a:chExt cx="980" cy="743"/>
            </a:xfrm>
          </p:grpSpPr>
          <p:sp>
            <p:nvSpPr>
              <p:cNvPr id="237953" name="Rectangle 567">
                <a:extLst>
                  <a:ext uri="{FF2B5EF4-FFF2-40B4-BE49-F238E27FC236}">
                    <a16:creationId xmlns:a16="http://schemas.microsoft.com/office/drawing/2014/main" id="{EEA666DC-0244-4E07-8DA3-B63337EF5D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46" y="1841"/>
                <a:ext cx="663" cy="533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37954" name="AutoShape 568">
                <a:extLst>
                  <a:ext uri="{FF2B5EF4-FFF2-40B4-BE49-F238E27FC236}">
                    <a16:creationId xmlns:a16="http://schemas.microsoft.com/office/drawing/2014/main" id="{83CB75AC-E737-4FD1-B37A-BA498EFBD0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89" y="1631"/>
                <a:ext cx="980" cy="253"/>
              </a:xfrm>
              <a:prstGeom prst="triangle">
                <a:avLst>
                  <a:gd name="adj" fmla="val 50000"/>
                </a:avLst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solidFill>
                    <a:srgbClr val="00CCFF"/>
                  </a:solidFill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37581" name="Freeform 569">
              <a:extLst>
                <a:ext uri="{FF2B5EF4-FFF2-40B4-BE49-F238E27FC236}">
                  <a16:creationId xmlns:a16="http://schemas.microsoft.com/office/drawing/2014/main" id="{356650F9-5A62-4F52-B0BC-6417DCBED187}"/>
                </a:ext>
              </a:extLst>
            </p:cNvPr>
            <p:cNvSpPr>
              <a:spLocks/>
            </p:cNvSpPr>
            <p:nvPr/>
          </p:nvSpPr>
          <p:spPr bwMode="auto">
            <a:xfrm>
              <a:off x="3379" y="2788"/>
              <a:ext cx="2032" cy="1049"/>
            </a:xfrm>
            <a:custGeom>
              <a:avLst/>
              <a:gdLst>
                <a:gd name="T0" fmla="*/ 1044 w 2032"/>
                <a:gd name="T1" fmla="*/ 26 h 1049"/>
                <a:gd name="T2" fmla="*/ 847 w 2032"/>
                <a:gd name="T3" fmla="*/ 125 h 1049"/>
                <a:gd name="T4" fmla="*/ 580 w 2032"/>
                <a:gd name="T5" fmla="*/ 68 h 1049"/>
                <a:gd name="T6" fmla="*/ 143 w 2032"/>
                <a:gd name="T7" fmla="*/ 170 h 1049"/>
                <a:gd name="T8" fmla="*/ 48 w 2032"/>
                <a:gd name="T9" fmla="*/ 374 h 1049"/>
                <a:gd name="T10" fmla="*/ 41 w 2032"/>
                <a:gd name="T11" fmla="*/ 680 h 1049"/>
                <a:gd name="T12" fmla="*/ 294 w 2032"/>
                <a:gd name="T13" fmla="*/ 744 h 1049"/>
                <a:gd name="T14" fmla="*/ 660 w 2032"/>
                <a:gd name="T15" fmla="*/ 893 h 1049"/>
                <a:gd name="T16" fmla="*/ 1088 w 2032"/>
                <a:gd name="T17" fmla="*/ 1014 h 1049"/>
                <a:gd name="T18" fmla="*/ 1525 w 2032"/>
                <a:gd name="T19" fmla="*/ 1031 h 1049"/>
                <a:gd name="T20" fmla="*/ 1831 w 2032"/>
                <a:gd name="T21" fmla="*/ 907 h 1049"/>
                <a:gd name="T22" fmla="*/ 2015 w 2032"/>
                <a:gd name="T23" fmla="*/ 714 h 1049"/>
                <a:gd name="T24" fmla="*/ 1931 w 2032"/>
                <a:gd name="T25" fmla="*/ 251 h 1049"/>
                <a:gd name="T26" fmla="*/ 1658 w 2032"/>
                <a:gd name="T27" fmla="*/ 114 h 1049"/>
                <a:gd name="T28" fmla="*/ 1355 w 2032"/>
                <a:gd name="T29" fmla="*/ 15 h 1049"/>
                <a:gd name="T30" fmla="*/ 1044 w 2032"/>
                <a:gd name="T31" fmla="*/ 26 h 1049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w 2032"/>
                <a:gd name="T49" fmla="*/ 0 h 1049"/>
                <a:gd name="T50" fmla="*/ 2032 w 2032"/>
                <a:gd name="T51" fmla="*/ 1049 h 1049"/>
              </a:gdLst>
              <a:ahLst/>
              <a:cxnLst>
                <a:cxn ang="T32">
                  <a:pos x="T0" y="T1"/>
                </a:cxn>
                <a:cxn ang="T33">
                  <a:pos x="T2" y="T3"/>
                </a:cxn>
                <a:cxn ang="T34">
                  <a:pos x="T4" y="T5"/>
                </a:cxn>
                <a:cxn ang="T35">
                  <a:pos x="T6" y="T7"/>
                </a:cxn>
                <a:cxn ang="T36">
                  <a:pos x="T8" y="T9"/>
                </a:cxn>
                <a:cxn ang="T37">
                  <a:pos x="T10" y="T11"/>
                </a:cxn>
                <a:cxn ang="T38">
                  <a:pos x="T12" y="T13"/>
                </a:cxn>
                <a:cxn ang="T39">
                  <a:pos x="T14" y="T15"/>
                </a:cxn>
                <a:cxn ang="T40">
                  <a:pos x="T16" y="T17"/>
                </a:cxn>
                <a:cxn ang="T41">
                  <a:pos x="T18" y="T19"/>
                </a:cxn>
                <a:cxn ang="T42">
                  <a:pos x="T20" y="T21"/>
                </a:cxn>
                <a:cxn ang="T43">
                  <a:pos x="T22" y="T23"/>
                </a:cxn>
                <a:cxn ang="T44">
                  <a:pos x="T24" y="T25"/>
                </a:cxn>
                <a:cxn ang="T45">
                  <a:pos x="T26" y="T27"/>
                </a:cxn>
                <a:cxn ang="T46">
                  <a:pos x="T28" y="T29"/>
                </a:cxn>
                <a:cxn ang="T47">
                  <a:pos x="T30" y="T31"/>
                </a:cxn>
              </a:cxnLst>
              <a:rect l="T48" t="T49" r="T50" b="T51"/>
              <a:pathLst>
                <a:path w="2032" h="1049">
                  <a:moveTo>
                    <a:pt x="1044" y="26"/>
                  </a:moveTo>
                  <a:cubicBezTo>
                    <a:pt x="959" y="45"/>
                    <a:pt x="924" y="118"/>
                    <a:pt x="847" y="125"/>
                  </a:cubicBezTo>
                  <a:cubicBezTo>
                    <a:pt x="770" y="132"/>
                    <a:pt x="697" y="61"/>
                    <a:pt x="580" y="68"/>
                  </a:cubicBezTo>
                  <a:cubicBezTo>
                    <a:pt x="463" y="75"/>
                    <a:pt x="232" y="119"/>
                    <a:pt x="143" y="170"/>
                  </a:cubicBezTo>
                  <a:cubicBezTo>
                    <a:pt x="54" y="221"/>
                    <a:pt x="65" y="289"/>
                    <a:pt x="48" y="374"/>
                  </a:cubicBezTo>
                  <a:cubicBezTo>
                    <a:pt x="31" y="459"/>
                    <a:pt x="0" y="618"/>
                    <a:pt x="41" y="680"/>
                  </a:cubicBezTo>
                  <a:cubicBezTo>
                    <a:pt x="82" y="742"/>
                    <a:pt x="191" y="709"/>
                    <a:pt x="294" y="744"/>
                  </a:cubicBezTo>
                  <a:cubicBezTo>
                    <a:pt x="397" y="779"/>
                    <a:pt x="527" y="849"/>
                    <a:pt x="660" y="893"/>
                  </a:cubicBezTo>
                  <a:cubicBezTo>
                    <a:pt x="793" y="938"/>
                    <a:pt x="944" y="991"/>
                    <a:pt x="1088" y="1014"/>
                  </a:cubicBezTo>
                  <a:cubicBezTo>
                    <a:pt x="1232" y="1036"/>
                    <a:pt x="1401" y="1049"/>
                    <a:pt x="1525" y="1031"/>
                  </a:cubicBezTo>
                  <a:cubicBezTo>
                    <a:pt x="1649" y="1012"/>
                    <a:pt x="1749" y="960"/>
                    <a:pt x="1831" y="907"/>
                  </a:cubicBezTo>
                  <a:cubicBezTo>
                    <a:pt x="1913" y="855"/>
                    <a:pt x="1998" y="824"/>
                    <a:pt x="2015" y="714"/>
                  </a:cubicBezTo>
                  <a:cubicBezTo>
                    <a:pt x="2032" y="604"/>
                    <a:pt x="1990" y="350"/>
                    <a:pt x="1931" y="251"/>
                  </a:cubicBezTo>
                  <a:cubicBezTo>
                    <a:pt x="1872" y="151"/>
                    <a:pt x="1754" y="153"/>
                    <a:pt x="1658" y="114"/>
                  </a:cubicBezTo>
                  <a:cubicBezTo>
                    <a:pt x="1562" y="76"/>
                    <a:pt x="1457" y="30"/>
                    <a:pt x="1355" y="15"/>
                  </a:cubicBezTo>
                  <a:cubicBezTo>
                    <a:pt x="1253" y="0"/>
                    <a:pt x="1129" y="8"/>
                    <a:pt x="1044" y="26"/>
                  </a:cubicBezTo>
                  <a:close/>
                </a:path>
              </a:pathLst>
            </a:cu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37582" name="Line 570">
              <a:extLst>
                <a:ext uri="{FF2B5EF4-FFF2-40B4-BE49-F238E27FC236}">
                  <a16:creationId xmlns:a16="http://schemas.microsoft.com/office/drawing/2014/main" id="{860CA4E8-86E0-4127-A010-E9E91054C243}"/>
                </a:ext>
              </a:extLst>
            </p:cNvPr>
            <p:cNvSpPr>
              <a:spLocks noChangeShapeType="1"/>
            </p:cNvSpPr>
            <p:nvPr/>
          </p:nvSpPr>
          <p:spPr bwMode="auto">
            <a:xfrm rot="-5400000">
              <a:off x="4924" y="3318"/>
              <a:ext cx="282" cy="5"/>
            </a:xfrm>
            <a:prstGeom prst="line">
              <a:avLst/>
            </a:prstGeom>
            <a:noFill/>
            <a:ln w="127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237583" name="Line 571">
              <a:extLst>
                <a:ext uri="{FF2B5EF4-FFF2-40B4-BE49-F238E27FC236}">
                  <a16:creationId xmlns:a16="http://schemas.microsoft.com/office/drawing/2014/main" id="{B6C9C114-E56E-47E9-AF4E-366C1F44D818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 flipV="1">
              <a:off x="5034" y="3429"/>
              <a:ext cx="2" cy="54"/>
            </a:xfrm>
            <a:prstGeom prst="line">
              <a:avLst/>
            </a:prstGeom>
            <a:noFill/>
            <a:ln w="127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237584" name="Line 572">
              <a:extLst>
                <a:ext uri="{FF2B5EF4-FFF2-40B4-BE49-F238E27FC236}">
                  <a16:creationId xmlns:a16="http://schemas.microsoft.com/office/drawing/2014/main" id="{A64E756F-7897-46E9-B0F7-7A1402CF9AF9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6200000" flipH="1">
              <a:off x="5110" y="3185"/>
              <a:ext cx="82" cy="71"/>
            </a:xfrm>
            <a:prstGeom prst="line">
              <a:avLst/>
            </a:prstGeom>
            <a:noFill/>
            <a:ln w="127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237585" name="Line 574">
              <a:extLst>
                <a:ext uri="{FF2B5EF4-FFF2-40B4-BE49-F238E27FC236}">
                  <a16:creationId xmlns:a16="http://schemas.microsoft.com/office/drawing/2014/main" id="{7D583117-8F91-4801-8744-A1333F47137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43" y="3009"/>
              <a:ext cx="115" cy="68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37586" name="Line 575">
              <a:extLst>
                <a:ext uri="{FF2B5EF4-FFF2-40B4-BE49-F238E27FC236}">
                  <a16:creationId xmlns:a16="http://schemas.microsoft.com/office/drawing/2014/main" id="{CF982AA6-850F-45F6-9C58-B361CD9D468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680" y="3164"/>
              <a:ext cx="257" cy="57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37587" name="Line 578">
              <a:extLst>
                <a:ext uri="{FF2B5EF4-FFF2-40B4-BE49-F238E27FC236}">
                  <a16:creationId xmlns:a16="http://schemas.microsoft.com/office/drawing/2014/main" id="{A09D103C-883B-4ED7-B2DA-3DBEB0E8526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948" y="3206"/>
              <a:ext cx="91" cy="115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37588" name="Line 579">
              <a:extLst>
                <a:ext uri="{FF2B5EF4-FFF2-40B4-BE49-F238E27FC236}">
                  <a16:creationId xmlns:a16="http://schemas.microsoft.com/office/drawing/2014/main" id="{278F4284-D90B-4D2F-A619-C8C690627DB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4144" y="3212"/>
              <a:ext cx="53" cy="110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37589" name="Line 580">
              <a:extLst>
                <a:ext uri="{FF2B5EF4-FFF2-40B4-BE49-F238E27FC236}">
                  <a16:creationId xmlns:a16="http://schemas.microsoft.com/office/drawing/2014/main" id="{20BB230C-B7C5-409F-BCDA-6DE34E1F95C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48" y="3185"/>
              <a:ext cx="317" cy="170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37590" name="Line 582">
              <a:extLst>
                <a:ext uri="{FF2B5EF4-FFF2-40B4-BE49-F238E27FC236}">
                  <a16:creationId xmlns:a16="http://schemas.microsoft.com/office/drawing/2014/main" id="{ED7C72ED-750E-4D1F-9704-1EADF86901C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09" y="2257"/>
              <a:ext cx="148" cy="47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37591" name="Line 583">
              <a:extLst>
                <a:ext uri="{FF2B5EF4-FFF2-40B4-BE49-F238E27FC236}">
                  <a16:creationId xmlns:a16="http://schemas.microsoft.com/office/drawing/2014/main" id="{6CE6E6D8-87B3-46E1-91AD-DC94083827F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711" y="2354"/>
              <a:ext cx="106" cy="2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237592" name="Group 584">
              <a:extLst>
                <a:ext uri="{FF2B5EF4-FFF2-40B4-BE49-F238E27FC236}">
                  <a16:creationId xmlns:a16="http://schemas.microsoft.com/office/drawing/2014/main" id="{3C7CDF8E-AA94-4B40-88DC-940B869198F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35" y="2207"/>
              <a:ext cx="319" cy="222"/>
              <a:chOff x="2967" y="478"/>
              <a:chExt cx="788" cy="625"/>
            </a:xfrm>
          </p:grpSpPr>
          <p:pic>
            <p:nvPicPr>
              <p:cNvPr id="237951" name="Picture 585" descr="access_point_stylized_small">
                <a:extLst>
                  <a:ext uri="{FF2B5EF4-FFF2-40B4-BE49-F238E27FC236}">
                    <a16:creationId xmlns:a16="http://schemas.microsoft.com/office/drawing/2014/main" id="{D78849B0-657A-49C2-AD46-799E4C7FCD3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012" y="559"/>
                <a:ext cx="576" cy="54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237952" name="Picture 586" descr="antenna_radiation_stylized">
                <a:extLst>
                  <a:ext uri="{FF2B5EF4-FFF2-40B4-BE49-F238E27FC236}">
                    <a16:creationId xmlns:a16="http://schemas.microsoft.com/office/drawing/2014/main" id="{45D4D0BB-2DA7-44D2-9909-8414E3F9C7A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967" y="478"/>
                <a:ext cx="788" cy="1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sp>
          <p:nvSpPr>
            <p:cNvPr id="237593" name="Freeform 587">
              <a:extLst>
                <a:ext uri="{FF2B5EF4-FFF2-40B4-BE49-F238E27FC236}">
                  <a16:creationId xmlns:a16="http://schemas.microsoft.com/office/drawing/2014/main" id="{72F21DA3-D64E-4459-A2CA-A0230273E994}"/>
                </a:ext>
              </a:extLst>
            </p:cNvPr>
            <p:cNvSpPr>
              <a:spLocks/>
            </p:cNvSpPr>
            <p:nvPr/>
          </p:nvSpPr>
          <p:spPr bwMode="auto">
            <a:xfrm>
              <a:off x="4419" y="2224"/>
              <a:ext cx="828" cy="425"/>
            </a:xfrm>
            <a:custGeom>
              <a:avLst/>
              <a:gdLst>
                <a:gd name="T0" fmla="*/ 382 w 828"/>
                <a:gd name="T1" fmla="*/ 30 h 425"/>
                <a:gd name="T2" fmla="*/ 370 w 828"/>
                <a:gd name="T3" fmla="*/ 30 h 425"/>
                <a:gd name="T4" fmla="*/ 126 w 828"/>
                <a:gd name="T5" fmla="*/ 32 h 425"/>
                <a:gd name="T6" fmla="*/ 6 w 828"/>
                <a:gd name="T7" fmla="*/ 126 h 425"/>
                <a:gd name="T8" fmla="*/ 92 w 828"/>
                <a:gd name="T9" fmla="*/ 274 h 425"/>
                <a:gd name="T10" fmla="*/ 292 w 828"/>
                <a:gd name="T11" fmla="*/ 384 h 425"/>
                <a:gd name="T12" fmla="*/ 540 w 828"/>
                <a:gd name="T13" fmla="*/ 416 h 425"/>
                <a:gd name="T14" fmla="*/ 698 w 828"/>
                <a:gd name="T15" fmla="*/ 330 h 425"/>
                <a:gd name="T16" fmla="*/ 776 w 828"/>
                <a:gd name="T17" fmla="*/ 170 h 425"/>
                <a:gd name="T18" fmla="*/ 792 w 828"/>
                <a:gd name="T19" fmla="*/ 22 h 425"/>
                <a:gd name="T20" fmla="*/ 560 w 828"/>
                <a:gd name="T21" fmla="*/ 38 h 425"/>
                <a:gd name="T22" fmla="*/ 382 w 828"/>
                <a:gd name="T23" fmla="*/ 30 h 425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w 828"/>
                <a:gd name="T37" fmla="*/ 0 h 425"/>
                <a:gd name="T38" fmla="*/ 828 w 828"/>
                <a:gd name="T39" fmla="*/ 425 h 425"/>
              </a:gdLst>
              <a:ahLst/>
              <a:cxnLst>
                <a:cxn ang="T24">
                  <a:pos x="T0" y="T1"/>
                </a:cxn>
                <a:cxn ang="T25">
                  <a:pos x="T2" y="T3"/>
                </a:cxn>
                <a:cxn ang="T26">
                  <a:pos x="T4" y="T5"/>
                </a:cxn>
                <a:cxn ang="T27">
                  <a:pos x="T6" y="T7"/>
                </a:cxn>
                <a:cxn ang="T28">
                  <a:pos x="T8" y="T9"/>
                </a:cxn>
                <a:cxn ang="T29">
                  <a:pos x="T10" y="T11"/>
                </a:cxn>
                <a:cxn ang="T30">
                  <a:pos x="T12" y="T13"/>
                </a:cxn>
                <a:cxn ang="T31">
                  <a:pos x="T14" y="T15"/>
                </a:cxn>
                <a:cxn ang="T32">
                  <a:pos x="T16" y="T17"/>
                </a:cxn>
                <a:cxn ang="T33">
                  <a:pos x="T18" y="T19"/>
                </a:cxn>
                <a:cxn ang="T34">
                  <a:pos x="T20" y="T21"/>
                </a:cxn>
                <a:cxn ang="T35">
                  <a:pos x="T22" y="T23"/>
                </a:cxn>
              </a:cxnLst>
              <a:rect l="T36" t="T37" r="T38" b="T39"/>
              <a:pathLst>
                <a:path w="828" h="425">
                  <a:moveTo>
                    <a:pt x="382" y="30"/>
                  </a:moveTo>
                  <a:cubicBezTo>
                    <a:pt x="350" y="29"/>
                    <a:pt x="413" y="30"/>
                    <a:pt x="370" y="30"/>
                  </a:cubicBezTo>
                  <a:cubicBezTo>
                    <a:pt x="327" y="30"/>
                    <a:pt x="187" y="16"/>
                    <a:pt x="126" y="32"/>
                  </a:cubicBezTo>
                  <a:cubicBezTo>
                    <a:pt x="65" y="48"/>
                    <a:pt x="12" y="86"/>
                    <a:pt x="6" y="126"/>
                  </a:cubicBezTo>
                  <a:cubicBezTo>
                    <a:pt x="0" y="166"/>
                    <a:pt x="44" y="231"/>
                    <a:pt x="92" y="274"/>
                  </a:cubicBezTo>
                  <a:cubicBezTo>
                    <a:pt x="140" y="317"/>
                    <a:pt x="217" y="360"/>
                    <a:pt x="292" y="384"/>
                  </a:cubicBezTo>
                  <a:cubicBezTo>
                    <a:pt x="367" y="408"/>
                    <a:pt x="472" y="425"/>
                    <a:pt x="540" y="416"/>
                  </a:cubicBezTo>
                  <a:cubicBezTo>
                    <a:pt x="608" y="407"/>
                    <a:pt x="659" y="371"/>
                    <a:pt x="698" y="330"/>
                  </a:cubicBezTo>
                  <a:cubicBezTo>
                    <a:pt x="737" y="289"/>
                    <a:pt x="760" y="221"/>
                    <a:pt x="776" y="170"/>
                  </a:cubicBezTo>
                  <a:cubicBezTo>
                    <a:pt x="792" y="119"/>
                    <a:pt x="828" y="44"/>
                    <a:pt x="792" y="22"/>
                  </a:cubicBezTo>
                  <a:cubicBezTo>
                    <a:pt x="756" y="0"/>
                    <a:pt x="630" y="37"/>
                    <a:pt x="560" y="38"/>
                  </a:cubicBezTo>
                  <a:cubicBezTo>
                    <a:pt x="490" y="39"/>
                    <a:pt x="414" y="31"/>
                    <a:pt x="382" y="30"/>
                  </a:cubicBezTo>
                  <a:close/>
                </a:path>
              </a:pathLst>
            </a:cu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37594" name="Freeform 588">
              <a:extLst>
                <a:ext uri="{FF2B5EF4-FFF2-40B4-BE49-F238E27FC236}">
                  <a16:creationId xmlns:a16="http://schemas.microsoft.com/office/drawing/2014/main" id="{F4897049-4DE1-4DDB-AC3F-DBD4A8EC4575}"/>
                </a:ext>
              </a:extLst>
            </p:cNvPr>
            <p:cNvSpPr>
              <a:spLocks/>
            </p:cNvSpPr>
            <p:nvPr/>
          </p:nvSpPr>
          <p:spPr bwMode="auto">
            <a:xfrm>
              <a:off x="4417" y="1263"/>
              <a:ext cx="1090" cy="709"/>
            </a:xfrm>
            <a:custGeom>
              <a:avLst/>
              <a:gdLst>
                <a:gd name="T0" fmla="*/ 207402493 w 765"/>
                <a:gd name="T1" fmla="*/ 95765015 h 459"/>
                <a:gd name="T2" fmla="*/ 140549145 w 765"/>
                <a:gd name="T3" fmla="*/ 680005382 h 459"/>
                <a:gd name="T4" fmla="*/ 47018431 w 765"/>
                <a:gd name="T5" fmla="*/ 967812540 h 459"/>
                <a:gd name="T6" fmla="*/ 6718573 w 765"/>
                <a:gd name="T7" fmla="*/ 2147483646 h 459"/>
                <a:gd name="T8" fmla="*/ 87941052 w 765"/>
                <a:gd name="T9" fmla="*/ 2147483646 h 459"/>
                <a:gd name="T10" fmla="*/ 169050136 w 765"/>
                <a:gd name="T11" fmla="*/ 2147483646 h 459"/>
                <a:gd name="T12" fmla="*/ 285337134 w 765"/>
                <a:gd name="T13" fmla="*/ 2147483646 h 459"/>
                <a:gd name="T14" fmla="*/ 341448798 w 765"/>
                <a:gd name="T15" fmla="*/ 2147483646 h 459"/>
                <a:gd name="T16" fmla="*/ 367538880 w 765"/>
                <a:gd name="T17" fmla="*/ 2147483646 h 459"/>
                <a:gd name="T18" fmla="*/ 366893090 w 765"/>
                <a:gd name="T19" fmla="*/ 1532876763 h 459"/>
                <a:gd name="T20" fmla="*/ 323800920 w 765"/>
                <a:gd name="T21" fmla="*/ 334380861 h 459"/>
                <a:gd name="T22" fmla="*/ 207402493 w 765"/>
                <a:gd name="T23" fmla="*/ 95765015 h 459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w 765"/>
                <a:gd name="T37" fmla="*/ 0 h 459"/>
                <a:gd name="T38" fmla="*/ 765 w 765"/>
                <a:gd name="T39" fmla="*/ 459 h 459"/>
              </a:gdLst>
              <a:ahLst/>
              <a:cxnLst>
                <a:cxn ang="T24">
                  <a:pos x="T0" y="T1"/>
                </a:cxn>
                <a:cxn ang="T25">
                  <a:pos x="T2" y="T3"/>
                </a:cxn>
                <a:cxn ang="T26">
                  <a:pos x="T4" y="T5"/>
                </a:cxn>
                <a:cxn ang="T27">
                  <a:pos x="T6" y="T7"/>
                </a:cxn>
                <a:cxn ang="T28">
                  <a:pos x="T8" y="T9"/>
                </a:cxn>
                <a:cxn ang="T29">
                  <a:pos x="T10" y="T11"/>
                </a:cxn>
                <a:cxn ang="T30">
                  <a:pos x="T12" y="T13"/>
                </a:cxn>
                <a:cxn ang="T31">
                  <a:pos x="T14" y="T15"/>
                </a:cxn>
                <a:cxn ang="T32">
                  <a:pos x="T16" y="T17"/>
                </a:cxn>
                <a:cxn ang="T33">
                  <a:pos x="T18" y="T19"/>
                </a:cxn>
                <a:cxn ang="T34">
                  <a:pos x="T20" y="T21"/>
                </a:cxn>
                <a:cxn ang="T35">
                  <a:pos x="T22" y="T23"/>
                </a:cxn>
              </a:cxnLst>
              <a:rect l="T36" t="T37" r="T38" b="T39"/>
              <a:pathLst>
                <a:path w="765" h="459">
                  <a:moveTo>
                    <a:pt x="424" y="10"/>
                  </a:moveTo>
                  <a:cubicBezTo>
                    <a:pt x="362" y="16"/>
                    <a:pt x="343" y="55"/>
                    <a:pt x="288" y="70"/>
                  </a:cubicBezTo>
                  <a:cubicBezTo>
                    <a:pt x="233" y="85"/>
                    <a:pt x="142" y="56"/>
                    <a:pt x="96" y="100"/>
                  </a:cubicBezTo>
                  <a:cubicBezTo>
                    <a:pt x="50" y="144"/>
                    <a:pt x="0" y="279"/>
                    <a:pt x="14" y="336"/>
                  </a:cubicBezTo>
                  <a:cubicBezTo>
                    <a:pt x="28" y="393"/>
                    <a:pt x="125" y="429"/>
                    <a:pt x="180" y="444"/>
                  </a:cubicBezTo>
                  <a:cubicBezTo>
                    <a:pt x="235" y="459"/>
                    <a:pt x="279" y="426"/>
                    <a:pt x="346" y="426"/>
                  </a:cubicBezTo>
                  <a:cubicBezTo>
                    <a:pt x="413" y="426"/>
                    <a:pt x="525" y="443"/>
                    <a:pt x="584" y="444"/>
                  </a:cubicBezTo>
                  <a:cubicBezTo>
                    <a:pt x="643" y="445"/>
                    <a:pt x="670" y="446"/>
                    <a:pt x="698" y="434"/>
                  </a:cubicBezTo>
                  <a:cubicBezTo>
                    <a:pt x="726" y="422"/>
                    <a:pt x="743" y="418"/>
                    <a:pt x="752" y="372"/>
                  </a:cubicBezTo>
                  <a:cubicBezTo>
                    <a:pt x="761" y="326"/>
                    <a:pt x="765" y="214"/>
                    <a:pt x="750" y="158"/>
                  </a:cubicBezTo>
                  <a:cubicBezTo>
                    <a:pt x="735" y="102"/>
                    <a:pt x="716" y="58"/>
                    <a:pt x="662" y="34"/>
                  </a:cubicBezTo>
                  <a:cubicBezTo>
                    <a:pt x="608" y="10"/>
                    <a:pt x="505" y="0"/>
                    <a:pt x="424" y="10"/>
                  </a:cubicBezTo>
                  <a:close/>
                </a:path>
              </a:pathLst>
            </a:custGeom>
            <a:gradFill rotWithShape="1">
              <a:gsLst>
                <a:gs pos="0">
                  <a:schemeClr val="folHlink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37595" name="Line 589">
              <a:extLst>
                <a:ext uri="{FF2B5EF4-FFF2-40B4-BE49-F238E27FC236}">
                  <a16:creationId xmlns:a16="http://schemas.microsoft.com/office/drawing/2014/main" id="{2ABDE0C3-FFF0-4D85-8FD4-14B5917B472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9" y="2404"/>
              <a:ext cx="103" cy="76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37596" name="Line 590">
              <a:extLst>
                <a:ext uri="{FF2B5EF4-FFF2-40B4-BE49-F238E27FC236}">
                  <a16:creationId xmlns:a16="http://schemas.microsoft.com/office/drawing/2014/main" id="{2D4A4E7F-A5D2-462C-93D2-11C945D1B3C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20" y="2354"/>
              <a:ext cx="176" cy="0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37597" name="Line 591">
              <a:extLst>
                <a:ext uri="{FF2B5EF4-FFF2-40B4-BE49-F238E27FC236}">
                  <a16:creationId xmlns:a16="http://schemas.microsoft.com/office/drawing/2014/main" id="{4ED8BF0E-3801-46EB-A03F-8376F8215C5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869" y="2408"/>
              <a:ext cx="85" cy="66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37598" name="Line 592">
              <a:extLst>
                <a:ext uri="{FF2B5EF4-FFF2-40B4-BE49-F238E27FC236}">
                  <a16:creationId xmlns:a16="http://schemas.microsoft.com/office/drawing/2014/main" id="{9D90678D-AA82-4F2A-A7C2-96478E2EED5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35" y="1632"/>
              <a:ext cx="321" cy="2"/>
            </a:xfrm>
            <a:prstGeom prst="line">
              <a:avLst/>
            </a:prstGeom>
            <a:noFill/>
            <a:ln w="9525">
              <a:solidFill>
                <a:srgbClr val="96969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37599" name="Line 593">
              <a:extLst>
                <a:ext uri="{FF2B5EF4-FFF2-40B4-BE49-F238E27FC236}">
                  <a16:creationId xmlns:a16="http://schemas.microsoft.com/office/drawing/2014/main" id="{CD974A97-FE4D-4431-8399-015B974C702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35" y="2961"/>
              <a:ext cx="246" cy="116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37600" name="Line 594">
              <a:extLst>
                <a:ext uri="{FF2B5EF4-FFF2-40B4-BE49-F238E27FC236}">
                  <a16:creationId xmlns:a16="http://schemas.microsoft.com/office/drawing/2014/main" id="{B35021CA-D693-44A9-8FFC-B2BCF3D66DA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244" y="2953"/>
              <a:ext cx="203" cy="125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37601" name="Line 595">
              <a:extLst>
                <a:ext uri="{FF2B5EF4-FFF2-40B4-BE49-F238E27FC236}">
                  <a16:creationId xmlns:a16="http://schemas.microsoft.com/office/drawing/2014/main" id="{4E96AF99-D7CD-4151-AD85-7662A9D81D1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271" y="3137"/>
              <a:ext cx="612" cy="0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37602" name="Line 596">
              <a:extLst>
                <a:ext uri="{FF2B5EF4-FFF2-40B4-BE49-F238E27FC236}">
                  <a16:creationId xmlns:a16="http://schemas.microsoft.com/office/drawing/2014/main" id="{5B710DEC-EB5E-4F5C-8B39-8668EA849C0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773" y="1572"/>
              <a:ext cx="78" cy="55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37603" name="Line 597">
              <a:extLst>
                <a:ext uri="{FF2B5EF4-FFF2-40B4-BE49-F238E27FC236}">
                  <a16:creationId xmlns:a16="http://schemas.microsoft.com/office/drawing/2014/main" id="{FCE32B2D-F447-43F6-8F4A-5F04EEFDE63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65" y="1681"/>
              <a:ext cx="0" cy="52"/>
            </a:xfrm>
            <a:prstGeom prst="line">
              <a:avLst/>
            </a:prstGeom>
            <a:noFill/>
            <a:ln w="9525">
              <a:solidFill>
                <a:srgbClr val="96969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37604" name="Line 598">
              <a:extLst>
                <a:ext uri="{FF2B5EF4-FFF2-40B4-BE49-F238E27FC236}">
                  <a16:creationId xmlns:a16="http://schemas.microsoft.com/office/drawing/2014/main" id="{FFCC4E18-892D-4B7C-857C-CCE586AAFE7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773" y="1616"/>
              <a:ext cx="166" cy="182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37605" name="Line 599">
              <a:extLst>
                <a:ext uri="{FF2B5EF4-FFF2-40B4-BE49-F238E27FC236}">
                  <a16:creationId xmlns:a16="http://schemas.microsoft.com/office/drawing/2014/main" id="{96004A3A-E991-40E4-95D7-E72090158E2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03" y="1615"/>
              <a:ext cx="0" cy="124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37606" name="Line 600">
              <a:extLst>
                <a:ext uri="{FF2B5EF4-FFF2-40B4-BE49-F238E27FC236}">
                  <a16:creationId xmlns:a16="http://schemas.microsoft.com/office/drawing/2014/main" id="{2660364F-8EDC-486D-B928-92ED6B2BA05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85" y="1808"/>
              <a:ext cx="119" cy="0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37607" name="Line 601">
              <a:extLst>
                <a:ext uri="{FF2B5EF4-FFF2-40B4-BE49-F238E27FC236}">
                  <a16:creationId xmlns:a16="http://schemas.microsoft.com/office/drawing/2014/main" id="{332D7B93-8FC9-41AD-B1E2-EF47C2606F7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34" y="1802"/>
              <a:ext cx="112" cy="0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37608" name="Line 602">
              <a:extLst>
                <a:ext uri="{FF2B5EF4-FFF2-40B4-BE49-F238E27FC236}">
                  <a16:creationId xmlns:a16="http://schemas.microsoft.com/office/drawing/2014/main" id="{0A7D43D6-2EFD-427C-962D-DC79768D775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596" y="1850"/>
              <a:ext cx="62" cy="444"/>
            </a:xfrm>
            <a:prstGeom prst="line">
              <a:avLst/>
            </a:prstGeom>
            <a:noFill/>
            <a:ln w="9525">
              <a:solidFill>
                <a:srgbClr val="96969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37609" name="Line 603">
              <a:extLst>
                <a:ext uri="{FF2B5EF4-FFF2-40B4-BE49-F238E27FC236}">
                  <a16:creationId xmlns:a16="http://schemas.microsoft.com/office/drawing/2014/main" id="{5A440A64-A3AA-4447-A144-1D6EF9393F3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969" y="1850"/>
              <a:ext cx="70" cy="458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37610" name="Line 604">
              <a:extLst>
                <a:ext uri="{FF2B5EF4-FFF2-40B4-BE49-F238E27FC236}">
                  <a16:creationId xmlns:a16="http://schemas.microsoft.com/office/drawing/2014/main" id="{674B53C3-BC38-4A42-BD8D-AEF49816787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581" y="2569"/>
              <a:ext cx="143" cy="275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37611" name="Line 605">
              <a:extLst>
                <a:ext uri="{FF2B5EF4-FFF2-40B4-BE49-F238E27FC236}">
                  <a16:creationId xmlns:a16="http://schemas.microsoft.com/office/drawing/2014/main" id="{AE862B26-B844-494D-88E9-391BC2BFEA8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57" y="1801"/>
              <a:ext cx="112" cy="0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237612" name="Group 606">
              <a:extLst>
                <a:ext uri="{FF2B5EF4-FFF2-40B4-BE49-F238E27FC236}">
                  <a16:creationId xmlns:a16="http://schemas.microsoft.com/office/drawing/2014/main" id="{B6A1F054-23AE-476A-A40B-4EB32310FE0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813" y="1163"/>
              <a:ext cx="295" cy="391"/>
              <a:chOff x="1653" y="3023"/>
              <a:chExt cx="622" cy="911"/>
            </a:xfrm>
          </p:grpSpPr>
          <p:sp>
            <p:nvSpPr>
              <p:cNvPr id="237934" name="Line 270">
                <a:extLst>
                  <a:ext uri="{FF2B5EF4-FFF2-40B4-BE49-F238E27FC236}">
                    <a16:creationId xmlns:a16="http://schemas.microsoft.com/office/drawing/2014/main" id="{6E53C6C4-B9FA-4127-BFD0-A76896E62FF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766" y="3287"/>
                <a:ext cx="188" cy="586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237935" name="Line 271">
                <a:extLst>
                  <a:ext uri="{FF2B5EF4-FFF2-40B4-BE49-F238E27FC236}">
                    <a16:creationId xmlns:a16="http://schemas.microsoft.com/office/drawing/2014/main" id="{EF25AE65-AC81-4D7B-9FBC-059E65ABA86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54" y="3287"/>
                <a:ext cx="188" cy="583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237936" name="Line 272">
                <a:extLst>
                  <a:ext uri="{FF2B5EF4-FFF2-40B4-BE49-F238E27FC236}">
                    <a16:creationId xmlns:a16="http://schemas.microsoft.com/office/drawing/2014/main" id="{978CD19F-5A7B-443C-AFDE-82ABC6EA513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766" y="3870"/>
                <a:ext cx="188" cy="64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237937" name="Line 273">
                <a:extLst>
                  <a:ext uri="{FF2B5EF4-FFF2-40B4-BE49-F238E27FC236}">
                    <a16:creationId xmlns:a16="http://schemas.microsoft.com/office/drawing/2014/main" id="{1BABA49E-FE29-459D-A42C-1ADED6964E7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954" y="3870"/>
                <a:ext cx="188" cy="64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237938" name="Line 274">
                <a:extLst>
                  <a:ext uri="{FF2B5EF4-FFF2-40B4-BE49-F238E27FC236}">
                    <a16:creationId xmlns:a16="http://schemas.microsoft.com/office/drawing/2014/main" id="{C223CBAD-FD6D-4A6F-B1F3-A4CBF50DB31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54" y="3300"/>
                <a:ext cx="0" cy="634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237939" name="Line 275">
                <a:extLst>
                  <a:ext uri="{FF2B5EF4-FFF2-40B4-BE49-F238E27FC236}">
                    <a16:creationId xmlns:a16="http://schemas.microsoft.com/office/drawing/2014/main" id="{15C4CE63-0FE2-41F0-A041-077310C3D28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766" y="3810"/>
                <a:ext cx="188" cy="63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237940" name="Line 276">
                <a:extLst>
                  <a:ext uri="{FF2B5EF4-FFF2-40B4-BE49-F238E27FC236}">
                    <a16:creationId xmlns:a16="http://schemas.microsoft.com/office/drawing/2014/main" id="{7751448F-D827-428A-9C7F-300115953DA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954" y="3810"/>
                <a:ext cx="188" cy="60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237941" name="Line 277">
                <a:extLst>
                  <a:ext uri="{FF2B5EF4-FFF2-40B4-BE49-F238E27FC236}">
                    <a16:creationId xmlns:a16="http://schemas.microsoft.com/office/drawing/2014/main" id="{38A1658E-6D4F-4A0B-B4A2-92A19B35AEA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846" y="3618"/>
                <a:ext cx="108" cy="48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237942" name="Line 278">
                <a:extLst>
                  <a:ext uri="{FF2B5EF4-FFF2-40B4-BE49-F238E27FC236}">
                    <a16:creationId xmlns:a16="http://schemas.microsoft.com/office/drawing/2014/main" id="{5A7D9C13-F023-449D-BB5C-311344C980B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954" y="3618"/>
                <a:ext cx="114" cy="48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237943" name="Line 279">
                <a:extLst>
                  <a:ext uri="{FF2B5EF4-FFF2-40B4-BE49-F238E27FC236}">
                    <a16:creationId xmlns:a16="http://schemas.microsoft.com/office/drawing/2014/main" id="{4DD66B45-9630-41FB-9CC9-AFB5B2FC09E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810" y="3704"/>
                <a:ext cx="139" cy="65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237944" name="Line 280">
                <a:extLst>
                  <a:ext uri="{FF2B5EF4-FFF2-40B4-BE49-F238E27FC236}">
                    <a16:creationId xmlns:a16="http://schemas.microsoft.com/office/drawing/2014/main" id="{EA42802B-29AE-4F5B-80AC-B85CB27D80D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954" y="3717"/>
                <a:ext cx="140" cy="57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237945" name="Line 281">
                <a:extLst>
                  <a:ext uri="{FF2B5EF4-FFF2-40B4-BE49-F238E27FC236}">
                    <a16:creationId xmlns:a16="http://schemas.microsoft.com/office/drawing/2014/main" id="{941FEBB8-D05A-46EF-B771-8B9469087A6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954" y="3530"/>
                <a:ext cx="72" cy="24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237946" name="Line 282">
                <a:extLst>
                  <a:ext uri="{FF2B5EF4-FFF2-40B4-BE49-F238E27FC236}">
                    <a16:creationId xmlns:a16="http://schemas.microsoft.com/office/drawing/2014/main" id="{7FF3F09F-DA32-4F3A-9159-DF26585FD09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954" y="3409"/>
                <a:ext cx="45" cy="18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237947" name="Line 283">
                <a:extLst>
                  <a:ext uri="{FF2B5EF4-FFF2-40B4-BE49-F238E27FC236}">
                    <a16:creationId xmlns:a16="http://schemas.microsoft.com/office/drawing/2014/main" id="{901E83BC-D673-48CB-9D2C-32ED5E74358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873" y="3522"/>
                <a:ext cx="87" cy="32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237948" name="Line 284">
                <a:extLst>
                  <a:ext uri="{FF2B5EF4-FFF2-40B4-BE49-F238E27FC236}">
                    <a16:creationId xmlns:a16="http://schemas.microsoft.com/office/drawing/2014/main" id="{362E5386-B567-4BAE-8A40-F0364F77558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12" y="3404"/>
                <a:ext cx="50" cy="31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237949" name="Oval 622">
                <a:extLst>
                  <a:ext uri="{FF2B5EF4-FFF2-40B4-BE49-F238E27FC236}">
                    <a16:creationId xmlns:a16="http://schemas.microsoft.com/office/drawing/2014/main" id="{25378D3A-DABD-492E-A7EF-6EC54E0A1F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21" y="3233"/>
                <a:ext cx="63" cy="68"/>
              </a:xfrm>
              <a:prstGeom prst="ellipse">
                <a:avLst/>
              </a:prstGeom>
              <a:solidFill>
                <a:srgbClr val="808080"/>
              </a:solidFill>
              <a:ln w="9525">
                <a:solidFill>
                  <a:srgbClr val="80808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pic>
            <p:nvPicPr>
              <p:cNvPr id="237950" name="Picture 623" descr="cell_tower_radiation_gray">
                <a:extLst>
                  <a:ext uri="{FF2B5EF4-FFF2-40B4-BE49-F238E27FC236}">
                    <a16:creationId xmlns:a16="http://schemas.microsoft.com/office/drawing/2014/main" id="{3ECDCA1F-852E-4769-91E9-DE41FA51A19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653" y="3023"/>
                <a:ext cx="622" cy="5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grpSp>
          <p:nvGrpSpPr>
            <p:cNvPr id="237613" name="Group 624">
              <a:extLst>
                <a:ext uri="{FF2B5EF4-FFF2-40B4-BE49-F238E27FC236}">
                  <a16:creationId xmlns:a16="http://schemas.microsoft.com/office/drawing/2014/main" id="{F72F4470-1FFC-4DD6-AC48-9F5F72272AC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62" y="1516"/>
              <a:ext cx="286" cy="160"/>
              <a:chOff x="3843" y="1516"/>
              <a:chExt cx="286" cy="160"/>
            </a:xfrm>
          </p:grpSpPr>
          <p:sp>
            <p:nvSpPr>
              <p:cNvPr id="237925" name="Line 625">
                <a:extLst>
                  <a:ext uri="{FF2B5EF4-FFF2-40B4-BE49-F238E27FC236}">
                    <a16:creationId xmlns:a16="http://schemas.microsoft.com/office/drawing/2014/main" id="{1BEC1252-5DED-44A2-85F6-DEE8E912AC6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843" y="1516"/>
                <a:ext cx="96" cy="60"/>
              </a:xfrm>
              <a:prstGeom prst="line">
                <a:avLst/>
              </a:prstGeom>
              <a:noFill/>
              <a:ln w="9525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37926" name="Oval 407">
                <a:extLst>
                  <a:ext uri="{FF2B5EF4-FFF2-40B4-BE49-F238E27FC236}">
                    <a16:creationId xmlns:a16="http://schemas.microsoft.com/office/drawing/2014/main" id="{195BA500-7D7F-48EE-8DF8-C2E9A7044D5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884" y="1616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37927" name="Rectangle 410">
                <a:extLst>
                  <a:ext uri="{FF2B5EF4-FFF2-40B4-BE49-F238E27FC236}">
                    <a16:creationId xmlns:a16="http://schemas.microsoft.com/office/drawing/2014/main" id="{3C2A50BB-9C68-4493-917A-102CE84E2B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884" y="1610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37928" name="Oval 411">
                <a:extLst>
                  <a:ext uri="{FF2B5EF4-FFF2-40B4-BE49-F238E27FC236}">
                    <a16:creationId xmlns:a16="http://schemas.microsoft.com/office/drawing/2014/main" id="{4396652E-D259-4617-ABDF-A17CEBC334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883" y="1569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237929" name="Group 629">
                <a:extLst>
                  <a:ext uri="{FF2B5EF4-FFF2-40B4-BE49-F238E27FC236}">
                    <a16:creationId xmlns:a16="http://schemas.microsoft.com/office/drawing/2014/main" id="{434A2FD6-2300-47AC-935A-31CCB8FBAA9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932" y="1587"/>
                <a:ext cx="138" cy="33"/>
                <a:chOff x="2468" y="1332"/>
                <a:chExt cx="310" cy="60"/>
              </a:xfrm>
            </p:grpSpPr>
            <p:sp>
              <p:nvSpPr>
                <p:cNvPr id="237932" name="Freeform 630">
                  <a:extLst>
                    <a:ext uri="{FF2B5EF4-FFF2-40B4-BE49-F238E27FC236}">
                      <a16:creationId xmlns:a16="http://schemas.microsoft.com/office/drawing/2014/main" id="{D8D532B7-DB29-4496-852A-D2EEE84AE89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37933" name="Freeform 631">
                  <a:extLst>
                    <a:ext uri="{FF2B5EF4-FFF2-40B4-BE49-F238E27FC236}">
                      <a16:creationId xmlns:a16="http://schemas.microsoft.com/office/drawing/2014/main" id="{AF29AC8E-7775-45A3-8F35-B1EAF4D8078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237930" name="Line 632">
                <a:extLst>
                  <a:ext uri="{FF2B5EF4-FFF2-40B4-BE49-F238E27FC236}">
                    <a16:creationId xmlns:a16="http://schemas.microsoft.com/office/drawing/2014/main" id="{650013E2-0BF2-4CE7-8271-53AE1D850E3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884" y="1602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37931" name="Line 633">
                <a:extLst>
                  <a:ext uri="{FF2B5EF4-FFF2-40B4-BE49-F238E27FC236}">
                    <a16:creationId xmlns:a16="http://schemas.microsoft.com/office/drawing/2014/main" id="{158115EA-BFE5-47E5-A5D4-9B8C4320ED5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127" y="1604"/>
                <a:ext cx="0" cy="46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237614" name="Group 634">
              <a:extLst>
                <a:ext uri="{FF2B5EF4-FFF2-40B4-BE49-F238E27FC236}">
                  <a16:creationId xmlns:a16="http://schemas.microsoft.com/office/drawing/2014/main" id="{777F0A90-CE8D-429A-AA46-7F37E0D25F3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37" y="1571"/>
              <a:ext cx="246" cy="110"/>
              <a:chOff x="4334" y="1470"/>
              <a:chExt cx="246" cy="107"/>
            </a:xfrm>
          </p:grpSpPr>
          <p:sp>
            <p:nvSpPr>
              <p:cNvPr id="237917" name="Oval 407">
                <a:extLst>
                  <a:ext uri="{FF2B5EF4-FFF2-40B4-BE49-F238E27FC236}">
                    <a16:creationId xmlns:a16="http://schemas.microsoft.com/office/drawing/2014/main" id="{85A72636-1251-48E2-863F-B688F1D3F7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37918" name="Rectangle 410">
                <a:extLst>
                  <a:ext uri="{FF2B5EF4-FFF2-40B4-BE49-F238E27FC236}">
                    <a16:creationId xmlns:a16="http://schemas.microsoft.com/office/drawing/2014/main" id="{C3CD2896-1321-4BDB-B9AE-1047A6F7CD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37919" name="Oval 411">
                <a:extLst>
                  <a:ext uri="{FF2B5EF4-FFF2-40B4-BE49-F238E27FC236}">
                    <a16:creationId xmlns:a16="http://schemas.microsoft.com/office/drawing/2014/main" id="{D51F19DE-49E6-48D5-BC29-D8D568A882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237920" name="Group 638">
                <a:extLst>
                  <a:ext uri="{FF2B5EF4-FFF2-40B4-BE49-F238E27FC236}">
                    <a16:creationId xmlns:a16="http://schemas.microsoft.com/office/drawing/2014/main" id="{1688ED5C-552E-4F2F-B135-50FD62531C4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237923" name="Freeform 639">
                  <a:extLst>
                    <a:ext uri="{FF2B5EF4-FFF2-40B4-BE49-F238E27FC236}">
                      <a16:creationId xmlns:a16="http://schemas.microsoft.com/office/drawing/2014/main" id="{E41289D0-5342-4E02-8C9E-BD27C9770D3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37924" name="Freeform 640">
                  <a:extLst>
                    <a:ext uri="{FF2B5EF4-FFF2-40B4-BE49-F238E27FC236}">
                      <a16:creationId xmlns:a16="http://schemas.microsoft.com/office/drawing/2014/main" id="{7DD33E2B-D725-432C-B7F8-9B11719F9E5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237921" name="Line 641">
                <a:extLst>
                  <a:ext uri="{FF2B5EF4-FFF2-40B4-BE49-F238E27FC236}">
                    <a16:creationId xmlns:a16="http://schemas.microsoft.com/office/drawing/2014/main" id="{9613C5F6-0446-46CD-8A73-E74E0C5CB3C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37922" name="Line 642">
                <a:extLst>
                  <a:ext uri="{FF2B5EF4-FFF2-40B4-BE49-F238E27FC236}">
                    <a16:creationId xmlns:a16="http://schemas.microsoft.com/office/drawing/2014/main" id="{B9C059E0-53EB-4205-91C2-6FACEAB54D5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6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237615" name="Group 643">
              <a:extLst>
                <a:ext uri="{FF2B5EF4-FFF2-40B4-BE49-F238E27FC236}">
                  <a16:creationId xmlns:a16="http://schemas.microsoft.com/office/drawing/2014/main" id="{5CE73B75-51EF-44F5-863A-12E16161C69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44" y="1737"/>
              <a:ext cx="246" cy="110"/>
              <a:chOff x="4334" y="1470"/>
              <a:chExt cx="246" cy="107"/>
            </a:xfrm>
          </p:grpSpPr>
          <p:sp>
            <p:nvSpPr>
              <p:cNvPr id="237909" name="Oval 407">
                <a:extLst>
                  <a:ext uri="{FF2B5EF4-FFF2-40B4-BE49-F238E27FC236}">
                    <a16:creationId xmlns:a16="http://schemas.microsoft.com/office/drawing/2014/main" id="{8951496A-8029-45A1-B812-D44AF34993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37910" name="Rectangle 410">
                <a:extLst>
                  <a:ext uri="{FF2B5EF4-FFF2-40B4-BE49-F238E27FC236}">
                    <a16:creationId xmlns:a16="http://schemas.microsoft.com/office/drawing/2014/main" id="{0F21872B-616E-4B84-80A7-86000EE5E9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37911" name="Oval 411">
                <a:extLst>
                  <a:ext uri="{FF2B5EF4-FFF2-40B4-BE49-F238E27FC236}">
                    <a16:creationId xmlns:a16="http://schemas.microsoft.com/office/drawing/2014/main" id="{DF883714-9FA2-42D6-83CB-2BCC0AF7D8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237912" name="Group 647">
                <a:extLst>
                  <a:ext uri="{FF2B5EF4-FFF2-40B4-BE49-F238E27FC236}">
                    <a16:creationId xmlns:a16="http://schemas.microsoft.com/office/drawing/2014/main" id="{BAA0B8E3-B34D-49FB-9FC3-30774B792F7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237915" name="Freeform 648">
                  <a:extLst>
                    <a:ext uri="{FF2B5EF4-FFF2-40B4-BE49-F238E27FC236}">
                      <a16:creationId xmlns:a16="http://schemas.microsoft.com/office/drawing/2014/main" id="{C8404EBB-F5A1-4EE3-ABBE-3D54E3DD5BD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37916" name="Freeform 649">
                  <a:extLst>
                    <a:ext uri="{FF2B5EF4-FFF2-40B4-BE49-F238E27FC236}">
                      <a16:creationId xmlns:a16="http://schemas.microsoft.com/office/drawing/2014/main" id="{48798E6E-3F90-4299-A647-81EA288983B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237913" name="Line 650">
                <a:extLst>
                  <a:ext uri="{FF2B5EF4-FFF2-40B4-BE49-F238E27FC236}">
                    <a16:creationId xmlns:a16="http://schemas.microsoft.com/office/drawing/2014/main" id="{5F93595E-42FC-4A40-A6E5-70CAE139708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37914" name="Line 651">
                <a:extLst>
                  <a:ext uri="{FF2B5EF4-FFF2-40B4-BE49-F238E27FC236}">
                    <a16:creationId xmlns:a16="http://schemas.microsoft.com/office/drawing/2014/main" id="{9523A433-93D2-46A4-871C-1C1D878B4A3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6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237616" name="Group 652">
              <a:extLst>
                <a:ext uri="{FF2B5EF4-FFF2-40B4-BE49-F238E27FC236}">
                  <a16:creationId xmlns:a16="http://schemas.microsoft.com/office/drawing/2014/main" id="{5374B826-A6F5-4149-87D6-D20C02CDFE5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890" y="1738"/>
              <a:ext cx="246" cy="110"/>
              <a:chOff x="4334" y="1470"/>
              <a:chExt cx="246" cy="107"/>
            </a:xfrm>
          </p:grpSpPr>
          <p:sp>
            <p:nvSpPr>
              <p:cNvPr id="237901" name="Oval 407">
                <a:extLst>
                  <a:ext uri="{FF2B5EF4-FFF2-40B4-BE49-F238E27FC236}">
                    <a16:creationId xmlns:a16="http://schemas.microsoft.com/office/drawing/2014/main" id="{57FA44BB-9BAC-4CBA-B429-463B6E7013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37902" name="Rectangle 410">
                <a:extLst>
                  <a:ext uri="{FF2B5EF4-FFF2-40B4-BE49-F238E27FC236}">
                    <a16:creationId xmlns:a16="http://schemas.microsoft.com/office/drawing/2014/main" id="{9FDFB214-711B-41EC-8B45-F2F0564C5C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37903" name="Oval 411">
                <a:extLst>
                  <a:ext uri="{FF2B5EF4-FFF2-40B4-BE49-F238E27FC236}">
                    <a16:creationId xmlns:a16="http://schemas.microsoft.com/office/drawing/2014/main" id="{2E20FA95-92FB-40F8-802A-3ECD162557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237904" name="Group 656">
                <a:extLst>
                  <a:ext uri="{FF2B5EF4-FFF2-40B4-BE49-F238E27FC236}">
                    <a16:creationId xmlns:a16="http://schemas.microsoft.com/office/drawing/2014/main" id="{B106E388-8E26-452B-8DD6-9E87208A107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237907" name="Freeform 657">
                  <a:extLst>
                    <a:ext uri="{FF2B5EF4-FFF2-40B4-BE49-F238E27FC236}">
                      <a16:creationId xmlns:a16="http://schemas.microsoft.com/office/drawing/2014/main" id="{2E98EDD7-0D0F-4B01-B18C-8F9D25B6872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37908" name="Freeform 658">
                  <a:extLst>
                    <a:ext uri="{FF2B5EF4-FFF2-40B4-BE49-F238E27FC236}">
                      <a16:creationId xmlns:a16="http://schemas.microsoft.com/office/drawing/2014/main" id="{9C797FCD-ABB1-407E-BDFE-36C55AC9CFD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237905" name="Line 659">
                <a:extLst>
                  <a:ext uri="{FF2B5EF4-FFF2-40B4-BE49-F238E27FC236}">
                    <a16:creationId xmlns:a16="http://schemas.microsoft.com/office/drawing/2014/main" id="{D29BDB06-E24B-48EF-8B5C-A75B20FD0AE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37906" name="Line 660">
                <a:extLst>
                  <a:ext uri="{FF2B5EF4-FFF2-40B4-BE49-F238E27FC236}">
                    <a16:creationId xmlns:a16="http://schemas.microsoft.com/office/drawing/2014/main" id="{371A31F5-3FA2-4ECF-941D-493BDC1AA9F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6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237617" name="Group 661">
              <a:extLst>
                <a:ext uri="{FF2B5EF4-FFF2-40B4-BE49-F238E27FC236}">
                  <a16:creationId xmlns:a16="http://schemas.microsoft.com/office/drawing/2014/main" id="{C830AF5B-06EA-4889-B5E5-C8E4B9C187E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844" y="1508"/>
              <a:ext cx="246" cy="110"/>
              <a:chOff x="4334" y="1470"/>
              <a:chExt cx="246" cy="107"/>
            </a:xfrm>
          </p:grpSpPr>
          <p:sp>
            <p:nvSpPr>
              <p:cNvPr id="237893" name="Oval 407">
                <a:extLst>
                  <a:ext uri="{FF2B5EF4-FFF2-40B4-BE49-F238E27FC236}">
                    <a16:creationId xmlns:a16="http://schemas.microsoft.com/office/drawing/2014/main" id="{ADCD8951-1915-41D5-9714-B5071BD50A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37894" name="Rectangle 410">
                <a:extLst>
                  <a:ext uri="{FF2B5EF4-FFF2-40B4-BE49-F238E27FC236}">
                    <a16:creationId xmlns:a16="http://schemas.microsoft.com/office/drawing/2014/main" id="{F67242DE-4C78-4CA9-9EEE-E62C5F6C4B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37895" name="Oval 411">
                <a:extLst>
                  <a:ext uri="{FF2B5EF4-FFF2-40B4-BE49-F238E27FC236}">
                    <a16:creationId xmlns:a16="http://schemas.microsoft.com/office/drawing/2014/main" id="{88342454-332A-4CA9-BDFE-C0B7915152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237896" name="Group 665">
                <a:extLst>
                  <a:ext uri="{FF2B5EF4-FFF2-40B4-BE49-F238E27FC236}">
                    <a16:creationId xmlns:a16="http://schemas.microsoft.com/office/drawing/2014/main" id="{94CDFF89-79D1-4689-ADFE-E0EA28F86B3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237899" name="Freeform 666">
                  <a:extLst>
                    <a:ext uri="{FF2B5EF4-FFF2-40B4-BE49-F238E27FC236}">
                      <a16:creationId xmlns:a16="http://schemas.microsoft.com/office/drawing/2014/main" id="{BC27DD44-C226-4488-87D3-252AC102496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37900" name="Freeform 667">
                  <a:extLst>
                    <a:ext uri="{FF2B5EF4-FFF2-40B4-BE49-F238E27FC236}">
                      <a16:creationId xmlns:a16="http://schemas.microsoft.com/office/drawing/2014/main" id="{594A6C8C-72FD-418A-9DF2-03168720633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237897" name="Line 668">
                <a:extLst>
                  <a:ext uri="{FF2B5EF4-FFF2-40B4-BE49-F238E27FC236}">
                    <a16:creationId xmlns:a16="http://schemas.microsoft.com/office/drawing/2014/main" id="{48AEAFC6-BBD2-44FA-A44E-4E3F4D829AE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37898" name="Line 669">
                <a:extLst>
                  <a:ext uri="{FF2B5EF4-FFF2-40B4-BE49-F238E27FC236}">
                    <a16:creationId xmlns:a16="http://schemas.microsoft.com/office/drawing/2014/main" id="{68BAB385-8813-454A-88E6-21C8732E578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6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237618" name="Group 670">
              <a:extLst>
                <a:ext uri="{FF2B5EF4-FFF2-40B4-BE49-F238E27FC236}">
                  <a16:creationId xmlns:a16="http://schemas.microsoft.com/office/drawing/2014/main" id="{43DA7992-2A96-4191-ADCA-701E768BAB5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874" y="2296"/>
              <a:ext cx="310" cy="130"/>
              <a:chOff x="4334" y="1470"/>
              <a:chExt cx="246" cy="107"/>
            </a:xfrm>
          </p:grpSpPr>
          <p:sp>
            <p:nvSpPr>
              <p:cNvPr id="237885" name="Oval 407">
                <a:extLst>
                  <a:ext uri="{FF2B5EF4-FFF2-40B4-BE49-F238E27FC236}">
                    <a16:creationId xmlns:a16="http://schemas.microsoft.com/office/drawing/2014/main" id="{A7B04A6B-2CC6-4012-ADBB-BBC95B4CD4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37886" name="Rectangle 410">
                <a:extLst>
                  <a:ext uri="{FF2B5EF4-FFF2-40B4-BE49-F238E27FC236}">
                    <a16:creationId xmlns:a16="http://schemas.microsoft.com/office/drawing/2014/main" id="{ABCA2C21-223C-43F7-81C9-A8622B4C09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37887" name="Oval 411">
                <a:extLst>
                  <a:ext uri="{FF2B5EF4-FFF2-40B4-BE49-F238E27FC236}">
                    <a16:creationId xmlns:a16="http://schemas.microsoft.com/office/drawing/2014/main" id="{D4A08E63-B651-46A0-8C88-B73EDBDA5E3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237888" name="Group 674">
                <a:extLst>
                  <a:ext uri="{FF2B5EF4-FFF2-40B4-BE49-F238E27FC236}">
                    <a16:creationId xmlns:a16="http://schemas.microsoft.com/office/drawing/2014/main" id="{7271CAFD-C94F-45D0-A223-9C8C96EB3BA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237891" name="Freeform 675">
                  <a:extLst>
                    <a:ext uri="{FF2B5EF4-FFF2-40B4-BE49-F238E27FC236}">
                      <a16:creationId xmlns:a16="http://schemas.microsoft.com/office/drawing/2014/main" id="{A6ECFAF4-F594-4617-AA67-4C007172CB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37892" name="Freeform 676">
                  <a:extLst>
                    <a:ext uri="{FF2B5EF4-FFF2-40B4-BE49-F238E27FC236}">
                      <a16:creationId xmlns:a16="http://schemas.microsoft.com/office/drawing/2014/main" id="{F41EF02C-663B-44E9-9D00-83299A504AC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237889" name="Line 677">
                <a:extLst>
                  <a:ext uri="{FF2B5EF4-FFF2-40B4-BE49-F238E27FC236}">
                    <a16:creationId xmlns:a16="http://schemas.microsoft.com/office/drawing/2014/main" id="{1774968D-26F8-4DAD-9732-84E20F7CAF7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37890" name="Line 678">
                <a:extLst>
                  <a:ext uri="{FF2B5EF4-FFF2-40B4-BE49-F238E27FC236}">
                    <a16:creationId xmlns:a16="http://schemas.microsoft.com/office/drawing/2014/main" id="{16E534CC-5FDC-4646-AB81-B7487F72E35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4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237619" name="Line 679">
              <a:extLst>
                <a:ext uri="{FF2B5EF4-FFF2-40B4-BE49-F238E27FC236}">
                  <a16:creationId xmlns:a16="http://schemas.microsoft.com/office/drawing/2014/main" id="{98B04E69-DF6F-475E-A376-07BE136E9D5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49" y="2358"/>
              <a:ext cx="428" cy="0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237620" name="Group 680">
              <a:extLst>
                <a:ext uri="{FF2B5EF4-FFF2-40B4-BE49-F238E27FC236}">
                  <a16:creationId xmlns:a16="http://schemas.microsoft.com/office/drawing/2014/main" id="{B6122A06-7CFA-4AE6-9E96-218353B855C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64" y="2288"/>
              <a:ext cx="310" cy="130"/>
              <a:chOff x="4334" y="1470"/>
              <a:chExt cx="246" cy="107"/>
            </a:xfrm>
          </p:grpSpPr>
          <p:sp>
            <p:nvSpPr>
              <p:cNvPr id="237877" name="Oval 407">
                <a:extLst>
                  <a:ext uri="{FF2B5EF4-FFF2-40B4-BE49-F238E27FC236}">
                    <a16:creationId xmlns:a16="http://schemas.microsoft.com/office/drawing/2014/main" id="{CDCF1C11-9F9A-4F5B-B835-52204E4D0D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37878" name="Rectangle 410">
                <a:extLst>
                  <a:ext uri="{FF2B5EF4-FFF2-40B4-BE49-F238E27FC236}">
                    <a16:creationId xmlns:a16="http://schemas.microsoft.com/office/drawing/2014/main" id="{DFA81C5A-9897-4D1C-A876-D5E440B84F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37879" name="Oval 411">
                <a:extLst>
                  <a:ext uri="{FF2B5EF4-FFF2-40B4-BE49-F238E27FC236}">
                    <a16:creationId xmlns:a16="http://schemas.microsoft.com/office/drawing/2014/main" id="{2F965037-9D87-4C52-9FAE-C5C03648B18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237880" name="Group 684">
                <a:extLst>
                  <a:ext uri="{FF2B5EF4-FFF2-40B4-BE49-F238E27FC236}">
                    <a16:creationId xmlns:a16="http://schemas.microsoft.com/office/drawing/2014/main" id="{B68F2EFC-C3C9-4187-A3EC-815F61DB45C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237883" name="Freeform 685">
                  <a:extLst>
                    <a:ext uri="{FF2B5EF4-FFF2-40B4-BE49-F238E27FC236}">
                      <a16:creationId xmlns:a16="http://schemas.microsoft.com/office/drawing/2014/main" id="{D2C1649C-4985-4631-8636-B34F22BDD9E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37884" name="Freeform 686">
                  <a:extLst>
                    <a:ext uri="{FF2B5EF4-FFF2-40B4-BE49-F238E27FC236}">
                      <a16:creationId xmlns:a16="http://schemas.microsoft.com/office/drawing/2014/main" id="{D5079BD5-39D3-4E2C-A73F-2AC97B81CCD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237881" name="Line 687">
                <a:extLst>
                  <a:ext uri="{FF2B5EF4-FFF2-40B4-BE49-F238E27FC236}">
                    <a16:creationId xmlns:a16="http://schemas.microsoft.com/office/drawing/2014/main" id="{802F2603-EB12-4FA1-9DE5-7D22A50C6BD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37882" name="Line 688">
                <a:extLst>
                  <a:ext uri="{FF2B5EF4-FFF2-40B4-BE49-F238E27FC236}">
                    <a16:creationId xmlns:a16="http://schemas.microsoft.com/office/drawing/2014/main" id="{FB0DAB8B-CE5C-4352-B693-C0581752238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4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237621" name="Group 689">
              <a:extLst>
                <a:ext uri="{FF2B5EF4-FFF2-40B4-BE49-F238E27FC236}">
                  <a16:creationId xmlns:a16="http://schemas.microsoft.com/office/drawing/2014/main" id="{375A3029-E615-4087-ACD8-F32B7F09F03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60" y="2464"/>
              <a:ext cx="310" cy="130"/>
              <a:chOff x="4334" y="1470"/>
              <a:chExt cx="246" cy="107"/>
            </a:xfrm>
          </p:grpSpPr>
          <p:sp>
            <p:nvSpPr>
              <p:cNvPr id="237869" name="Oval 407">
                <a:extLst>
                  <a:ext uri="{FF2B5EF4-FFF2-40B4-BE49-F238E27FC236}">
                    <a16:creationId xmlns:a16="http://schemas.microsoft.com/office/drawing/2014/main" id="{80A11FBB-66CD-478D-888E-EF993FAD3D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37870" name="Rectangle 410">
                <a:extLst>
                  <a:ext uri="{FF2B5EF4-FFF2-40B4-BE49-F238E27FC236}">
                    <a16:creationId xmlns:a16="http://schemas.microsoft.com/office/drawing/2014/main" id="{AE38648E-0258-4783-B4CB-610FBD9A8B7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37871" name="Oval 411">
                <a:extLst>
                  <a:ext uri="{FF2B5EF4-FFF2-40B4-BE49-F238E27FC236}">
                    <a16:creationId xmlns:a16="http://schemas.microsoft.com/office/drawing/2014/main" id="{E56018B9-C5FE-43DC-A359-BDD575FB30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237872" name="Group 693">
                <a:extLst>
                  <a:ext uri="{FF2B5EF4-FFF2-40B4-BE49-F238E27FC236}">
                    <a16:creationId xmlns:a16="http://schemas.microsoft.com/office/drawing/2014/main" id="{7C3E3F2C-30DC-43F0-878D-15AB5EC700A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237875" name="Freeform 694">
                  <a:extLst>
                    <a:ext uri="{FF2B5EF4-FFF2-40B4-BE49-F238E27FC236}">
                      <a16:creationId xmlns:a16="http://schemas.microsoft.com/office/drawing/2014/main" id="{D619EF88-9D4C-4AEE-809A-AB8A6E26A8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37876" name="Freeform 695">
                  <a:extLst>
                    <a:ext uri="{FF2B5EF4-FFF2-40B4-BE49-F238E27FC236}">
                      <a16:creationId xmlns:a16="http://schemas.microsoft.com/office/drawing/2014/main" id="{9C1E38B4-C23A-4371-9D3D-42A940BFE5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237873" name="Line 696">
                <a:extLst>
                  <a:ext uri="{FF2B5EF4-FFF2-40B4-BE49-F238E27FC236}">
                    <a16:creationId xmlns:a16="http://schemas.microsoft.com/office/drawing/2014/main" id="{163A0CDE-9CB3-46DE-ADC1-14F6728ECB9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37874" name="Line 697">
                <a:extLst>
                  <a:ext uri="{FF2B5EF4-FFF2-40B4-BE49-F238E27FC236}">
                    <a16:creationId xmlns:a16="http://schemas.microsoft.com/office/drawing/2014/main" id="{8C8EEB3A-FCF0-4BFD-B390-80259F62BEB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4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237622" name="Group 698">
              <a:extLst>
                <a:ext uri="{FF2B5EF4-FFF2-40B4-BE49-F238E27FC236}">
                  <a16:creationId xmlns:a16="http://schemas.microsoft.com/office/drawing/2014/main" id="{6D9B8195-C963-44C7-9BB7-FECC4F13C5D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82" y="3028"/>
              <a:ext cx="392" cy="154"/>
              <a:chOff x="4334" y="1470"/>
              <a:chExt cx="246" cy="107"/>
            </a:xfrm>
          </p:grpSpPr>
          <p:sp>
            <p:nvSpPr>
              <p:cNvPr id="237861" name="Oval 407">
                <a:extLst>
                  <a:ext uri="{FF2B5EF4-FFF2-40B4-BE49-F238E27FC236}">
                    <a16:creationId xmlns:a16="http://schemas.microsoft.com/office/drawing/2014/main" id="{E4B367DC-3BF5-44F2-A914-1A749E0EC7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37862" name="Rectangle 410">
                <a:extLst>
                  <a:ext uri="{FF2B5EF4-FFF2-40B4-BE49-F238E27FC236}">
                    <a16:creationId xmlns:a16="http://schemas.microsoft.com/office/drawing/2014/main" id="{4F056683-10D8-4E1E-9EF3-030808D32A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37863" name="Oval 411">
                <a:extLst>
                  <a:ext uri="{FF2B5EF4-FFF2-40B4-BE49-F238E27FC236}">
                    <a16:creationId xmlns:a16="http://schemas.microsoft.com/office/drawing/2014/main" id="{9E50E134-D76C-40B7-9D80-95EDC34A35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237864" name="Group 702">
                <a:extLst>
                  <a:ext uri="{FF2B5EF4-FFF2-40B4-BE49-F238E27FC236}">
                    <a16:creationId xmlns:a16="http://schemas.microsoft.com/office/drawing/2014/main" id="{33425F3A-4333-437B-B3A1-E12C6D93D55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237867" name="Freeform 703">
                  <a:extLst>
                    <a:ext uri="{FF2B5EF4-FFF2-40B4-BE49-F238E27FC236}">
                      <a16:creationId xmlns:a16="http://schemas.microsoft.com/office/drawing/2014/main" id="{63589468-DF5D-48CA-9B89-7D7CF67497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37868" name="Freeform 704">
                  <a:extLst>
                    <a:ext uri="{FF2B5EF4-FFF2-40B4-BE49-F238E27FC236}">
                      <a16:creationId xmlns:a16="http://schemas.microsoft.com/office/drawing/2014/main" id="{142C600B-0447-4A1A-82D0-4B0569D1A09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237865" name="Line 705">
                <a:extLst>
                  <a:ext uri="{FF2B5EF4-FFF2-40B4-BE49-F238E27FC236}">
                    <a16:creationId xmlns:a16="http://schemas.microsoft.com/office/drawing/2014/main" id="{6E069B2C-90A4-47E4-92DF-713D2F78DA4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37866" name="Line 706">
                <a:extLst>
                  <a:ext uri="{FF2B5EF4-FFF2-40B4-BE49-F238E27FC236}">
                    <a16:creationId xmlns:a16="http://schemas.microsoft.com/office/drawing/2014/main" id="{47C1595F-F3F0-4ACB-BAD6-835B2208C07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237623" name="Group 707">
              <a:extLst>
                <a:ext uri="{FF2B5EF4-FFF2-40B4-BE49-F238E27FC236}">
                  <a16:creationId xmlns:a16="http://schemas.microsoft.com/office/drawing/2014/main" id="{8B450DD4-F57F-4486-B60B-8FFF78C3642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388" y="2840"/>
              <a:ext cx="392" cy="154"/>
              <a:chOff x="4334" y="1470"/>
              <a:chExt cx="246" cy="107"/>
            </a:xfrm>
          </p:grpSpPr>
          <p:sp>
            <p:nvSpPr>
              <p:cNvPr id="237853" name="Oval 407">
                <a:extLst>
                  <a:ext uri="{FF2B5EF4-FFF2-40B4-BE49-F238E27FC236}">
                    <a16:creationId xmlns:a16="http://schemas.microsoft.com/office/drawing/2014/main" id="{13AD9501-2DA7-4C71-A51A-BEB346CD6F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37854" name="Rectangle 410">
                <a:extLst>
                  <a:ext uri="{FF2B5EF4-FFF2-40B4-BE49-F238E27FC236}">
                    <a16:creationId xmlns:a16="http://schemas.microsoft.com/office/drawing/2014/main" id="{9B3336C7-C9B0-48F0-85F4-0F59806A67A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37855" name="Oval 411">
                <a:extLst>
                  <a:ext uri="{FF2B5EF4-FFF2-40B4-BE49-F238E27FC236}">
                    <a16:creationId xmlns:a16="http://schemas.microsoft.com/office/drawing/2014/main" id="{00286266-562F-4C12-8812-9B07B0425A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237856" name="Group 711">
                <a:extLst>
                  <a:ext uri="{FF2B5EF4-FFF2-40B4-BE49-F238E27FC236}">
                    <a16:creationId xmlns:a16="http://schemas.microsoft.com/office/drawing/2014/main" id="{0105D621-E188-4D3D-AAE4-D156D38CE6C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237859" name="Freeform 712">
                  <a:extLst>
                    <a:ext uri="{FF2B5EF4-FFF2-40B4-BE49-F238E27FC236}">
                      <a16:creationId xmlns:a16="http://schemas.microsoft.com/office/drawing/2014/main" id="{7DD3BD4A-8D9A-4014-9B16-4D02E7E31BC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37860" name="Freeform 713">
                  <a:extLst>
                    <a:ext uri="{FF2B5EF4-FFF2-40B4-BE49-F238E27FC236}">
                      <a16:creationId xmlns:a16="http://schemas.microsoft.com/office/drawing/2014/main" id="{BD3CE22A-14E6-474F-8FCF-45D4283B9C0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237857" name="Line 714">
                <a:extLst>
                  <a:ext uri="{FF2B5EF4-FFF2-40B4-BE49-F238E27FC236}">
                    <a16:creationId xmlns:a16="http://schemas.microsoft.com/office/drawing/2014/main" id="{E42318B2-7E47-4BA0-97BF-608ADC3557C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37858" name="Line 715">
                <a:extLst>
                  <a:ext uri="{FF2B5EF4-FFF2-40B4-BE49-F238E27FC236}">
                    <a16:creationId xmlns:a16="http://schemas.microsoft.com/office/drawing/2014/main" id="{BD7DA0CA-04CD-49DC-A03E-8E279E7401C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237624" name="Group 716">
              <a:extLst>
                <a:ext uri="{FF2B5EF4-FFF2-40B4-BE49-F238E27FC236}">
                  <a16:creationId xmlns:a16="http://schemas.microsoft.com/office/drawing/2014/main" id="{196B6F94-A701-4497-BE4C-54D376A723B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32" y="3056"/>
              <a:ext cx="392" cy="154"/>
              <a:chOff x="4334" y="1470"/>
              <a:chExt cx="246" cy="107"/>
            </a:xfrm>
          </p:grpSpPr>
          <p:sp>
            <p:nvSpPr>
              <p:cNvPr id="237846" name="Oval 407">
                <a:extLst>
                  <a:ext uri="{FF2B5EF4-FFF2-40B4-BE49-F238E27FC236}">
                    <a16:creationId xmlns:a16="http://schemas.microsoft.com/office/drawing/2014/main" id="{F2E3E099-6A51-4180-8E85-3B8974E33B3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37847" name="Rectangle 410">
                <a:extLst>
                  <a:ext uri="{FF2B5EF4-FFF2-40B4-BE49-F238E27FC236}">
                    <a16:creationId xmlns:a16="http://schemas.microsoft.com/office/drawing/2014/main" id="{B24365B5-FA4D-4B3D-AD96-00C4443B002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37848" name="Oval 411">
                <a:extLst>
                  <a:ext uri="{FF2B5EF4-FFF2-40B4-BE49-F238E27FC236}">
                    <a16:creationId xmlns:a16="http://schemas.microsoft.com/office/drawing/2014/main" id="{FC1E61A7-86B5-43E3-AAB7-C99BFA8F390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237849" name="Group 720">
                <a:extLst>
                  <a:ext uri="{FF2B5EF4-FFF2-40B4-BE49-F238E27FC236}">
                    <a16:creationId xmlns:a16="http://schemas.microsoft.com/office/drawing/2014/main" id="{8CA79E85-59BA-4A60-A16E-0BFDA6327A5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237851" name="Freeform 721">
                  <a:extLst>
                    <a:ext uri="{FF2B5EF4-FFF2-40B4-BE49-F238E27FC236}">
                      <a16:creationId xmlns:a16="http://schemas.microsoft.com/office/drawing/2014/main" id="{FEDD3434-8DA0-4627-A7AC-9E0DB4C9CA6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37852" name="Freeform 722">
                  <a:extLst>
                    <a:ext uri="{FF2B5EF4-FFF2-40B4-BE49-F238E27FC236}">
                      <a16:creationId xmlns:a16="http://schemas.microsoft.com/office/drawing/2014/main" id="{97FC2EAB-733C-4471-955F-65C3B4CF77F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237850" name="Line 724">
                <a:extLst>
                  <a:ext uri="{FF2B5EF4-FFF2-40B4-BE49-F238E27FC236}">
                    <a16:creationId xmlns:a16="http://schemas.microsoft.com/office/drawing/2014/main" id="{0439E507-CDE8-4FD0-9B89-615659E3D71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237625" name="Group 725">
              <a:extLst>
                <a:ext uri="{FF2B5EF4-FFF2-40B4-BE49-F238E27FC236}">
                  <a16:creationId xmlns:a16="http://schemas.microsoft.com/office/drawing/2014/main" id="{3894EC7B-C6EA-446D-AB0E-1EC4352F3FE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812" y="2296"/>
              <a:ext cx="246" cy="108"/>
              <a:chOff x="4334" y="1470"/>
              <a:chExt cx="246" cy="107"/>
            </a:xfrm>
          </p:grpSpPr>
          <p:sp>
            <p:nvSpPr>
              <p:cNvPr id="237838" name="Oval 407">
                <a:extLst>
                  <a:ext uri="{FF2B5EF4-FFF2-40B4-BE49-F238E27FC236}">
                    <a16:creationId xmlns:a16="http://schemas.microsoft.com/office/drawing/2014/main" id="{3ED1B518-65DD-4507-A81A-29487395FF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37839" name="Rectangle 410">
                <a:extLst>
                  <a:ext uri="{FF2B5EF4-FFF2-40B4-BE49-F238E27FC236}">
                    <a16:creationId xmlns:a16="http://schemas.microsoft.com/office/drawing/2014/main" id="{79946DA4-CFF2-4E32-B5D0-4959762E19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37840" name="Oval 411">
                <a:extLst>
                  <a:ext uri="{FF2B5EF4-FFF2-40B4-BE49-F238E27FC236}">
                    <a16:creationId xmlns:a16="http://schemas.microsoft.com/office/drawing/2014/main" id="{77A2EFA3-F1A9-40FD-AB0D-0145592ABF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237841" name="Group 729">
                <a:extLst>
                  <a:ext uri="{FF2B5EF4-FFF2-40B4-BE49-F238E27FC236}">
                    <a16:creationId xmlns:a16="http://schemas.microsoft.com/office/drawing/2014/main" id="{CBE23503-1129-4FE3-BDDF-DC2AC596A6B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237844" name="Freeform 730">
                  <a:extLst>
                    <a:ext uri="{FF2B5EF4-FFF2-40B4-BE49-F238E27FC236}">
                      <a16:creationId xmlns:a16="http://schemas.microsoft.com/office/drawing/2014/main" id="{AAF008FA-B952-49E4-9062-BCF904E4516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37845" name="Freeform 731">
                  <a:extLst>
                    <a:ext uri="{FF2B5EF4-FFF2-40B4-BE49-F238E27FC236}">
                      <a16:creationId xmlns:a16="http://schemas.microsoft.com/office/drawing/2014/main" id="{BAEF8139-6D6C-41E8-92E0-F42105429F0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237842" name="Line 732">
                <a:extLst>
                  <a:ext uri="{FF2B5EF4-FFF2-40B4-BE49-F238E27FC236}">
                    <a16:creationId xmlns:a16="http://schemas.microsoft.com/office/drawing/2014/main" id="{961674F4-CEFE-45B1-BF42-104DFE90A73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50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37843" name="Line 733">
                <a:extLst>
                  <a:ext uri="{FF2B5EF4-FFF2-40B4-BE49-F238E27FC236}">
                    <a16:creationId xmlns:a16="http://schemas.microsoft.com/office/drawing/2014/main" id="{A65B55CE-5FE9-46B1-8AFD-B4F1D80811D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9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237626" name="Group 734">
              <a:extLst>
                <a:ext uri="{FF2B5EF4-FFF2-40B4-BE49-F238E27FC236}">
                  <a16:creationId xmlns:a16="http://schemas.microsoft.com/office/drawing/2014/main" id="{AEF8F618-D4C7-452F-B213-0EF8D8ADF8C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11" y="3153"/>
              <a:ext cx="281" cy="266"/>
              <a:chOff x="5072" y="3611"/>
              <a:chExt cx="459" cy="380"/>
            </a:xfrm>
          </p:grpSpPr>
          <p:grpSp>
            <p:nvGrpSpPr>
              <p:cNvPr id="237824" name="Group 735">
                <a:extLst>
                  <a:ext uri="{FF2B5EF4-FFF2-40B4-BE49-F238E27FC236}">
                    <a16:creationId xmlns:a16="http://schemas.microsoft.com/office/drawing/2014/main" id="{57186073-1B34-4AF8-B943-829E6C1C65A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144" y="3611"/>
                <a:ext cx="387" cy="99"/>
                <a:chOff x="5030" y="2639"/>
                <a:chExt cx="387" cy="99"/>
              </a:xfrm>
            </p:grpSpPr>
            <p:sp>
              <p:nvSpPr>
                <p:cNvPr id="237826" name="Freeform 736">
                  <a:extLst>
                    <a:ext uri="{FF2B5EF4-FFF2-40B4-BE49-F238E27FC236}">
                      <a16:creationId xmlns:a16="http://schemas.microsoft.com/office/drawing/2014/main" id="{8F9F0BE3-C497-4E86-956E-F67D093DAA3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134" y="2657"/>
                  <a:ext cx="69" cy="55"/>
                </a:xfrm>
                <a:custGeom>
                  <a:avLst/>
                  <a:gdLst>
                    <a:gd name="T0" fmla="*/ 0 w 199"/>
                    <a:gd name="T1" fmla="*/ 0 h 232"/>
                    <a:gd name="T2" fmla="*/ 0 w 199"/>
                    <a:gd name="T3" fmla="*/ 0 h 232"/>
                    <a:gd name="T4" fmla="*/ 0 w 199"/>
                    <a:gd name="T5" fmla="*/ 0 h 232"/>
                    <a:gd name="T6" fmla="*/ 0 w 199"/>
                    <a:gd name="T7" fmla="*/ 0 h 232"/>
                    <a:gd name="T8" fmla="*/ 0 w 199"/>
                    <a:gd name="T9" fmla="*/ 0 h 232"/>
                    <a:gd name="T10" fmla="*/ 0 w 199"/>
                    <a:gd name="T11" fmla="*/ 0 h 232"/>
                    <a:gd name="T12" fmla="*/ 0 w 199"/>
                    <a:gd name="T13" fmla="*/ 0 h 232"/>
                    <a:gd name="T14" fmla="*/ 0 w 199"/>
                    <a:gd name="T15" fmla="*/ 0 h 232"/>
                    <a:gd name="T16" fmla="*/ 0 w 199"/>
                    <a:gd name="T17" fmla="*/ 0 h 232"/>
                    <a:gd name="T18" fmla="*/ 0 w 199"/>
                    <a:gd name="T19" fmla="*/ 0 h 232"/>
                    <a:gd name="T20" fmla="*/ 0 w 199"/>
                    <a:gd name="T21" fmla="*/ 0 h 232"/>
                    <a:gd name="T22" fmla="*/ 0 w 199"/>
                    <a:gd name="T23" fmla="*/ 0 h 232"/>
                    <a:gd name="T24" fmla="*/ 0 w 199"/>
                    <a:gd name="T25" fmla="*/ 0 h 232"/>
                    <a:gd name="T26" fmla="*/ 0 w 199"/>
                    <a:gd name="T27" fmla="*/ 0 h 232"/>
                    <a:gd name="T28" fmla="*/ 0 w 199"/>
                    <a:gd name="T29" fmla="*/ 0 h 232"/>
                    <a:gd name="T30" fmla="*/ 0 w 199"/>
                    <a:gd name="T31" fmla="*/ 0 h 232"/>
                    <a:gd name="T32" fmla="*/ 0 w 199"/>
                    <a:gd name="T33" fmla="*/ 0 h 232"/>
                    <a:gd name="T34" fmla="*/ 0 w 199"/>
                    <a:gd name="T35" fmla="*/ 0 h 232"/>
                    <a:gd name="T36" fmla="*/ 0 w 199"/>
                    <a:gd name="T37" fmla="*/ 0 h 232"/>
                    <a:gd name="T38" fmla="*/ 0 w 199"/>
                    <a:gd name="T39" fmla="*/ 0 h 232"/>
                    <a:gd name="T40" fmla="*/ 0 w 199"/>
                    <a:gd name="T41" fmla="*/ 0 h 232"/>
                    <a:gd name="T42" fmla="*/ 0 w 199"/>
                    <a:gd name="T43" fmla="*/ 0 h 232"/>
                    <a:gd name="T44" fmla="*/ 0 w 199"/>
                    <a:gd name="T45" fmla="*/ 0 h 232"/>
                    <a:gd name="T46" fmla="*/ 0 w 199"/>
                    <a:gd name="T47" fmla="*/ 0 h 232"/>
                    <a:gd name="T48" fmla="*/ 0 w 199"/>
                    <a:gd name="T49" fmla="*/ 0 h 232"/>
                    <a:gd name="T50" fmla="*/ 0 w 199"/>
                    <a:gd name="T51" fmla="*/ 0 h 232"/>
                    <a:gd name="T52" fmla="*/ 0 w 199"/>
                    <a:gd name="T53" fmla="*/ 0 h 232"/>
                    <a:gd name="T54" fmla="*/ 0 w 199"/>
                    <a:gd name="T55" fmla="*/ 0 h 232"/>
                    <a:gd name="T56" fmla="*/ 0 w 199"/>
                    <a:gd name="T57" fmla="*/ 0 h 232"/>
                    <a:gd name="T58" fmla="*/ 0 w 199"/>
                    <a:gd name="T59" fmla="*/ 0 h 232"/>
                    <a:gd name="T60" fmla="*/ 0 w 199"/>
                    <a:gd name="T61" fmla="*/ 0 h 232"/>
                    <a:gd name="T62" fmla="*/ 0 w 199"/>
                    <a:gd name="T63" fmla="*/ 0 h 232"/>
                    <a:gd name="T64" fmla="*/ 0 w 199"/>
                    <a:gd name="T65" fmla="*/ 0 h 232"/>
                    <a:gd name="T66" fmla="*/ 0 w 199"/>
                    <a:gd name="T67" fmla="*/ 0 h 232"/>
                    <a:gd name="T68" fmla="*/ 0 w 199"/>
                    <a:gd name="T69" fmla="*/ 0 h 232"/>
                    <a:gd name="T70" fmla="*/ 0 w 199"/>
                    <a:gd name="T71" fmla="*/ 0 h 232"/>
                    <a:gd name="T72" fmla="*/ 0 w 199"/>
                    <a:gd name="T73" fmla="*/ 0 h 232"/>
                    <a:gd name="T74" fmla="*/ 0 w 199"/>
                    <a:gd name="T75" fmla="*/ 0 h 232"/>
                    <a:gd name="T76" fmla="*/ 0 w 199"/>
                    <a:gd name="T77" fmla="*/ 0 h 232"/>
                    <a:gd name="T78" fmla="*/ 0 w 199"/>
                    <a:gd name="T79" fmla="*/ 0 h 232"/>
                    <a:gd name="T80" fmla="*/ 0 w 199"/>
                    <a:gd name="T81" fmla="*/ 0 h 232"/>
                    <a:gd name="T82" fmla="*/ 0 w 199"/>
                    <a:gd name="T83" fmla="*/ 0 h 232"/>
                    <a:gd name="T84" fmla="*/ 0 w 199"/>
                    <a:gd name="T85" fmla="*/ 0 h 232"/>
                    <a:gd name="T86" fmla="*/ 0 w 199"/>
                    <a:gd name="T87" fmla="*/ 0 h 232"/>
                    <a:gd name="T88" fmla="*/ 0 w 199"/>
                    <a:gd name="T89" fmla="*/ 0 h 232"/>
                    <a:gd name="T90" fmla="*/ 0 w 199"/>
                    <a:gd name="T91" fmla="*/ 0 h 232"/>
                    <a:gd name="T92" fmla="*/ 0 w 199"/>
                    <a:gd name="T93" fmla="*/ 0 h 232"/>
                    <a:gd name="T94" fmla="*/ 0 w 199"/>
                    <a:gd name="T95" fmla="*/ 0 h 232"/>
                    <a:gd name="T96" fmla="*/ 0 w 199"/>
                    <a:gd name="T97" fmla="*/ 0 h 232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w 199"/>
                    <a:gd name="T148" fmla="*/ 0 h 232"/>
                    <a:gd name="T149" fmla="*/ 199 w 199"/>
                    <a:gd name="T150" fmla="*/ 232 h 232"/>
                  </a:gdLst>
                  <a:ahLst/>
                  <a:cxnLst>
                    <a:cxn ang="T98">
                      <a:pos x="T0" y="T1"/>
                    </a:cxn>
                    <a:cxn ang="T99">
                      <a:pos x="T2" y="T3"/>
                    </a:cxn>
                    <a:cxn ang="T100">
                      <a:pos x="T4" y="T5"/>
                    </a:cxn>
                    <a:cxn ang="T101">
                      <a:pos x="T6" y="T7"/>
                    </a:cxn>
                    <a:cxn ang="T102">
                      <a:pos x="T8" y="T9"/>
                    </a:cxn>
                    <a:cxn ang="T103">
                      <a:pos x="T10" y="T11"/>
                    </a:cxn>
                    <a:cxn ang="T104">
                      <a:pos x="T12" y="T13"/>
                    </a:cxn>
                    <a:cxn ang="T105">
                      <a:pos x="T14" y="T15"/>
                    </a:cxn>
                    <a:cxn ang="T106">
                      <a:pos x="T16" y="T17"/>
                    </a:cxn>
                    <a:cxn ang="T107">
                      <a:pos x="T18" y="T19"/>
                    </a:cxn>
                    <a:cxn ang="T108">
                      <a:pos x="T20" y="T21"/>
                    </a:cxn>
                    <a:cxn ang="T109">
                      <a:pos x="T22" y="T23"/>
                    </a:cxn>
                    <a:cxn ang="T110">
                      <a:pos x="T24" y="T25"/>
                    </a:cxn>
                    <a:cxn ang="T111">
                      <a:pos x="T26" y="T27"/>
                    </a:cxn>
                    <a:cxn ang="T112">
                      <a:pos x="T28" y="T29"/>
                    </a:cxn>
                    <a:cxn ang="T113">
                      <a:pos x="T30" y="T31"/>
                    </a:cxn>
                    <a:cxn ang="T114">
                      <a:pos x="T32" y="T33"/>
                    </a:cxn>
                    <a:cxn ang="T115">
                      <a:pos x="T34" y="T35"/>
                    </a:cxn>
                    <a:cxn ang="T116">
                      <a:pos x="T36" y="T37"/>
                    </a:cxn>
                    <a:cxn ang="T117">
                      <a:pos x="T38" y="T39"/>
                    </a:cxn>
                    <a:cxn ang="T118">
                      <a:pos x="T40" y="T41"/>
                    </a:cxn>
                    <a:cxn ang="T119">
                      <a:pos x="T42" y="T43"/>
                    </a:cxn>
                    <a:cxn ang="T120">
                      <a:pos x="T44" y="T45"/>
                    </a:cxn>
                    <a:cxn ang="T121">
                      <a:pos x="T46" y="T47"/>
                    </a:cxn>
                    <a:cxn ang="T122">
                      <a:pos x="T48" y="T49"/>
                    </a:cxn>
                    <a:cxn ang="T123">
                      <a:pos x="T50" y="T51"/>
                    </a:cxn>
                    <a:cxn ang="T124">
                      <a:pos x="T52" y="T53"/>
                    </a:cxn>
                    <a:cxn ang="T125">
                      <a:pos x="T54" y="T55"/>
                    </a:cxn>
                    <a:cxn ang="T126">
                      <a:pos x="T56" y="T57"/>
                    </a:cxn>
                    <a:cxn ang="T127">
                      <a:pos x="T58" y="T59"/>
                    </a:cxn>
                    <a:cxn ang="T128">
                      <a:pos x="T60" y="T61"/>
                    </a:cxn>
                    <a:cxn ang="T129">
                      <a:pos x="T62" y="T63"/>
                    </a:cxn>
                    <a:cxn ang="T130">
                      <a:pos x="T64" y="T65"/>
                    </a:cxn>
                    <a:cxn ang="T131">
                      <a:pos x="T66" y="T67"/>
                    </a:cxn>
                    <a:cxn ang="T132">
                      <a:pos x="T68" y="T69"/>
                    </a:cxn>
                    <a:cxn ang="T133">
                      <a:pos x="T70" y="T71"/>
                    </a:cxn>
                    <a:cxn ang="T134">
                      <a:pos x="T72" y="T73"/>
                    </a:cxn>
                    <a:cxn ang="T135">
                      <a:pos x="T74" y="T75"/>
                    </a:cxn>
                    <a:cxn ang="T136">
                      <a:pos x="T76" y="T77"/>
                    </a:cxn>
                    <a:cxn ang="T137">
                      <a:pos x="T78" y="T79"/>
                    </a:cxn>
                    <a:cxn ang="T138">
                      <a:pos x="T80" y="T81"/>
                    </a:cxn>
                    <a:cxn ang="T139">
                      <a:pos x="T82" y="T83"/>
                    </a:cxn>
                    <a:cxn ang="T140">
                      <a:pos x="T84" y="T85"/>
                    </a:cxn>
                    <a:cxn ang="T141">
                      <a:pos x="T86" y="T87"/>
                    </a:cxn>
                    <a:cxn ang="T142">
                      <a:pos x="T88" y="T89"/>
                    </a:cxn>
                    <a:cxn ang="T143">
                      <a:pos x="T90" y="T91"/>
                    </a:cxn>
                    <a:cxn ang="T144">
                      <a:pos x="T92" y="T93"/>
                    </a:cxn>
                    <a:cxn ang="T145">
                      <a:pos x="T94" y="T95"/>
                    </a:cxn>
                    <a:cxn ang="T146">
                      <a:pos x="T96" y="T97"/>
                    </a:cxn>
                  </a:cxnLst>
                  <a:rect l="T147" t="T148" r="T149" b="T150"/>
                  <a:pathLst>
                    <a:path w="199" h="232">
                      <a:moveTo>
                        <a:pt x="70" y="29"/>
                      </a:moveTo>
                      <a:lnTo>
                        <a:pt x="55" y="39"/>
                      </a:lnTo>
                      <a:lnTo>
                        <a:pt x="42" y="50"/>
                      </a:lnTo>
                      <a:lnTo>
                        <a:pt x="30" y="63"/>
                      </a:lnTo>
                      <a:lnTo>
                        <a:pt x="20" y="77"/>
                      </a:lnTo>
                      <a:lnTo>
                        <a:pt x="12" y="91"/>
                      </a:lnTo>
                      <a:lnTo>
                        <a:pt x="6" y="108"/>
                      </a:lnTo>
                      <a:lnTo>
                        <a:pt x="2" y="125"/>
                      </a:lnTo>
                      <a:lnTo>
                        <a:pt x="0" y="142"/>
                      </a:lnTo>
                      <a:lnTo>
                        <a:pt x="2" y="166"/>
                      </a:lnTo>
                      <a:lnTo>
                        <a:pt x="12" y="186"/>
                      </a:lnTo>
                      <a:lnTo>
                        <a:pt x="26" y="203"/>
                      </a:lnTo>
                      <a:lnTo>
                        <a:pt x="45" y="216"/>
                      </a:lnTo>
                      <a:lnTo>
                        <a:pt x="66" y="226"/>
                      </a:lnTo>
                      <a:lnTo>
                        <a:pt x="88" y="230"/>
                      </a:lnTo>
                      <a:lnTo>
                        <a:pt x="111" y="232"/>
                      </a:lnTo>
                      <a:lnTo>
                        <a:pt x="134" y="228"/>
                      </a:lnTo>
                      <a:lnTo>
                        <a:pt x="138" y="228"/>
                      </a:lnTo>
                      <a:lnTo>
                        <a:pt x="143" y="226"/>
                      </a:lnTo>
                      <a:lnTo>
                        <a:pt x="147" y="222"/>
                      </a:lnTo>
                      <a:lnTo>
                        <a:pt x="148" y="218"/>
                      </a:lnTo>
                      <a:lnTo>
                        <a:pt x="145" y="212"/>
                      </a:lnTo>
                      <a:lnTo>
                        <a:pt x="141" y="207"/>
                      </a:lnTo>
                      <a:lnTo>
                        <a:pt x="135" y="203"/>
                      </a:lnTo>
                      <a:lnTo>
                        <a:pt x="129" y="201"/>
                      </a:lnTo>
                      <a:lnTo>
                        <a:pt x="117" y="197"/>
                      </a:lnTo>
                      <a:lnTo>
                        <a:pt x="105" y="195"/>
                      </a:lnTo>
                      <a:lnTo>
                        <a:pt x="94" y="193"/>
                      </a:lnTo>
                      <a:lnTo>
                        <a:pt x="83" y="190"/>
                      </a:lnTo>
                      <a:lnTo>
                        <a:pt x="73" y="187"/>
                      </a:lnTo>
                      <a:lnTo>
                        <a:pt x="62" y="182"/>
                      </a:lnTo>
                      <a:lnTo>
                        <a:pt x="53" y="176"/>
                      </a:lnTo>
                      <a:lnTo>
                        <a:pt x="43" y="167"/>
                      </a:lnTo>
                      <a:lnTo>
                        <a:pt x="40" y="128"/>
                      </a:lnTo>
                      <a:lnTo>
                        <a:pt x="49" y="96"/>
                      </a:lnTo>
                      <a:lnTo>
                        <a:pt x="68" y="71"/>
                      </a:lnTo>
                      <a:lnTo>
                        <a:pt x="94" y="50"/>
                      </a:lnTo>
                      <a:lnTo>
                        <a:pt x="122" y="34"/>
                      </a:lnTo>
                      <a:lnTo>
                        <a:pt x="151" y="21"/>
                      </a:lnTo>
                      <a:lnTo>
                        <a:pt x="178" y="12"/>
                      </a:lnTo>
                      <a:lnTo>
                        <a:pt x="199" y="4"/>
                      </a:lnTo>
                      <a:lnTo>
                        <a:pt x="186" y="1"/>
                      </a:lnTo>
                      <a:lnTo>
                        <a:pt x="172" y="0"/>
                      </a:lnTo>
                      <a:lnTo>
                        <a:pt x="156" y="2"/>
                      </a:lnTo>
                      <a:lnTo>
                        <a:pt x="138" y="4"/>
                      </a:lnTo>
                      <a:lnTo>
                        <a:pt x="121" y="10"/>
                      </a:lnTo>
                      <a:lnTo>
                        <a:pt x="103" y="16"/>
                      </a:lnTo>
                      <a:lnTo>
                        <a:pt x="86" y="23"/>
                      </a:lnTo>
                      <a:lnTo>
                        <a:pt x="70" y="29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37827" name="Freeform 737">
                  <a:extLst>
                    <a:ext uri="{FF2B5EF4-FFF2-40B4-BE49-F238E27FC236}">
                      <a16:creationId xmlns:a16="http://schemas.microsoft.com/office/drawing/2014/main" id="{BFF6FACE-1BB2-46A1-B100-3A03965D985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52" y="2656"/>
                  <a:ext cx="47" cy="42"/>
                </a:xfrm>
                <a:custGeom>
                  <a:avLst/>
                  <a:gdLst>
                    <a:gd name="T0" fmla="*/ 0 w 128"/>
                    <a:gd name="T1" fmla="*/ 0 h 180"/>
                    <a:gd name="T2" fmla="*/ 0 w 128"/>
                    <a:gd name="T3" fmla="*/ 0 h 180"/>
                    <a:gd name="T4" fmla="*/ 0 w 128"/>
                    <a:gd name="T5" fmla="*/ 0 h 180"/>
                    <a:gd name="T6" fmla="*/ 0 w 128"/>
                    <a:gd name="T7" fmla="*/ 0 h 180"/>
                    <a:gd name="T8" fmla="*/ 0 w 128"/>
                    <a:gd name="T9" fmla="*/ 0 h 180"/>
                    <a:gd name="T10" fmla="*/ 0 w 128"/>
                    <a:gd name="T11" fmla="*/ 0 h 180"/>
                    <a:gd name="T12" fmla="*/ 0 w 128"/>
                    <a:gd name="T13" fmla="*/ 0 h 180"/>
                    <a:gd name="T14" fmla="*/ 0 w 128"/>
                    <a:gd name="T15" fmla="*/ 0 h 180"/>
                    <a:gd name="T16" fmla="*/ 0 w 128"/>
                    <a:gd name="T17" fmla="*/ 0 h 180"/>
                    <a:gd name="T18" fmla="*/ 0 w 128"/>
                    <a:gd name="T19" fmla="*/ 0 h 180"/>
                    <a:gd name="T20" fmla="*/ 0 w 128"/>
                    <a:gd name="T21" fmla="*/ 0 h 180"/>
                    <a:gd name="T22" fmla="*/ 0 w 128"/>
                    <a:gd name="T23" fmla="*/ 0 h 180"/>
                    <a:gd name="T24" fmla="*/ 0 w 128"/>
                    <a:gd name="T25" fmla="*/ 0 h 180"/>
                    <a:gd name="T26" fmla="*/ 0 w 128"/>
                    <a:gd name="T27" fmla="*/ 0 h 180"/>
                    <a:gd name="T28" fmla="*/ 0 w 128"/>
                    <a:gd name="T29" fmla="*/ 0 h 180"/>
                    <a:gd name="T30" fmla="*/ 0 w 128"/>
                    <a:gd name="T31" fmla="*/ 0 h 180"/>
                    <a:gd name="T32" fmla="*/ 0 w 128"/>
                    <a:gd name="T33" fmla="*/ 0 h 180"/>
                    <a:gd name="T34" fmla="*/ 0 w 128"/>
                    <a:gd name="T35" fmla="*/ 0 h 180"/>
                    <a:gd name="T36" fmla="*/ 0 w 128"/>
                    <a:gd name="T37" fmla="*/ 0 h 180"/>
                    <a:gd name="T38" fmla="*/ 0 w 128"/>
                    <a:gd name="T39" fmla="*/ 0 h 180"/>
                    <a:gd name="T40" fmla="*/ 0 w 128"/>
                    <a:gd name="T41" fmla="*/ 0 h 180"/>
                    <a:gd name="T42" fmla="*/ 0 w 128"/>
                    <a:gd name="T43" fmla="*/ 0 h 180"/>
                    <a:gd name="T44" fmla="*/ 0 w 128"/>
                    <a:gd name="T45" fmla="*/ 0 h 180"/>
                    <a:gd name="T46" fmla="*/ 0 w 128"/>
                    <a:gd name="T47" fmla="*/ 0 h 180"/>
                    <a:gd name="T48" fmla="*/ 0 w 128"/>
                    <a:gd name="T49" fmla="*/ 0 h 180"/>
                    <a:gd name="T50" fmla="*/ 0 w 128"/>
                    <a:gd name="T51" fmla="*/ 0 h 180"/>
                    <a:gd name="T52" fmla="*/ 0 w 128"/>
                    <a:gd name="T53" fmla="*/ 0 h 180"/>
                    <a:gd name="T54" fmla="*/ 0 w 128"/>
                    <a:gd name="T55" fmla="*/ 0 h 180"/>
                    <a:gd name="T56" fmla="*/ 0 w 128"/>
                    <a:gd name="T57" fmla="*/ 0 h 180"/>
                    <a:gd name="T58" fmla="*/ 0 w 128"/>
                    <a:gd name="T59" fmla="*/ 0 h 180"/>
                    <a:gd name="T60" fmla="*/ 0 w 128"/>
                    <a:gd name="T61" fmla="*/ 0 h 180"/>
                    <a:gd name="T62" fmla="*/ 0 w 128"/>
                    <a:gd name="T63" fmla="*/ 0 h 180"/>
                    <a:gd name="T64" fmla="*/ 0 w 128"/>
                    <a:gd name="T65" fmla="*/ 0 h 180"/>
                    <a:gd name="T66" fmla="*/ 0 w 128"/>
                    <a:gd name="T67" fmla="*/ 0 h 180"/>
                    <a:gd name="T68" fmla="*/ 0 w 128"/>
                    <a:gd name="T69" fmla="*/ 0 h 180"/>
                    <a:gd name="T70" fmla="*/ 0 w 128"/>
                    <a:gd name="T71" fmla="*/ 0 h 180"/>
                    <a:gd name="T72" fmla="*/ 0 w 128"/>
                    <a:gd name="T73" fmla="*/ 0 h 180"/>
                    <a:gd name="T74" fmla="*/ 0 w 128"/>
                    <a:gd name="T75" fmla="*/ 0 h 180"/>
                    <a:gd name="T76" fmla="*/ 0 w 128"/>
                    <a:gd name="T77" fmla="*/ 0 h 180"/>
                    <a:gd name="T78" fmla="*/ 0 w 128"/>
                    <a:gd name="T79" fmla="*/ 0 h 180"/>
                    <a:gd name="T80" fmla="*/ 0 w 128"/>
                    <a:gd name="T81" fmla="*/ 0 h 180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w 128"/>
                    <a:gd name="T124" fmla="*/ 0 h 180"/>
                    <a:gd name="T125" fmla="*/ 128 w 128"/>
                    <a:gd name="T126" fmla="*/ 180 h 180"/>
                  </a:gdLst>
                  <a:ahLst/>
                  <a:cxnLst>
                    <a:cxn ang="T82">
                      <a:pos x="T0" y="T1"/>
                    </a:cxn>
                    <a:cxn ang="T83">
                      <a:pos x="T2" y="T3"/>
                    </a:cxn>
                    <a:cxn ang="T84">
                      <a:pos x="T4" y="T5"/>
                    </a:cxn>
                    <a:cxn ang="T85">
                      <a:pos x="T6" y="T7"/>
                    </a:cxn>
                    <a:cxn ang="T86">
                      <a:pos x="T8" y="T9"/>
                    </a:cxn>
                    <a:cxn ang="T87">
                      <a:pos x="T10" y="T11"/>
                    </a:cxn>
                    <a:cxn ang="T88">
                      <a:pos x="T12" y="T13"/>
                    </a:cxn>
                    <a:cxn ang="T89">
                      <a:pos x="T14" y="T15"/>
                    </a:cxn>
                    <a:cxn ang="T90">
                      <a:pos x="T16" y="T17"/>
                    </a:cxn>
                    <a:cxn ang="T91">
                      <a:pos x="T18" y="T19"/>
                    </a:cxn>
                    <a:cxn ang="T92">
                      <a:pos x="T20" y="T21"/>
                    </a:cxn>
                    <a:cxn ang="T93">
                      <a:pos x="T22" y="T23"/>
                    </a:cxn>
                    <a:cxn ang="T94">
                      <a:pos x="T24" y="T25"/>
                    </a:cxn>
                    <a:cxn ang="T95">
                      <a:pos x="T26" y="T27"/>
                    </a:cxn>
                    <a:cxn ang="T96">
                      <a:pos x="T28" y="T29"/>
                    </a:cxn>
                    <a:cxn ang="T97">
                      <a:pos x="T30" y="T31"/>
                    </a:cxn>
                    <a:cxn ang="T98">
                      <a:pos x="T32" y="T33"/>
                    </a:cxn>
                    <a:cxn ang="T99">
                      <a:pos x="T34" y="T35"/>
                    </a:cxn>
                    <a:cxn ang="T100">
                      <a:pos x="T36" y="T37"/>
                    </a:cxn>
                    <a:cxn ang="T101">
                      <a:pos x="T38" y="T39"/>
                    </a:cxn>
                    <a:cxn ang="T102">
                      <a:pos x="T40" y="T41"/>
                    </a:cxn>
                    <a:cxn ang="T103">
                      <a:pos x="T42" y="T43"/>
                    </a:cxn>
                    <a:cxn ang="T104">
                      <a:pos x="T44" y="T45"/>
                    </a:cxn>
                    <a:cxn ang="T105">
                      <a:pos x="T46" y="T47"/>
                    </a:cxn>
                    <a:cxn ang="T106">
                      <a:pos x="T48" y="T49"/>
                    </a:cxn>
                    <a:cxn ang="T107">
                      <a:pos x="T50" y="T51"/>
                    </a:cxn>
                    <a:cxn ang="T108">
                      <a:pos x="T52" y="T53"/>
                    </a:cxn>
                    <a:cxn ang="T109">
                      <a:pos x="T54" y="T55"/>
                    </a:cxn>
                    <a:cxn ang="T110">
                      <a:pos x="T56" y="T57"/>
                    </a:cxn>
                    <a:cxn ang="T111">
                      <a:pos x="T58" y="T59"/>
                    </a:cxn>
                    <a:cxn ang="T112">
                      <a:pos x="T60" y="T61"/>
                    </a:cxn>
                    <a:cxn ang="T113">
                      <a:pos x="T62" y="T63"/>
                    </a:cxn>
                    <a:cxn ang="T114">
                      <a:pos x="T64" y="T65"/>
                    </a:cxn>
                    <a:cxn ang="T115">
                      <a:pos x="T66" y="T67"/>
                    </a:cxn>
                    <a:cxn ang="T116">
                      <a:pos x="T68" y="T69"/>
                    </a:cxn>
                    <a:cxn ang="T117">
                      <a:pos x="T70" y="T71"/>
                    </a:cxn>
                    <a:cxn ang="T118">
                      <a:pos x="T72" y="T73"/>
                    </a:cxn>
                    <a:cxn ang="T119">
                      <a:pos x="T74" y="T75"/>
                    </a:cxn>
                    <a:cxn ang="T120">
                      <a:pos x="T76" y="T77"/>
                    </a:cxn>
                    <a:cxn ang="T121">
                      <a:pos x="T78" y="T79"/>
                    </a:cxn>
                    <a:cxn ang="T122">
                      <a:pos x="T80" y="T81"/>
                    </a:cxn>
                  </a:cxnLst>
                  <a:rect l="T123" t="T124" r="T125" b="T126"/>
                  <a:pathLst>
                    <a:path w="128" h="180">
                      <a:moveTo>
                        <a:pt x="108" y="59"/>
                      </a:moveTo>
                      <a:lnTo>
                        <a:pt x="113" y="77"/>
                      </a:lnTo>
                      <a:lnTo>
                        <a:pt x="111" y="94"/>
                      </a:lnTo>
                      <a:lnTo>
                        <a:pt x="103" y="108"/>
                      </a:lnTo>
                      <a:lnTo>
                        <a:pt x="91" y="121"/>
                      </a:lnTo>
                      <a:lnTo>
                        <a:pt x="77" y="132"/>
                      </a:lnTo>
                      <a:lnTo>
                        <a:pt x="61" y="144"/>
                      </a:lnTo>
                      <a:lnTo>
                        <a:pt x="45" y="154"/>
                      </a:lnTo>
                      <a:lnTo>
                        <a:pt x="30" y="164"/>
                      </a:lnTo>
                      <a:lnTo>
                        <a:pt x="28" y="168"/>
                      </a:lnTo>
                      <a:lnTo>
                        <a:pt x="27" y="170"/>
                      </a:lnTo>
                      <a:lnTo>
                        <a:pt x="27" y="174"/>
                      </a:lnTo>
                      <a:lnTo>
                        <a:pt x="28" y="177"/>
                      </a:lnTo>
                      <a:lnTo>
                        <a:pt x="32" y="179"/>
                      </a:lnTo>
                      <a:lnTo>
                        <a:pt x="35" y="180"/>
                      </a:lnTo>
                      <a:lnTo>
                        <a:pt x="37" y="180"/>
                      </a:lnTo>
                      <a:lnTo>
                        <a:pt x="41" y="179"/>
                      </a:lnTo>
                      <a:lnTo>
                        <a:pt x="60" y="169"/>
                      </a:lnTo>
                      <a:lnTo>
                        <a:pt x="77" y="158"/>
                      </a:lnTo>
                      <a:lnTo>
                        <a:pt x="94" y="145"/>
                      </a:lnTo>
                      <a:lnTo>
                        <a:pt x="109" y="130"/>
                      </a:lnTo>
                      <a:lnTo>
                        <a:pt x="120" y="114"/>
                      </a:lnTo>
                      <a:lnTo>
                        <a:pt x="127" y="95"/>
                      </a:lnTo>
                      <a:lnTo>
                        <a:pt x="128" y="76"/>
                      </a:lnTo>
                      <a:lnTo>
                        <a:pt x="123" y="55"/>
                      </a:lnTo>
                      <a:lnTo>
                        <a:pt x="113" y="39"/>
                      </a:lnTo>
                      <a:lnTo>
                        <a:pt x="97" y="25"/>
                      </a:lnTo>
                      <a:lnTo>
                        <a:pt x="79" y="15"/>
                      </a:lnTo>
                      <a:lnTo>
                        <a:pt x="57" y="7"/>
                      </a:lnTo>
                      <a:lnTo>
                        <a:pt x="36" y="2"/>
                      </a:lnTo>
                      <a:lnTo>
                        <a:pt x="19" y="0"/>
                      </a:lnTo>
                      <a:lnTo>
                        <a:pt x="6" y="0"/>
                      </a:lnTo>
                      <a:lnTo>
                        <a:pt x="0" y="4"/>
                      </a:lnTo>
                      <a:lnTo>
                        <a:pt x="14" y="9"/>
                      </a:lnTo>
                      <a:lnTo>
                        <a:pt x="29" y="14"/>
                      </a:lnTo>
                      <a:lnTo>
                        <a:pt x="46" y="19"/>
                      </a:lnTo>
                      <a:lnTo>
                        <a:pt x="61" y="23"/>
                      </a:lnTo>
                      <a:lnTo>
                        <a:pt x="76" y="29"/>
                      </a:lnTo>
                      <a:lnTo>
                        <a:pt x="89" y="37"/>
                      </a:lnTo>
                      <a:lnTo>
                        <a:pt x="100" y="46"/>
                      </a:lnTo>
                      <a:lnTo>
                        <a:pt x="108" y="59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37828" name="Freeform 738">
                  <a:extLst>
                    <a:ext uri="{FF2B5EF4-FFF2-40B4-BE49-F238E27FC236}">
                      <a16:creationId xmlns:a16="http://schemas.microsoft.com/office/drawing/2014/main" id="{A9C12D07-78A2-4E6C-AE41-0930BBF1071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89" y="2646"/>
                  <a:ext cx="114" cy="88"/>
                </a:xfrm>
                <a:custGeom>
                  <a:avLst/>
                  <a:gdLst>
                    <a:gd name="T0" fmla="*/ 0 w 322"/>
                    <a:gd name="T1" fmla="*/ 0 h 378"/>
                    <a:gd name="T2" fmla="*/ 0 w 322"/>
                    <a:gd name="T3" fmla="*/ 0 h 378"/>
                    <a:gd name="T4" fmla="*/ 0 w 322"/>
                    <a:gd name="T5" fmla="*/ 0 h 378"/>
                    <a:gd name="T6" fmla="*/ 0 w 322"/>
                    <a:gd name="T7" fmla="*/ 0 h 378"/>
                    <a:gd name="T8" fmla="*/ 0 w 322"/>
                    <a:gd name="T9" fmla="*/ 0 h 378"/>
                    <a:gd name="T10" fmla="*/ 0 w 322"/>
                    <a:gd name="T11" fmla="*/ 0 h 378"/>
                    <a:gd name="T12" fmla="*/ 0 w 322"/>
                    <a:gd name="T13" fmla="*/ 0 h 378"/>
                    <a:gd name="T14" fmla="*/ 0 w 322"/>
                    <a:gd name="T15" fmla="*/ 0 h 378"/>
                    <a:gd name="T16" fmla="*/ 0 w 322"/>
                    <a:gd name="T17" fmla="*/ 0 h 378"/>
                    <a:gd name="T18" fmla="*/ 0 w 322"/>
                    <a:gd name="T19" fmla="*/ 0 h 378"/>
                    <a:gd name="T20" fmla="*/ 0 w 322"/>
                    <a:gd name="T21" fmla="*/ 0 h 378"/>
                    <a:gd name="T22" fmla="*/ 0 w 322"/>
                    <a:gd name="T23" fmla="*/ 0 h 378"/>
                    <a:gd name="T24" fmla="*/ 0 w 322"/>
                    <a:gd name="T25" fmla="*/ 0 h 378"/>
                    <a:gd name="T26" fmla="*/ 0 w 322"/>
                    <a:gd name="T27" fmla="*/ 0 h 378"/>
                    <a:gd name="T28" fmla="*/ 0 w 322"/>
                    <a:gd name="T29" fmla="*/ 0 h 378"/>
                    <a:gd name="T30" fmla="*/ 0 w 322"/>
                    <a:gd name="T31" fmla="*/ 0 h 378"/>
                    <a:gd name="T32" fmla="*/ 0 w 322"/>
                    <a:gd name="T33" fmla="*/ 0 h 378"/>
                    <a:gd name="T34" fmla="*/ 0 w 322"/>
                    <a:gd name="T35" fmla="*/ 0 h 378"/>
                    <a:gd name="T36" fmla="*/ 0 w 322"/>
                    <a:gd name="T37" fmla="*/ 0 h 378"/>
                    <a:gd name="T38" fmla="*/ 0 w 322"/>
                    <a:gd name="T39" fmla="*/ 0 h 378"/>
                    <a:gd name="T40" fmla="*/ 0 w 322"/>
                    <a:gd name="T41" fmla="*/ 0 h 378"/>
                    <a:gd name="T42" fmla="*/ 0 w 322"/>
                    <a:gd name="T43" fmla="*/ 0 h 378"/>
                    <a:gd name="T44" fmla="*/ 0 w 322"/>
                    <a:gd name="T45" fmla="*/ 0 h 378"/>
                    <a:gd name="T46" fmla="*/ 0 w 322"/>
                    <a:gd name="T47" fmla="*/ 0 h 378"/>
                    <a:gd name="T48" fmla="*/ 0 w 322"/>
                    <a:gd name="T49" fmla="*/ 0 h 378"/>
                    <a:gd name="T50" fmla="*/ 0 w 322"/>
                    <a:gd name="T51" fmla="*/ 0 h 378"/>
                    <a:gd name="T52" fmla="*/ 0 w 322"/>
                    <a:gd name="T53" fmla="*/ 0 h 378"/>
                    <a:gd name="T54" fmla="*/ 0 w 322"/>
                    <a:gd name="T55" fmla="*/ 0 h 378"/>
                    <a:gd name="T56" fmla="*/ 0 w 322"/>
                    <a:gd name="T57" fmla="*/ 0 h 378"/>
                    <a:gd name="T58" fmla="*/ 0 w 322"/>
                    <a:gd name="T59" fmla="*/ 0 h 378"/>
                    <a:gd name="T60" fmla="*/ 0 w 322"/>
                    <a:gd name="T61" fmla="*/ 0 h 378"/>
                    <a:gd name="T62" fmla="*/ 0 w 322"/>
                    <a:gd name="T63" fmla="*/ 0 h 378"/>
                    <a:gd name="T64" fmla="*/ 0 w 322"/>
                    <a:gd name="T65" fmla="*/ 0 h 378"/>
                    <a:gd name="T66" fmla="*/ 0 w 322"/>
                    <a:gd name="T67" fmla="*/ 0 h 378"/>
                    <a:gd name="T68" fmla="*/ 0 w 322"/>
                    <a:gd name="T69" fmla="*/ 0 h 378"/>
                    <a:gd name="T70" fmla="*/ 0 w 322"/>
                    <a:gd name="T71" fmla="*/ 0 h 378"/>
                    <a:gd name="T72" fmla="*/ 0 w 322"/>
                    <a:gd name="T73" fmla="*/ 0 h 378"/>
                    <a:gd name="T74" fmla="*/ 0 w 322"/>
                    <a:gd name="T75" fmla="*/ 0 h 378"/>
                    <a:gd name="T76" fmla="*/ 0 w 322"/>
                    <a:gd name="T77" fmla="*/ 0 h 378"/>
                    <a:gd name="T78" fmla="*/ 0 w 322"/>
                    <a:gd name="T79" fmla="*/ 0 h 378"/>
                    <a:gd name="T80" fmla="*/ 0 w 322"/>
                    <a:gd name="T81" fmla="*/ 0 h 378"/>
                    <a:gd name="T82" fmla="*/ 0 w 322"/>
                    <a:gd name="T83" fmla="*/ 0 h 378"/>
                    <a:gd name="T84" fmla="*/ 0 w 322"/>
                    <a:gd name="T85" fmla="*/ 0 h 378"/>
                    <a:gd name="T86" fmla="*/ 0 w 322"/>
                    <a:gd name="T87" fmla="*/ 0 h 378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w 322"/>
                    <a:gd name="T133" fmla="*/ 0 h 378"/>
                    <a:gd name="T134" fmla="*/ 322 w 322"/>
                    <a:gd name="T135" fmla="*/ 378 h 378"/>
                  </a:gdLst>
                  <a:ahLst/>
                  <a:cxnLst>
                    <a:cxn ang="T88">
                      <a:pos x="T0" y="T1"/>
                    </a:cxn>
                    <a:cxn ang="T89">
                      <a:pos x="T2" y="T3"/>
                    </a:cxn>
                    <a:cxn ang="T90">
                      <a:pos x="T4" y="T5"/>
                    </a:cxn>
                    <a:cxn ang="T91">
                      <a:pos x="T6" y="T7"/>
                    </a:cxn>
                    <a:cxn ang="T92">
                      <a:pos x="T8" y="T9"/>
                    </a:cxn>
                    <a:cxn ang="T93">
                      <a:pos x="T10" y="T11"/>
                    </a:cxn>
                    <a:cxn ang="T94">
                      <a:pos x="T12" y="T13"/>
                    </a:cxn>
                    <a:cxn ang="T95">
                      <a:pos x="T14" y="T15"/>
                    </a:cxn>
                    <a:cxn ang="T96">
                      <a:pos x="T16" y="T17"/>
                    </a:cxn>
                    <a:cxn ang="T97">
                      <a:pos x="T18" y="T19"/>
                    </a:cxn>
                    <a:cxn ang="T98">
                      <a:pos x="T20" y="T21"/>
                    </a:cxn>
                    <a:cxn ang="T99">
                      <a:pos x="T22" y="T23"/>
                    </a:cxn>
                    <a:cxn ang="T100">
                      <a:pos x="T24" y="T25"/>
                    </a:cxn>
                    <a:cxn ang="T101">
                      <a:pos x="T26" y="T27"/>
                    </a:cxn>
                    <a:cxn ang="T102">
                      <a:pos x="T28" y="T29"/>
                    </a:cxn>
                    <a:cxn ang="T103">
                      <a:pos x="T30" y="T31"/>
                    </a:cxn>
                    <a:cxn ang="T104">
                      <a:pos x="T32" y="T33"/>
                    </a:cxn>
                    <a:cxn ang="T105">
                      <a:pos x="T34" y="T35"/>
                    </a:cxn>
                    <a:cxn ang="T106">
                      <a:pos x="T36" y="T37"/>
                    </a:cxn>
                    <a:cxn ang="T107">
                      <a:pos x="T38" y="T39"/>
                    </a:cxn>
                    <a:cxn ang="T108">
                      <a:pos x="T40" y="T41"/>
                    </a:cxn>
                    <a:cxn ang="T109">
                      <a:pos x="T42" y="T43"/>
                    </a:cxn>
                    <a:cxn ang="T110">
                      <a:pos x="T44" y="T45"/>
                    </a:cxn>
                    <a:cxn ang="T111">
                      <a:pos x="T46" y="T47"/>
                    </a:cxn>
                    <a:cxn ang="T112">
                      <a:pos x="T48" y="T49"/>
                    </a:cxn>
                    <a:cxn ang="T113">
                      <a:pos x="T50" y="T51"/>
                    </a:cxn>
                    <a:cxn ang="T114">
                      <a:pos x="T52" y="T53"/>
                    </a:cxn>
                    <a:cxn ang="T115">
                      <a:pos x="T54" y="T55"/>
                    </a:cxn>
                    <a:cxn ang="T116">
                      <a:pos x="T56" y="T57"/>
                    </a:cxn>
                    <a:cxn ang="T117">
                      <a:pos x="T58" y="T59"/>
                    </a:cxn>
                    <a:cxn ang="T118">
                      <a:pos x="T60" y="T61"/>
                    </a:cxn>
                    <a:cxn ang="T119">
                      <a:pos x="T62" y="T63"/>
                    </a:cxn>
                    <a:cxn ang="T120">
                      <a:pos x="T64" y="T65"/>
                    </a:cxn>
                    <a:cxn ang="T121">
                      <a:pos x="T66" y="T67"/>
                    </a:cxn>
                    <a:cxn ang="T122">
                      <a:pos x="T68" y="T69"/>
                    </a:cxn>
                    <a:cxn ang="T123">
                      <a:pos x="T70" y="T71"/>
                    </a:cxn>
                    <a:cxn ang="T124">
                      <a:pos x="T72" y="T73"/>
                    </a:cxn>
                    <a:cxn ang="T125">
                      <a:pos x="T74" y="T75"/>
                    </a:cxn>
                    <a:cxn ang="T126">
                      <a:pos x="T76" y="T77"/>
                    </a:cxn>
                    <a:cxn ang="T127">
                      <a:pos x="T78" y="T79"/>
                    </a:cxn>
                    <a:cxn ang="T128">
                      <a:pos x="T80" y="T81"/>
                    </a:cxn>
                    <a:cxn ang="T129">
                      <a:pos x="T82" y="T83"/>
                    </a:cxn>
                    <a:cxn ang="T130">
                      <a:pos x="T84" y="T85"/>
                    </a:cxn>
                    <a:cxn ang="T131">
                      <a:pos x="T86" y="T87"/>
                    </a:cxn>
                  </a:cxnLst>
                  <a:rect l="T132" t="T133" r="T134" b="T135"/>
                  <a:pathLst>
                    <a:path w="322" h="378">
                      <a:moveTo>
                        <a:pt x="125" y="49"/>
                      </a:moveTo>
                      <a:lnTo>
                        <a:pt x="100" y="70"/>
                      </a:lnTo>
                      <a:lnTo>
                        <a:pt x="76" y="90"/>
                      </a:lnTo>
                      <a:lnTo>
                        <a:pt x="53" y="115"/>
                      </a:lnTo>
                      <a:lnTo>
                        <a:pt x="34" y="140"/>
                      </a:lnTo>
                      <a:lnTo>
                        <a:pt x="17" y="166"/>
                      </a:lnTo>
                      <a:lnTo>
                        <a:pt x="5" y="195"/>
                      </a:lnTo>
                      <a:lnTo>
                        <a:pt x="0" y="226"/>
                      </a:lnTo>
                      <a:lnTo>
                        <a:pt x="1" y="258"/>
                      </a:lnTo>
                      <a:lnTo>
                        <a:pt x="3" y="266"/>
                      </a:lnTo>
                      <a:lnTo>
                        <a:pt x="5" y="275"/>
                      </a:lnTo>
                      <a:lnTo>
                        <a:pt x="9" y="282"/>
                      </a:lnTo>
                      <a:lnTo>
                        <a:pt x="14" y="290"/>
                      </a:lnTo>
                      <a:lnTo>
                        <a:pt x="19" y="297"/>
                      </a:lnTo>
                      <a:lnTo>
                        <a:pt x="26" y="304"/>
                      </a:lnTo>
                      <a:lnTo>
                        <a:pt x="32" y="310"/>
                      </a:lnTo>
                      <a:lnTo>
                        <a:pt x="41" y="314"/>
                      </a:lnTo>
                      <a:lnTo>
                        <a:pt x="56" y="324"/>
                      </a:lnTo>
                      <a:lnTo>
                        <a:pt x="71" y="332"/>
                      </a:lnTo>
                      <a:lnTo>
                        <a:pt x="86" y="338"/>
                      </a:lnTo>
                      <a:lnTo>
                        <a:pt x="103" y="344"/>
                      </a:lnTo>
                      <a:lnTo>
                        <a:pt x="119" y="350"/>
                      </a:lnTo>
                      <a:lnTo>
                        <a:pt x="136" y="355"/>
                      </a:lnTo>
                      <a:lnTo>
                        <a:pt x="152" y="359"/>
                      </a:lnTo>
                      <a:lnTo>
                        <a:pt x="168" y="363"/>
                      </a:lnTo>
                      <a:lnTo>
                        <a:pt x="186" y="366"/>
                      </a:lnTo>
                      <a:lnTo>
                        <a:pt x="202" y="368"/>
                      </a:lnTo>
                      <a:lnTo>
                        <a:pt x="220" y="371"/>
                      </a:lnTo>
                      <a:lnTo>
                        <a:pt x="238" y="373"/>
                      </a:lnTo>
                      <a:lnTo>
                        <a:pt x="254" y="374"/>
                      </a:lnTo>
                      <a:lnTo>
                        <a:pt x="272" y="375"/>
                      </a:lnTo>
                      <a:lnTo>
                        <a:pt x="289" y="376"/>
                      </a:lnTo>
                      <a:lnTo>
                        <a:pt x="306" y="378"/>
                      </a:lnTo>
                      <a:lnTo>
                        <a:pt x="311" y="378"/>
                      </a:lnTo>
                      <a:lnTo>
                        <a:pt x="316" y="375"/>
                      </a:lnTo>
                      <a:lnTo>
                        <a:pt x="320" y="371"/>
                      </a:lnTo>
                      <a:lnTo>
                        <a:pt x="322" y="366"/>
                      </a:lnTo>
                      <a:lnTo>
                        <a:pt x="322" y="360"/>
                      </a:lnTo>
                      <a:lnTo>
                        <a:pt x="320" y="356"/>
                      </a:lnTo>
                      <a:lnTo>
                        <a:pt x="315" y="352"/>
                      </a:lnTo>
                      <a:lnTo>
                        <a:pt x="309" y="350"/>
                      </a:lnTo>
                      <a:lnTo>
                        <a:pt x="294" y="347"/>
                      </a:lnTo>
                      <a:lnTo>
                        <a:pt x="279" y="344"/>
                      </a:lnTo>
                      <a:lnTo>
                        <a:pt x="263" y="341"/>
                      </a:lnTo>
                      <a:lnTo>
                        <a:pt x="247" y="338"/>
                      </a:lnTo>
                      <a:lnTo>
                        <a:pt x="232" y="336"/>
                      </a:lnTo>
                      <a:lnTo>
                        <a:pt x="216" y="334"/>
                      </a:lnTo>
                      <a:lnTo>
                        <a:pt x="200" y="332"/>
                      </a:lnTo>
                      <a:lnTo>
                        <a:pt x="185" y="328"/>
                      </a:lnTo>
                      <a:lnTo>
                        <a:pt x="170" y="326"/>
                      </a:lnTo>
                      <a:lnTo>
                        <a:pt x="154" y="322"/>
                      </a:lnTo>
                      <a:lnTo>
                        <a:pt x="139" y="318"/>
                      </a:lnTo>
                      <a:lnTo>
                        <a:pt x="124" y="314"/>
                      </a:lnTo>
                      <a:lnTo>
                        <a:pt x="110" y="309"/>
                      </a:lnTo>
                      <a:lnTo>
                        <a:pt x="94" y="303"/>
                      </a:lnTo>
                      <a:lnTo>
                        <a:pt x="80" y="297"/>
                      </a:lnTo>
                      <a:lnTo>
                        <a:pt x="66" y="289"/>
                      </a:lnTo>
                      <a:lnTo>
                        <a:pt x="55" y="281"/>
                      </a:lnTo>
                      <a:lnTo>
                        <a:pt x="45" y="271"/>
                      </a:lnTo>
                      <a:lnTo>
                        <a:pt x="38" y="259"/>
                      </a:lnTo>
                      <a:lnTo>
                        <a:pt x="35" y="245"/>
                      </a:lnTo>
                      <a:lnTo>
                        <a:pt x="34" y="232"/>
                      </a:lnTo>
                      <a:lnTo>
                        <a:pt x="35" y="216"/>
                      </a:lnTo>
                      <a:lnTo>
                        <a:pt x="38" y="200"/>
                      </a:lnTo>
                      <a:lnTo>
                        <a:pt x="43" y="187"/>
                      </a:lnTo>
                      <a:lnTo>
                        <a:pt x="51" y="170"/>
                      </a:lnTo>
                      <a:lnTo>
                        <a:pt x="60" y="152"/>
                      </a:lnTo>
                      <a:lnTo>
                        <a:pt x="71" y="137"/>
                      </a:lnTo>
                      <a:lnTo>
                        <a:pt x="83" y="124"/>
                      </a:lnTo>
                      <a:lnTo>
                        <a:pt x="94" y="110"/>
                      </a:lnTo>
                      <a:lnTo>
                        <a:pt x="107" y="96"/>
                      </a:lnTo>
                      <a:lnTo>
                        <a:pt x="123" y="82"/>
                      </a:lnTo>
                      <a:lnTo>
                        <a:pt x="138" y="69"/>
                      </a:lnTo>
                      <a:lnTo>
                        <a:pt x="153" y="57"/>
                      </a:lnTo>
                      <a:lnTo>
                        <a:pt x="173" y="47"/>
                      </a:lnTo>
                      <a:lnTo>
                        <a:pt x="195" y="38"/>
                      </a:lnTo>
                      <a:lnTo>
                        <a:pt x="218" y="28"/>
                      </a:lnTo>
                      <a:lnTo>
                        <a:pt x="238" y="20"/>
                      </a:lnTo>
                      <a:lnTo>
                        <a:pt x="254" y="13"/>
                      </a:lnTo>
                      <a:lnTo>
                        <a:pt x="264" y="7"/>
                      </a:lnTo>
                      <a:lnTo>
                        <a:pt x="268" y="2"/>
                      </a:lnTo>
                      <a:lnTo>
                        <a:pt x="256" y="0"/>
                      </a:lnTo>
                      <a:lnTo>
                        <a:pt x="240" y="1"/>
                      </a:lnTo>
                      <a:lnTo>
                        <a:pt x="221" y="4"/>
                      </a:lnTo>
                      <a:lnTo>
                        <a:pt x="201" y="10"/>
                      </a:lnTo>
                      <a:lnTo>
                        <a:pt x="180" y="18"/>
                      </a:lnTo>
                      <a:lnTo>
                        <a:pt x="160" y="27"/>
                      </a:lnTo>
                      <a:lnTo>
                        <a:pt x="141" y="38"/>
                      </a:lnTo>
                      <a:lnTo>
                        <a:pt x="125" y="49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37829" name="Freeform 739">
                  <a:extLst>
                    <a:ext uri="{FF2B5EF4-FFF2-40B4-BE49-F238E27FC236}">
                      <a16:creationId xmlns:a16="http://schemas.microsoft.com/office/drawing/2014/main" id="{CB605AD6-1C6C-4551-9267-ED06B88C9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50" y="2643"/>
                  <a:ext cx="99" cy="59"/>
                </a:xfrm>
                <a:custGeom>
                  <a:avLst/>
                  <a:gdLst>
                    <a:gd name="T0" fmla="*/ 0 w 283"/>
                    <a:gd name="T1" fmla="*/ 0 h 252"/>
                    <a:gd name="T2" fmla="*/ 0 w 283"/>
                    <a:gd name="T3" fmla="*/ 0 h 252"/>
                    <a:gd name="T4" fmla="*/ 0 w 283"/>
                    <a:gd name="T5" fmla="*/ 0 h 252"/>
                    <a:gd name="T6" fmla="*/ 0 w 283"/>
                    <a:gd name="T7" fmla="*/ 0 h 252"/>
                    <a:gd name="T8" fmla="*/ 0 w 283"/>
                    <a:gd name="T9" fmla="*/ 0 h 252"/>
                    <a:gd name="T10" fmla="*/ 0 w 283"/>
                    <a:gd name="T11" fmla="*/ 0 h 252"/>
                    <a:gd name="T12" fmla="*/ 0 w 283"/>
                    <a:gd name="T13" fmla="*/ 0 h 252"/>
                    <a:gd name="T14" fmla="*/ 0 w 283"/>
                    <a:gd name="T15" fmla="*/ 0 h 252"/>
                    <a:gd name="T16" fmla="*/ 0 w 283"/>
                    <a:gd name="T17" fmla="*/ 0 h 252"/>
                    <a:gd name="T18" fmla="*/ 0 w 283"/>
                    <a:gd name="T19" fmla="*/ 0 h 252"/>
                    <a:gd name="T20" fmla="*/ 0 w 283"/>
                    <a:gd name="T21" fmla="*/ 0 h 252"/>
                    <a:gd name="T22" fmla="*/ 0 w 283"/>
                    <a:gd name="T23" fmla="*/ 0 h 252"/>
                    <a:gd name="T24" fmla="*/ 0 w 283"/>
                    <a:gd name="T25" fmla="*/ 0 h 252"/>
                    <a:gd name="T26" fmla="*/ 0 w 283"/>
                    <a:gd name="T27" fmla="*/ 0 h 252"/>
                    <a:gd name="T28" fmla="*/ 0 w 283"/>
                    <a:gd name="T29" fmla="*/ 0 h 252"/>
                    <a:gd name="T30" fmla="*/ 0 w 283"/>
                    <a:gd name="T31" fmla="*/ 0 h 252"/>
                    <a:gd name="T32" fmla="*/ 0 w 283"/>
                    <a:gd name="T33" fmla="*/ 0 h 252"/>
                    <a:gd name="T34" fmla="*/ 0 w 283"/>
                    <a:gd name="T35" fmla="*/ 0 h 252"/>
                    <a:gd name="T36" fmla="*/ 0 w 283"/>
                    <a:gd name="T37" fmla="*/ 0 h 252"/>
                    <a:gd name="T38" fmla="*/ 0 w 283"/>
                    <a:gd name="T39" fmla="*/ 0 h 252"/>
                    <a:gd name="T40" fmla="*/ 0 w 283"/>
                    <a:gd name="T41" fmla="*/ 0 h 252"/>
                    <a:gd name="T42" fmla="*/ 0 w 283"/>
                    <a:gd name="T43" fmla="*/ 0 h 252"/>
                    <a:gd name="T44" fmla="*/ 0 w 283"/>
                    <a:gd name="T45" fmla="*/ 0 h 252"/>
                    <a:gd name="T46" fmla="*/ 0 w 283"/>
                    <a:gd name="T47" fmla="*/ 0 h 252"/>
                    <a:gd name="T48" fmla="*/ 0 w 283"/>
                    <a:gd name="T49" fmla="*/ 0 h 252"/>
                    <a:gd name="T50" fmla="*/ 0 w 283"/>
                    <a:gd name="T51" fmla="*/ 0 h 252"/>
                    <a:gd name="T52" fmla="*/ 0 w 283"/>
                    <a:gd name="T53" fmla="*/ 0 h 252"/>
                    <a:gd name="T54" fmla="*/ 0 w 283"/>
                    <a:gd name="T55" fmla="*/ 0 h 252"/>
                    <a:gd name="T56" fmla="*/ 0 w 283"/>
                    <a:gd name="T57" fmla="*/ 0 h 252"/>
                    <a:gd name="T58" fmla="*/ 0 w 283"/>
                    <a:gd name="T59" fmla="*/ 0 h 252"/>
                    <a:gd name="T60" fmla="*/ 0 w 283"/>
                    <a:gd name="T61" fmla="*/ 0 h 252"/>
                    <a:gd name="T62" fmla="*/ 0 w 283"/>
                    <a:gd name="T63" fmla="*/ 0 h 252"/>
                    <a:gd name="T64" fmla="*/ 0 w 283"/>
                    <a:gd name="T65" fmla="*/ 0 h 252"/>
                    <a:gd name="T66" fmla="*/ 0 w 283"/>
                    <a:gd name="T67" fmla="*/ 0 h 252"/>
                    <a:gd name="T68" fmla="*/ 0 w 283"/>
                    <a:gd name="T69" fmla="*/ 0 h 252"/>
                    <a:gd name="T70" fmla="*/ 0 w 283"/>
                    <a:gd name="T71" fmla="*/ 0 h 252"/>
                    <a:gd name="T72" fmla="*/ 0 w 283"/>
                    <a:gd name="T73" fmla="*/ 0 h 252"/>
                    <a:gd name="T74" fmla="*/ 0 w 283"/>
                    <a:gd name="T75" fmla="*/ 0 h 252"/>
                    <a:gd name="T76" fmla="*/ 0 w 283"/>
                    <a:gd name="T77" fmla="*/ 0 h 252"/>
                    <a:gd name="T78" fmla="*/ 0 w 283"/>
                    <a:gd name="T79" fmla="*/ 0 h 252"/>
                    <a:gd name="T80" fmla="*/ 0 w 283"/>
                    <a:gd name="T81" fmla="*/ 0 h 252"/>
                    <a:gd name="T82" fmla="*/ 0 w 283"/>
                    <a:gd name="T83" fmla="*/ 0 h 252"/>
                    <a:gd name="T84" fmla="*/ 0 w 283"/>
                    <a:gd name="T85" fmla="*/ 0 h 252"/>
                    <a:gd name="T86" fmla="*/ 0 w 283"/>
                    <a:gd name="T87" fmla="*/ 0 h 252"/>
                    <a:gd name="T88" fmla="*/ 0 w 283"/>
                    <a:gd name="T89" fmla="*/ 0 h 252"/>
                    <a:gd name="T90" fmla="*/ 0 w 283"/>
                    <a:gd name="T91" fmla="*/ 0 h 252"/>
                    <a:gd name="T92" fmla="*/ 0 w 283"/>
                    <a:gd name="T93" fmla="*/ 0 h 252"/>
                    <a:gd name="T94" fmla="*/ 0 w 283"/>
                    <a:gd name="T95" fmla="*/ 0 h 252"/>
                    <a:gd name="T96" fmla="*/ 0 w 283"/>
                    <a:gd name="T97" fmla="*/ 0 h 252"/>
                    <a:gd name="T98" fmla="*/ 0 w 283"/>
                    <a:gd name="T99" fmla="*/ 0 h 252"/>
                    <a:gd name="T100" fmla="*/ 0 w 283"/>
                    <a:gd name="T101" fmla="*/ 0 h 252"/>
                    <a:gd name="T102" fmla="*/ 0 w 283"/>
                    <a:gd name="T103" fmla="*/ 0 h 252"/>
                    <a:gd name="T104" fmla="*/ 0 w 283"/>
                    <a:gd name="T105" fmla="*/ 0 h 252"/>
                    <a:gd name="T106" fmla="*/ 0 w 283"/>
                    <a:gd name="T107" fmla="*/ 0 h 252"/>
                    <a:gd name="T108" fmla="*/ 0 w 283"/>
                    <a:gd name="T109" fmla="*/ 0 h 252"/>
                    <a:gd name="T110" fmla="*/ 0 w 283"/>
                    <a:gd name="T111" fmla="*/ 0 h 252"/>
                    <a:gd name="T112" fmla="*/ 0 w 283"/>
                    <a:gd name="T113" fmla="*/ 0 h 252"/>
                    <a:gd name="T114" fmla="*/ 0 w 283"/>
                    <a:gd name="T115" fmla="*/ 0 h 252"/>
                    <a:gd name="T116" fmla="*/ 0 w 283"/>
                    <a:gd name="T117" fmla="*/ 0 h 252"/>
                    <a:gd name="T118" fmla="*/ 0 w 283"/>
                    <a:gd name="T119" fmla="*/ 0 h 252"/>
                    <a:gd name="T120" fmla="*/ 0 w 283"/>
                    <a:gd name="T121" fmla="*/ 0 h 252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60000 65536"/>
                    <a:gd name="T148" fmla="*/ 0 60000 65536"/>
                    <a:gd name="T149" fmla="*/ 0 60000 65536"/>
                    <a:gd name="T150" fmla="*/ 0 60000 65536"/>
                    <a:gd name="T151" fmla="*/ 0 60000 65536"/>
                    <a:gd name="T152" fmla="*/ 0 60000 65536"/>
                    <a:gd name="T153" fmla="*/ 0 60000 65536"/>
                    <a:gd name="T154" fmla="*/ 0 60000 65536"/>
                    <a:gd name="T155" fmla="*/ 0 60000 65536"/>
                    <a:gd name="T156" fmla="*/ 0 60000 65536"/>
                    <a:gd name="T157" fmla="*/ 0 60000 65536"/>
                    <a:gd name="T158" fmla="*/ 0 60000 65536"/>
                    <a:gd name="T159" fmla="*/ 0 60000 65536"/>
                    <a:gd name="T160" fmla="*/ 0 60000 65536"/>
                    <a:gd name="T161" fmla="*/ 0 60000 65536"/>
                    <a:gd name="T162" fmla="*/ 0 60000 65536"/>
                    <a:gd name="T163" fmla="*/ 0 60000 65536"/>
                    <a:gd name="T164" fmla="*/ 0 60000 65536"/>
                    <a:gd name="T165" fmla="*/ 0 60000 65536"/>
                    <a:gd name="T166" fmla="*/ 0 60000 65536"/>
                    <a:gd name="T167" fmla="*/ 0 60000 65536"/>
                    <a:gd name="T168" fmla="*/ 0 60000 65536"/>
                    <a:gd name="T169" fmla="*/ 0 60000 65536"/>
                    <a:gd name="T170" fmla="*/ 0 60000 65536"/>
                    <a:gd name="T171" fmla="*/ 0 60000 65536"/>
                    <a:gd name="T172" fmla="*/ 0 60000 65536"/>
                    <a:gd name="T173" fmla="*/ 0 60000 65536"/>
                    <a:gd name="T174" fmla="*/ 0 60000 65536"/>
                    <a:gd name="T175" fmla="*/ 0 60000 65536"/>
                    <a:gd name="T176" fmla="*/ 0 60000 65536"/>
                    <a:gd name="T177" fmla="*/ 0 60000 65536"/>
                    <a:gd name="T178" fmla="*/ 0 60000 65536"/>
                    <a:gd name="T179" fmla="*/ 0 60000 65536"/>
                    <a:gd name="T180" fmla="*/ 0 60000 65536"/>
                    <a:gd name="T181" fmla="*/ 0 60000 65536"/>
                    <a:gd name="T182" fmla="*/ 0 60000 65536"/>
                    <a:gd name="T183" fmla="*/ 0 w 283"/>
                    <a:gd name="T184" fmla="*/ 0 h 252"/>
                    <a:gd name="T185" fmla="*/ 283 w 283"/>
                    <a:gd name="T186" fmla="*/ 252 h 252"/>
                  </a:gdLst>
                  <a:ahLst/>
                  <a:cxnLst>
                    <a:cxn ang="T122">
                      <a:pos x="T0" y="T1"/>
                    </a:cxn>
                    <a:cxn ang="T123">
                      <a:pos x="T2" y="T3"/>
                    </a:cxn>
                    <a:cxn ang="T124">
                      <a:pos x="T4" y="T5"/>
                    </a:cxn>
                    <a:cxn ang="T125">
                      <a:pos x="T6" y="T7"/>
                    </a:cxn>
                    <a:cxn ang="T126">
                      <a:pos x="T8" y="T9"/>
                    </a:cxn>
                    <a:cxn ang="T127">
                      <a:pos x="T10" y="T11"/>
                    </a:cxn>
                    <a:cxn ang="T128">
                      <a:pos x="T12" y="T13"/>
                    </a:cxn>
                    <a:cxn ang="T129">
                      <a:pos x="T14" y="T15"/>
                    </a:cxn>
                    <a:cxn ang="T130">
                      <a:pos x="T16" y="T17"/>
                    </a:cxn>
                    <a:cxn ang="T131">
                      <a:pos x="T18" y="T19"/>
                    </a:cxn>
                    <a:cxn ang="T132">
                      <a:pos x="T20" y="T21"/>
                    </a:cxn>
                    <a:cxn ang="T133">
                      <a:pos x="T22" y="T23"/>
                    </a:cxn>
                    <a:cxn ang="T134">
                      <a:pos x="T24" y="T25"/>
                    </a:cxn>
                    <a:cxn ang="T135">
                      <a:pos x="T26" y="T27"/>
                    </a:cxn>
                    <a:cxn ang="T136">
                      <a:pos x="T28" y="T29"/>
                    </a:cxn>
                    <a:cxn ang="T137">
                      <a:pos x="T30" y="T31"/>
                    </a:cxn>
                    <a:cxn ang="T138">
                      <a:pos x="T32" y="T33"/>
                    </a:cxn>
                    <a:cxn ang="T139">
                      <a:pos x="T34" y="T35"/>
                    </a:cxn>
                    <a:cxn ang="T140">
                      <a:pos x="T36" y="T37"/>
                    </a:cxn>
                    <a:cxn ang="T141">
                      <a:pos x="T38" y="T39"/>
                    </a:cxn>
                    <a:cxn ang="T142">
                      <a:pos x="T40" y="T41"/>
                    </a:cxn>
                    <a:cxn ang="T143">
                      <a:pos x="T42" y="T43"/>
                    </a:cxn>
                    <a:cxn ang="T144">
                      <a:pos x="T44" y="T45"/>
                    </a:cxn>
                    <a:cxn ang="T145">
                      <a:pos x="T46" y="T47"/>
                    </a:cxn>
                    <a:cxn ang="T146">
                      <a:pos x="T48" y="T49"/>
                    </a:cxn>
                    <a:cxn ang="T147">
                      <a:pos x="T50" y="T51"/>
                    </a:cxn>
                    <a:cxn ang="T148">
                      <a:pos x="T52" y="T53"/>
                    </a:cxn>
                    <a:cxn ang="T149">
                      <a:pos x="T54" y="T55"/>
                    </a:cxn>
                    <a:cxn ang="T150">
                      <a:pos x="T56" y="T57"/>
                    </a:cxn>
                    <a:cxn ang="T151">
                      <a:pos x="T58" y="T59"/>
                    </a:cxn>
                    <a:cxn ang="T152">
                      <a:pos x="T60" y="T61"/>
                    </a:cxn>
                    <a:cxn ang="T153">
                      <a:pos x="T62" y="T63"/>
                    </a:cxn>
                    <a:cxn ang="T154">
                      <a:pos x="T64" y="T65"/>
                    </a:cxn>
                    <a:cxn ang="T155">
                      <a:pos x="T66" y="T67"/>
                    </a:cxn>
                    <a:cxn ang="T156">
                      <a:pos x="T68" y="T69"/>
                    </a:cxn>
                    <a:cxn ang="T157">
                      <a:pos x="T70" y="T71"/>
                    </a:cxn>
                    <a:cxn ang="T158">
                      <a:pos x="T72" y="T73"/>
                    </a:cxn>
                    <a:cxn ang="T159">
                      <a:pos x="T74" y="T75"/>
                    </a:cxn>
                    <a:cxn ang="T160">
                      <a:pos x="T76" y="T77"/>
                    </a:cxn>
                    <a:cxn ang="T161">
                      <a:pos x="T78" y="T79"/>
                    </a:cxn>
                    <a:cxn ang="T162">
                      <a:pos x="T80" y="T81"/>
                    </a:cxn>
                    <a:cxn ang="T163">
                      <a:pos x="T82" y="T83"/>
                    </a:cxn>
                    <a:cxn ang="T164">
                      <a:pos x="T84" y="T85"/>
                    </a:cxn>
                    <a:cxn ang="T165">
                      <a:pos x="T86" y="T87"/>
                    </a:cxn>
                    <a:cxn ang="T166">
                      <a:pos x="T88" y="T89"/>
                    </a:cxn>
                    <a:cxn ang="T167">
                      <a:pos x="T90" y="T91"/>
                    </a:cxn>
                    <a:cxn ang="T168">
                      <a:pos x="T92" y="T93"/>
                    </a:cxn>
                    <a:cxn ang="T169">
                      <a:pos x="T94" y="T95"/>
                    </a:cxn>
                    <a:cxn ang="T170">
                      <a:pos x="T96" y="T97"/>
                    </a:cxn>
                    <a:cxn ang="T171">
                      <a:pos x="T98" y="T99"/>
                    </a:cxn>
                    <a:cxn ang="T172">
                      <a:pos x="T100" y="T101"/>
                    </a:cxn>
                    <a:cxn ang="T173">
                      <a:pos x="T102" y="T103"/>
                    </a:cxn>
                    <a:cxn ang="T174">
                      <a:pos x="T104" y="T105"/>
                    </a:cxn>
                    <a:cxn ang="T175">
                      <a:pos x="T106" y="T107"/>
                    </a:cxn>
                    <a:cxn ang="T176">
                      <a:pos x="T108" y="T109"/>
                    </a:cxn>
                    <a:cxn ang="T177">
                      <a:pos x="T110" y="T111"/>
                    </a:cxn>
                    <a:cxn ang="T178">
                      <a:pos x="T112" y="T113"/>
                    </a:cxn>
                    <a:cxn ang="T179">
                      <a:pos x="T114" y="T115"/>
                    </a:cxn>
                    <a:cxn ang="T180">
                      <a:pos x="T116" y="T117"/>
                    </a:cxn>
                    <a:cxn ang="T181">
                      <a:pos x="T118" y="T119"/>
                    </a:cxn>
                    <a:cxn ang="T182">
                      <a:pos x="T120" y="T121"/>
                    </a:cxn>
                  </a:cxnLst>
                  <a:rect l="T183" t="T184" r="T185" b="T186"/>
                  <a:pathLst>
                    <a:path w="283" h="252">
                      <a:moveTo>
                        <a:pt x="235" y="77"/>
                      </a:moveTo>
                      <a:lnTo>
                        <a:pt x="248" y="91"/>
                      </a:lnTo>
                      <a:lnTo>
                        <a:pt x="256" y="107"/>
                      </a:lnTo>
                      <a:lnTo>
                        <a:pt x="259" y="124"/>
                      </a:lnTo>
                      <a:lnTo>
                        <a:pt x="259" y="142"/>
                      </a:lnTo>
                      <a:lnTo>
                        <a:pt x="257" y="157"/>
                      </a:lnTo>
                      <a:lnTo>
                        <a:pt x="252" y="170"/>
                      </a:lnTo>
                      <a:lnTo>
                        <a:pt x="244" y="183"/>
                      </a:lnTo>
                      <a:lnTo>
                        <a:pt x="236" y="193"/>
                      </a:lnTo>
                      <a:lnTo>
                        <a:pt x="225" y="204"/>
                      </a:lnTo>
                      <a:lnTo>
                        <a:pt x="215" y="214"/>
                      </a:lnTo>
                      <a:lnTo>
                        <a:pt x="204" y="224"/>
                      </a:lnTo>
                      <a:lnTo>
                        <a:pt x="194" y="234"/>
                      </a:lnTo>
                      <a:lnTo>
                        <a:pt x="191" y="238"/>
                      </a:lnTo>
                      <a:lnTo>
                        <a:pt x="191" y="241"/>
                      </a:lnTo>
                      <a:lnTo>
                        <a:pt x="191" y="245"/>
                      </a:lnTo>
                      <a:lnTo>
                        <a:pt x="194" y="248"/>
                      </a:lnTo>
                      <a:lnTo>
                        <a:pt x="197" y="250"/>
                      </a:lnTo>
                      <a:lnTo>
                        <a:pt x="202" y="252"/>
                      </a:lnTo>
                      <a:lnTo>
                        <a:pt x="205" y="250"/>
                      </a:lnTo>
                      <a:lnTo>
                        <a:pt x="209" y="248"/>
                      </a:lnTo>
                      <a:lnTo>
                        <a:pt x="232" y="233"/>
                      </a:lnTo>
                      <a:lnTo>
                        <a:pt x="252" y="214"/>
                      </a:lnTo>
                      <a:lnTo>
                        <a:pt x="268" y="192"/>
                      </a:lnTo>
                      <a:lnTo>
                        <a:pt x="278" y="167"/>
                      </a:lnTo>
                      <a:lnTo>
                        <a:pt x="283" y="141"/>
                      </a:lnTo>
                      <a:lnTo>
                        <a:pt x="280" y="115"/>
                      </a:lnTo>
                      <a:lnTo>
                        <a:pt x="271" y="91"/>
                      </a:lnTo>
                      <a:lnTo>
                        <a:pt x="252" y="69"/>
                      </a:lnTo>
                      <a:lnTo>
                        <a:pt x="238" y="57"/>
                      </a:lnTo>
                      <a:lnTo>
                        <a:pt x="222" y="48"/>
                      </a:lnTo>
                      <a:lnTo>
                        <a:pt x="204" y="39"/>
                      </a:lnTo>
                      <a:lnTo>
                        <a:pt x="184" y="31"/>
                      </a:lnTo>
                      <a:lnTo>
                        <a:pt x="164" y="23"/>
                      </a:lnTo>
                      <a:lnTo>
                        <a:pt x="144" y="17"/>
                      </a:lnTo>
                      <a:lnTo>
                        <a:pt x="123" y="13"/>
                      </a:lnTo>
                      <a:lnTo>
                        <a:pt x="103" y="8"/>
                      </a:lnTo>
                      <a:lnTo>
                        <a:pt x="83" y="5"/>
                      </a:lnTo>
                      <a:lnTo>
                        <a:pt x="66" y="2"/>
                      </a:lnTo>
                      <a:lnTo>
                        <a:pt x="48" y="0"/>
                      </a:lnTo>
                      <a:lnTo>
                        <a:pt x="34" y="0"/>
                      </a:lnTo>
                      <a:lnTo>
                        <a:pt x="21" y="0"/>
                      </a:lnTo>
                      <a:lnTo>
                        <a:pt x="11" y="0"/>
                      </a:lnTo>
                      <a:lnTo>
                        <a:pt x="4" y="2"/>
                      </a:lnTo>
                      <a:lnTo>
                        <a:pt x="0" y="5"/>
                      </a:lnTo>
                      <a:lnTo>
                        <a:pt x="12" y="7"/>
                      </a:lnTo>
                      <a:lnTo>
                        <a:pt x="24" y="8"/>
                      </a:lnTo>
                      <a:lnTo>
                        <a:pt x="38" y="10"/>
                      </a:lnTo>
                      <a:lnTo>
                        <a:pt x="52" y="13"/>
                      </a:lnTo>
                      <a:lnTo>
                        <a:pt x="66" y="16"/>
                      </a:lnTo>
                      <a:lnTo>
                        <a:pt x="82" y="18"/>
                      </a:lnTo>
                      <a:lnTo>
                        <a:pt x="98" y="22"/>
                      </a:lnTo>
                      <a:lnTo>
                        <a:pt x="114" y="25"/>
                      </a:lnTo>
                      <a:lnTo>
                        <a:pt x="129" y="30"/>
                      </a:lnTo>
                      <a:lnTo>
                        <a:pt x="146" y="34"/>
                      </a:lnTo>
                      <a:lnTo>
                        <a:pt x="162" y="39"/>
                      </a:lnTo>
                      <a:lnTo>
                        <a:pt x="177" y="45"/>
                      </a:lnTo>
                      <a:lnTo>
                        <a:pt x="193" y="52"/>
                      </a:lnTo>
                      <a:lnTo>
                        <a:pt x="208" y="60"/>
                      </a:lnTo>
                      <a:lnTo>
                        <a:pt x="222" y="68"/>
                      </a:lnTo>
                      <a:lnTo>
                        <a:pt x="235" y="77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37830" name="Freeform 740">
                  <a:extLst>
                    <a:ext uri="{FF2B5EF4-FFF2-40B4-BE49-F238E27FC236}">
                      <a16:creationId xmlns:a16="http://schemas.microsoft.com/office/drawing/2014/main" id="{7DA00B18-99DD-4048-A71D-89C0AE8FE9D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47" y="2671"/>
                  <a:ext cx="40" cy="55"/>
                </a:xfrm>
                <a:custGeom>
                  <a:avLst/>
                  <a:gdLst>
                    <a:gd name="T0" fmla="*/ 0 w 114"/>
                    <a:gd name="T1" fmla="*/ 0 h 238"/>
                    <a:gd name="T2" fmla="*/ 0 w 114"/>
                    <a:gd name="T3" fmla="*/ 0 h 238"/>
                    <a:gd name="T4" fmla="*/ 0 w 114"/>
                    <a:gd name="T5" fmla="*/ 0 h 238"/>
                    <a:gd name="T6" fmla="*/ 0 w 114"/>
                    <a:gd name="T7" fmla="*/ 0 h 238"/>
                    <a:gd name="T8" fmla="*/ 0 w 114"/>
                    <a:gd name="T9" fmla="*/ 0 h 238"/>
                    <a:gd name="T10" fmla="*/ 0 w 114"/>
                    <a:gd name="T11" fmla="*/ 0 h 238"/>
                    <a:gd name="T12" fmla="*/ 0 w 114"/>
                    <a:gd name="T13" fmla="*/ 0 h 238"/>
                    <a:gd name="T14" fmla="*/ 0 w 114"/>
                    <a:gd name="T15" fmla="*/ 0 h 238"/>
                    <a:gd name="T16" fmla="*/ 0 w 114"/>
                    <a:gd name="T17" fmla="*/ 0 h 238"/>
                    <a:gd name="T18" fmla="*/ 0 w 114"/>
                    <a:gd name="T19" fmla="*/ 0 h 238"/>
                    <a:gd name="T20" fmla="*/ 0 w 114"/>
                    <a:gd name="T21" fmla="*/ 0 h 238"/>
                    <a:gd name="T22" fmla="*/ 0 w 114"/>
                    <a:gd name="T23" fmla="*/ 0 h 238"/>
                    <a:gd name="T24" fmla="*/ 0 w 114"/>
                    <a:gd name="T25" fmla="*/ 0 h 238"/>
                    <a:gd name="T26" fmla="*/ 0 w 114"/>
                    <a:gd name="T27" fmla="*/ 0 h 238"/>
                    <a:gd name="T28" fmla="*/ 0 w 114"/>
                    <a:gd name="T29" fmla="*/ 0 h 238"/>
                    <a:gd name="T30" fmla="*/ 0 w 114"/>
                    <a:gd name="T31" fmla="*/ 0 h 238"/>
                    <a:gd name="T32" fmla="*/ 0 w 114"/>
                    <a:gd name="T33" fmla="*/ 0 h 238"/>
                    <a:gd name="T34" fmla="*/ 0 w 114"/>
                    <a:gd name="T35" fmla="*/ 0 h 238"/>
                    <a:gd name="T36" fmla="*/ 0 w 114"/>
                    <a:gd name="T37" fmla="*/ 0 h 238"/>
                    <a:gd name="T38" fmla="*/ 0 w 114"/>
                    <a:gd name="T39" fmla="*/ 0 h 238"/>
                    <a:gd name="T40" fmla="*/ 0 w 114"/>
                    <a:gd name="T41" fmla="*/ 0 h 238"/>
                    <a:gd name="T42" fmla="*/ 0 w 114"/>
                    <a:gd name="T43" fmla="*/ 0 h 238"/>
                    <a:gd name="T44" fmla="*/ 0 w 114"/>
                    <a:gd name="T45" fmla="*/ 0 h 238"/>
                    <a:gd name="T46" fmla="*/ 0 w 114"/>
                    <a:gd name="T47" fmla="*/ 0 h 238"/>
                    <a:gd name="T48" fmla="*/ 0 w 114"/>
                    <a:gd name="T49" fmla="*/ 0 h 238"/>
                    <a:gd name="T50" fmla="*/ 0 w 114"/>
                    <a:gd name="T51" fmla="*/ 0 h 238"/>
                    <a:gd name="T52" fmla="*/ 0 w 114"/>
                    <a:gd name="T53" fmla="*/ 0 h 238"/>
                    <a:gd name="T54" fmla="*/ 0 w 114"/>
                    <a:gd name="T55" fmla="*/ 0 h 238"/>
                    <a:gd name="T56" fmla="*/ 0 w 114"/>
                    <a:gd name="T57" fmla="*/ 0 h 238"/>
                    <a:gd name="T58" fmla="*/ 0 w 114"/>
                    <a:gd name="T59" fmla="*/ 0 h 238"/>
                    <a:gd name="T60" fmla="*/ 0 w 114"/>
                    <a:gd name="T61" fmla="*/ 0 h 238"/>
                    <a:gd name="T62" fmla="*/ 0 w 114"/>
                    <a:gd name="T63" fmla="*/ 0 h 238"/>
                    <a:gd name="T64" fmla="*/ 0 w 114"/>
                    <a:gd name="T65" fmla="*/ 0 h 238"/>
                    <a:gd name="T66" fmla="*/ 0 w 114"/>
                    <a:gd name="T67" fmla="*/ 0 h 238"/>
                    <a:gd name="T68" fmla="*/ 0 w 114"/>
                    <a:gd name="T69" fmla="*/ 0 h 238"/>
                    <a:gd name="T70" fmla="*/ 0 w 114"/>
                    <a:gd name="T71" fmla="*/ 0 h 238"/>
                    <a:gd name="T72" fmla="*/ 0 w 114"/>
                    <a:gd name="T73" fmla="*/ 0 h 238"/>
                    <a:gd name="T74" fmla="*/ 0 w 114"/>
                    <a:gd name="T75" fmla="*/ 0 h 238"/>
                    <a:gd name="T76" fmla="*/ 0 w 114"/>
                    <a:gd name="T77" fmla="*/ 0 h 238"/>
                    <a:gd name="T78" fmla="*/ 0 w 114"/>
                    <a:gd name="T79" fmla="*/ 0 h 238"/>
                    <a:gd name="T80" fmla="*/ 0 w 114"/>
                    <a:gd name="T81" fmla="*/ 0 h 238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w 114"/>
                    <a:gd name="T124" fmla="*/ 0 h 238"/>
                    <a:gd name="T125" fmla="*/ 114 w 114"/>
                    <a:gd name="T126" fmla="*/ 238 h 238"/>
                  </a:gdLst>
                  <a:ahLst/>
                  <a:cxnLst>
                    <a:cxn ang="T82">
                      <a:pos x="T0" y="T1"/>
                    </a:cxn>
                    <a:cxn ang="T83">
                      <a:pos x="T2" y="T3"/>
                    </a:cxn>
                    <a:cxn ang="T84">
                      <a:pos x="T4" y="T5"/>
                    </a:cxn>
                    <a:cxn ang="T85">
                      <a:pos x="T6" y="T7"/>
                    </a:cxn>
                    <a:cxn ang="T86">
                      <a:pos x="T8" y="T9"/>
                    </a:cxn>
                    <a:cxn ang="T87">
                      <a:pos x="T10" y="T11"/>
                    </a:cxn>
                    <a:cxn ang="T88">
                      <a:pos x="T12" y="T13"/>
                    </a:cxn>
                    <a:cxn ang="T89">
                      <a:pos x="T14" y="T15"/>
                    </a:cxn>
                    <a:cxn ang="T90">
                      <a:pos x="T16" y="T17"/>
                    </a:cxn>
                    <a:cxn ang="T91">
                      <a:pos x="T18" y="T19"/>
                    </a:cxn>
                    <a:cxn ang="T92">
                      <a:pos x="T20" y="T21"/>
                    </a:cxn>
                    <a:cxn ang="T93">
                      <a:pos x="T22" y="T23"/>
                    </a:cxn>
                    <a:cxn ang="T94">
                      <a:pos x="T24" y="T25"/>
                    </a:cxn>
                    <a:cxn ang="T95">
                      <a:pos x="T26" y="T27"/>
                    </a:cxn>
                    <a:cxn ang="T96">
                      <a:pos x="T28" y="T29"/>
                    </a:cxn>
                    <a:cxn ang="T97">
                      <a:pos x="T30" y="T31"/>
                    </a:cxn>
                    <a:cxn ang="T98">
                      <a:pos x="T32" y="T33"/>
                    </a:cxn>
                    <a:cxn ang="T99">
                      <a:pos x="T34" y="T35"/>
                    </a:cxn>
                    <a:cxn ang="T100">
                      <a:pos x="T36" y="T37"/>
                    </a:cxn>
                    <a:cxn ang="T101">
                      <a:pos x="T38" y="T39"/>
                    </a:cxn>
                    <a:cxn ang="T102">
                      <a:pos x="T40" y="T41"/>
                    </a:cxn>
                    <a:cxn ang="T103">
                      <a:pos x="T42" y="T43"/>
                    </a:cxn>
                    <a:cxn ang="T104">
                      <a:pos x="T44" y="T45"/>
                    </a:cxn>
                    <a:cxn ang="T105">
                      <a:pos x="T46" y="T47"/>
                    </a:cxn>
                    <a:cxn ang="T106">
                      <a:pos x="T48" y="T49"/>
                    </a:cxn>
                    <a:cxn ang="T107">
                      <a:pos x="T50" y="T51"/>
                    </a:cxn>
                    <a:cxn ang="T108">
                      <a:pos x="T52" y="T53"/>
                    </a:cxn>
                    <a:cxn ang="T109">
                      <a:pos x="T54" y="T55"/>
                    </a:cxn>
                    <a:cxn ang="T110">
                      <a:pos x="T56" y="T57"/>
                    </a:cxn>
                    <a:cxn ang="T111">
                      <a:pos x="T58" y="T59"/>
                    </a:cxn>
                    <a:cxn ang="T112">
                      <a:pos x="T60" y="T61"/>
                    </a:cxn>
                    <a:cxn ang="T113">
                      <a:pos x="T62" y="T63"/>
                    </a:cxn>
                    <a:cxn ang="T114">
                      <a:pos x="T64" y="T65"/>
                    </a:cxn>
                    <a:cxn ang="T115">
                      <a:pos x="T66" y="T67"/>
                    </a:cxn>
                    <a:cxn ang="T116">
                      <a:pos x="T68" y="T69"/>
                    </a:cxn>
                    <a:cxn ang="T117">
                      <a:pos x="T70" y="T71"/>
                    </a:cxn>
                    <a:cxn ang="T118">
                      <a:pos x="T72" y="T73"/>
                    </a:cxn>
                    <a:cxn ang="T119">
                      <a:pos x="T74" y="T75"/>
                    </a:cxn>
                    <a:cxn ang="T120">
                      <a:pos x="T76" y="T77"/>
                    </a:cxn>
                    <a:cxn ang="T121">
                      <a:pos x="T78" y="T79"/>
                    </a:cxn>
                    <a:cxn ang="T122">
                      <a:pos x="T80" y="T81"/>
                    </a:cxn>
                  </a:cxnLst>
                  <a:rect l="T123" t="T124" r="T125" b="T126"/>
                  <a:pathLst>
                    <a:path w="114" h="238">
                      <a:moveTo>
                        <a:pt x="0" y="130"/>
                      </a:moveTo>
                      <a:lnTo>
                        <a:pt x="0" y="149"/>
                      </a:lnTo>
                      <a:lnTo>
                        <a:pt x="4" y="168"/>
                      </a:lnTo>
                      <a:lnTo>
                        <a:pt x="12" y="185"/>
                      </a:lnTo>
                      <a:lnTo>
                        <a:pt x="24" y="200"/>
                      </a:lnTo>
                      <a:lnTo>
                        <a:pt x="38" y="213"/>
                      </a:lnTo>
                      <a:lnTo>
                        <a:pt x="55" y="224"/>
                      </a:lnTo>
                      <a:lnTo>
                        <a:pt x="73" y="232"/>
                      </a:lnTo>
                      <a:lnTo>
                        <a:pt x="92" y="237"/>
                      </a:lnTo>
                      <a:lnTo>
                        <a:pt x="98" y="238"/>
                      </a:lnTo>
                      <a:lnTo>
                        <a:pt x="104" y="235"/>
                      </a:lnTo>
                      <a:lnTo>
                        <a:pt x="109" y="232"/>
                      </a:lnTo>
                      <a:lnTo>
                        <a:pt x="111" y="227"/>
                      </a:lnTo>
                      <a:lnTo>
                        <a:pt x="111" y="222"/>
                      </a:lnTo>
                      <a:lnTo>
                        <a:pt x="110" y="216"/>
                      </a:lnTo>
                      <a:lnTo>
                        <a:pt x="106" y="211"/>
                      </a:lnTo>
                      <a:lnTo>
                        <a:pt x="100" y="209"/>
                      </a:lnTo>
                      <a:lnTo>
                        <a:pt x="82" y="202"/>
                      </a:lnTo>
                      <a:lnTo>
                        <a:pt x="64" y="193"/>
                      </a:lnTo>
                      <a:lnTo>
                        <a:pt x="50" y="180"/>
                      </a:lnTo>
                      <a:lnTo>
                        <a:pt x="39" y="167"/>
                      </a:lnTo>
                      <a:lnTo>
                        <a:pt x="32" y="149"/>
                      </a:lnTo>
                      <a:lnTo>
                        <a:pt x="29" y="131"/>
                      </a:lnTo>
                      <a:lnTo>
                        <a:pt x="29" y="111"/>
                      </a:lnTo>
                      <a:lnTo>
                        <a:pt x="35" y="91"/>
                      </a:lnTo>
                      <a:lnTo>
                        <a:pt x="42" y="76"/>
                      </a:lnTo>
                      <a:lnTo>
                        <a:pt x="51" y="62"/>
                      </a:lnTo>
                      <a:lnTo>
                        <a:pt x="62" y="49"/>
                      </a:lnTo>
                      <a:lnTo>
                        <a:pt x="73" y="38"/>
                      </a:lnTo>
                      <a:lnTo>
                        <a:pt x="84" y="28"/>
                      </a:lnTo>
                      <a:lnTo>
                        <a:pt x="96" y="18"/>
                      </a:lnTo>
                      <a:lnTo>
                        <a:pt x="106" y="9"/>
                      </a:lnTo>
                      <a:lnTo>
                        <a:pt x="114" y="1"/>
                      </a:lnTo>
                      <a:lnTo>
                        <a:pt x="106" y="0"/>
                      </a:lnTo>
                      <a:lnTo>
                        <a:pt x="93" y="6"/>
                      </a:lnTo>
                      <a:lnTo>
                        <a:pt x="76" y="18"/>
                      </a:lnTo>
                      <a:lnTo>
                        <a:pt x="56" y="36"/>
                      </a:lnTo>
                      <a:lnTo>
                        <a:pt x="37" y="57"/>
                      </a:lnTo>
                      <a:lnTo>
                        <a:pt x="20" y="80"/>
                      </a:lnTo>
                      <a:lnTo>
                        <a:pt x="7" y="106"/>
                      </a:lnTo>
                      <a:lnTo>
                        <a:pt x="0" y="130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37831" name="Freeform 741">
                  <a:extLst>
                    <a:ext uri="{FF2B5EF4-FFF2-40B4-BE49-F238E27FC236}">
                      <a16:creationId xmlns:a16="http://schemas.microsoft.com/office/drawing/2014/main" id="{F5E36799-4066-42DE-A88D-BD9F2B13538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30" y="2639"/>
                  <a:ext cx="87" cy="73"/>
                </a:xfrm>
                <a:custGeom>
                  <a:avLst/>
                  <a:gdLst>
                    <a:gd name="T0" fmla="*/ 0 w 246"/>
                    <a:gd name="T1" fmla="*/ 0 h 310"/>
                    <a:gd name="T2" fmla="*/ 0 w 246"/>
                    <a:gd name="T3" fmla="*/ 0 h 310"/>
                    <a:gd name="T4" fmla="*/ 0 w 246"/>
                    <a:gd name="T5" fmla="*/ 0 h 310"/>
                    <a:gd name="T6" fmla="*/ 0 w 246"/>
                    <a:gd name="T7" fmla="*/ 0 h 310"/>
                    <a:gd name="T8" fmla="*/ 0 w 246"/>
                    <a:gd name="T9" fmla="*/ 0 h 310"/>
                    <a:gd name="T10" fmla="*/ 0 w 246"/>
                    <a:gd name="T11" fmla="*/ 0 h 310"/>
                    <a:gd name="T12" fmla="*/ 0 w 246"/>
                    <a:gd name="T13" fmla="*/ 0 h 310"/>
                    <a:gd name="T14" fmla="*/ 0 w 246"/>
                    <a:gd name="T15" fmla="*/ 0 h 310"/>
                    <a:gd name="T16" fmla="*/ 0 w 246"/>
                    <a:gd name="T17" fmla="*/ 0 h 310"/>
                    <a:gd name="T18" fmla="*/ 0 w 246"/>
                    <a:gd name="T19" fmla="*/ 0 h 310"/>
                    <a:gd name="T20" fmla="*/ 0 w 246"/>
                    <a:gd name="T21" fmla="*/ 0 h 310"/>
                    <a:gd name="T22" fmla="*/ 0 w 246"/>
                    <a:gd name="T23" fmla="*/ 0 h 310"/>
                    <a:gd name="T24" fmla="*/ 0 w 246"/>
                    <a:gd name="T25" fmla="*/ 0 h 310"/>
                    <a:gd name="T26" fmla="*/ 0 w 246"/>
                    <a:gd name="T27" fmla="*/ 0 h 310"/>
                    <a:gd name="T28" fmla="*/ 0 w 246"/>
                    <a:gd name="T29" fmla="*/ 0 h 310"/>
                    <a:gd name="T30" fmla="*/ 0 w 246"/>
                    <a:gd name="T31" fmla="*/ 0 h 310"/>
                    <a:gd name="T32" fmla="*/ 0 w 246"/>
                    <a:gd name="T33" fmla="*/ 0 h 310"/>
                    <a:gd name="T34" fmla="*/ 0 w 246"/>
                    <a:gd name="T35" fmla="*/ 0 h 310"/>
                    <a:gd name="T36" fmla="*/ 0 w 246"/>
                    <a:gd name="T37" fmla="*/ 0 h 310"/>
                    <a:gd name="T38" fmla="*/ 0 w 246"/>
                    <a:gd name="T39" fmla="*/ 0 h 310"/>
                    <a:gd name="T40" fmla="*/ 0 w 246"/>
                    <a:gd name="T41" fmla="*/ 0 h 310"/>
                    <a:gd name="T42" fmla="*/ 0 w 246"/>
                    <a:gd name="T43" fmla="*/ 0 h 310"/>
                    <a:gd name="T44" fmla="*/ 0 w 246"/>
                    <a:gd name="T45" fmla="*/ 0 h 310"/>
                    <a:gd name="T46" fmla="*/ 0 w 246"/>
                    <a:gd name="T47" fmla="*/ 0 h 310"/>
                    <a:gd name="T48" fmla="*/ 0 w 246"/>
                    <a:gd name="T49" fmla="*/ 0 h 310"/>
                    <a:gd name="T50" fmla="*/ 0 w 246"/>
                    <a:gd name="T51" fmla="*/ 0 h 310"/>
                    <a:gd name="T52" fmla="*/ 0 w 246"/>
                    <a:gd name="T53" fmla="*/ 0 h 310"/>
                    <a:gd name="T54" fmla="*/ 0 w 246"/>
                    <a:gd name="T55" fmla="*/ 0 h 310"/>
                    <a:gd name="T56" fmla="*/ 0 w 246"/>
                    <a:gd name="T57" fmla="*/ 0 h 310"/>
                    <a:gd name="T58" fmla="*/ 0 w 246"/>
                    <a:gd name="T59" fmla="*/ 0 h 310"/>
                    <a:gd name="T60" fmla="*/ 0 w 246"/>
                    <a:gd name="T61" fmla="*/ 0 h 310"/>
                    <a:gd name="T62" fmla="*/ 0 w 246"/>
                    <a:gd name="T63" fmla="*/ 0 h 310"/>
                    <a:gd name="T64" fmla="*/ 0 w 246"/>
                    <a:gd name="T65" fmla="*/ 0 h 310"/>
                    <a:gd name="T66" fmla="*/ 0 w 246"/>
                    <a:gd name="T67" fmla="*/ 0 h 310"/>
                    <a:gd name="T68" fmla="*/ 0 w 246"/>
                    <a:gd name="T69" fmla="*/ 0 h 310"/>
                    <a:gd name="T70" fmla="*/ 0 w 246"/>
                    <a:gd name="T71" fmla="*/ 0 h 310"/>
                    <a:gd name="T72" fmla="*/ 0 w 246"/>
                    <a:gd name="T73" fmla="*/ 0 h 310"/>
                    <a:gd name="T74" fmla="*/ 0 w 246"/>
                    <a:gd name="T75" fmla="*/ 0 h 310"/>
                    <a:gd name="T76" fmla="*/ 0 60000 65536"/>
                    <a:gd name="T77" fmla="*/ 0 60000 65536"/>
                    <a:gd name="T78" fmla="*/ 0 60000 65536"/>
                    <a:gd name="T79" fmla="*/ 0 60000 65536"/>
                    <a:gd name="T80" fmla="*/ 0 60000 65536"/>
                    <a:gd name="T81" fmla="*/ 0 60000 65536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w 246"/>
                    <a:gd name="T115" fmla="*/ 0 h 310"/>
                    <a:gd name="T116" fmla="*/ 246 w 246"/>
                    <a:gd name="T117" fmla="*/ 310 h 310"/>
                  </a:gdLst>
                  <a:ahLst/>
                  <a:cxnLst>
                    <a:cxn ang="T76">
                      <a:pos x="T0" y="T1"/>
                    </a:cxn>
                    <a:cxn ang="T77">
                      <a:pos x="T2" y="T3"/>
                    </a:cxn>
                    <a:cxn ang="T78">
                      <a:pos x="T4" y="T5"/>
                    </a:cxn>
                    <a:cxn ang="T79">
                      <a:pos x="T6" y="T7"/>
                    </a:cxn>
                    <a:cxn ang="T80">
                      <a:pos x="T8" y="T9"/>
                    </a:cxn>
                    <a:cxn ang="T81">
                      <a:pos x="T10" y="T11"/>
                    </a:cxn>
                    <a:cxn ang="T82">
                      <a:pos x="T12" y="T13"/>
                    </a:cxn>
                    <a:cxn ang="T83">
                      <a:pos x="T14" y="T15"/>
                    </a:cxn>
                    <a:cxn ang="T84">
                      <a:pos x="T16" y="T17"/>
                    </a:cxn>
                    <a:cxn ang="T85">
                      <a:pos x="T18" y="T19"/>
                    </a:cxn>
                    <a:cxn ang="T86">
                      <a:pos x="T20" y="T21"/>
                    </a:cxn>
                    <a:cxn ang="T87">
                      <a:pos x="T22" y="T23"/>
                    </a:cxn>
                    <a:cxn ang="T88">
                      <a:pos x="T24" y="T25"/>
                    </a:cxn>
                    <a:cxn ang="T89">
                      <a:pos x="T26" y="T27"/>
                    </a:cxn>
                    <a:cxn ang="T90">
                      <a:pos x="T28" y="T29"/>
                    </a:cxn>
                    <a:cxn ang="T91">
                      <a:pos x="T30" y="T31"/>
                    </a:cxn>
                    <a:cxn ang="T92">
                      <a:pos x="T32" y="T33"/>
                    </a:cxn>
                    <a:cxn ang="T93">
                      <a:pos x="T34" y="T35"/>
                    </a:cxn>
                    <a:cxn ang="T94">
                      <a:pos x="T36" y="T37"/>
                    </a:cxn>
                    <a:cxn ang="T95">
                      <a:pos x="T38" y="T39"/>
                    </a:cxn>
                    <a:cxn ang="T96">
                      <a:pos x="T40" y="T41"/>
                    </a:cxn>
                    <a:cxn ang="T97">
                      <a:pos x="T42" y="T43"/>
                    </a:cxn>
                    <a:cxn ang="T98">
                      <a:pos x="T44" y="T45"/>
                    </a:cxn>
                    <a:cxn ang="T99">
                      <a:pos x="T46" y="T47"/>
                    </a:cxn>
                    <a:cxn ang="T100">
                      <a:pos x="T48" y="T49"/>
                    </a:cxn>
                    <a:cxn ang="T101">
                      <a:pos x="T50" y="T51"/>
                    </a:cxn>
                    <a:cxn ang="T102">
                      <a:pos x="T52" y="T53"/>
                    </a:cxn>
                    <a:cxn ang="T103">
                      <a:pos x="T54" y="T55"/>
                    </a:cxn>
                    <a:cxn ang="T104">
                      <a:pos x="T56" y="T57"/>
                    </a:cxn>
                    <a:cxn ang="T105">
                      <a:pos x="T58" y="T59"/>
                    </a:cxn>
                    <a:cxn ang="T106">
                      <a:pos x="T60" y="T61"/>
                    </a:cxn>
                    <a:cxn ang="T107">
                      <a:pos x="T62" y="T63"/>
                    </a:cxn>
                    <a:cxn ang="T108">
                      <a:pos x="T64" y="T65"/>
                    </a:cxn>
                    <a:cxn ang="T109">
                      <a:pos x="T66" y="T67"/>
                    </a:cxn>
                    <a:cxn ang="T110">
                      <a:pos x="T68" y="T69"/>
                    </a:cxn>
                    <a:cxn ang="T111">
                      <a:pos x="T70" y="T71"/>
                    </a:cxn>
                    <a:cxn ang="T112">
                      <a:pos x="T72" y="T73"/>
                    </a:cxn>
                    <a:cxn ang="T113">
                      <a:pos x="T74" y="T75"/>
                    </a:cxn>
                  </a:cxnLst>
                  <a:rect l="T114" t="T115" r="T116" b="T117"/>
                  <a:pathLst>
                    <a:path w="246" h="310">
                      <a:moveTo>
                        <a:pt x="199" y="116"/>
                      </a:moveTo>
                      <a:lnTo>
                        <a:pt x="207" y="124"/>
                      </a:lnTo>
                      <a:lnTo>
                        <a:pt x="214" y="133"/>
                      </a:lnTo>
                      <a:lnTo>
                        <a:pt x="219" y="143"/>
                      </a:lnTo>
                      <a:lnTo>
                        <a:pt x="223" y="154"/>
                      </a:lnTo>
                      <a:lnTo>
                        <a:pt x="225" y="164"/>
                      </a:lnTo>
                      <a:lnTo>
                        <a:pt x="225" y="176"/>
                      </a:lnTo>
                      <a:lnTo>
                        <a:pt x="221" y="187"/>
                      </a:lnTo>
                      <a:lnTo>
                        <a:pt x="216" y="197"/>
                      </a:lnTo>
                      <a:lnTo>
                        <a:pt x="208" y="209"/>
                      </a:lnTo>
                      <a:lnTo>
                        <a:pt x="199" y="219"/>
                      </a:lnTo>
                      <a:lnTo>
                        <a:pt x="188" y="228"/>
                      </a:lnTo>
                      <a:lnTo>
                        <a:pt x="177" y="238"/>
                      </a:lnTo>
                      <a:lnTo>
                        <a:pt x="166" y="246"/>
                      </a:lnTo>
                      <a:lnTo>
                        <a:pt x="154" y="255"/>
                      </a:lnTo>
                      <a:lnTo>
                        <a:pt x="143" y="264"/>
                      </a:lnTo>
                      <a:lnTo>
                        <a:pt x="132" y="274"/>
                      </a:lnTo>
                      <a:lnTo>
                        <a:pt x="129" y="278"/>
                      </a:lnTo>
                      <a:lnTo>
                        <a:pt x="126" y="282"/>
                      </a:lnTo>
                      <a:lnTo>
                        <a:pt x="124" y="287"/>
                      </a:lnTo>
                      <a:lnTo>
                        <a:pt x="121" y="292"/>
                      </a:lnTo>
                      <a:lnTo>
                        <a:pt x="120" y="296"/>
                      </a:lnTo>
                      <a:lnTo>
                        <a:pt x="120" y="301"/>
                      </a:lnTo>
                      <a:lnTo>
                        <a:pt x="121" y="305"/>
                      </a:lnTo>
                      <a:lnTo>
                        <a:pt x="125" y="309"/>
                      </a:lnTo>
                      <a:lnTo>
                        <a:pt x="130" y="310"/>
                      </a:lnTo>
                      <a:lnTo>
                        <a:pt x="134" y="310"/>
                      </a:lnTo>
                      <a:lnTo>
                        <a:pt x="139" y="309"/>
                      </a:lnTo>
                      <a:lnTo>
                        <a:pt x="143" y="305"/>
                      </a:lnTo>
                      <a:lnTo>
                        <a:pt x="154" y="293"/>
                      </a:lnTo>
                      <a:lnTo>
                        <a:pt x="167" y="280"/>
                      </a:lnTo>
                      <a:lnTo>
                        <a:pt x="180" y="269"/>
                      </a:lnTo>
                      <a:lnTo>
                        <a:pt x="194" y="257"/>
                      </a:lnTo>
                      <a:lnTo>
                        <a:pt x="207" y="246"/>
                      </a:lnTo>
                      <a:lnTo>
                        <a:pt x="219" y="233"/>
                      </a:lnTo>
                      <a:lnTo>
                        <a:pt x="231" y="219"/>
                      </a:lnTo>
                      <a:lnTo>
                        <a:pt x="239" y="204"/>
                      </a:lnTo>
                      <a:lnTo>
                        <a:pt x="245" y="187"/>
                      </a:lnTo>
                      <a:lnTo>
                        <a:pt x="246" y="170"/>
                      </a:lnTo>
                      <a:lnTo>
                        <a:pt x="242" y="153"/>
                      </a:lnTo>
                      <a:lnTo>
                        <a:pt x="236" y="136"/>
                      </a:lnTo>
                      <a:lnTo>
                        <a:pt x="227" y="120"/>
                      </a:lnTo>
                      <a:lnTo>
                        <a:pt x="215" y="107"/>
                      </a:lnTo>
                      <a:lnTo>
                        <a:pt x="201" y="94"/>
                      </a:lnTo>
                      <a:lnTo>
                        <a:pt x="187" y="82"/>
                      </a:lnTo>
                      <a:lnTo>
                        <a:pt x="177" y="74"/>
                      </a:lnTo>
                      <a:lnTo>
                        <a:pt x="165" y="68"/>
                      </a:lnTo>
                      <a:lnTo>
                        <a:pt x="152" y="60"/>
                      </a:lnTo>
                      <a:lnTo>
                        <a:pt x="139" y="51"/>
                      </a:lnTo>
                      <a:lnTo>
                        <a:pt x="126" y="43"/>
                      </a:lnTo>
                      <a:lnTo>
                        <a:pt x="112" y="35"/>
                      </a:lnTo>
                      <a:lnTo>
                        <a:pt x="98" y="28"/>
                      </a:lnTo>
                      <a:lnTo>
                        <a:pt x="85" y="22"/>
                      </a:lnTo>
                      <a:lnTo>
                        <a:pt x="72" y="16"/>
                      </a:lnTo>
                      <a:lnTo>
                        <a:pt x="59" y="10"/>
                      </a:lnTo>
                      <a:lnTo>
                        <a:pt x="46" y="7"/>
                      </a:lnTo>
                      <a:lnTo>
                        <a:pt x="35" y="3"/>
                      </a:lnTo>
                      <a:lnTo>
                        <a:pt x="24" y="1"/>
                      </a:lnTo>
                      <a:lnTo>
                        <a:pt x="15" y="0"/>
                      </a:lnTo>
                      <a:lnTo>
                        <a:pt x="7" y="1"/>
                      </a:lnTo>
                      <a:lnTo>
                        <a:pt x="0" y="3"/>
                      </a:lnTo>
                      <a:lnTo>
                        <a:pt x="8" y="6"/>
                      </a:lnTo>
                      <a:lnTo>
                        <a:pt x="17" y="9"/>
                      </a:lnTo>
                      <a:lnTo>
                        <a:pt x="28" y="14"/>
                      </a:lnTo>
                      <a:lnTo>
                        <a:pt x="38" y="18"/>
                      </a:lnTo>
                      <a:lnTo>
                        <a:pt x="51" y="24"/>
                      </a:lnTo>
                      <a:lnTo>
                        <a:pt x="64" y="30"/>
                      </a:lnTo>
                      <a:lnTo>
                        <a:pt x="78" y="37"/>
                      </a:lnTo>
                      <a:lnTo>
                        <a:pt x="92" y="43"/>
                      </a:lnTo>
                      <a:lnTo>
                        <a:pt x="106" y="51"/>
                      </a:lnTo>
                      <a:lnTo>
                        <a:pt x="120" y="60"/>
                      </a:lnTo>
                      <a:lnTo>
                        <a:pt x="134" y="69"/>
                      </a:lnTo>
                      <a:lnTo>
                        <a:pt x="148" y="78"/>
                      </a:lnTo>
                      <a:lnTo>
                        <a:pt x="163" y="87"/>
                      </a:lnTo>
                      <a:lnTo>
                        <a:pt x="175" y="96"/>
                      </a:lnTo>
                      <a:lnTo>
                        <a:pt x="187" y="105"/>
                      </a:lnTo>
                      <a:lnTo>
                        <a:pt x="199" y="116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37832" name="Freeform 742">
                  <a:extLst>
                    <a:ext uri="{FF2B5EF4-FFF2-40B4-BE49-F238E27FC236}">
                      <a16:creationId xmlns:a16="http://schemas.microsoft.com/office/drawing/2014/main" id="{E4FE3C5D-8389-46D9-A353-E21D3C55AED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115" y="2660"/>
                  <a:ext cx="69" cy="55"/>
                </a:xfrm>
                <a:custGeom>
                  <a:avLst/>
                  <a:gdLst>
                    <a:gd name="T0" fmla="*/ 0 w 198"/>
                    <a:gd name="T1" fmla="*/ 0 h 236"/>
                    <a:gd name="T2" fmla="*/ 0 w 198"/>
                    <a:gd name="T3" fmla="*/ 0 h 236"/>
                    <a:gd name="T4" fmla="*/ 0 w 198"/>
                    <a:gd name="T5" fmla="*/ 0 h 236"/>
                    <a:gd name="T6" fmla="*/ 0 w 198"/>
                    <a:gd name="T7" fmla="*/ 0 h 236"/>
                    <a:gd name="T8" fmla="*/ 0 w 198"/>
                    <a:gd name="T9" fmla="*/ 0 h 236"/>
                    <a:gd name="T10" fmla="*/ 0 w 198"/>
                    <a:gd name="T11" fmla="*/ 0 h 236"/>
                    <a:gd name="T12" fmla="*/ 0 w 198"/>
                    <a:gd name="T13" fmla="*/ 0 h 236"/>
                    <a:gd name="T14" fmla="*/ 0 w 198"/>
                    <a:gd name="T15" fmla="*/ 0 h 236"/>
                    <a:gd name="T16" fmla="*/ 0 w 198"/>
                    <a:gd name="T17" fmla="*/ 0 h 236"/>
                    <a:gd name="T18" fmla="*/ 0 w 198"/>
                    <a:gd name="T19" fmla="*/ 0 h 236"/>
                    <a:gd name="T20" fmla="*/ 0 w 198"/>
                    <a:gd name="T21" fmla="*/ 0 h 236"/>
                    <a:gd name="T22" fmla="*/ 0 w 198"/>
                    <a:gd name="T23" fmla="*/ 0 h 236"/>
                    <a:gd name="T24" fmla="*/ 0 w 198"/>
                    <a:gd name="T25" fmla="*/ 0 h 236"/>
                    <a:gd name="T26" fmla="*/ 0 w 198"/>
                    <a:gd name="T27" fmla="*/ 0 h 236"/>
                    <a:gd name="T28" fmla="*/ 0 w 198"/>
                    <a:gd name="T29" fmla="*/ 0 h 236"/>
                    <a:gd name="T30" fmla="*/ 0 w 198"/>
                    <a:gd name="T31" fmla="*/ 0 h 236"/>
                    <a:gd name="T32" fmla="*/ 0 w 198"/>
                    <a:gd name="T33" fmla="*/ 0 h 236"/>
                    <a:gd name="T34" fmla="*/ 0 w 198"/>
                    <a:gd name="T35" fmla="*/ 0 h 236"/>
                    <a:gd name="T36" fmla="*/ 0 w 198"/>
                    <a:gd name="T37" fmla="*/ 0 h 236"/>
                    <a:gd name="T38" fmla="*/ 0 w 198"/>
                    <a:gd name="T39" fmla="*/ 0 h 236"/>
                    <a:gd name="T40" fmla="*/ 0 w 198"/>
                    <a:gd name="T41" fmla="*/ 0 h 236"/>
                    <a:gd name="T42" fmla="*/ 0 w 198"/>
                    <a:gd name="T43" fmla="*/ 0 h 236"/>
                    <a:gd name="T44" fmla="*/ 0 w 198"/>
                    <a:gd name="T45" fmla="*/ 0 h 236"/>
                    <a:gd name="T46" fmla="*/ 0 w 198"/>
                    <a:gd name="T47" fmla="*/ 0 h 236"/>
                    <a:gd name="T48" fmla="*/ 0 w 198"/>
                    <a:gd name="T49" fmla="*/ 0 h 236"/>
                    <a:gd name="T50" fmla="*/ 0 w 198"/>
                    <a:gd name="T51" fmla="*/ 0 h 236"/>
                    <a:gd name="T52" fmla="*/ 0 w 198"/>
                    <a:gd name="T53" fmla="*/ 0 h 236"/>
                    <a:gd name="T54" fmla="*/ 0 w 198"/>
                    <a:gd name="T55" fmla="*/ 0 h 236"/>
                    <a:gd name="T56" fmla="*/ 0 w 198"/>
                    <a:gd name="T57" fmla="*/ 0 h 236"/>
                    <a:gd name="T58" fmla="*/ 0 w 198"/>
                    <a:gd name="T59" fmla="*/ 0 h 236"/>
                    <a:gd name="T60" fmla="*/ 0 w 198"/>
                    <a:gd name="T61" fmla="*/ 0 h 236"/>
                    <a:gd name="T62" fmla="*/ 0 w 198"/>
                    <a:gd name="T63" fmla="*/ 0 h 236"/>
                    <a:gd name="T64" fmla="*/ 0 w 198"/>
                    <a:gd name="T65" fmla="*/ 0 h 236"/>
                    <a:gd name="T66" fmla="*/ 0 w 198"/>
                    <a:gd name="T67" fmla="*/ 0 h 236"/>
                    <a:gd name="T68" fmla="*/ 0 w 198"/>
                    <a:gd name="T69" fmla="*/ 0 h 236"/>
                    <a:gd name="T70" fmla="*/ 0 w 198"/>
                    <a:gd name="T71" fmla="*/ 0 h 236"/>
                    <a:gd name="T72" fmla="*/ 0 w 198"/>
                    <a:gd name="T73" fmla="*/ 0 h 236"/>
                    <a:gd name="T74" fmla="*/ 0 w 198"/>
                    <a:gd name="T75" fmla="*/ 0 h 236"/>
                    <a:gd name="T76" fmla="*/ 0 w 198"/>
                    <a:gd name="T77" fmla="*/ 0 h 236"/>
                    <a:gd name="T78" fmla="*/ 0 w 198"/>
                    <a:gd name="T79" fmla="*/ 0 h 236"/>
                    <a:gd name="T80" fmla="*/ 0 w 198"/>
                    <a:gd name="T81" fmla="*/ 0 h 236"/>
                    <a:gd name="T82" fmla="*/ 0 w 198"/>
                    <a:gd name="T83" fmla="*/ 0 h 236"/>
                    <a:gd name="T84" fmla="*/ 0 w 198"/>
                    <a:gd name="T85" fmla="*/ 0 h 236"/>
                    <a:gd name="T86" fmla="*/ 0 w 198"/>
                    <a:gd name="T87" fmla="*/ 0 h 236"/>
                    <a:gd name="T88" fmla="*/ 0 w 198"/>
                    <a:gd name="T89" fmla="*/ 0 h 236"/>
                    <a:gd name="T90" fmla="*/ 0 w 198"/>
                    <a:gd name="T91" fmla="*/ 0 h 236"/>
                    <a:gd name="T92" fmla="*/ 0 w 198"/>
                    <a:gd name="T93" fmla="*/ 0 h 236"/>
                    <a:gd name="T94" fmla="*/ 0 w 198"/>
                    <a:gd name="T95" fmla="*/ 0 h 236"/>
                    <a:gd name="T96" fmla="*/ 0 w 198"/>
                    <a:gd name="T97" fmla="*/ 0 h 236"/>
                    <a:gd name="T98" fmla="*/ 0 w 198"/>
                    <a:gd name="T99" fmla="*/ 0 h 236"/>
                    <a:gd name="T100" fmla="*/ 0 w 198"/>
                    <a:gd name="T101" fmla="*/ 0 h 236"/>
                    <a:gd name="T102" fmla="*/ 0 w 198"/>
                    <a:gd name="T103" fmla="*/ 0 h 236"/>
                    <a:gd name="T104" fmla="*/ 0 w 198"/>
                    <a:gd name="T105" fmla="*/ 0 h 236"/>
                    <a:gd name="T106" fmla="*/ 0 w 198"/>
                    <a:gd name="T107" fmla="*/ 0 h 236"/>
                    <a:gd name="T108" fmla="*/ 0 w 198"/>
                    <a:gd name="T109" fmla="*/ 0 h 236"/>
                    <a:gd name="T110" fmla="*/ 0 w 198"/>
                    <a:gd name="T111" fmla="*/ 0 h 236"/>
                    <a:gd name="T112" fmla="*/ 0 w 198"/>
                    <a:gd name="T113" fmla="*/ 0 h 236"/>
                    <a:gd name="T114" fmla="*/ 0 w 198"/>
                    <a:gd name="T115" fmla="*/ 0 h 236"/>
                    <a:gd name="T116" fmla="*/ 0 w 198"/>
                    <a:gd name="T117" fmla="*/ 0 h 236"/>
                    <a:gd name="T118" fmla="*/ 0 w 198"/>
                    <a:gd name="T119" fmla="*/ 0 h 236"/>
                    <a:gd name="T120" fmla="*/ 0 w 198"/>
                    <a:gd name="T121" fmla="*/ 0 h 2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60000 65536"/>
                    <a:gd name="T148" fmla="*/ 0 60000 65536"/>
                    <a:gd name="T149" fmla="*/ 0 60000 65536"/>
                    <a:gd name="T150" fmla="*/ 0 60000 65536"/>
                    <a:gd name="T151" fmla="*/ 0 60000 65536"/>
                    <a:gd name="T152" fmla="*/ 0 60000 65536"/>
                    <a:gd name="T153" fmla="*/ 0 60000 65536"/>
                    <a:gd name="T154" fmla="*/ 0 60000 65536"/>
                    <a:gd name="T155" fmla="*/ 0 60000 65536"/>
                    <a:gd name="T156" fmla="*/ 0 60000 65536"/>
                    <a:gd name="T157" fmla="*/ 0 60000 65536"/>
                    <a:gd name="T158" fmla="*/ 0 60000 65536"/>
                    <a:gd name="T159" fmla="*/ 0 60000 65536"/>
                    <a:gd name="T160" fmla="*/ 0 60000 65536"/>
                    <a:gd name="T161" fmla="*/ 0 60000 65536"/>
                    <a:gd name="T162" fmla="*/ 0 60000 65536"/>
                    <a:gd name="T163" fmla="*/ 0 60000 65536"/>
                    <a:gd name="T164" fmla="*/ 0 60000 65536"/>
                    <a:gd name="T165" fmla="*/ 0 60000 65536"/>
                    <a:gd name="T166" fmla="*/ 0 60000 65536"/>
                    <a:gd name="T167" fmla="*/ 0 60000 65536"/>
                    <a:gd name="T168" fmla="*/ 0 60000 65536"/>
                    <a:gd name="T169" fmla="*/ 0 60000 65536"/>
                    <a:gd name="T170" fmla="*/ 0 60000 65536"/>
                    <a:gd name="T171" fmla="*/ 0 60000 65536"/>
                    <a:gd name="T172" fmla="*/ 0 60000 65536"/>
                    <a:gd name="T173" fmla="*/ 0 60000 65536"/>
                    <a:gd name="T174" fmla="*/ 0 60000 65536"/>
                    <a:gd name="T175" fmla="*/ 0 60000 65536"/>
                    <a:gd name="T176" fmla="*/ 0 60000 65536"/>
                    <a:gd name="T177" fmla="*/ 0 60000 65536"/>
                    <a:gd name="T178" fmla="*/ 0 60000 65536"/>
                    <a:gd name="T179" fmla="*/ 0 60000 65536"/>
                    <a:gd name="T180" fmla="*/ 0 60000 65536"/>
                    <a:gd name="T181" fmla="*/ 0 60000 65536"/>
                    <a:gd name="T182" fmla="*/ 0 60000 65536"/>
                    <a:gd name="T183" fmla="*/ 0 w 198"/>
                    <a:gd name="T184" fmla="*/ 0 h 236"/>
                    <a:gd name="T185" fmla="*/ 198 w 198"/>
                    <a:gd name="T186" fmla="*/ 236 h 236"/>
                  </a:gdLst>
                  <a:ahLst/>
                  <a:cxnLst>
                    <a:cxn ang="T122">
                      <a:pos x="T0" y="T1"/>
                    </a:cxn>
                    <a:cxn ang="T123">
                      <a:pos x="T2" y="T3"/>
                    </a:cxn>
                    <a:cxn ang="T124">
                      <a:pos x="T4" y="T5"/>
                    </a:cxn>
                    <a:cxn ang="T125">
                      <a:pos x="T6" y="T7"/>
                    </a:cxn>
                    <a:cxn ang="T126">
                      <a:pos x="T8" y="T9"/>
                    </a:cxn>
                    <a:cxn ang="T127">
                      <a:pos x="T10" y="T11"/>
                    </a:cxn>
                    <a:cxn ang="T128">
                      <a:pos x="T12" y="T13"/>
                    </a:cxn>
                    <a:cxn ang="T129">
                      <a:pos x="T14" y="T15"/>
                    </a:cxn>
                    <a:cxn ang="T130">
                      <a:pos x="T16" y="T17"/>
                    </a:cxn>
                    <a:cxn ang="T131">
                      <a:pos x="T18" y="T19"/>
                    </a:cxn>
                    <a:cxn ang="T132">
                      <a:pos x="T20" y="T21"/>
                    </a:cxn>
                    <a:cxn ang="T133">
                      <a:pos x="T22" y="T23"/>
                    </a:cxn>
                    <a:cxn ang="T134">
                      <a:pos x="T24" y="T25"/>
                    </a:cxn>
                    <a:cxn ang="T135">
                      <a:pos x="T26" y="T27"/>
                    </a:cxn>
                    <a:cxn ang="T136">
                      <a:pos x="T28" y="T29"/>
                    </a:cxn>
                    <a:cxn ang="T137">
                      <a:pos x="T30" y="T31"/>
                    </a:cxn>
                    <a:cxn ang="T138">
                      <a:pos x="T32" y="T33"/>
                    </a:cxn>
                    <a:cxn ang="T139">
                      <a:pos x="T34" y="T35"/>
                    </a:cxn>
                    <a:cxn ang="T140">
                      <a:pos x="T36" y="T37"/>
                    </a:cxn>
                    <a:cxn ang="T141">
                      <a:pos x="T38" y="T39"/>
                    </a:cxn>
                    <a:cxn ang="T142">
                      <a:pos x="T40" y="T41"/>
                    </a:cxn>
                    <a:cxn ang="T143">
                      <a:pos x="T42" y="T43"/>
                    </a:cxn>
                    <a:cxn ang="T144">
                      <a:pos x="T44" y="T45"/>
                    </a:cxn>
                    <a:cxn ang="T145">
                      <a:pos x="T46" y="T47"/>
                    </a:cxn>
                    <a:cxn ang="T146">
                      <a:pos x="T48" y="T49"/>
                    </a:cxn>
                    <a:cxn ang="T147">
                      <a:pos x="T50" y="T51"/>
                    </a:cxn>
                    <a:cxn ang="T148">
                      <a:pos x="T52" y="T53"/>
                    </a:cxn>
                    <a:cxn ang="T149">
                      <a:pos x="T54" y="T55"/>
                    </a:cxn>
                    <a:cxn ang="T150">
                      <a:pos x="T56" y="T57"/>
                    </a:cxn>
                    <a:cxn ang="T151">
                      <a:pos x="T58" y="T59"/>
                    </a:cxn>
                    <a:cxn ang="T152">
                      <a:pos x="T60" y="T61"/>
                    </a:cxn>
                    <a:cxn ang="T153">
                      <a:pos x="T62" y="T63"/>
                    </a:cxn>
                    <a:cxn ang="T154">
                      <a:pos x="T64" y="T65"/>
                    </a:cxn>
                    <a:cxn ang="T155">
                      <a:pos x="T66" y="T67"/>
                    </a:cxn>
                    <a:cxn ang="T156">
                      <a:pos x="T68" y="T69"/>
                    </a:cxn>
                    <a:cxn ang="T157">
                      <a:pos x="T70" y="T71"/>
                    </a:cxn>
                    <a:cxn ang="T158">
                      <a:pos x="T72" y="T73"/>
                    </a:cxn>
                    <a:cxn ang="T159">
                      <a:pos x="T74" y="T75"/>
                    </a:cxn>
                    <a:cxn ang="T160">
                      <a:pos x="T76" y="T77"/>
                    </a:cxn>
                    <a:cxn ang="T161">
                      <a:pos x="T78" y="T79"/>
                    </a:cxn>
                    <a:cxn ang="T162">
                      <a:pos x="T80" y="T81"/>
                    </a:cxn>
                    <a:cxn ang="T163">
                      <a:pos x="T82" y="T83"/>
                    </a:cxn>
                    <a:cxn ang="T164">
                      <a:pos x="T84" y="T85"/>
                    </a:cxn>
                    <a:cxn ang="T165">
                      <a:pos x="T86" y="T87"/>
                    </a:cxn>
                    <a:cxn ang="T166">
                      <a:pos x="T88" y="T89"/>
                    </a:cxn>
                    <a:cxn ang="T167">
                      <a:pos x="T90" y="T91"/>
                    </a:cxn>
                    <a:cxn ang="T168">
                      <a:pos x="T92" y="T93"/>
                    </a:cxn>
                    <a:cxn ang="T169">
                      <a:pos x="T94" y="T95"/>
                    </a:cxn>
                    <a:cxn ang="T170">
                      <a:pos x="T96" y="T97"/>
                    </a:cxn>
                    <a:cxn ang="T171">
                      <a:pos x="T98" y="T99"/>
                    </a:cxn>
                    <a:cxn ang="T172">
                      <a:pos x="T100" y="T101"/>
                    </a:cxn>
                    <a:cxn ang="T173">
                      <a:pos x="T102" y="T103"/>
                    </a:cxn>
                    <a:cxn ang="T174">
                      <a:pos x="T104" y="T105"/>
                    </a:cxn>
                    <a:cxn ang="T175">
                      <a:pos x="T106" y="T107"/>
                    </a:cxn>
                    <a:cxn ang="T176">
                      <a:pos x="T108" y="T109"/>
                    </a:cxn>
                    <a:cxn ang="T177">
                      <a:pos x="T110" y="T111"/>
                    </a:cxn>
                    <a:cxn ang="T178">
                      <a:pos x="T112" y="T113"/>
                    </a:cxn>
                    <a:cxn ang="T179">
                      <a:pos x="T114" y="T115"/>
                    </a:cxn>
                    <a:cxn ang="T180">
                      <a:pos x="T116" y="T117"/>
                    </a:cxn>
                    <a:cxn ang="T181">
                      <a:pos x="T118" y="T119"/>
                    </a:cxn>
                    <a:cxn ang="T182">
                      <a:pos x="T120" y="T121"/>
                    </a:cxn>
                  </a:cxnLst>
                  <a:rect l="T183" t="T184" r="T185" b="T186"/>
                  <a:pathLst>
                    <a:path w="198" h="236">
                      <a:moveTo>
                        <a:pt x="73" y="36"/>
                      </a:moveTo>
                      <a:lnTo>
                        <a:pt x="58" y="46"/>
                      </a:lnTo>
                      <a:lnTo>
                        <a:pt x="46" y="58"/>
                      </a:lnTo>
                      <a:lnTo>
                        <a:pt x="33" y="72"/>
                      </a:lnTo>
                      <a:lnTo>
                        <a:pt x="22" y="85"/>
                      </a:lnTo>
                      <a:lnTo>
                        <a:pt x="14" y="100"/>
                      </a:lnTo>
                      <a:lnTo>
                        <a:pt x="7" y="115"/>
                      </a:lnTo>
                      <a:lnTo>
                        <a:pt x="2" y="130"/>
                      </a:lnTo>
                      <a:lnTo>
                        <a:pt x="0" y="146"/>
                      </a:lnTo>
                      <a:lnTo>
                        <a:pt x="2" y="170"/>
                      </a:lnTo>
                      <a:lnTo>
                        <a:pt x="12" y="190"/>
                      </a:lnTo>
                      <a:lnTo>
                        <a:pt x="26" y="207"/>
                      </a:lnTo>
                      <a:lnTo>
                        <a:pt x="43" y="220"/>
                      </a:lnTo>
                      <a:lnTo>
                        <a:pt x="64" y="229"/>
                      </a:lnTo>
                      <a:lnTo>
                        <a:pt x="88" y="235"/>
                      </a:lnTo>
                      <a:lnTo>
                        <a:pt x="110" y="236"/>
                      </a:lnTo>
                      <a:lnTo>
                        <a:pt x="132" y="232"/>
                      </a:lnTo>
                      <a:lnTo>
                        <a:pt x="137" y="232"/>
                      </a:lnTo>
                      <a:lnTo>
                        <a:pt x="142" y="230"/>
                      </a:lnTo>
                      <a:lnTo>
                        <a:pt x="145" y="226"/>
                      </a:lnTo>
                      <a:lnTo>
                        <a:pt x="146" y="221"/>
                      </a:lnTo>
                      <a:lnTo>
                        <a:pt x="145" y="219"/>
                      </a:lnTo>
                      <a:lnTo>
                        <a:pt x="142" y="219"/>
                      </a:lnTo>
                      <a:lnTo>
                        <a:pt x="137" y="217"/>
                      </a:lnTo>
                      <a:lnTo>
                        <a:pt x="131" y="217"/>
                      </a:lnTo>
                      <a:lnTo>
                        <a:pt x="124" y="217"/>
                      </a:lnTo>
                      <a:lnTo>
                        <a:pt x="118" y="217"/>
                      </a:lnTo>
                      <a:lnTo>
                        <a:pt x="112" y="217"/>
                      </a:lnTo>
                      <a:lnTo>
                        <a:pt x="109" y="217"/>
                      </a:lnTo>
                      <a:lnTo>
                        <a:pt x="97" y="216"/>
                      </a:lnTo>
                      <a:lnTo>
                        <a:pt x="87" y="215"/>
                      </a:lnTo>
                      <a:lnTo>
                        <a:pt x="75" y="214"/>
                      </a:lnTo>
                      <a:lnTo>
                        <a:pt x="63" y="211"/>
                      </a:lnTo>
                      <a:lnTo>
                        <a:pt x="51" y="207"/>
                      </a:lnTo>
                      <a:lnTo>
                        <a:pt x="40" y="199"/>
                      </a:lnTo>
                      <a:lnTo>
                        <a:pt x="29" y="189"/>
                      </a:lnTo>
                      <a:lnTo>
                        <a:pt x="17" y="174"/>
                      </a:lnTo>
                      <a:lnTo>
                        <a:pt x="15" y="157"/>
                      </a:lnTo>
                      <a:lnTo>
                        <a:pt x="16" y="141"/>
                      </a:lnTo>
                      <a:lnTo>
                        <a:pt x="21" y="124"/>
                      </a:lnTo>
                      <a:lnTo>
                        <a:pt x="28" y="109"/>
                      </a:lnTo>
                      <a:lnTo>
                        <a:pt x="39" y="96"/>
                      </a:lnTo>
                      <a:lnTo>
                        <a:pt x="50" y="82"/>
                      </a:lnTo>
                      <a:lnTo>
                        <a:pt x="63" y="70"/>
                      </a:lnTo>
                      <a:lnTo>
                        <a:pt x="78" y="59"/>
                      </a:lnTo>
                      <a:lnTo>
                        <a:pt x="94" y="49"/>
                      </a:lnTo>
                      <a:lnTo>
                        <a:pt x="110" y="39"/>
                      </a:lnTo>
                      <a:lnTo>
                        <a:pt x="126" y="31"/>
                      </a:lnTo>
                      <a:lnTo>
                        <a:pt x="142" y="24"/>
                      </a:lnTo>
                      <a:lnTo>
                        <a:pt x="158" y="19"/>
                      </a:lnTo>
                      <a:lnTo>
                        <a:pt x="172" y="13"/>
                      </a:lnTo>
                      <a:lnTo>
                        <a:pt x="186" y="10"/>
                      </a:lnTo>
                      <a:lnTo>
                        <a:pt x="198" y="7"/>
                      </a:lnTo>
                      <a:lnTo>
                        <a:pt x="190" y="3"/>
                      </a:lnTo>
                      <a:lnTo>
                        <a:pt x="177" y="0"/>
                      </a:lnTo>
                      <a:lnTo>
                        <a:pt x="162" y="3"/>
                      </a:lnTo>
                      <a:lnTo>
                        <a:pt x="144" y="6"/>
                      </a:lnTo>
                      <a:lnTo>
                        <a:pt x="124" y="12"/>
                      </a:lnTo>
                      <a:lnTo>
                        <a:pt x="105" y="19"/>
                      </a:lnTo>
                      <a:lnTo>
                        <a:pt x="88" y="28"/>
                      </a:lnTo>
                      <a:lnTo>
                        <a:pt x="73" y="3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37833" name="Freeform 743">
                  <a:extLst>
                    <a:ext uri="{FF2B5EF4-FFF2-40B4-BE49-F238E27FC236}">
                      <a16:creationId xmlns:a16="http://schemas.microsoft.com/office/drawing/2014/main" id="{5EE965B5-759D-4BC2-9B5C-4EACA595778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33" y="2660"/>
                  <a:ext cx="47" cy="42"/>
                </a:xfrm>
                <a:custGeom>
                  <a:avLst/>
                  <a:gdLst>
                    <a:gd name="T0" fmla="*/ 0 w 128"/>
                    <a:gd name="T1" fmla="*/ 0 h 183"/>
                    <a:gd name="T2" fmla="*/ 0 w 128"/>
                    <a:gd name="T3" fmla="*/ 0 h 183"/>
                    <a:gd name="T4" fmla="*/ 0 w 128"/>
                    <a:gd name="T5" fmla="*/ 0 h 183"/>
                    <a:gd name="T6" fmla="*/ 0 w 128"/>
                    <a:gd name="T7" fmla="*/ 0 h 183"/>
                    <a:gd name="T8" fmla="*/ 0 w 128"/>
                    <a:gd name="T9" fmla="*/ 0 h 183"/>
                    <a:gd name="T10" fmla="*/ 0 w 128"/>
                    <a:gd name="T11" fmla="*/ 0 h 183"/>
                    <a:gd name="T12" fmla="*/ 0 w 128"/>
                    <a:gd name="T13" fmla="*/ 0 h 183"/>
                    <a:gd name="T14" fmla="*/ 0 w 128"/>
                    <a:gd name="T15" fmla="*/ 0 h 183"/>
                    <a:gd name="T16" fmla="*/ 0 w 128"/>
                    <a:gd name="T17" fmla="*/ 0 h 183"/>
                    <a:gd name="T18" fmla="*/ 0 w 128"/>
                    <a:gd name="T19" fmla="*/ 0 h 183"/>
                    <a:gd name="T20" fmla="*/ 0 w 128"/>
                    <a:gd name="T21" fmla="*/ 0 h 183"/>
                    <a:gd name="T22" fmla="*/ 0 w 128"/>
                    <a:gd name="T23" fmla="*/ 0 h 183"/>
                    <a:gd name="T24" fmla="*/ 0 w 128"/>
                    <a:gd name="T25" fmla="*/ 0 h 183"/>
                    <a:gd name="T26" fmla="*/ 0 w 128"/>
                    <a:gd name="T27" fmla="*/ 0 h 183"/>
                    <a:gd name="T28" fmla="*/ 0 w 128"/>
                    <a:gd name="T29" fmla="*/ 0 h 183"/>
                    <a:gd name="T30" fmla="*/ 0 w 128"/>
                    <a:gd name="T31" fmla="*/ 0 h 183"/>
                    <a:gd name="T32" fmla="*/ 0 w 128"/>
                    <a:gd name="T33" fmla="*/ 0 h 183"/>
                    <a:gd name="T34" fmla="*/ 0 w 128"/>
                    <a:gd name="T35" fmla="*/ 0 h 183"/>
                    <a:gd name="T36" fmla="*/ 0 w 128"/>
                    <a:gd name="T37" fmla="*/ 0 h 183"/>
                    <a:gd name="T38" fmla="*/ 0 w 128"/>
                    <a:gd name="T39" fmla="*/ 0 h 183"/>
                    <a:gd name="T40" fmla="*/ 0 w 128"/>
                    <a:gd name="T41" fmla="*/ 0 h 183"/>
                    <a:gd name="T42" fmla="*/ 0 w 128"/>
                    <a:gd name="T43" fmla="*/ 0 h 183"/>
                    <a:gd name="T44" fmla="*/ 0 w 128"/>
                    <a:gd name="T45" fmla="*/ 0 h 183"/>
                    <a:gd name="T46" fmla="*/ 0 w 128"/>
                    <a:gd name="T47" fmla="*/ 0 h 183"/>
                    <a:gd name="T48" fmla="*/ 0 w 128"/>
                    <a:gd name="T49" fmla="*/ 0 h 183"/>
                    <a:gd name="T50" fmla="*/ 0 w 128"/>
                    <a:gd name="T51" fmla="*/ 0 h 183"/>
                    <a:gd name="T52" fmla="*/ 0 w 128"/>
                    <a:gd name="T53" fmla="*/ 0 h 183"/>
                    <a:gd name="T54" fmla="*/ 0 w 128"/>
                    <a:gd name="T55" fmla="*/ 0 h 183"/>
                    <a:gd name="T56" fmla="*/ 0 w 128"/>
                    <a:gd name="T57" fmla="*/ 0 h 183"/>
                    <a:gd name="T58" fmla="*/ 0 w 128"/>
                    <a:gd name="T59" fmla="*/ 0 h 183"/>
                    <a:gd name="T60" fmla="*/ 0 w 128"/>
                    <a:gd name="T61" fmla="*/ 0 h 183"/>
                    <a:gd name="T62" fmla="*/ 0 w 128"/>
                    <a:gd name="T63" fmla="*/ 0 h 183"/>
                    <a:gd name="T64" fmla="*/ 0 w 128"/>
                    <a:gd name="T65" fmla="*/ 0 h 183"/>
                    <a:gd name="T66" fmla="*/ 0 w 128"/>
                    <a:gd name="T67" fmla="*/ 0 h 183"/>
                    <a:gd name="T68" fmla="*/ 0 w 128"/>
                    <a:gd name="T69" fmla="*/ 0 h 183"/>
                    <a:gd name="T70" fmla="*/ 0 w 128"/>
                    <a:gd name="T71" fmla="*/ 0 h 183"/>
                    <a:gd name="T72" fmla="*/ 0 w 128"/>
                    <a:gd name="T73" fmla="*/ 0 h 183"/>
                    <a:gd name="T74" fmla="*/ 0 w 128"/>
                    <a:gd name="T75" fmla="*/ 0 h 183"/>
                    <a:gd name="T76" fmla="*/ 0 w 128"/>
                    <a:gd name="T77" fmla="*/ 0 h 183"/>
                    <a:gd name="T78" fmla="*/ 0 w 128"/>
                    <a:gd name="T79" fmla="*/ 0 h 183"/>
                    <a:gd name="T80" fmla="*/ 0 w 128"/>
                    <a:gd name="T81" fmla="*/ 0 h 183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w 128"/>
                    <a:gd name="T124" fmla="*/ 0 h 183"/>
                    <a:gd name="T125" fmla="*/ 128 w 128"/>
                    <a:gd name="T126" fmla="*/ 183 h 183"/>
                  </a:gdLst>
                  <a:ahLst/>
                  <a:cxnLst>
                    <a:cxn ang="T82">
                      <a:pos x="T0" y="T1"/>
                    </a:cxn>
                    <a:cxn ang="T83">
                      <a:pos x="T2" y="T3"/>
                    </a:cxn>
                    <a:cxn ang="T84">
                      <a:pos x="T4" y="T5"/>
                    </a:cxn>
                    <a:cxn ang="T85">
                      <a:pos x="T6" y="T7"/>
                    </a:cxn>
                    <a:cxn ang="T86">
                      <a:pos x="T8" y="T9"/>
                    </a:cxn>
                    <a:cxn ang="T87">
                      <a:pos x="T10" y="T11"/>
                    </a:cxn>
                    <a:cxn ang="T88">
                      <a:pos x="T12" y="T13"/>
                    </a:cxn>
                    <a:cxn ang="T89">
                      <a:pos x="T14" y="T15"/>
                    </a:cxn>
                    <a:cxn ang="T90">
                      <a:pos x="T16" y="T17"/>
                    </a:cxn>
                    <a:cxn ang="T91">
                      <a:pos x="T18" y="T19"/>
                    </a:cxn>
                    <a:cxn ang="T92">
                      <a:pos x="T20" y="T21"/>
                    </a:cxn>
                    <a:cxn ang="T93">
                      <a:pos x="T22" y="T23"/>
                    </a:cxn>
                    <a:cxn ang="T94">
                      <a:pos x="T24" y="T25"/>
                    </a:cxn>
                    <a:cxn ang="T95">
                      <a:pos x="T26" y="T27"/>
                    </a:cxn>
                    <a:cxn ang="T96">
                      <a:pos x="T28" y="T29"/>
                    </a:cxn>
                    <a:cxn ang="T97">
                      <a:pos x="T30" y="T31"/>
                    </a:cxn>
                    <a:cxn ang="T98">
                      <a:pos x="T32" y="T33"/>
                    </a:cxn>
                    <a:cxn ang="T99">
                      <a:pos x="T34" y="T35"/>
                    </a:cxn>
                    <a:cxn ang="T100">
                      <a:pos x="T36" y="T37"/>
                    </a:cxn>
                    <a:cxn ang="T101">
                      <a:pos x="T38" y="T39"/>
                    </a:cxn>
                    <a:cxn ang="T102">
                      <a:pos x="T40" y="T41"/>
                    </a:cxn>
                    <a:cxn ang="T103">
                      <a:pos x="T42" y="T43"/>
                    </a:cxn>
                    <a:cxn ang="T104">
                      <a:pos x="T44" y="T45"/>
                    </a:cxn>
                    <a:cxn ang="T105">
                      <a:pos x="T46" y="T47"/>
                    </a:cxn>
                    <a:cxn ang="T106">
                      <a:pos x="T48" y="T49"/>
                    </a:cxn>
                    <a:cxn ang="T107">
                      <a:pos x="T50" y="T51"/>
                    </a:cxn>
                    <a:cxn ang="T108">
                      <a:pos x="T52" y="T53"/>
                    </a:cxn>
                    <a:cxn ang="T109">
                      <a:pos x="T54" y="T55"/>
                    </a:cxn>
                    <a:cxn ang="T110">
                      <a:pos x="T56" y="T57"/>
                    </a:cxn>
                    <a:cxn ang="T111">
                      <a:pos x="T58" y="T59"/>
                    </a:cxn>
                    <a:cxn ang="T112">
                      <a:pos x="T60" y="T61"/>
                    </a:cxn>
                    <a:cxn ang="T113">
                      <a:pos x="T62" y="T63"/>
                    </a:cxn>
                    <a:cxn ang="T114">
                      <a:pos x="T64" y="T65"/>
                    </a:cxn>
                    <a:cxn ang="T115">
                      <a:pos x="T66" y="T67"/>
                    </a:cxn>
                    <a:cxn ang="T116">
                      <a:pos x="T68" y="T69"/>
                    </a:cxn>
                    <a:cxn ang="T117">
                      <a:pos x="T70" y="T71"/>
                    </a:cxn>
                    <a:cxn ang="T118">
                      <a:pos x="T72" y="T73"/>
                    </a:cxn>
                    <a:cxn ang="T119">
                      <a:pos x="T74" y="T75"/>
                    </a:cxn>
                    <a:cxn ang="T120">
                      <a:pos x="T76" y="T77"/>
                    </a:cxn>
                    <a:cxn ang="T121">
                      <a:pos x="T78" y="T79"/>
                    </a:cxn>
                    <a:cxn ang="T122">
                      <a:pos x="T80" y="T81"/>
                    </a:cxn>
                  </a:cxnLst>
                  <a:rect l="T123" t="T124" r="T125" b="T126"/>
                  <a:pathLst>
                    <a:path w="128" h="183">
                      <a:moveTo>
                        <a:pt x="108" y="61"/>
                      </a:moveTo>
                      <a:lnTo>
                        <a:pt x="111" y="80"/>
                      </a:lnTo>
                      <a:lnTo>
                        <a:pt x="109" y="97"/>
                      </a:lnTo>
                      <a:lnTo>
                        <a:pt x="101" y="110"/>
                      </a:lnTo>
                      <a:lnTo>
                        <a:pt x="89" y="123"/>
                      </a:lnTo>
                      <a:lnTo>
                        <a:pt x="75" y="134"/>
                      </a:lnTo>
                      <a:lnTo>
                        <a:pt x="60" y="145"/>
                      </a:lnTo>
                      <a:lnTo>
                        <a:pt x="43" y="156"/>
                      </a:lnTo>
                      <a:lnTo>
                        <a:pt x="29" y="167"/>
                      </a:lnTo>
                      <a:lnTo>
                        <a:pt x="27" y="170"/>
                      </a:lnTo>
                      <a:lnTo>
                        <a:pt x="26" y="172"/>
                      </a:lnTo>
                      <a:lnTo>
                        <a:pt x="26" y="176"/>
                      </a:lnTo>
                      <a:lnTo>
                        <a:pt x="28" y="179"/>
                      </a:lnTo>
                      <a:lnTo>
                        <a:pt x="30" y="182"/>
                      </a:lnTo>
                      <a:lnTo>
                        <a:pt x="34" y="183"/>
                      </a:lnTo>
                      <a:lnTo>
                        <a:pt x="37" y="183"/>
                      </a:lnTo>
                      <a:lnTo>
                        <a:pt x="41" y="182"/>
                      </a:lnTo>
                      <a:lnTo>
                        <a:pt x="58" y="171"/>
                      </a:lnTo>
                      <a:lnTo>
                        <a:pt x="76" y="160"/>
                      </a:lnTo>
                      <a:lnTo>
                        <a:pt x="92" y="147"/>
                      </a:lnTo>
                      <a:lnTo>
                        <a:pt x="108" y="132"/>
                      </a:lnTo>
                      <a:lnTo>
                        <a:pt x="118" y="116"/>
                      </a:lnTo>
                      <a:lnTo>
                        <a:pt x="125" y="98"/>
                      </a:lnTo>
                      <a:lnTo>
                        <a:pt x="128" y="78"/>
                      </a:lnTo>
                      <a:lnTo>
                        <a:pt x="123" y="58"/>
                      </a:lnTo>
                      <a:lnTo>
                        <a:pt x="112" y="41"/>
                      </a:lnTo>
                      <a:lnTo>
                        <a:pt x="98" y="28"/>
                      </a:lnTo>
                      <a:lnTo>
                        <a:pt x="80" y="16"/>
                      </a:lnTo>
                      <a:lnTo>
                        <a:pt x="61" y="8"/>
                      </a:lnTo>
                      <a:lnTo>
                        <a:pt x="41" y="2"/>
                      </a:lnTo>
                      <a:lnTo>
                        <a:pt x="23" y="0"/>
                      </a:lnTo>
                      <a:lnTo>
                        <a:pt x="9" y="1"/>
                      </a:lnTo>
                      <a:lnTo>
                        <a:pt x="0" y="6"/>
                      </a:lnTo>
                      <a:lnTo>
                        <a:pt x="16" y="10"/>
                      </a:lnTo>
                      <a:lnTo>
                        <a:pt x="33" y="14"/>
                      </a:lnTo>
                      <a:lnTo>
                        <a:pt x="48" y="17"/>
                      </a:lnTo>
                      <a:lnTo>
                        <a:pt x="63" y="22"/>
                      </a:lnTo>
                      <a:lnTo>
                        <a:pt x="77" y="28"/>
                      </a:lnTo>
                      <a:lnTo>
                        <a:pt x="90" y="36"/>
                      </a:lnTo>
                      <a:lnTo>
                        <a:pt x="101" y="46"/>
                      </a:lnTo>
                      <a:lnTo>
                        <a:pt x="108" y="6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37834" name="Freeform 744">
                  <a:extLst>
                    <a:ext uri="{FF2B5EF4-FFF2-40B4-BE49-F238E27FC236}">
                      <a16:creationId xmlns:a16="http://schemas.microsoft.com/office/drawing/2014/main" id="{268E447A-0358-46B8-B6D5-3ADCA5BDF2A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70" y="2650"/>
                  <a:ext cx="112" cy="88"/>
                </a:xfrm>
                <a:custGeom>
                  <a:avLst/>
                  <a:gdLst>
                    <a:gd name="T0" fmla="*/ 0 w 323"/>
                    <a:gd name="T1" fmla="*/ 0 h 379"/>
                    <a:gd name="T2" fmla="*/ 0 w 323"/>
                    <a:gd name="T3" fmla="*/ 0 h 379"/>
                    <a:gd name="T4" fmla="*/ 0 w 323"/>
                    <a:gd name="T5" fmla="*/ 0 h 379"/>
                    <a:gd name="T6" fmla="*/ 0 w 323"/>
                    <a:gd name="T7" fmla="*/ 0 h 379"/>
                    <a:gd name="T8" fmla="*/ 0 w 323"/>
                    <a:gd name="T9" fmla="*/ 0 h 379"/>
                    <a:gd name="T10" fmla="*/ 0 w 323"/>
                    <a:gd name="T11" fmla="*/ 0 h 379"/>
                    <a:gd name="T12" fmla="*/ 0 w 323"/>
                    <a:gd name="T13" fmla="*/ 0 h 379"/>
                    <a:gd name="T14" fmla="*/ 0 w 323"/>
                    <a:gd name="T15" fmla="*/ 0 h 379"/>
                    <a:gd name="T16" fmla="*/ 0 w 323"/>
                    <a:gd name="T17" fmla="*/ 0 h 379"/>
                    <a:gd name="T18" fmla="*/ 0 w 323"/>
                    <a:gd name="T19" fmla="*/ 0 h 379"/>
                    <a:gd name="T20" fmla="*/ 0 w 323"/>
                    <a:gd name="T21" fmla="*/ 0 h 379"/>
                    <a:gd name="T22" fmla="*/ 0 w 323"/>
                    <a:gd name="T23" fmla="*/ 0 h 379"/>
                    <a:gd name="T24" fmla="*/ 0 w 323"/>
                    <a:gd name="T25" fmla="*/ 0 h 379"/>
                    <a:gd name="T26" fmla="*/ 0 w 323"/>
                    <a:gd name="T27" fmla="*/ 0 h 379"/>
                    <a:gd name="T28" fmla="*/ 0 w 323"/>
                    <a:gd name="T29" fmla="*/ 0 h 379"/>
                    <a:gd name="T30" fmla="*/ 0 w 323"/>
                    <a:gd name="T31" fmla="*/ 0 h 379"/>
                    <a:gd name="T32" fmla="*/ 0 w 323"/>
                    <a:gd name="T33" fmla="*/ 0 h 379"/>
                    <a:gd name="T34" fmla="*/ 0 w 323"/>
                    <a:gd name="T35" fmla="*/ 0 h 379"/>
                    <a:gd name="T36" fmla="*/ 0 w 323"/>
                    <a:gd name="T37" fmla="*/ 0 h 379"/>
                    <a:gd name="T38" fmla="*/ 0 w 323"/>
                    <a:gd name="T39" fmla="*/ 0 h 379"/>
                    <a:gd name="T40" fmla="*/ 0 w 323"/>
                    <a:gd name="T41" fmla="*/ 0 h 379"/>
                    <a:gd name="T42" fmla="*/ 0 w 323"/>
                    <a:gd name="T43" fmla="*/ 0 h 379"/>
                    <a:gd name="T44" fmla="*/ 0 w 323"/>
                    <a:gd name="T45" fmla="*/ 0 h 379"/>
                    <a:gd name="T46" fmla="*/ 0 w 323"/>
                    <a:gd name="T47" fmla="*/ 0 h 379"/>
                    <a:gd name="T48" fmla="*/ 0 w 323"/>
                    <a:gd name="T49" fmla="*/ 0 h 379"/>
                    <a:gd name="T50" fmla="*/ 0 w 323"/>
                    <a:gd name="T51" fmla="*/ 0 h 379"/>
                    <a:gd name="T52" fmla="*/ 0 w 323"/>
                    <a:gd name="T53" fmla="*/ 0 h 379"/>
                    <a:gd name="T54" fmla="*/ 0 w 323"/>
                    <a:gd name="T55" fmla="*/ 0 h 379"/>
                    <a:gd name="T56" fmla="*/ 0 w 323"/>
                    <a:gd name="T57" fmla="*/ 0 h 379"/>
                    <a:gd name="T58" fmla="*/ 0 w 323"/>
                    <a:gd name="T59" fmla="*/ 0 h 379"/>
                    <a:gd name="T60" fmla="*/ 0 w 323"/>
                    <a:gd name="T61" fmla="*/ 0 h 379"/>
                    <a:gd name="T62" fmla="*/ 0 w 323"/>
                    <a:gd name="T63" fmla="*/ 0 h 379"/>
                    <a:gd name="T64" fmla="*/ 0 w 323"/>
                    <a:gd name="T65" fmla="*/ 0 h 379"/>
                    <a:gd name="T66" fmla="*/ 0 w 323"/>
                    <a:gd name="T67" fmla="*/ 0 h 379"/>
                    <a:gd name="T68" fmla="*/ 0 w 323"/>
                    <a:gd name="T69" fmla="*/ 0 h 379"/>
                    <a:gd name="T70" fmla="*/ 0 w 323"/>
                    <a:gd name="T71" fmla="*/ 0 h 379"/>
                    <a:gd name="T72" fmla="*/ 0 w 323"/>
                    <a:gd name="T73" fmla="*/ 0 h 379"/>
                    <a:gd name="T74" fmla="*/ 0 w 323"/>
                    <a:gd name="T75" fmla="*/ 0 h 379"/>
                    <a:gd name="T76" fmla="*/ 0 w 323"/>
                    <a:gd name="T77" fmla="*/ 0 h 379"/>
                    <a:gd name="T78" fmla="*/ 0 w 323"/>
                    <a:gd name="T79" fmla="*/ 0 h 379"/>
                    <a:gd name="T80" fmla="*/ 0 w 323"/>
                    <a:gd name="T81" fmla="*/ 0 h 379"/>
                    <a:gd name="T82" fmla="*/ 0 w 323"/>
                    <a:gd name="T83" fmla="*/ 0 h 379"/>
                    <a:gd name="T84" fmla="*/ 0 w 323"/>
                    <a:gd name="T85" fmla="*/ 0 h 379"/>
                    <a:gd name="T86" fmla="*/ 0 w 323"/>
                    <a:gd name="T87" fmla="*/ 0 h 379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w 323"/>
                    <a:gd name="T133" fmla="*/ 0 h 379"/>
                    <a:gd name="T134" fmla="*/ 323 w 323"/>
                    <a:gd name="T135" fmla="*/ 379 h 379"/>
                  </a:gdLst>
                  <a:ahLst/>
                  <a:cxnLst>
                    <a:cxn ang="T88">
                      <a:pos x="T0" y="T1"/>
                    </a:cxn>
                    <a:cxn ang="T89">
                      <a:pos x="T2" y="T3"/>
                    </a:cxn>
                    <a:cxn ang="T90">
                      <a:pos x="T4" y="T5"/>
                    </a:cxn>
                    <a:cxn ang="T91">
                      <a:pos x="T6" y="T7"/>
                    </a:cxn>
                    <a:cxn ang="T92">
                      <a:pos x="T8" y="T9"/>
                    </a:cxn>
                    <a:cxn ang="T93">
                      <a:pos x="T10" y="T11"/>
                    </a:cxn>
                    <a:cxn ang="T94">
                      <a:pos x="T12" y="T13"/>
                    </a:cxn>
                    <a:cxn ang="T95">
                      <a:pos x="T14" y="T15"/>
                    </a:cxn>
                    <a:cxn ang="T96">
                      <a:pos x="T16" y="T17"/>
                    </a:cxn>
                    <a:cxn ang="T97">
                      <a:pos x="T18" y="T19"/>
                    </a:cxn>
                    <a:cxn ang="T98">
                      <a:pos x="T20" y="T21"/>
                    </a:cxn>
                    <a:cxn ang="T99">
                      <a:pos x="T22" y="T23"/>
                    </a:cxn>
                    <a:cxn ang="T100">
                      <a:pos x="T24" y="T25"/>
                    </a:cxn>
                    <a:cxn ang="T101">
                      <a:pos x="T26" y="T27"/>
                    </a:cxn>
                    <a:cxn ang="T102">
                      <a:pos x="T28" y="T29"/>
                    </a:cxn>
                    <a:cxn ang="T103">
                      <a:pos x="T30" y="T31"/>
                    </a:cxn>
                    <a:cxn ang="T104">
                      <a:pos x="T32" y="T33"/>
                    </a:cxn>
                    <a:cxn ang="T105">
                      <a:pos x="T34" y="T35"/>
                    </a:cxn>
                    <a:cxn ang="T106">
                      <a:pos x="T36" y="T37"/>
                    </a:cxn>
                    <a:cxn ang="T107">
                      <a:pos x="T38" y="T39"/>
                    </a:cxn>
                    <a:cxn ang="T108">
                      <a:pos x="T40" y="T41"/>
                    </a:cxn>
                    <a:cxn ang="T109">
                      <a:pos x="T42" y="T43"/>
                    </a:cxn>
                    <a:cxn ang="T110">
                      <a:pos x="T44" y="T45"/>
                    </a:cxn>
                    <a:cxn ang="T111">
                      <a:pos x="T46" y="T47"/>
                    </a:cxn>
                    <a:cxn ang="T112">
                      <a:pos x="T48" y="T49"/>
                    </a:cxn>
                    <a:cxn ang="T113">
                      <a:pos x="T50" y="T51"/>
                    </a:cxn>
                    <a:cxn ang="T114">
                      <a:pos x="T52" y="T53"/>
                    </a:cxn>
                    <a:cxn ang="T115">
                      <a:pos x="T54" y="T55"/>
                    </a:cxn>
                    <a:cxn ang="T116">
                      <a:pos x="T56" y="T57"/>
                    </a:cxn>
                    <a:cxn ang="T117">
                      <a:pos x="T58" y="T59"/>
                    </a:cxn>
                    <a:cxn ang="T118">
                      <a:pos x="T60" y="T61"/>
                    </a:cxn>
                    <a:cxn ang="T119">
                      <a:pos x="T62" y="T63"/>
                    </a:cxn>
                    <a:cxn ang="T120">
                      <a:pos x="T64" y="T65"/>
                    </a:cxn>
                    <a:cxn ang="T121">
                      <a:pos x="T66" y="T67"/>
                    </a:cxn>
                    <a:cxn ang="T122">
                      <a:pos x="T68" y="T69"/>
                    </a:cxn>
                    <a:cxn ang="T123">
                      <a:pos x="T70" y="T71"/>
                    </a:cxn>
                    <a:cxn ang="T124">
                      <a:pos x="T72" y="T73"/>
                    </a:cxn>
                    <a:cxn ang="T125">
                      <a:pos x="T74" y="T75"/>
                    </a:cxn>
                    <a:cxn ang="T126">
                      <a:pos x="T76" y="T77"/>
                    </a:cxn>
                    <a:cxn ang="T127">
                      <a:pos x="T78" y="T79"/>
                    </a:cxn>
                    <a:cxn ang="T128">
                      <a:pos x="T80" y="T81"/>
                    </a:cxn>
                    <a:cxn ang="T129">
                      <a:pos x="T82" y="T83"/>
                    </a:cxn>
                    <a:cxn ang="T130">
                      <a:pos x="T84" y="T85"/>
                    </a:cxn>
                    <a:cxn ang="T131">
                      <a:pos x="T86" y="T87"/>
                    </a:cxn>
                  </a:cxnLst>
                  <a:rect l="T132" t="T133" r="T134" b="T135"/>
                  <a:pathLst>
                    <a:path w="323" h="379">
                      <a:moveTo>
                        <a:pt x="126" y="50"/>
                      </a:moveTo>
                      <a:lnTo>
                        <a:pt x="101" y="70"/>
                      </a:lnTo>
                      <a:lnTo>
                        <a:pt x="76" y="92"/>
                      </a:lnTo>
                      <a:lnTo>
                        <a:pt x="54" y="115"/>
                      </a:lnTo>
                      <a:lnTo>
                        <a:pt x="34" y="140"/>
                      </a:lnTo>
                      <a:lnTo>
                        <a:pt x="18" y="167"/>
                      </a:lnTo>
                      <a:lnTo>
                        <a:pt x="6" y="196"/>
                      </a:lnTo>
                      <a:lnTo>
                        <a:pt x="0" y="227"/>
                      </a:lnTo>
                      <a:lnTo>
                        <a:pt x="1" y="259"/>
                      </a:lnTo>
                      <a:lnTo>
                        <a:pt x="4" y="267"/>
                      </a:lnTo>
                      <a:lnTo>
                        <a:pt x="7" y="277"/>
                      </a:lnTo>
                      <a:lnTo>
                        <a:pt x="11" y="283"/>
                      </a:lnTo>
                      <a:lnTo>
                        <a:pt x="15" y="291"/>
                      </a:lnTo>
                      <a:lnTo>
                        <a:pt x="21" y="298"/>
                      </a:lnTo>
                      <a:lnTo>
                        <a:pt x="27" y="305"/>
                      </a:lnTo>
                      <a:lnTo>
                        <a:pt x="34" y="311"/>
                      </a:lnTo>
                      <a:lnTo>
                        <a:pt x="41" y="316"/>
                      </a:lnTo>
                      <a:lnTo>
                        <a:pt x="57" y="325"/>
                      </a:lnTo>
                      <a:lnTo>
                        <a:pt x="72" y="333"/>
                      </a:lnTo>
                      <a:lnTo>
                        <a:pt x="87" y="340"/>
                      </a:lnTo>
                      <a:lnTo>
                        <a:pt x="103" y="345"/>
                      </a:lnTo>
                      <a:lnTo>
                        <a:pt x="120" y="351"/>
                      </a:lnTo>
                      <a:lnTo>
                        <a:pt x="136" y="356"/>
                      </a:lnTo>
                      <a:lnTo>
                        <a:pt x="153" y="360"/>
                      </a:lnTo>
                      <a:lnTo>
                        <a:pt x="169" y="364"/>
                      </a:lnTo>
                      <a:lnTo>
                        <a:pt x="187" y="367"/>
                      </a:lnTo>
                      <a:lnTo>
                        <a:pt x="204" y="370"/>
                      </a:lnTo>
                      <a:lnTo>
                        <a:pt x="221" y="372"/>
                      </a:lnTo>
                      <a:lnTo>
                        <a:pt x="238" y="374"/>
                      </a:lnTo>
                      <a:lnTo>
                        <a:pt x="256" y="375"/>
                      </a:lnTo>
                      <a:lnTo>
                        <a:pt x="273" y="376"/>
                      </a:lnTo>
                      <a:lnTo>
                        <a:pt x="290" y="378"/>
                      </a:lnTo>
                      <a:lnTo>
                        <a:pt x="307" y="379"/>
                      </a:lnTo>
                      <a:lnTo>
                        <a:pt x="312" y="379"/>
                      </a:lnTo>
                      <a:lnTo>
                        <a:pt x="317" y="375"/>
                      </a:lnTo>
                      <a:lnTo>
                        <a:pt x="320" y="372"/>
                      </a:lnTo>
                      <a:lnTo>
                        <a:pt x="323" y="366"/>
                      </a:lnTo>
                      <a:lnTo>
                        <a:pt x="323" y="360"/>
                      </a:lnTo>
                      <a:lnTo>
                        <a:pt x="320" y="356"/>
                      </a:lnTo>
                      <a:lnTo>
                        <a:pt x="316" y="352"/>
                      </a:lnTo>
                      <a:lnTo>
                        <a:pt x="311" y="351"/>
                      </a:lnTo>
                      <a:lnTo>
                        <a:pt x="295" y="351"/>
                      </a:lnTo>
                      <a:lnTo>
                        <a:pt x="279" y="351"/>
                      </a:lnTo>
                      <a:lnTo>
                        <a:pt x="263" y="350"/>
                      </a:lnTo>
                      <a:lnTo>
                        <a:pt x="248" y="349"/>
                      </a:lnTo>
                      <a:lnTo>
                        <a:pt x="231" y="348"/>
                      </a:lnTo>
                      <a:lnTo>
                        <a:pt x="215" y="345"/>
                      </a:lnTo>
                      <a:lnTo>
                        <a:pt x="200" y="343"/>
                      </a:lnTo>
                      <a:lnTo>
                        <a:pt x="183" y="341"/>
                      </a:lnTo>
                      <a:lnTo>
                        <a:pt x="168" y="337"/>
                      </a:lnTo>
                      <a:lnTo>
                        <a:pt x="151" y="334"/>
                      </a:lnTo>
                      <a:lnTo>
                        <a:pt x="136" y="329"/>
                      </a:lnTo>
                      <a:lnTo>
                        <a:pt x="121" y="325"/>
                      </a:lnTo>
                      <a:lnTo>
                        <a:pt x="106" y="320"/>
                      </a:lnTo>
                      <a:lnTo>
                        <a:pt x="92" y="313"/>
                      </a:lnTo>
                      <a:lnTo>
                        <a:pt x="76" y="306"/>
                      </a:lnTo>
                      <a:lnTo>
                        <a:pt x="62" y="300"/>
                      </a:lnTo>
                      <a:lnTo>
                        <a:pt x="51" y="291"/>
                      </a:lnTo>
                      <a:lnTo>
                        <a:pt x="41" y="280"/>
                      </a:lnTo>
                      <a:lnTo>
                        <a:pt x="35" y="269"/>
                      </a:lnTo>
                      <a:lnTo>
                        <a:pt x="31" y="255"/>
                      </a:lnTo>
                      <a:lnTo>
                        <a:pt x="31" y="239"/>
                      </a:lnTo>
                      <a:lnTo>
                        <a:pt x="33" y="218"/>
                      </a:lnTo>
                      <a:lnTo>
                        <a:pt x="38" y="197"/>
                      </a:lnTo>
                      <a:lnTo>
                        <a:pt x="42" y="182"/>
                      </a:lnTo>
                      <a:lnTo>
                        <a:pt x="51" y="165"/>
                      </a:lnTo>
                      <a:lnTo>
                        <a:pt x="60" y="150"/>
                      </a:lnTo>
                      <a:lnTo>
                        <a:pt x="68" y="136"/>
                      </a:lnTo>
                      <a:lnTo>
                        <a:pt x="79" y="124"/>
                      </a:lnTo>
                      <a:lnTo>
                        <a:pt x="89" y="111"/>
                      </a:lnTo>
                      <a:lnTo>
                        <a:pt x="101" y="100"/>
                      </a:lnTo>
                      <a:lnTo>
                        <a:pt x="114" y="88"/>
                      </a:lnTo>
                      <a:lnTo>
                        <a:pt x="129" y="76"/>
                      </a:lnTo>
                      <a:lnTo>
                        <a:pt x="144" y="64"/>
                      </a:lnTo>
                      <a:lnTo>
                        <a:pt x="162" y="53"/>
                      </a:lnTo>
                      <a:lnTo>
                        <a:pt x="181" y="41"/>
                      </a:lnTo>
                      <a:lnTo>
                        <a:pt x="201" y="31"/>
                      </a:lnTo>
                      <a:lnTo>
                        <a:pt x="219" y="22"/>
                      </a:lnTo>
                      <a:lnTo>
                        <a:pt x="237" y="14"/>
                      </a:lnTo>
                      <a:lnTo>
                        <a:pt x="253" y="7"/>
                      </a:lnTo>
                      <a:lnTo>
                        <a:pt x="268" y="1"/>
                      </a:lnTo>
                      <a:lnTo>
                        <a:pt x="255" y="0"/>
                      </a:lnTo>
                      <a:lnTo>
                        <a:pt x="238" y="1"/>
                      </a:lnTo>
                      <a:lnTo>
                        <a:pt x="221" y="5"/>
                      </a:lnTo>
                      <a:lnTo>
                        <a:pt x="201" y="11"/>
                      </a:lnTo>
                      <a:lnTo>
                        <a:pt x="181" y="19"/>
                      </a:lnTo>
                      <a:lnTo>
                        <a:pt x="161" y="28"/>
                      </a:lnTo>
                      <a:lnTo>
                        <a:pt x="142" y="39"/>
                      </a:lnTo>
                      <a:lnTo>
                        <a:pt x="126" y="5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37835" name="Freeform 745">
                  <a:extLst>
                    <a:ext uri="{FF2B5EF4-FFF2-40B4-BE49-F238E27FC236}">
                      <a16:creationId xmlns:a16="http://schemas.microsoft.com/office/drawing/2014/main" id="{CF805D2B-DE9A-415A-81FA-5BC9033A71A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29" y="2647"/>
                  <a:ext cx="99" cy="59"/>
                </a:xfrm>
                <a:custGeom>
                  <a:avLst/>
                  <a:gdLst>
                    <a:gd name="T0" fmla="*/ 0 w 282"/>
                    <a:gd name="T1" fmla="*/ 0 h 253"/>
                    <a:gd name="T2" fmla="*/ 0 w 282"/>
                    <a:gd name="T3" fmla="*/ 0 h 253"/>
                    <a:gd name="T4" fmla="*/ 0 w 282"/>
                    <a:gd name="T5" fmla="*/ 0 h 253"/>
                    <a:gd name="T6" fmla="*/ 0 w 282"/>
                    <a:gd name="T7" fmla="*/ 0 h 253"/>
                    <a:gd name="T8" fmla="*/ 0 w 282"/>
                    <a:gd name="T9" fmla="*/ 0 h 253"/>
                    <a:gd name="T10" fmla="*/ 0 w 282"/>
                    <a:gd name="T11" fmla="*/ 0 h 253"/>
                    <a:gd name="T12" fmla="*/ 0 w 282"/>
                    <a:gd name="T13" fmla="*/ 0 h 253"/>
                    <a:gd name="T14" fmla="*/ 0 w 282"/>
                    <a:gd name="T15" fmla="*/ 0 h 253"/>
                    <a:gd name="T16" fmla="*/ 0 w 282"/>
                    <a:gd name="T17" fmla="*/ 0 h 253"/>
                    <a:gd name="T18" fmla="*/ 0 w 282"/>
                    <a:gd name="T19" fmla="*/ 0 h 253"/>
                    <a:gd name="T20" fmla="*/ 0 w 282"/>
                    <a:gd name="T21" fmla="*/ 0 h 253"/>
                    <a:gd name="T22" fmla="*/ 0 w 282"/>
                    <a:gd name="T23" fmla="*/ 0 h 253"/>
                    <a:gd name="T24" fmla="*/ 0 w 282"/>
                    <a:gd name="T25" fmla="*/ 0 h 253"/>
                    <a:gd name="T26" fmla="*/ 0 w 282"/>
                    <a:gd name="T27" fmla="*/ 0 h 253"/>
                    <a:gd name="T28" fmla="*/ 0 w 282"/>
                    <a:gd name="T29" fmla="*/ 0 h 253"/>
                    <a:gd name="T30" fmla="*/ 0 w 282"/>
                    <a:gd name="T31" fmla="*/ 0 h 253"/>
                    <a:gd name="T32" fmla="*/ 0 w 282"/>
                    <a:gd name="T33" fmla="*/ 0 h 253"/>
                    <a:gd name="T34" fmla="*/ 0 w 282"/>
                    <a:gd name="T35" fmla="*/ 0 h 253"/>
                    <a:gd name="T36" fmla="*/ 0 w 282"/>
                    <a:gd name="T37" fmla="*/ 0 h 253"/>
                    <a:gd name="T38" fmla="*/ 0 w 282"/>
                    <a:gd name="T39" fmla="*/ 0 h 253"/>
                    <a:gd name="T40" fmla="*/ 0 w 282"/>
                    <a:gd name="T41" fmla="*/ 0 h 253"/>
                    <a:gd name="T42" fmla="*/ 0 w 282"/>
                    <a:gd name="T43" fmla="*/ 0 h 253"/>
                    <a:gd name="T44" fmla="*/ 0 w 282"/>
                    <a:gd name="T45" fmla="*/ 0 h 253"/>
                    <a:gd name="T46" fmla="*/ 0 w 282"/>
                    <a:gd name="T47" fmla="*/ 0 h 253"/>
                    <a:gd name="T48" fmla="*/ 0 w 282"/>
                    <a:gd name="T49" fmla="*/ 0 h 253"/>
                    <a:gd name="T50" fmla="*/ 0 w 282"/>
                    <a:gd name="T51" fmla="*/ 0 h 253"/>
                    <a:gd name="T52" fmla="*/ 0 w 282"/>
                    <a:gd name="T53" fmla="*/ 0 h 253"/>
                    <a:gd name="T54" fmla="*/ 0 w 282"/>
                    <a:gd name="T55" fmla="*/ 0 h 253"/>
                    <a:gd name="T56" fmla="*/ 0 w 282"/>
                    <a:gd name="T57" fmla="*/ 0 h 253"/>
                    <a:gd name="T58" fmla="*/ 0 w 282"/>
                    <a:gd name="T59" fmla="*/ 0 h 253"/>
                    <a:gd name="T60" fmla="*/ 0 w 282"/>
                    <a:gd name="T61" fmla="*/ 0 h 253"/>
                    <a:gd name="T62" fmla="*/ 0 w 282"/>
                    <a:gd name="T63" fmla="*/ 0 h 253"/>
                    <a:gd name="T64" fmla="*/ 0 w 282"/>
                    <a:gd name="T65" fmla="*/ 0 h 253"/>
                    <a:gd name="T66" fmla="*/ 0 w 282"/>
                    <a:gd name="T67" fmla="*/ 0 h 253"/>
                    <a:gd name="T68" fmla="*/ 0 w 282"/>
                    <a:gd name="T69" fmla="*/ 0 h 253"/>
                    <a:gd name="T70" fmla="*/ 0 w 282"/>
                    <a:gd name="T71" fmla="*/ 0 h 253"/>
                    <a:gd name="T72" fmla="*/ 0 w 282"/>
                    <a:gd name="T73" fmla="*/ 0 h 253"/>
                    <a:gd name="T74" fmla="*/ 0 w 282"/>
                    <a:gd name="T75" fmla="*/ 0 h 253"/>
                    <a:gd name="T76" fmla="*/ 0 w 282"/>
                    <a:gd name="T77" fmla="*/ 0 h 253"/>
                    <a:gd name="T78" fmla="*/ 0 w 282"/>
                    <a:gd name="T79" fmla="*/ 0 h 253"/>
                    <a:gd name="T80" fmla="*/ 0 w 282"/>
                    <a:gd name="T81" fmla="*/ 0 h 253"/>
                    <a:gd name="T82" fmla="*/ 0 w 282"/>
                    <a:gd name="T83" fmla="*/ 0 h 253"/>
                    <a:gd name="T84" fmla="*/ 0 w 282"/>
                    <a:gd name="T85" fmla="*/ 0 h 253"/>
                    <a:gd name="T86" fmla="*/ 0 w 282"/>
                    <a:gd name="T87" fmla="*/ 0 h 253"/>
                    <a:gd name="T88" fmla="*/ 0 w 282"/>
                    <a:gd name="T89" fmla="*/ 0 h 253"/>
                    <a:gd name="T90" fmla="*/ 0 w 282"/>
                    <a:gd name="T91" fmla="*/ 0 h 253"/>
                    <a:gd name="T92" fmla="*/ 0 w 282"/>
                    <a:gd name="T93" fmla="*/ 0 h 253"/>
                    <a:gd name="T94" fmla="*/ 0 w 282"/>
                    <a:gd name="T95" fmla="*/ 0 h 253"/>
                    <a:gd name="T96" fmla="*/ 0 w 282"/>
                    <a:gd name="T97" fmla="*/ 0 h 253"/>
                    <a:gd name="T98" fmla="*/ 0 w 282"/>
                    <a:gd name="T99" fmla="*/ 0 h 253"/>
                    <a:gd name="T100" fmla="*/ 0 w 282"/>
                    <a:gd name="T101" fmla="*/ 0 h 253"/>
                    <a:gd name="T102" fmla="*/ 0 w 282"/>
                    <a:gd name="T103" fmla="*/ 0 h 253"/>
                    <a:gd name="T104" fmla="*/ 0 w 282"/>
                    <a:gd name="T105" fmla="*/ 0 h 253"/>
                    <a:gd name="T106" fmla="*/ 0 w 282"/>
                    <a:gd name="T107" fmla="*/ 0 h 253"/>
                    <a:gd name="T108" fmla="*/ 0 w 282"/>
                    <a:gd name="T109" fmla="*/ 0 h 253"/>
                    <a:gd name="T110" fmla="*/ 0 w 282"/>
                    <a:gd name="T111" fmla="*/ 0 h 253"/>
                    <a:gd name="T112" fmla="*/ 0 w 282"/>
                    <a:gd name="T113" fmla="*/ 0 h 253"/>
                    <a:gd name="T114" fmla="*/ 0 w 282"/>
                    <a:gd name="T115" fmla="*/ 0 h 253"/>
                    <a:gd name="T116" fmla="*/ 0 w 282"/>
                    <a:gd name="T117" fmla="*/ 0 h 253"/>
                    <a:gd name="T118" fmla="*/ 0 w 282"/>
                    <a:gd name="T119" fmla="*/ 0 h 253"/>
                    <a:gd name="T120" fmla="*/ 0 w 282"/>
                    <a:gd name="T121" fmla="*/ 0 h 253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60000 65536"/>
                    <a:gd name="T148" fmla="*/ 0 60000 65536"/>
                    <a:gd name="T149" fmla="*/ 0 60000 65536"/>
                    <a:gd name="T150" fmla="*/ 0 60000 65536"/>
                    <a:gd name="T151" fmla="*/ 0 60000 65536"/>
                    <a:gd name="T152" fmla="*/ 0 60000 65536"/>
                    <a:gd name="T153" fmla="*/ 0 60000 65536"/>
                    <a:gd name="T154" fmla="*/ 0 60000 65536"/>
                    <a:gd name="T155" fmla="*/ 0 60000 65536"/>
                    <a:gd name="T156" fmla="*/ 0 60000 65536"/>
                    <a:gd name="T157" fmla="*/ 0 60000 65536"/>
                    <a:gd name="T158" fmla="*/ 0 60000 65536"/>
                    <a:gd name="T159" fmla="*/ 0 60000 65536"/>
                    <a:gd name="T160" fmla="*/ 0 60000 65536"/>
                    <a:gd name="T161" fmla="*/ 0 60000 65536"/>
                    <a:gd name="T162" fmla="*/ 0 60000 65536"/>
                    <a:gd name="T163" fmla="*/ 0 60000 65536"/>
                    <a:gd name="T164" fmla="*/ 0 60000 65536"/>
                    <a:gd name="T165" fmla="*/ 0 60000 65536"/>
                    <a:gd name="T166" fmla="*/ 0 60000 65536"/>
                    <a:gd name="T167" fmla="*/ 0 60000 65536"/>
                    <a:gd name="T168" fmla="*/ 0 60000 65536"/>
                    <a:gd name="T169" fmla="*/ 0 60000 65536"/>
                    <a:gd name="T170" fmla="*/ 0 60000 65536"/>
                    <a:gd name="T171" fmla="*/ 0 60000 65536"/>
                    <a:gd name="T172" fmla="*/ 0 60000 65536"/>
                    <a:gd name="T173" fmla="*/ 0 60000 65536"/>
                    <a:gd name="T174" fmla="*/ 0 60000 65536"/>
                    <a:gd name="T175" fmla="*/ 0 60000 65536"/>
                    <a:gd name="T176" fmla="*/ 0 60000 65536"/>
                    <a:gd name="T177" fmla="*/ 0 60000 65536"/>
                    <a:gd name="T178" fmla="*/ 0 60000 65536"/>
                    <a:gd name="T179" fmla="*/ 0 60000 65536"/>
                    <a:gd name="T180" fmla="*/ 0 60000 65536"/>
                    <a:gd name="T181" fmla="*/ 0 60000 65536"/>
                    <a:gd name="T182" fmla="*/ 0 60000 65536"/>
                    <a:gd name="T183" fmla="*/ 0 w 282"/>
                    <a:gd name="T184" fmla="*/ 0 h 253"/>
                    <a:gd name="T185" fmla="*/ 282 w 282"/>
                    <a:gd name="T186" fmla="*/ 253 h 253"/>
                  </a:gdLst>
                  <a:ahLst/>
                  <a:cxnLst>
                    <a:cxn ang="T122">
                      <a:pos x="T0" y="T1"/>
                    </a:cxn>
                    <a:cxn ang="T123">
                      <a:pos x="T2" y="T3"/>
                    </a:cxn>
                    <a:cxn ang="T124">
                      <a:pos x="T4" y="T5"/>
                    </a:cxn>
                    <a:cxn ang="T125">
                      <a:pos x="T6" y="T7"/>
                    </a:cxn>
                    <a:cxn ang="T126">
                      <a:pos x="T8" y="T9"/>
                    </a:cxn>
                    <a:cxn ang="T127">
                      <a:pos x="T10" y="T11"/>
                    </a:cxn>
                    <a:cxn ang="T128">
                      <a:pos x="T12" y="T13"/>
                    </a:cxn>
                    <a:cxn ang="T129">
                      <a:pos x="T14" y="T15"/>
                    </a:cxn>
                    <a:cxn ang="T130">
                      <a:pos x="T16" y="T17"/>
                    </a:cxn>
                    <a:cxn ang="T131">
                      <a:pos x="T18" y="T19"/>
                    </a:cxn>
                    <a:cxn ang="T132">
                      <a:pos x="T20" y="T21"/>
                    </a:cxn>
                    <a:cxn ang="T133">
                      <a:pos x="T22" y="T23"/>
                    </a:cxn>
                    <a:cxn ang="T134">
                      <a:pos x="T24" y="T25"/>
                    </a:cxn>
                    <a:cxn ang="T135">
                      <a:pos x="T26" y="T27"/>
                    </a:cxn>
                    <a:cxn ang="T136">
                      <a:pos x="T28" y="T29"/>
                    </a:cxn>
                    <a:cxn ang="T137">
                      <a:pos x="T30" y="T31"/>
                    </a:cxn>
                    <a:cxn ang="T138">
                      <a:pos x="T32" y="T33"/>
                    </a:cxn>
                    <a:cxn ang="T139">
                      <a:pos x="T34" y="T35"/>
                    </a:cxn>
                    <a:cxn ang="T140">
                      <a:pos x="T36" y="T37"/>
                    </a:cxn>
                    <a:cxn ang="T141">
                      <a:pos x="T38" y="T39"/>
                    </a:cxn>
                    <a:cxn ang="T142">
                      <a:pos x="T40" y="T41"/>
                    </a:cxn>
                    <a:cxn ang="T143">
                      <a:pos x="T42" y="T43"/>
                    </a:cxn>
                    <a:cxn ang="T144">
                      <a:pos x="T44" y="T45"/>
                    </a:cxn>
                    <a:cxn ang="T145">
                      <a:pos x="T46" y="T47"/>
                    </a:cxn>
                    <a:cxn ang="T146">
                      <a:pos x="T48" y="T49"/>
                    </a:cxn>
                    <a:cxn ang="T147">
                      <a:pos x="T50" y="T51"/>
                    </a:cxn>
                    <a:cxn ang="T148">
                      <a:pos x="T52" y="T53"/>
                    </a:cxn>
                    <a:cxn ang="T149">
                      <a:pos x="T54" y="T55"/>
                    </a:cxn>
                    <a:cxn ang="T150">
                      <a:pos x="T56" y="T57"/>
                    </a:cxn>
                    <a:cxn ang="T151">
                      <a:pos x="T58" y="T59"/>
                    </a:cxn>
                    <a:cxn ang="T152">
                      <a:pos x="T60" y="T61"/>
                    </a:cxn>
                    <a:cxn ang="T153">
                      <a:pos x="T62" y="T63"/>
                    </a:cxn>
                    <a:cxn ang="T154">
                      <a:pos x="T64" y="T65"/>
                    </a:cxn>
                    <a:cxn ang="T155">
                      <a:pos x="T66" y="T67"/>
                    </a:cxn>
                    <a:cxn ang="T156">
                      <a:pos x="T68" y="T69"/>
                    </a:cxn>
                    <a:cxn ang="T157">
                      <a:pos x="T70" y="T71"/>
                    </a:cxn>
                    <a:cxn ang="T158">
                      <a:pos x="T72" y="T73"/>
                    </a:cxn>
                    <a:cxn ang="T159">
                      <a:pos x="T74" y="T75"/>
                    </a:cxn>
                    <a:cxn ang="T160">
                      <a:pos x="T76" y="T77"/>
                    </a:cxn>
                    <a:cxn ang="T161">
                      <a:pos x="T78" y="T79"/>
                    </a:cxn>
                    <a:cxn ang="T162">
                      <a:pos x="T80" y="T81"/>
                    </a:cxn>
                    <a:cxn ang="T163">
                      <a:pos x="T82" y="T83"/>
                    </a:cxn>
                    <a:cxn ang="T164">
                      <a:pos x="T84" y="T85"/>
                    </a:cxn>
                    <a:cxn ang="T165">
                      <a:pos x="T86" y="T87"/>
                    </a:cxn>
                    <a:cxn ang="T166">
                      <a:pos x="T88" y="T89"/>
                    </a:cxn>
                    <a:cxn ang="T167">
                      <a:pos x="T90" y="T91"/>
                    </a:cxn>
                    <a:cxn ang="T168">
                      <a:pos x="T92" y="T93"/>
                    </a:cxn>
                    <a:cxn ang="T169">
                      <a:pos x="T94" y="T95"/>
                    </a:cxn>
                    <a:cxn ang="T170">
                      <a:pos x="T96" y="T97"/>
                    </a:cxn>
                    <a:cxn ang="T171">
                      <a:pos x="T98" y="T99"/>
                    </a:cxn>
                    <a:cxn ang="T172">
                      <a:pos x="T100" y="T101"/>
                    </a:cxn>
                    <a:cxn ang="T173">
                      <a:pos x="T102" y="T103"/>
                    </a:cxn>
                    <a:cxn ang="T174">
                      <a:pos x="T104" y="T105"/>
                    </a:cxn>
                    <a:cxn ang="T175">
                      <a:pos x="T106" y="T107"/>
                    </a:cxn>
                    <a:cxn ang="T176">
                      <a:pos x="T108" y="T109"/>
                    </a:cxn>
                    <a:cxn ang="T177">
                      <a:pos x="T110" y="T111"/>
                    </a:cxn>
                    <a:cxn ang="T178">
                      <a:pos x="T112" y="T113"/>
                    </a:cxn>
                    <a:cxn ang="T179">
                      <a:pos x="T114" y="T115"/>
                    </a:cxn>
                    <a:cxn ang="T180">
                      <a:pos x="T116" y="T117"/>
                    </a:cxn>
                    <a:cxn ang="T181">
                      <a:pos x="T118" y="T119"/>
                    </a:cxn>
                    <a:cxn ang="T182">
                      <a:pos x="T120" y="T121"/>
                    </a:cxn>
                  </a:cxnLst>
                  <a:rect l="T183" t="T184" r="T185" b="T186"/>
                  <a:pathLst>
                    <a:path w="282" h="253">
                      <a:moveTo>
                        <a:pt x="235" y="78"/>
                      </a:moveTo>
                      <a:lnTo>
                        <a:pt x="248" y="92"/>
                      </a:lnTo>
                      <a:lnTo>
                        <a:pt x="255" y="108"/>
                      </a:lnTo>
                      <a:lnTo>
                        <a:pt x="259" y="125"/>
                      </a:lnTo>
                      <a:lnTo>
                        <a:pt x="259" y="144"/>
                      </a:lnTo>
                      <a:lnTo>
                        <a:pt x="257" y="159"/>
                      </a:lnTo>
                      <a:lnTo>
                        <a:pt x="252" y="171"/>
                      </a:lnTo>
                      <a:lnTo>
                        <a:pt x="244" y="184"/>
                      </a:lnTo>
                      <a:lnTo>
                        <a:pt x="236" y="194"/>
                      </a:lnTo>
                      <a:lnTo>
                        <a:pt x="225" y="206"/>
                      </a:lnTo>
                      <a:lnTo>
                        <a:pt x="215" y="215"/>
                      </a:lnTo>
                      <a:lnTo>
                        <a:pt x="204" y="225"/>
                      </a:lnTo>
                      <a:lnTo>
                        <a:pt x="194" y="236"/>
                      </a:lnTo>
                      <a:lnTo>
                        <a:pt x="191" y="239"/>
                      </a:lnTo>
                      <a:lnTo>
                        <a:pt x="190" y="242"/>
                      </a:lnTo>
                      <a:lnTo>
                        <a:pt x="191" y="246"/>
                      </a:lnTo>
                      <a:lnTo>
                        <a:pt x="194" y="249"/>
                      </a:lnTo>
                      <a:lnTo>
                        <a:pt x="197" y="252"/>
                      </a:lnTo>
                      <a:lnTo>
                        <a:pt x="201" y="253"/>
                      </a:lnTo>
                      <a:lnTo>
                        <a:pt x="205" y="252"/>
                      </a:lnTo>
                      <a:lnTo>
                        <a:pt x="209" y="249"/>
                      </a:lnTo>
                      <a:lnTo>
                        <a:pt x="232" y="234"/>
                      </a:lnTo>
                      <a:lnTo>
                        <a:pt x="251" y="215"/>
                      </a:lnTo>
                      <a:lnTo>
                        <a:pt x="267" y="192"/>
                      </a:lnTo>
                      <a:lnTo>
                        <a:pt x="278" y="168"/>
                      </a:lnTo>
                      <a:lnTo>
                        <a:pt x="282" y="141"/>
                      </a:lnTo>
                      <a:lnTo>
                        <a:pt x="279" y="116"/>
                      </a:lnTo>
                      <a:lnTo>
                        <a:pt x="270" y="92"/>
                      </a:lnTo>
                      <a:lnTo>
                        <a:pt x="251" y="70"/>
                      </a:lnTo>
                      <a:lnTo>
                        <a:pt x="237" y="59"/>
                      </a:lnTo>
                      <a:lnTo>
                        <a:pt x="221" y="48"/>
                      </a:lnTo>
                      <a:lnTo>
                        <a:pt x="202" y="39"/>
                      </a:lnTo>
                      <a:lnTo>
                        <a:pt x="183" y="31"/>
                      </a:lnTo>
                      <a:lnTo>
                        <a:pt x="163" y="24"/>
                      </a:lnTo>
                      <a:lnTo>
                        <a:pt x="142" y="18"/>
                      </a:lnTo>
                      <a:lnTo>
                        <a:pt x="122" y="13"/>
                      </a:lnTo>
                      <a:lnTo>
                        <a:pt x="101" y="8"/>
                      </a:lnTo>
                      <a:lnTo>
                        <a:pt x="82" y="5"/>
                      </a:lnTo>
                      <a:lnTo>
                        <a:pt x="63" y="2"/>
                      </a:lnTo>
                      <a:lnTo>
                        <a:pt x="47" y="0"/>
                      </a:lnTo>
                      <a:lnTo>
                        <a:pt x="32" y="0"/>
                      </a:lnTo>
                      <a:lnTo>
                        <a:pt x="19" y="0"/>
                      </a:lnTo>
                      <a:lnTo>
                        <a:pt x="10" y="1"/>
                      </a:lnTo>
                      <a:lnTo>
                        <a:pt x="4" y="4"/>
                      </a:lnTo>
                      <a:lnTo>
                        <a:pt x="0" y="6"/>
                      </a:lnTo>
                      <a:lnTo>
                        <a:pt x="12" y="8"/>
                      </a:lnTo>
                      <a:lnTo>
                        <a:pt x="25" y="9"/>
                      </a:lnTo>
                      <a:lnTo>
                        <a:pt x="38" y="12"/>
                      </a:lnTo>
                      <a:lnTo>
                        <a:pt x="52" y="14"/>
                      </a:lnTo>
                      <a:lnTo>
                        <a:pt x="67" y="16"/>
                      </a:lnTo>
                      <a:lnTo>
                        <a:pt x="82" y="18"/>
                      </a:lnTo>
                      <a:lnTo>
                        <a:pt x="97" y="22"/>
                      </a:lnTo>
                      <a:lnTo>
                        <a:pt x="114" y="25"/>
                      </a:lnTo>
                      <a:lnTo>
                        <a:pt x="129" y="30"/>
                      </a:lnTo>
                      <a:lnTo>
                        <a:pt x="146" y="35"/>
                      </a:lnTo>
                      <a:lnTo>
                        <a:pt x="162" y="40"/>
                      </a:lnTo>
                      <a:lnTo>
                        <a:pt x="177" y="46"/>
                      </a:lnTo>
                      <a:lnTo>
                        <a:pt x="192" y="53"/>
                      </a:lnTo>
                      <a:lnTo>
                        <a:pt x="208" y="60"/>
                      </a:lnTo>
                      <a:lnTo>
                        <a:pt x="222" y="69"/>
                      </a:lnTo>
                      <a:lnTo>
                        <a:pt x="235" y="7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37836" name="Freeform 746">
                  <a:extLst>
                    <a:ext uri="{FF2B5EF4-FFF2-40B4-BE49-F238E27FC236}">
                      <a16:creationId xmlns:a16="http://schemas.microsoft.com/office/drawing/2014/main" id="{7830F32C-8195-45F1-B11A-A17C68810BE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30" y="2680"/>
                  <a:ext cx="40" cy="54"/>
                </a:xfrm>
                <a:custGeom>
                  <a:avLst/>
                  <a:gdLst>
                    <a:gd name="T0" fmla="*/ 0 w 115"/>
                    <a:gd name="T1" fmla="*/ 0 h 236"/>
                    <a:gd name="T2" fmla="*/ 0 w 115"/>
                    <a:gd name="T3" fmla="*/ 0 h 236"/>
                    <a:gd name="T4" fmla="*/ 0 w 115"/>
                    <a:gd name="T5" fmla="*/ 0 h 236"/>
                    <a:gd name="T6" fmla="*/ 0 w 115"/>
                    <a:gd name="T7" fmla="*/ 0 h 236"/>
                    <a:gd name="T8" fmla="*/ 0 w 115"/>
                    <a:gd name="T9" fmla="*/ 0 h 236"/>
                    <a:gd name="T10" fmla="*/ 0 w 115"/>
                    <a:gd name="T11" fmla="*/ 0 h 236"/>
                    <a:gd name="T12" fmla="*/ 0 w 115"/>
                    <a:gd name="T13" fmla="*/ 0 h 236"/>
                    <a:gd name="T14" fmla="*/ 0 w 115"/>
                    <a:gd name="T15" fmla="*/ 0 h 236"/>
                    <a:gd name="T16" fmla="*/ 0 w 115"/>
                    <a:gd name="T17" fmla="*/ 0 h 236"/>
                    <a:gd name="T18" fmla="*/ 0 w 115"/>
                    <a:gd name="T19" fmla="*/ 0 h 236"/>
                    <a:gd name="T20" fmla="*/ 0 w 115"/>
                    <a:gd name="T21" fmla="*/ 0 h 236"/>
                    <a:gd name="T22" fmla="*/ 0 w 115"/>
                    <a:gd name="T23" fmla="*/ 0 h 236"/>
                    <a:gd name="T24" fmla="*/ 0 w 115"/>
                    <a:gd name="T25" fmla="*/ 0 h 236"/>
                    <a:gd name="T26" fmla="*/ 0 w 115"/>
                    <a:gd name="T27" fmla="*/ 0 h 236"/>
                    <a:gd name="T28" fmla="*/ 0 w 115"/>
                    <a:gd name="T29" fmla="*/ 0 h 236"/>
                    <a:gd name="T30" fmla="*/ 0 w 115"/>
                    <a:gd name="T31" fmla="*/ 0 h 236"/>
                    <a:gd name="T32" fmla="*/ 0 w 115"/>
                    <a:gd name="T33" fmla="*/ 0 h 236"/>
                    <a:gd name="T34" fmla="*/ 0 w 115"/>
                    <a:gd name="T35" fmla="*/ 0 h 236"/>
                    <a:gd name="T36" fmla="*/ 0 w 115"/>
                    <a:gd name="T37" fmla="*/ 0 h 236"/>
                    <a:gd name="T38" fmla="*/ 0 w 115"/>
                    <a:gd name="T39" fmla="*/ 0 h 236"/>
                    <a:gd name="T40" fmla="*/ 0 w 115"/>
                    <a:gd name="T41" fmla="*/ 0 h 236"/>
                    <a:gd name="T42" fmla="*/ 0 w 115"/>
                    <a:gd name="T43" fmla="*/ 0 h 236"/>
                    <a:gd name="T44" fmla="*/ 0 w 115"/>
                    <a:gd name="T45" fmla="*/ 0 h 236"/>
                    <a:gd name="T46" fmla="*/ 0 w 115"/>
                    <a:gd name="T47" fmla="*/ 0 h 236"/>
                    <a:gd name="T48" fmla="*/ 0 w 115"/>
                    <a:gd name="T49" fmla="*/ 0 h 236"/>
                    <a:gd name="T50" fmla="*/ 0 w 115"/>
                    <a:gd name="T51" fmla="*/ 0 h 236"/>
                    <a:gd name="T52" fmla="*/ 0 w 115"/>
                    <a:gd name="T53" fmla="*/ 0 h 236"/>
                    <a:gd name="T54" fmla="*/ 0 w 115"/>
                    <a:gd name="T55" fmla="*/ 0 h 236"/>
                    <a:gd name="T56" fmla="*/ 0 w 115"/>
                    <a:gd name="T57" fmla="*/ 0 h 236"/>
                    <a:gd name="T58" fmla="*/ 0 w 115"/>
                    <a:gd name="T59" fmla="*/ 0 h 236"/>
                    <a:gd name="T60" fmla="*/ 0 w 115"/>
                    <a:gd name="T61" fmla="*/ 0 h 236"/>
                    <a:gd name="T62" fmla="*/ 0 w 115"/>
                    <a:gd name="T63" fmla="*/ 0 h 236"/>
                    <a:gd name="T64" fmla="*/ 0 w 115"/>
                    <a:gd name="T65" fmla="*/ 0 h 236"/>
                    <a:gd name="T66" fmla="*/ 0 w 115"/>
                    <a:gd name="T67" fmla="*/ 0 h 236"/>
                    <a:gd name="T68" fmla="*/ 0 w 115"/>
                    <a:gd name="T69" fmla="*/ 0 h 236"/>
                    <a:gd name="T70" fmla="*/ 0 w 115"/>
                    <a:gd name="T71" fmla="*/ 0 h 236"/>
                    <a:gd name="T72" fmla="*/ 0 w 115"/>
                    <a:gd name="T73" fmla="*/ 0 h 236"/>
                    <a:gd name="T74" fmla="*/ 0 w 115"/>
                    <a:gd name="T75" fmla="*/ 0 h 236"/>
                    <a:gd name="T76" fmla="*/ 0 w 115"/>
                    <a:gd name="T77" fmla="*/ 0 h 236"/>
                    <a:gd name="T78" fmla="*/ 0 w 115"/>
                    <a:gd name="T79" fmla="*/ 0 h 236"/>
                    <a:gd name="T80" fmla="*/ 0 w 115"/>
                    <a:gd name="T81" fmla="*/ 0 h 236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w 115"/>
                    <a:gd name="T124" fmla="*/ 0 h 236"/>
                    <a:gd name="T125" fmla="*/ 115 w 115"/>
                    <a:gd name="T126" fmla="*/ 236 h 236"/>
                  </a:gdLst>
                  <a:ahLst/>
                  <a:cxnLst>
                    <a:cxn ang="T82">
                      <a:pos x="T0" y="T1"/>
                    </a:cxn>
                    <a:cxn ang="T83">
                      <a:pos x="T2" y="T3"/>
                    </a:cxn>
                    <a:cxn ang="T84">
                      <a:pos x="T4" y="T5"/>
                    </a:cxn>
                    <a:cxn ang="T85">
                      <a:pos x="T6" y="T7"/>
                    </a:cxn>
                    <a:cxn ang="T86">
                      <a:pos x="T8" y="T9"/>
                    </a:cxn>
                    <a:cxn ang="T87">
                      <a:pos x="T10" y="T11"/>
                    </a:cxn>
                    <a:cxn ang="T88">
                      <a:pos x="T12" y="T13"/>
                    </a:cxn>
                    <a:cxn ang="T89">
                      <a:pos x="T14" y="T15"/>
                    </a:cxn>
                    <a:cxn ang="T90">
                      <a:pos x="T16" y="T17"/>
                    </a:cxn>
                    <a:cxn ang="T91">
                      <a:pos x="T18" y="T19"/>
                    </a:cxn>
                    <a:cxn ang="T92">
                      <a:pos x="T20" y="T21"/>
                    </a:cxn>
                    <a:cxn ang="T93">
                      <a:pos x="T22" y="T23"/>
                    </a:cxn>
                    <a:cxn ang="T94">
                      <a:pos x="T24" y="T25"/>
                    </a:cxn>
                    <a:cxn ang="T95">
                      <a:pos x="T26" y="T27"/>
                    </a:cxn>
                    <a:cxn ang="T96">
                      <a:pos x="T28" y="T29"/>
                    </a:cxn>
                    <a:cxn ang="T97">
                      <a:pos x="T30" y="T31"/>
                    </a:cxn>
                    <a:cxn ang="T98">
                      <a:pos x="T32" y="T33"/>
                    </a:cxn>
                    <a:cxn ang="T99">
                      <a:pos x="T34" y="T35"/>
                    </a:cxn>
                    <a:cxn ang="T100">
                      <a:pos x="T36" y="T37"/>
                    </a:cxn>
                    <a:cxn ang="T101">
                      <a:pos x="T38" y="T39"/>
                    </a:cxn>
                    <a:cxn ang="T102">
                      <a:pos x="T40" y="T41"/>
                    </a:cxn>
                    <a:cxn ang="T103">
                      <a:pos x="T42" y="T43"/>
                    </a:cxn>
                    <a:cxn ang="T104">
                      <a:pos x="T44" y="T45"/>
                    </a:cxn>
                    <a:cxn ang="T105">
                      <a:pos x="T46" y="T47"/>
                    </a:cxn>
                    <a:cxn ang="T106">
                      <a:pos x="T48" y="T49"/>
                    </a:cxn>
                    <a:cxn ang="T107">
                      <a:pos x="T50" y="T51"/>
                    </a:cxn>
                    <a:cxn ang="T108">
                      <a:pos x="T52" y="T53"/>
                    </a:cxn>
                    <a:cxn ang="T109">
                      <a:pos x="T54" y="T55"/>
                    </a:cxn>
                    <a:cxn ang="T110">
                      <a:pos x="T56" y="T57"/>
                    </a:cxn>
                    <a:cxn ang="T111">
                      <a:pos x="T58" y="T59"/>
                    </a:cxn>
                    <a:cxn ang="T112">
                      <a:pos x="T60" y="T61"/>
                    </a:cxn>
                    <a:cxn ang="T113">
                      <a:pos x="T62" y="T63"/>
                    </a:cxn>
                    <a:cxn ang="T114">
                      <a:pos x="T64" y="T65"/>
                    </a:cxn>
                    <a:cxn ang="T115">
                      <a:pos x="T66" y="T67"/>
                    </a:cxn>
                    <a:cxn ang="T116">
                      <a:pos x="T68" y="T69"/>
                    </a:cxn>
                    <a:cxn ang="T117">
                      <a:pos x="T70" y="T71"/>
                    </a:cxn>
                    <a:cxn ang="T118">
                      <a:pos x="T72" y="T73"/>
                    </a:cxn>
                    <a:cxn ang="T119">
                      <a:pos x="T74" y="T75"/>
                    </a:cxn>
                    <a:cxn ang="T120">
                      <a:pos x="T76" y="T77"/>
                    </a:cxn>
                    <a:cxn ang="T121">
                      <a:pos x="T78" y="T79"/>
                    </a:cxn>
                    <a:cxn ang="T122">
                      <a:pos x="T80" y="T81"/>
                    </a:cxn>
                  </a:cxnLst>
                  <a:rect l="T123" t="T124" r="T125" b="T126"/>
                  <a:pathLst>
                    <a:path w="115" h="236">
                      <a:moveTo>
                        <a:pt x="0" y="128"/>
                      </a:moveTo>
                      <a:lnTo>
                        <a:pt x="0" y="148"/>
                      </a:lnTo>
                      <a:lnTo>
                        <a:pt x="5" y="166"/>
                      </a:lnTo>
                      <a:lnTo>
                        <a:pt x="13" y="184"/>
                      </a:lnTo>
                      <a:lnTo>
                        <a:pt x="24" y="198"/>
                      </a:lnTo>
                      <a:lnTo>
                        <a:pt x="39" y="211"/>
                      </a:lnTo>
                      <a:lnTo>
                        <a:pt x="55" y="223"/>
                      </a:lnTo>
                      <a:lnTo>
                        <a:pt x="74" y="231"/>
                      </a:lnTo>
                      <a:lnTo>
                        <a:pt x="92" y="235"/>
                      </a:lnTo>
                      <a:lnTo>
                        <a:pt x="98" y="236"/>
                      </a:lnTo>
                      <a:lnTo>
                        <a:pt x="104" y="234"/>
                      </a:lnTo>
                      <a:lnTo>
                        <a:pt x="109" y="231"/>
                      </a:lnTo>
                      <a:lnTo>
                        <a:pt x="111" y="226"/>
                      </a:lnTo>
                      <a:lnTo>
                        <a:pt x="111" y="220"/>
                      </a:lnTo>
                      <a:lnTo>
                        <a:pt x="110" y="215"/>
                      </a:lnTo>
                      <a:lnTo>
                        <a:pt x="107" y="210"/>
                      </a:lnTo>
                      <a:lnTo>
                        <a:pt x="101" y="208"/>
                      </a:lnTo>
                      <a:lnTo>
                        <a:pt x="82" y="201"/>
                      </a:lnTo>
                      <a:lnTo>
                        <a:pt x="64" y="192"/>
                      </a:lnTo>
                      <a:lnTo>
                        <a:pt x="50" y="179"/>
                      </a:lnTo>
                      <a:lnTo>
                        <a:pt x="40" y="165"/>
                      </a:lnTo>
                      <a:lnTo>
                        <a:pt x="33" y="148"/>
                      </a:lnTo>
                      <a:lnTo>
                        <a:pt x="29" y="130"/>
                      </a:lnTo>
                      <a:lnTo>
                        <a:pt x="29" y="110"/>
                      </a:lnTo>
                      <a:lnTo>
                        <a:pt x="35" y="89"/>
                      </a:lnTo>
                      <a:lnTo>
                        <a:pt x="43" y="74"/>
                      </a:lnTo>
                      <a:lnTo>
                        <a:pt x="56" y="60"/>
                      </a:lnTo>
                      <a:lnTo>
                        <a:pt x="70" y="46"/>
                      </a:lnTo>
                      <a:lnTo>
                        <a:pt x="85" y="33"/>
                      </a:lnTo>
                      <a:lnTo>
                        <a:pt x="98" y="23"/>
                      </a:lnTo>
                      <a:lnTo>
                        <a:pt x="109" y="12"/>
                      </a:lnTo>
                      <a:lnTo>
                        <a:pt x="115" y="6"/>
                      </a:lnTo>
                      <a:lnTo>
                        <a:pt x="115" y="0"/>
                      </a:lnTo>
                      <a:lnTo>
                        <a:pt x="102" y="4"/>
                      </a:lnTo>
                      <a:lnTo>
                        <a:pt x="85" y="12"/>
                      </a:lnTo>
                      <a:lnTo>
                        <a:pt x="68" y="26"/>
                      </a:lnTo>
                      <a:lnTo>
                        <a:pt x="49" y="42"/>
                      </a:lnTo>
                      <a:lnTo>
                        <a:pt x="32" y="61"/>
                      </a:lnTo>
                      <a:lnTo>
                        <a:pt x="17" y="82"/>
                      </a:lnTo>
                      <a:lnTo>
                        <a:pt x="6" y="105"/>
                      </a:lnTo>
                      <a:lnTo>
                        <a:pt x="0" y="1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37837" name="Freeform 747">
                  <a:extLst>
                    <a:ext uri="{FF2B5EF4-FFF2-40B4-BE49-F238E27FC236}">
                      <a16:creationId xmlns:a16="http://schemas.microsoft.com/office/drawing/2014/main" id="{2225D2F2-AEE0-4030-BE0F-4789561966D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11" y="2643"/>
                  <a:ext cx="87" cy="73"/>
                </a:xfrm>
                <a:custGeom>
                  <a:avLst/>
                  <a:gdLst>
                    <a:gd name="T0" fmla="*/ 0 w 245"/>
                    <a:gd name="T1" fmla="*/ 0 h 310"/>
                    <a:gd name="T2" fmla="*/ 0 w 245"/>
                    <a:gd name="T3" fmla="*/ 0 h 310"/>
                    <a:gd name="T4" fmla="*/ 0 w 245"/>
                    <a:gd name="T5" fmla="*/ 0 h 310"/>
                    <a:gd name="T6" fmla="*/ 0 w 245"/>
                    <a:gd name="T7" fmla="*/ 0 h 310"/>
                    <a:gd name="T8" fmla="*/ 0 w 245"/>
                    <a:gd name="T9" fmla="*/ 0 h 310"/>
                    <a:gd name="T10" fmla="*/ 0 w 245"/>
                    <a:gd name="T11" fmla="*/ 0 h 310"/>
                    <a:gd name="T12" fmla="*/ 0 w 245"/>
                    <a:gd name="T13" fmla="*/ 0 h 310"/>
                    <a:gd name="T14" fmla="*/ 0 w 245"/>
                    <a:gd name="T15" fmla="*/ 0 h 310"/>
                    <a:gd name="T16" fmla="*/ 0 w 245"/>
                    <a:gd name="T17" fmla="*/ 0 h 310"/>
                    <a:gd name="T18" fmla="*/ 0 w 245"/>
                    <a:gd name="T19" fmla="*/ 0 h 310"/>
                    <a:gd name="T20" fmla="*/ 0 w 245"/>
                    <a:gd name="T21" fmla="*/ 0 h 310"/>
                    <a:gd name="T22" fmla="*/ 0 w 245"/>
                    <a:gd name="T23" fmla="*/ 0 h 310"/>
                    <a:gd name="T24" fmla="*/ 0 w 245"/>
                    <a:gd name="T25" fmla="*/ 0 h 310"/>
                    <a:gd name="T26" fmla="*/ 0 w 245"/>
                    <a:gd name="T27" fmla="*/ 0 h 310"/>
                    <a:gd name="T28" fmla="*/ 0 w 245"/>
                    <a:gd name="T29" fmla="*/ 0 h 310"/>
                    <a:gd name="T30" fmla="*/ 0 w 245"/>
                    <a:gd name="T31" fmla="*/ 0 h 310"/>
                    <a:gd name="T32" fmla="*/ 0 w 245"/>
                    <a:gd name="T33" fmla="*/ 0 h 310"/>
                    <a:gd name="T34" fmla="*/ 0 w 245"/>
                    <a:gd name="T35" fmla="*/ 0 h 310"/>
                    <a:gd name="T36" fmla="*/ 0 w 245"/>
                    <a:gd name="T37" fmla="*/ 0 h 310"/>
                    <a:gd name="T38" fmla="*/ 0 w 245"/>
                    <a:gd name="T39" fmla="*/ 0 h 310"/>
                    <a:gd name="T40" fmla="*/ 0 w 245"/>
                    <a:gd name="T41" fmla="*/ 0 h 310"/>
                    <a:gd name="T42" fmla="*/ 0 w 245"/>
                    <a:gd name="T43" fmla="*/ 0 h 310"/>
                    <a:gd name="T44" fmla="*/ 0 w 245"/>
                    <a:gd name="T45" fmla="*/ 0 h 310"/>
                    <a:gd name="T46" fmla="*/ 0 w 245"/>
                    <a:gd name="T47" fmla="*/ 0 h 310"/>
                    <a:gd name="T48" fmla="*/ 0 w 245"/>
                    <a:gd name="T49" fmla="*/ 0 h 310"/>
                    <a:gd name="T50" fmla="*/ 0 w 245"/>
                    <a:gd name="T51" fmla="*/ 0 h 310"/>
                    <a:gd name="T52" fmla="*/ 0 w 245"/>
                    <a:gd name="T53" fmla="*/ 0 h 310"/>
                    <a:gd name="T54" fmla="*/ 0 w 245"/>
                    <a:gd name="T55" fmla="*/ 0 h 310"/>
                    <a:gd name="T56" fmla="*/ 0 w 245"/>
                    <a:gd name="T57" fmla="*/ 0 h 310"/>
                    <a:gd name="T58" fmla="*/ 0 w 245"/>
                    <a:gd name="T59" fmla="*/ 0 h 310"/>
                    <a:gd name="T60" fmla="*/ 0 w 245"/>
                    <a:gd name="T61" fmla="*/ 0 h 310"/>
                    <a:gd name="T62" fmla="*/ 0 w 245"/>
                    <a:gd name="T63" fmla="*/ 0 h 310"/>
                    <a:gd name="T64" fmla="*/ 0 w 245"/>
                    <a:gd name="T65" fmla="*/ 0 h 310"/>
                    <a:gd name="T66" fmla="*/ 0 w 245"/>
                    <a:gd name="T67" fmla="*/ 0 h 310"/>
                    <a:gd name="T68" fmla="*/ 0 w 245"/>
                    <a:gd name="T69" fmla="*/ 0 h 310"/>
                    <a:gd name="T70" fmla="*/ 0 w 245"/>
                    <a:gd name="T71" fmla="*/ 0 h 310"/>
                    <a:gd name="T72" fmla="*/ 0 w 245"/>
                    <a:gd name="T73" fmla="*/ 0 h 310"/>
                    <a:gd name="T74" fmla="*/ 0 w 245"/>
                    <a:gd name="T75" fmla="*/ 0 h 310"/>
                    <a:gd name="T76" fmla="*/ 0 60000 65536"/>
                    <a:gd name="T77" fmla="*/ 0 60000 65536"/>
                    <a:gd name="T78" fmla="*/ 0 60000 65536"/>
                    <a:gd name="T79" fmla="*/ 0 60000 65536"/>
                    <a:gd name="T80" fmla="*/ 0 60000 65536"/>
                    <a:gd name="T81" fmla="*/ 0 60000 65536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w 245"/>
                    <a:gd name="T115" fmla="*/ 0 h 310"/>
                    <a:gd name="T116" fmla="*/ 245 w 245"/>
                    <a:gd name="T117" fmla="*/ 310 h 310"/>
                  </a:gdLst>
                  <a:ahLst/>
                  <a:cxnLst>
                    <a:cxn ang="T76">
                      <a:pos x="T0" y="T1"/>
                    </a:cxn>
                    <a:cxn ang="T77">
                      <a:pos x="T2" y="T3"/>
                    </a:cxn>
                    <a:cxn ang="T78">
                      <a:pos x="T4" y="T5"/>
                    </a:cxn>
                    <a:cxn ang="T79">
                      <a:pos x="T6" y="T7"/>
                    </a:cxn>
                    <a:cxn ang="T80">
                      <a:pos x="T8" y="T9"/>
                    </a:cxn>
                    <a:cxn ang="T81">
                      <a:pos x="T10" y="T11"/>
                    </a:cxn>
                    <a:cxn ang="T82">
                      <a:pos x="T12" y="T13"/>
                    </a:cxn>
                    <a:cxn ang="T83">
                      <a:pos x="T14" y="T15"/>
                    </a:cxn>
                    <a:cxn ang="T84">
                      <a:pos x="T16" y="T17"/>
                    </a:cxn>
                    <a:cxn ang="T85">
                      <a:pos x="T18" y="T19"/>
                    </a:cxn>
                    <a:cxn ang="T86">
                      <a:pos x="T20" y="T21"/>
                    </a:cxn>
                    <a:cxn ang="T87">
                      <a:pos x="T22" y="T23"/>
                    </a:cxn>
                    <a:cxn ang="T88">
                      <a:pos x="T24" y="T25"/>
                    </a:cxn>
                    <a:cxn ang="T89">
                      <a:pos x="T26" y="T27"/>
                    </a:cxn>
                    <a:cxn ang="T90">
                      <a:pos x="T28" y="T29"/>
                    </a:cxn>
                    <a:cxn ang="T91">
                      <a:pos x="T30" y="T31"/>
                    </a:cxn>
                    <a:cxn ang="T92">
                      <a:pos x="T32" y="T33"/>
                    </a:cxn>
                    <a:cxn ang="T93">
                      <a:pos x="T34" y="T35"/>
                    </a:cxn>
                    <a:cxn ang="T94">
                      <a:pos x="T36" y="T37"/>
                    </a:cxn>
                    <a:cxn ang="T95">
                      <a:pos x="T38" y="T39"/>
                    </a:cxn>
                    <a:cxn ang="T96">
                      <a:pos x="T40" y="T41"/>
                    </a:cxn>
                    <a:cxn ang="T97">
                      <a:pos x="T42" y="T43"/>
                    </a:cxn>
                    <a:cxn ang="T98">
                      <a:pos x="T44" y="T45"/>
                    </a:cxn>
                    <a:cxn ang="T99">
                      <a:pos x="T46" y="T47"/>
                    </a:cxn>
                    <a:cxn ang="T100">
                      <a:pos x="T48" y="T49"/>
                    </a:cxn>
                    <a:cxn ang="T101">
                      <a:pos x="T50" y="T51"/>
                    </a:cxn>
                    <a:cxn ang="T102">
                      <a:pos x="T52" y="T53"/>
                    </a:cxn>
                    <a:cxn ang="T103">
                      <a:pos x="T54" y="T55"/>
                    </a:cxn>
                    <a:cxn ang="T104">
                      <a:pos x="T56" y="T57"/>
                    </a:cxn>
                    <a:cxn ang="T105">
                      <a:pos x="T58" y="T59"/>
                    </a:cxn>
                    <a:cxn ang="T106">
                      <a:pos x="T60" y="T61"/>
                    </a:cxn>
                    <a:cxn ang="T107">
                      <a:pos x="T62" y="T63"/>
                    </a:cxn>
                    <a:cxn ang="T108">
                      <a:pos x="T64" y="T65"/>
                    </a:cxn>
                    <a:cxn ang="T109">
                      <a:pos x="T66" y="T67"/>
                    </a:cxn>
                    <a:cxn ang="T110">
                      <a:pos x="T68" y="T69"/>
                    </a:cxn>
                    <a:cxn ang="T111">
                      <a:pos x="T70" y="T71"/>
                    </a:cxn>
                    <a:cxn ang="T112">
                      <a:pos x="T72" y="T73"/>
                    </a:cxn>
                    <a:cxn ang="T113">
                      <a:pos x="T74" y="T75"/>
                    </a:cxn>
                  </a:cxnLst>
                  <a:rect l="T114" t="T115" r="T116" b="T117"/>
                  <a:pathLst>
                    <a:path w="245" h="310">
                      <a:moveTo>
                        <a:pt x="200" y="116"/>
                      </a:moveTo>
                      <a:lnTo>
                        <a:pt x="208" y="124"/>
                      </a:lnTo>
                      <a:lnTo>
                        <a:pt x="214" y="133"/>
                      </a:lnTo>
                      <a:lnTo>
                        <a:pt x="220" y="144"/>
                      </a:lnTo>
                      <a:lnTo>
                        <a:pt x="223" y="154"/>
                      </a:lnTo>
                      <a:lnTo>
                        <a:pt x="226" y="164"/>
                      </a:lnTo>
                      <a:lnTo>
                        <a:pt x="224" y="176"/>
                      </a:lnTo>
                      <a:lnTo>
                        <a:pt x="222" y="187"/>
                      </a:lnTo>
                      <a:lnTo>
                        <a:pt x="216" y="198"/>
                      </a:lnTo>
                      <a:lnTo>
                        <a:pt x="208" y="209"/>
                      </a:lnTo>
                      <a:lnTo>
                        <a:pt x="199" y="219"/>
                      </a:lnTo>
                      <a:lnTo>
                        <a:pt x="188" y="229"/>
                      </a:lnTo>
                      <a:lnTo>
                        <a:pt x="177" y="238"/>
                      </a:lnTo>
                      <a:lnTo>
                        <a:pt x="166" y="246"/>
                      </a:lnTo>
                      <a:lnTo>
                        <a:pt x="154" y="255"/>
                      </a:lnTo>
                      <a:lnTo>
                        <a:pt x="142" y="264"/>
                      </a:lnTo>
                      <a:lnTo>
                        <a:pt x="132" y="275"/>
                      </a:lnTo>
                      <a:lnTo>
                        <a:pt x="128" y="278"/>
                      </a:lnTo>
                      <a:lnTo>
                        <a:pt x="126" y="283"/>
                      </a:lnTo>
                      <a:lnTo>
                        <a:pt x="124" y="287"/>
                      </a:lnTo>
                      <a:lnTo>
                        <a:pt x="121" y="292"/>
                      </a:lnTo>
                      <a:lnTo>
                        <a:pt x="120" y="296"/>
                      </a:lnTo>
                      <a:lnTo>
                        <a:pt x="120" y="301"/>
                      </a:lnTo>
                      <a:lnTo>
                        <a:pt x="122" y="306"/>
                      </a:lnTo>
                      <a:lnTo>
                        <a:pt x="126" y="309"/>
                      </a:lnTo>
                      <a:lnTo>
                        <a:pt x="131" y="310"/>
                      </a:lnTo>
                      <a:lnTo>
                        <a:pt x="135" y="310"/>
                      </a:lnTo>
                      <a:lnTo>
                        <a:pt x="139" y="309"/>
                      </a:lnTo>
                      <a:lnTo>
                        <a:pt x="142" y="306"/>
                      </a:lnTo>
                      <a:lnTo>
                        <a:pt x="154" y="292"/>
                      </a:lnTo>
                      <a:lnTo>
                        <a:pt x="167" y="280"/>
                      </a:lnTo>
                      <a:lnTo>
                        <a:pt x="180" y="269"/>
                      </a:lnTo>
                      <a:lnTo>
                        <a:pt x="194" y="257"/>
                      </a:lnTo>
                      <a:lnTo>
                        <a:pt x="207" y="246"/>
                      </a:lnTo>
                      <a:lnTo>
                        <a:pt x="220" y="233"/>
                      </a:lnTo>
                      <a:lnTo>
                        <a:pt x="230" y="219"/>
                      </a:lnTo>
                      <a:lnTo>
                        <a:pt x="238" y="204"/>
                      </a:lnTo>
                      <a:lnTo>
                        <a:pt x="244" y="186"/>
                      </a:lnTo>
                      <a:lnTo>
                        <a:pt x="245" y="169"/>
                      </a:lnTo>
                      <a:lnTo>
                        <a:pt x="243" y="152"/>
                      </a:lnTo>
                      <a:lnTo>
                        <a:pt x="237" y="134"/>
                      </a:lnTo>
                      <a:lnTo>
                        <a:pt x="228" y="119"/>
                      </a:lnTo>
                      <a:lnTo>
                        <a:pt x="217" y="105"/>
                      </a:lnTo>
                      <a:lnTo>
                        <a:pt x="203" y="93"/>
                      </a:lnTo>
                      <a:lnTo>
                        <a:pt x="188" y="83"/>
                      </a:lnTo>
                      <a:lnTo>
                        <a:pt x="176" y="76"/>
                      </a:lnTo>
                      <a:lnTo>
                        <a:pt x="163" y="69"/>
                      </a:lnTo>
                      <a:lnTo>
                        <a:pt x="151" y="61"/>
                      </a:lnTo>
                      <a:lnTo>
                        <a:pt x="136" y="54"/>
                      </a:lnTo>
                      <a:lnTo>
                        <a:pt x="122" y="46"/>
                      </a:lnTo>
                      <a:lnTo>
                        <a:pt x="107" y="39"/>
                      </a:lnTo>
                      <a:lnTo>
                        <a:pt x="93" y="31"/>
                      </a:lnTo>
                      <a:lnTo>
                        <a:pt x="79" y="24"/>
                      </a:lnTo>
                      <a:lnTo>
                        <a:pt x="66" y="18"/>
                      </a:lnTo>
                      <a:lnTo>
                        <a:pt x="53" y="13"/>
                      </a:lnTo>
                      <a:lnTo>
                        <a:pt x="40" y="8"/>
                      </a:lnTo>
                      <a:lnTo>
                        <a:pt x="30" y="5"/>
                      </a:lnTo>
                      <a:lnTo>
                        <a:pt x="20" y="1"/>
                      </a:lnTo>
                      <a:lnTo>
                        <a:pt x="12" y="0"/>
                      </a:lnTo>
                      <a:lnTo>
                        <a:pt x="5" y="0"/>
                      </a:lnTo>
                      <a:lnTo>
                        <a:pt x="0" y="2"/>
                      </a:lnTo>
                      <a:lnTo>
                        <a:pt x="11" y="8"/>
                      </a:lnTo>
                      <a:lnTo>
                        <a:pt x="23" y="14"/>
                      </a:lnTo>
                      <a:lnTo>
                        <a:pt x="36" y="20"/>
                      </a:lnTo>
                      <a:lnTo>
                        <a:pt x="47" y="25"/>
                      </a:lnTo>
                      <a:lnTo>
                        <a:pt x="60" y="31"/>
                      </a:lnTo>
                      <a:lnTo>
                        <a:pt x="73" y="37"/>
                      </a:lnTo>
                      <a:lnTo>
                        <a:pt x="86" y="44"/>
                      </a:lnTo>
                      <a:lnTo>
                        <a:pt x="99" y="51"/>
                      </a:lnTo>
                      <a:lnTo>
                        <a:pt x="113" y="57"/>
                      </a:lnTo>
                      <a:lnTo>
                        <a:pt x="126" y="64"/>
                      </a:lnTo>
                      <a:lnTo>
                        <a:pt x="139" y="71"/>
                      </a:lnTo>
                      <a:lnTo>
                        <a:pt x="152" y="79"/>
                      </a:lnTo>
                      <a:lnTo>
                        <a:pt x="165" y="88"/>
                      </a:lnTo>
                      <a:lnTo>
                        <a:pt x="176" y="96"/>
                      </a:lnTo>
                      <a:lnTo>
                        <a:pt x="188" y="106"/>
                      </a:lnTo>
                      <a:lnTo>
                        <a:pt x="200" y="11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pic>
            <p:nvPicPr>
              <p:cNvPr id="237825" name="Picture 748" descr="access_point_stylized_gray_small">
                <a:extLst>
                  <a:ext uri="{FF2B5EF4-FFF2-40B4-BE49-F238E27FC236}">
                    <a16:creationId xmlns:a16="http://schemas.microsoft.com/office/drawing/2014/main" id="{556E267A-3A32-43EF-82D5-053736DE413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072" y="3642"/>
                <a:ext cx="430" cy="34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grpSp>
          <p:nvGrpSpPr>
            <p:cNvPr id="237627" name="Group 749">
              <a:extLst>
                <a:ext uri="{FF2B5EF4-FFF2-40B4-BE49-F238E27FC236}">
                  <a16:creationId xmlns:a16="http://schemas.microsoft.com/office/drawing/2014/main" id="{075118FF-4605-42CC-ACC4-ACA751125F5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52" y="2211"/>
              <a:ext cx="251" cy="226"/>
              <a:chOff x="5072" y="3611"/>
              <a:chExt cx="459" cy="380"/>
            </a:xfrm>
          </p:grpSpPr>
          <p:grpSp>
            <p:nvGrpSpPr>
              <p:cNvPr id="237810" name="Group 750">
                <a:extLst>
                  <a:ext uri="{FF2B5EF4-FFF2-40B4-BE49-F238E27FC236}">
                    <a16:creationId xmlns:a16="http://schemas.microsoft.com/office/drawing/2014/main" id="{584A2D41-1C33-41A5-A28B-984981D227A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144" y="3611"/>
                <a:ext cx="387" cy="99"/>
                <a:chOff x="5030" y="2639"/>
                <a:chExt cx="387" cy="99"/>
              </a:xfrm>
            </p:grpSpPr>
            <p:sp>
              <p:nvSpPr>
                <p:cNvPr id="237812" name="Freeform 751">
                  <a:extLst>
                    <a:ext uri="{FF2B5EF4-FFF2-40B4-BE49-F238E27FC236}">
                      <a16:creationId xmlns:a16="http://schemas.microsoft.com/office/drawing/2014/main" id="{4DE99440-FFB0-4FAE-937F-F37E474B8C6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134" y="2657"/>
                  <a:ext cx="69" cy="55"/>
                </a:xfrm>
                <a:custGeom>
                  <a:avLst/>
                  <a:gdLst>
                    <a:gd name="T0" fmla="*/ 0 w 199"/>
                    <a:gd name="T1" fmla="*/ 0 h 232"/>
                    <a:gd name="T2" fmla="*/ 0 w 199"/>
                    <a:gd name="T3" fmla="*/ 0 h 232"/>
                    <a:gd name="T4" fmla="*/ 0 w 199"/>
                    <a:gd name="T5" fmla="*/ 0 h 232"/>
                    <a:gd name="T6" fmla="*/ 0 w 199"/>
                    <a:gd name="T7" fmla="*/ 0 h 232"/>
                    <a:gd name="T8" fmla="*/ 0 w 199"/>
                    <a:gd name="T9" fmla="*/ 0 h 232"/>
                    <a:gd name="T10" fmla="*/ 0 w 199"/>
                    <a:gd name="T11" fmla="*/ 0 h 232"/>
                    <a:gd name="T12" fmla="*/ 0 w 199"/>
                    <a:gd name="T13" fmla="*/ 0 h 232"/>
                    <a:gd name="T14" fmla="*/ 0 w 199"/>
                    <a:gd name="T15" fmla="*/ 0 h 232"/>
                    <a:gd name="T16" fmla="*/ 0 w 199"/>
                    <a:gd name="T17" fmla="*/ 0 h 232"/>
                    <a:gd name="T18" fmla="*/ 0 w 199"/>
                    <a:gd name="T19" fmla="*/ 0 h 232"/>
                    <a:gd name="T20" fmla="*/ 0 w 199"/>
                    <a:gd name="T21" fmla="*/ 0 h 232"/>
                    <a:gd name="T22" fmla="*/ 0 w 199"/>
                    <a:gd name="T23" fmla="*/ 0 h 232"/>
                    <a:gd name="T24" fmla="*/ 0 w 199"/>
                    <a:gd name="T25" fmla="*/ 0 h 232"/>
                    <a:gd name="T26" fmla="*/ 0 w 199"/>
                    <a:gd name="T27" fmla="*/ 0 h 232"/>
                    <a:gd name="T28" fmla="*/ 0 w 199"/>
                    <a:gd name="T29" fmla="*/ 0 h 232"/>
                    <a:gd name="T30" fmla="*/ 0 w 199"/>
                    <a:gd name="T31" fmla="*/ 0 h 232"/>
                    <a:gd name="T32" fmla="*/ 0 w 199"/>
                    <a:gd name="T33" fmla="*/ 0 h 232"/>
                    <a:gd name="T34" fmla="*/ 0 w 199"/>
                    <a:gd name="T35" fmla="*/ 0 h 232"/>
                    <a:gd name="T36" fmla="*/ 0 w 199"/>
                    <a:gd name="T37" fmla="*/ 0 h 232"/>
                    <a:gd name="T38" fmla="*/ 0 w 199"/>
                    <a:gd name="T39" fmla="*/ 0 h 232"/>
                    <a:gd name="T40" fmla="*/ 0 w 199"/>
                    <a:gd name="T41" fmla="*/ 0 h 232"/>
                    <a:gd name="T42" fmla="*/ 0 w 199"/>
                    <a:gd name="T43" fmla="*/ 0 h 232"/>
                    <a:gd name="T44" fmla="*/ 0 w 199"/>
                    <a:gd name="T45" fmla="*/ 0 h 232"/>
                    <a:gd name="T46" fmla="*/ 0 w 199"/>
                    <a:gd name="T47" fmla="*/ 0 h 232"/>
                    <a:gd name="T48" fmla="*/ 0 w 199"/>
                    <a:gd name="T49" fmla="*/ 0 h 232"/>
                    <a:gd name="T50" fmla="*/ 0 w 199"/>
                    <a:gd name="T51" fmla="*/ 0 h 232"/>
                    <a:gd name="T52" fmla="*/ 0 w 199"/>
                    <a:gd name="T53" fmla="*/ 0 h 232"/>
                    <a:gd name="T54" fmla="*/ 0 w 199"/>
                    <a:gd name="T55" fmla="*/ 0 h 232"/>
                    <a:gd name="T56" fmla="*/ 0 w 199"/>
                    <a:gd name="T57" fmla="*/ 0 h 232"/>
                    <a:gd name="T58" fmla="*/ 0 w 199"/>
                    <a:gd name="T59" fmla="*/ 0 h 232"/>
                    <a:gd name="T60" fmla="*/ 0 w 199"/>
                    <a:gd name="T61" fmla="*/ 0 h 232"/>
                    <a:gd name="T62" fmla="*/ 0 w 199"/>
                    <a:gd name="T63" fmla="*/ 0 h 232"/>
                    <a:gd name="T64" fmla="*/ 0 w 199"/>
                    <a:gd name="T65" fmla="*/ 0 h 232"/>
                    <a:gd name="T66" fmla="*/ 0 w 199"/>
                    <a:gd name="T67" fmla="*/ 0 h 232"/>
                    <a:gd name="T68" fmla="*/ 0 w 199"/>
                    <a:gd name="T69" fmla="*/ 0 h 232"/>
                    <a:gd name="T70" fmla="*/ 0 w 199"/>
                    <a:gd name="T71" fmla="*/ 0 h 232"/>
                    <a:gd name="T72" fmla="*/ 0 w 199"/>
                    <a:gd name="T73" fmla="*/ 0 h 232"/>
                    <a:gd name="T74" fmla="*/ 0 w 199"/>
                    <a:gd name="T75" fmla="*/ 0 h 232"/>
                    <a:gd name="T76" fmla="*/ 0 w 199"/>
                    <a:gd name="T77" fmla="*/ 0 h 232"/>
                    <a:gd name="T78" fmla="*/ 0 w 199"/>
                    <a:gd name="T79" fmla="*/ 0 h 232"/>
                    <a:gd name="T80" fmla="*/ 0 w 199"/>
                    <a:gd name="T81" fmla="*/ 0 h 232"/>
                    <a:gd name="T82" fmla="*/ 0 w 199"/>
                    <a:gd name="T83" fmla="*/ 0 h 232"/>
                    <a:gd name="T84" fmla="*/ 0 w 199"/>
                    <a:gd name="T85" fmla="*/ 0 h 232"/>
                    <a:gd name="T86" fmla="*/ 0 w 199"/>
                    <a:gd name="T87" fmla="*/ 0 h 232"/>
                    <a:gd name="T88" fmla="*/ 0 w 199"/>
                    <a:gd name="T89" fmla="*/ 0 h 232"/>
                    <a:gd name="T90" fmla="*/ 0 w 199"/>
                    <a:gd name="T91" fmla="*/ 0 h 232"/>
                    <a:gd name="T92" fmla="*/ 0 w 199"/>
                    <a:gd name="T93" fmla="*/ 0 h 232"/>
                    <a:gd name="T94" fmla="*/ 0 w 199"/>
                    <a:gd name="T95" fmla="*/ 0 h 232"/>
                    <a:gd name="T96" fmla="*/ 0 w 199"/>
                    <a:gd name="T97" fmla="*/ 0 h 232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w 199"/>
                    <a:gd name="T148" fmla="*/ 0 h 232"/>
                    <a:gd name="T149" fmla="*/ 199 w 199"/>
                    <a:gd name="T150" fmla="*/ 232 h 232"/>
                  </a:gdLst>
                  <a:ahLst/>
                  <a:cxnLst>
                    <a:cxn ang="T98">
                      <a:pos x="T0" y="T1"/>
                    </a:cxn>
                    <a:cxn ang="T99">
                      <a:pos x="T2" y="T3"/>
                    </a:cxn>
                    <a:cxn ang="T100">
                      <a:pos x="T4" y="T5"/>
                    </a:cxn>
                    <a:cxn ang="T101">
                      <a:pos x="T6" y="T7"/>
                    </a:cxn>
                    <a:cxn ang="T102">
                      <a:pos x="T8" y="T9"/>
                    </a:cxn>
                    <a:cxn ang="T103">
                      <a:pos x="T10" y="T11"/>
                    </a:cxn>
                    <a:cxn ang="T104">
                      <a:pos x="T12" y="T13"/>
                    </a:cxn>
                    <a:cxn ang="T105">
                      <a:pos x="T14" y="T15"/>
                    </a:cxn>
                    <a:cxn ang="T106">
                      <a:pos x="T16" y="T17"/>
                    </a:cxn>
                    <a:cxn ang="T107">
                      <a:pos x="T18" y="T19"/>
                    </a:cxn>
                    <a:cxn ang="T108">
                      <a:pos x="T20" y="T21"/>
                    </a:cxn>
                    <a:cxn ang="T109">
                      <a:pos x="T22" y="T23"/>
                    </a:cxn>
                    <a:cxn ang="T110">
                      <a:pos x="T24" y="T25"/>
                    </a:cxn>
                    <a:cxn ang="T111">
                      <a:pos x="T26" y="T27"/>
                    </a:cxn>
                    <a:cxn ang="T112">
                      <a:pos x="T28" y="T29"/>
                    </a:cxn>
                    <a:cxn ang="T113">
                      <a:pos x="T30" y="T31"/>
                    </a:cxn>
                    <a:cxn ang="T114">
                      <a:pos x="T32" y="T33"/>
                    </a:cxn>
                    <a:cxn ang="T115">
                      <a:pos x="T34" y="T35"/>
                    </a:cxn>
                    <a:cxn ang="T116">
                      <a:pos x="T36" y="T37"/>
                    </a:cxn>
                    <a:cxn ang="T117">
                      <a:pos x="T38" y="T39"/>
                    </a:cxn>
                    <a:cxn ang="T118">
                      <a:pos x="T40" y="T41"/>
                    </a:cxn>
                    <a:cxn ang="T119">
                      <a:pos x="T42" y="T43"/>
                    </a:cxn>
                    <a:cxn ang="T120">
                      <a:pos x="T44" y="T45"/>
                    </a:cxn>
                    <a:cxn ang="T121">
                      <a:pos x="T46" y="T47"/>
                    </a:cxn>
                    <a:cxn ang="T122">
                      <a:pos x="T48" y="T49"/>
                    </a:cxn>
                    <a:cxn ang="T123">
                      <a:pos x="T50" y="T51"/>
                    </a:cxn>
                    <a:cxn ang="T124">
                      <a:pos x="T52" y="T53"/>
                    </a:cxn>
                    <a:cxn ang="T125">
                      <a:pos x="T54" y="T55"/>
                    </a:cxn>
                    <a:cxn ang="T126">
                      <a:pos x="T56" y="T57"/>
                    </a:cxn>
                    <a:cxn ang="T127">
                      <a:pos x="T58" y="T59"/>
                    </a:cxn>
                    <a:cxn ang="T128">
                      <a:pos x="T60" y="T61"/>
                    </a:cxn>
                    <a:cxn ang="T129">
                      <a:pos x="T62" y="T63"/>
                    </a:cxn>
                    <a:cxn ang="T130">
                      <a:pos x="T64" y="T65"/>
                    </a:cxn>
                    <a:cxn ang="T131">
                      <a:pos x="T66" y="T67"/>
                    </a:cxn>
                    <a:cxn ang="T132">
                      <a:pos x="T68" y="T69"/>
                    </a:cxn>
                    <a:cxn ang="T133">
                      <a:pos x="T70" y="T71"/>
                    </a:cxn>
                    <a:cxn ang="T134">
                      <a:pos x="T72" y="T73"/>
                    </a:cxn>
                    <a:cxn ang="T135">
                      <a:pos x="T74" y="T75"/>
                    </a:cxn>
                    <a:cxn ang="T136">
                      <a:pos x="T76" y="T77"/>
                    </a:cxn>
                    <a:cxn ang="T137">
                      <a:pos x="T78" y="T79"/>
                    </a:cxn>
                    <a:cxn ang="T138">
                      <a:pos x="T80" y="T81"/>
                    </a:cxn>
                    <a:cxn ang="T139">
                      <a:pos x="T82" y="T83"/>
                    </a:cxn>
                    <a:cxn ang="T140">
                      <a:pos x="T84" y="T85"/>
                    </a:cxn>
                    <a:cxn ang="T141">
                      <a:pos x="T86" y="T87"/>
                    </a:cxn>
                    <a:cxn ang="T142">
                      <a:pos x="T88" y="T89"/>
                    </a:cxn>
                    <a:cxn ang="T143">
                      <a:pos x="T90" y="T91"/>
                    </a:cxn>
                    <a:cxn ang="T144">
                      <a:pos x="T92" y="T93"/>
                    </a:cxn>
                    <a:cxn ang="T145">
                      <a:pos x="T94" y="T95"/>
                    </a:cxn>
                    <a:cxn ang="T146">
                      <a:pos x="T96" y="T97"/>
                    </a:cxn>
                  </a:cxnLst>
                  <a:rect l="T147" t="T148" r="T149" b="T150"/>
                  <a:pathLst>
                    <a:path w="199" h="232">
                      <a:moveTo>
                        <a:pt x="70" y="29"/>
                      </a:moveTo>
                      <a:lnTo>
                        <a:pt x="55" y="39"/>
                      </a:lnTo>
                      <a:lnTo>
                        <a:pt x="42" y="50"/>
                      </a:lnTo>
                      <a:lnTo>
                        <a:pt x="30" y="63"/>
                      </a:lnTo>
                      <a:lnTo>
                        <a:pt x="20" y="77"/>
                      </a:lnTo>
                      <a:lnTo>
                        <a:pt x="12" y="91"/>
                      </a:lnTo>
                      <a:lnTo>
                        <a:pt x="6" y="108"/>
                      </a:lnTo>
                      <a:lnTo>
                        <a:pt x="2" y="125"/>
                      </a:lnTo>
                      <a:lnTo>
                        <a:pt x="0" y="142"/>
                      </a:lnTo>
                      <a:lnTo>
                        <a:pt x="2" y="166"/>
                      </a:lnTo>
                      <a:lnTo>
                        <a:pt x="12" y="186"/>
                      </a:lnTo>
                      <a:lnTo>
                        <a:pt x="26" y="203"/>
                      </a:lnTo>
                      <a:lnTo>
                        <a:pt x="45" y="216"/>
                      </a:lnTo>
                      <a:lnTo>
                        <a:pt x="66" y="226"/>
                      </a:lnTo>
                      <a:lnTo>
                        <a:pt x="88" y="230"/>
                      </a:lnTo>
                      <a:lnTo>
                        <a:pt x="111" y="232"/>
                      </a:lnTo>
                      <a:lnTo>
                        <a:pt x="134" y="228"/>
                      </a:lnTo>
                      <a:lnTo>
                        <a:pt x="138" y="228"/>
                      </a:lnTo>
                      <a:lnTo>
                        <a:pt x="143" y="226"/>
                      </a:lnTo>
                      <a:lnTo>
                        <a:pt x="147" y="222"/>
                      </a:lnTo>
                      <a:lnTo>
                        <a:pt x="148" y="218"/>
                      </a:lnTo>
                      <a:lnTo>
                        <a:pt x="145" y="212"/>
                      </a:lnTo>
                      <a:lnTo>
                        <a:pt x="141" y="207"/>
                      </a:lnTo>
                      <a:lnTo>
                        <a:pt x="135" y="203"/>
                      </a:lnTo>
                      <a:lnTo>
                        <a:pt x="129" y="201"/>
                      </a:lnTo>
                      <a:lnTo>
                        <a:pt x="117" y="197"/>
                      </a:lnTo>
                      <a:lnTo>
                        <a:pt x="105" y="195"/>
                      </a:lnTo>
                      <a:lnTo>
                        <a:pt x="94" y="193"/>
                      </a:lnTo>
                      <a:lnTo>
                        <a:pt x="83" y="190"/>
                      </a:lnTo>
                      <a:lnTo>
                        <a:pt x="73" y="187"/>
                      </a:lnTo>
                      <a:lnTo>
                        <a:pt x="62" y="182"/>
                      </a:lnTo>
                      <a:lnTo>
                        <a:pt x="53" y="176"/>
                      </a:lnTo>
                      <a:lnTo>
                        <a:pt x="43" y="167"/>
                      </a:lnTo>
                      <a:lnTo>
                        <a:pt x="40" y="128"/>
                      </a:lnTo>
                      <a:lnTo>
                        <a:pt x="49" y="96"/>
                      </a:lnTo>
                      <a:lnTo>
                        <a:pt x="68" y="71"/>
                      </a:lnTo>
                      <a:lnTo>
                        <a:pt x="94" y="50"/>
                      </a:lnTo>
                      <a:lnTo>
                        <a:pt x="122" y="34"/>
                      </a:lnTo>
                      <a:lnTo>
                        <a:pt x="151" y="21"/>
                      </a:lnTo>
                      <a:lnTo>
                        <a:pt x="178" y="12"/>
                      </a:lnTo>
                      <a:lnTo>
                        <a:pt x="199" y="4"/>
                      </a:lnTo>
                      <a:lnTo>
                        <a:pt x="186" y="1"/>
                      </a:lnTo>
                      <a:lnTo>
                        <a:pt x="172" y="0"/>
                      </a:lnTo>
                      <a:lnTo>
                        <a:pt x="156" y="2"/>
                      </a:lnTo>
                      <a:lnTo>
                        <a:pt x="138" y="4"/>
                      </a:lnTo>
                      <a:lnTo>
                        <a:pt x="121" y="10"/>
                      </a:lnTo>
                      <a:lnTo>
                        <a:pt x="103" y="16"/>
                      </a:lnTo>
                      <a:lnTo>
                        <a:pt x="86" y="23"/>
                      </a:lnTo>
                      <a:lnTo>
                        <a:pt x="70" y="29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37813" name="Freeform 752">
                  <a:extLst>
                    <a:ext uri="{FF2B5EF4-FFF2-40B4-BE49-F238E27FC236}">
                      <a16:creationId xmlns:a16="http://schemas.microsoft.com/office/drawing/2014/main" id="{0A514B89-628A-422C-ACF4-C8EDADE4A1B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52" y="2656"/>
                  <a:ext cx="47" cy="42"/>
                </a:xfrm>
                <a:custGeom>
                  <a:avLst/>
                  <a:gdLst>
                    <a:gd name="T0" fmla="*/ 0 w 128"/>
                    <a:gd name="T1" fmla="*/ 0 h 180"/>
                    <a:gd name="T2" fmla="*/ 0 w 128"/>
                    <a:gd name="T3" fmla="*/ 0 h 180"/>
                    <a:gd name="T4" fmla="*/ 0 w 128"/>
                    <a:gd name="T5" fmla="*/ 0 h 180"/>
                    <a:gd name="T6" fmla="*/ 0 w 128"/>
                    <a:gd name="T7" fmla="*/ 0 h 180"/>
                    <a:gd name="T8" fmla="*/ 0 w 128"/>
                    <a:gd name="T9" fmla="*/ 0 h 180"/>
                    <a:gd name="T10" fmla="*/ 0 w 128"/>
                    <a:gd name="T11" fmla="*/ 0 h 180"/>
                    <a:gd name="T12" fmla="*/ 0 w 128"/>
                    <a:gd name="T13" fmla="*/ 0 h 180"/>
                    <a:gd name="T14" fmla="*/ 0 w 128"/>
                    <a:gd name="T15" fmla="*/ 0 h 180"/>
                    <a:gd name="T16" fmla="*/ 0 w 128"/>
                    <a:gd name="T17" fmla="*/ 0 h 180"/>
                    <a:gd name="T18" fmla="*/ 0 w 128"/>
                    <a:gd name="T19" fmla="*/ 0 h 180"/>
                    <a:gd name="T20" fmla="*/ 0 w 128"/>
                    <a:gd name="T21" fmla="*/ 0 h 180"/>
                    <a:gd name="T22" fmla="*/ 0 w 128"/>
                    <a:gd name="T23" fmla="*/ 0 h 180"/>
                    <a:gd name="T24" fmla="*/ 0 w 128"/>
                    <a:gd name="T25" fmla="*/ 0 h 180"/>
                    <a:gd name="T26" fmla="*/ 0 w 128"/>
                    <a:gd name="T27" fmla="*/ 0 h 180"/>
                    <a:gd name="T28" fmla="*/ 0 w 128"/>
                    <a:gd name="T29" fmla="*/ 0 h 180"/>
                    <a:gd name="T30" fmla="*/ 0 w 128"/>
                    <a:gd name="T31" fmla="*/ 0 h 180"/>
                    <a:gd name="T32" fmla="*/ 0 w 128"/>
                    <a:gd name="T33" fmla="*/ 0 h 180"/>
                    <a:gd name="T34" fmla="*/ 0 w 128"/>
                    <a:gd name="T35" fmla="*/ 0 h 180"/>
                    <a:gd name="T36" fmla="*/ 0 w 128"/>
                    <a:gd name="T37" fmla="*/ 0 h 180"/>
                    <a:gd name="T38" fmla="*/ 0 w 128"/>
                    <a:gd name="T39" fmla="*/ 0 h 180"/>
                    <a:gd name="T40" fmla="*/ 0 w 128"/>
                    <a:gd name="T41" fmla="*/ 0 h 180"/>
                    <a:gd name="T42" fmla="*/ 0 w 128"/>
                    <a:gd name="T43" fmla="*/ 0 h 180"/>
                    <a:gd name="T44" fmla="*/ 0 w 128"/>
                    <a:gd name="T45" fmla="*/ 0 h 180"/>
                    <a:gd name="T46" fmla="*/ 0 w 128"/>
                    <a:gd name="T47" fmla="*/ 0 h 180"/>
                    <a:gd name="T48" fmla="*/ 0 w 128"/>
                    <a:gd name="T49" fmla="*/ 0 h 180"/>
                    <a:gd name="T50" fmla="*/ 0 w 128"/>
                    <a:gd name="T51" fmla="*/ 0 h 180"/>
                    <a:gd name="T52" fmla="*/ 0 w 128"/>
                    <a:gd name="T53" fmla="*/ 0 h 180"/>
                    <a:gd name="T54" fmla="*/ 0 w 128"/>
                    <a:gd name="T55" fmla="*/ 0 h 180"/>
                    <a:gd name="T56" fmla="*/ 0 w 128"/>
                    <a:gd name="T57" fmla="*/ 0 h 180"/>
                    <a:gd name="T58" fmla="*/ 0 w 128"/>
                    <a:gd name="T59" fmla="*/ 0 h 180"/>
                    <a:gd name="T60" fmla="*/ 0 w 128"/>
                    <a:gd name="T61" fmla="*/ 0 h 180"/>
                    <a:gd name="T62" fmla="*/ 0 w 128"/>
                    <a:gd name="T63" fmla="*/ 0 h 180"/>
                    <a:gd name="T64" fmla="*/ 0 w 128"/>
                    <a:gd name="T65" fmla="*/ 0 h 180"/>
                    <a:gd name="T66" fmla="*/ 0 w 128"/>
                    <a:gd name="T67" fmla="*/ 0 h 180"/>
                    <a:gd name="T68" fmla="*/ 0 w 128"/>
                    <a:gd name="T69" fmla="*/ 0 h 180"/>
                    <a:gd name="T70" fmla="*/ 0 w 128"/>
                    <a:gd name="T71" fmla="*/ 0 h 180"/>
                    <a:gd name="T72" fmla="*/ 0 w 128"/>
                    <a:gd name="T73" fmla="*/ 0 h 180"/>
                    <a:gd name="T74" fmla="*/ 0 w 128"/>
                    <a:gd name="T75" fmla="*/ 0 h 180"/>
                    <a:gd name="T76" fmla="*/ 0 w 128"/>
                    <a:gd name="T77" fmla="*/ 0 h 180"/>
                    <a:gd name="T78" fmla="*/ 0 w 128"/>
                    <a:gd name="T79" fmla="*/ 0 h 180"/>
                    <a:gd name="T80" fmla="*/ 0 w 128"/>
                    <a:gd name="T81" fmla="*/ 0 h 180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w 128"/>
                    <a:gd name="T124" fmla="*/ 0 h 180"/>
                    <a:gd name="T125" fmla="*/ 128 w 128"/>
                    <a:gd name="T126" fmla="*/ 180 h 180"/>
                  </a:gdLst>
                  <a:ahLst/>
                  <a:cxnLst>
                    <a:cxn ang="T82">
                      <a:pos x="T0" y="T1"/>
                    </a:cxn>
                    <a:cxn ang="T83">
                      <a:pos x="T2" y="T3"/>
                    </a:cxn>
                    <a:cxn ang="T84">
                      <a:pos x="T4" y="T5"/>
                    </a:cxn>
                    <a:cxn ang="T85">
                      <a:pos x="T6" y="T7"/>
                    </a:cxn>
                    <a:cxn ang="T86">
                      <a:pos x="T8" y="T9"/>
                    </a:cxn>
                    <a:cxn ang="T87">
                      <a:pos x="T10" y="T11"/>
                    </a:cxn>
                    <a:cxn ang="T88">
                      <a:pos x="T12" y="T13"/>
                    </a:cxn>
                    <a:cxn ang="T89">
                      <a:pos x="T14" y="T15"/>
                    </a:cxn>
                    <a:cxn ang="T90">
                      <a:pos x="T16" y="T17"/>
                    </a:cxn>
                    <a:cxn ang="T91">
                      <a:pos x="T18" y="T19"/>
                    </a:cxn>
                    <a:cxn ang="T92">
                      <a:pos x="T20" y="T21"/>
                    </a:cxn>
                    <a:cxn ang="T93">
                      <a:pos x="T22" y="T23"/>
                    </a:cxn>
                    <a:cxn ang="T94">
                      <a:pos x="T24" y="T25"/>
                    </a:cxn>
                    <a:cxn ang="T95">
                      <a:pos x="T26" y="T27"/>
                    </a:cxn>
                    <a:cxn ang="T96">
                      <a:pos x="T28" y="T29"/>
                    </a:cxn>
                    <a:cxn ang="T97">
                      <a:pos x="T30" y="T31"/>
                    </a:cxn>
                    <a:cxn ang="T98">
                      <a:pos x="T32" y="T33"/>
                    </a:cxn>
                    <a:cxn ang="T99">
                      <a:pos x="T34" y="T35"/>
                    </a:cxn>
                    <a:cxn ang="T100">
                      <a:pos x="T36" y="T37"/>
                    </a:cxn>
                    <a:cxn ang="T101">
                      <a:pos x="T38" y="T39"/>
                    </a:cxn>
                    <a:cxn ang="T102">
                      <a:pos x="T40" y="T41"/>
                    </a:cxn>
                    <a:cxn ang="T103">
                      <a:pos x="T42" y="T43"/>
                    </a:cxn>
                    <a:cxn ang="T104">
                      <a:pos x="T44" y="T45"/>
                    </a:cxn>
                    <a:cxn ang="T105">
                      <a:pos x="T46" y="T47"/>
                    </a:cxn>
                    <a:cxn ang="T106">
                      <a:pos x="T48" y="T49"/>
                    </a:cxn>
                    <a:cxn ang="T107">
                      <a:pos x="T50" y="T51"/>
                    </a:cxn>
                    <a:cxn ang="T108">
                      <a:pos x="T52" y="T53"/>
                    </a:cxn>
                    <a:cxn ang="T109">
                      <a:pos x="T54" y="T55"/>
                    </a:cxn>
                    <a:cxn ang="T110">
                      <a:pos x="T56" y="T57"/>
                    </a:cxn>
                    <a:cxn ang="T111">
                      <a:pos x="T58" y="T59"/>
                    </a:cxn>
                    <a:cxn ang="T112">
                      <a:pos x="T60" y="T61"/>
                    </a:cxn>
                    <a:cxn ang="T113">
                      <a:pos x="T62" y="T63"/>
                    </a:cxn>
                    <a:cxn ang="T114">
                      <a:pos x="T64" y="T65"/>
                    </a:cxn>
                    <a:cxn ang="T115">
                      <a:pos x="T66" y="T67"/>
                    </a:cxn>
                    <a:cxn ang="T116">
                      <a:pos x="T68" y="T69"/>
                    </a:cxn>
                    <a:cxn ang="T117">
                      <a:pos x="T70" y="T71"/>
                    </a:cxn>
                    <a:cxn ang="T118">
                      <a:pos x="T72" y="T73"/>
                    </a:cxn>
                    <a:cxn ang="T119">
                      <a:pos x="T74" y="T75"/>
                    </a:cxn>
                    <a:cxn ang="T120">
                      <a:pos x="T76" y="T77"/>
                    </a:cxn>
                    <a:cxn ang="T121">
                      <a:pos x="T78" y="T79"/>
                    </a:cxn>
                    <a:cxn ang="T122">
                      <a:pos x="T80" y="T81"/>
                    </a:cxn>
                  </a:cxnLst>
                  <a:rect l="T123" t="T124" r="T125" b="T126"/>
                  <a:pathLst>
                    <a:path w="128" h="180">
                      <a:moveTo>
                        <a:pt x="108" y="59"/>
                      </a:moveTo>
                      <a:lnTo>
                        <a:pt x="113" y="77"/>
                      </a:lnTo>
                      <a:lnTo>
                        <a:pt x="111" y="94"/>
                      </a:lnTo>
                      <a:lnTo>
                        <a:pt x="103" y="108"/>
                      </a:lnTo>
                      <a:lnTo>
                        <a:pt x="91" y="121"/>
                      </a:lnTo>
                      <a:lnTo>
                        <a:pt x="77" y="132"/>
                      </a:lnTo>
                      <a:lnTo>
                        <a:pt x="61" y="144"/>
                      </a:lnTo>
                      <a:lnTo>
                        <a:pt x="45" y="154"/>
                      </a:lnTo>
                      <a:lnTo>
                        <a:pt x="30" y="164"/>
                      </a:lnTo>
                      <a:lnTo>
                        <a:pt x="28" y="168"/>
                      </a:lnTo>
                      <a:lnTo>
                        <a:pt x="27" y="170"/>
                      </a:lnTo>
                      <a:lnTo>
                        <a:pt x="27" y="174"/>
                      </a:lnTo>
                      <a:lnTo>
                        <a:pt x="28" y="177"/>
                      </a:lnTo>
                      <a:lnTo>
                        <a:pt x="32" y="179"/>
                      </a:lnTo>
                      <a:lnTo>
                        <a:pt x="35" y="180"/>
                      </a:lnTo>
                      <a:lnTo>
                        <a:pt x="37" y="180"/>
                      </a:lnTo>
                      <a:lnTo>
                        <a:pt x="41" y="179"/>
                      </a:lnTo>
                      <a:lnTo>
                        <a:pt x="60" y="169"/>
                      </a:lnTo>
                      <a:lnTo>
                        <a:pt x="77" y="158"/>
                      </a:lnTo>
                      <a:lnTo>
                        <a:pt x="94" y="145"/>
                      </a:lnTo>
                      <a:lnTo>
                        <a:pt x="109" y="130"/>
                      </a:lnTo>
                      <a:lnTo>
                        <a:pt x="120" y="114"/>
                      </a:lnTo>
                      <a:lnTo>
                        <a:pt x="127" y="95"/>
                      </a:lnTo>
                      <a:lnTo>
                        <a:pt x="128" y="76"/>
                      </a:lnTo>
                      <a:lnTo>
                        <a:pt x="123" y="55"/>
                      </a:lnTo>
                      <a:lnTo>
                        <a:pt x="113" y="39"/>
                      </a:lnTo>
                      <a:lnTo>
                        <a:pt x="97" y="25"/>
                      </a:lnTo>
                      <a:lnTo>
                        <a:pt x="79" y="15"/>
                      </a:lnTo>
                      <a:lnTo>
                        <a:pt x="57" y="7"/>
                      </a:lnTo>
                      <a:lnTo>
                        <a:pt x="36" y="2"/>
                      </a:lnTo>
                      <a:lnTo>
                        <a:pt x="19" y="0"/>
                      </a:lnTo>
                      <a:lnTo>
                        <a:pt x="6" y="0"/>
                      </a:lnTo>
                      <a:lnTo>
                        <a:pt x="0" y="4"/>
                      </a:lnTo>
                      <a:lnTo>
                        <a:pt x="14" y="9"/>
                      </a:lnTo>
                      <a:lnTo>
                        <a:pt x="29" y="14"/>
                      </a:lnTo>
                      <a:lnTo>
                        <a:pt x="46" y="19"/>
                      </a:lnTo>
                      <a:lnTo>
                        <a:pt x="61" y="23"/>
                      </a:lnTo>
                      <a:lnTo>
                        <a:pt x="76" y="29"/>
                      </a:lnTo>
                      <a:lnTo>
                        <a:pt x="89" y="37"/>
                      </a:lnTo>
                      <a:lnTo>
                        <a:pt x="100" y="46"/>
                      </a:lnTo>
                      <a:lnTo>
                        <a:pt x="108" y="59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37814" name="Freeform 753">
                  <a:extLst>
                    <a:ext uri="{FF2B5EF4-FFF2-40B4-BE49-F238E27FC236}">
                      <a16:creationId xmlns:a16="http://schemas.microsoft.com/office/drawing/2014/main" id="{465F8773-E8E8-45CC-BF88-ED8910D49B3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89" y="2646"/>
                  <a:ext cx="114" cy="88"/>
                </a:xfrm>
                <a:custGeom>
                  <a:avLst/>
                  <a:gdLst>
                    <a:gd name="T0" fmla="*/ 0 w 322"/>
                    <a:gd name="T1" fmla="*/ 0 h 378"/>
                    <a:gd name="T2" fmla="*/ 0 w 322"/>
                    <a:gd name="T3" fmla="*/ 0 h 378"/>
                    <a:gd name="T4" fmla="*/ 0 w 322"/>
                    <a:gd name="T5" fmla="*/ 0 h 378"/>
                    <a:gd name="T6" fmla="*/ 0 w 322"/>
                    <a:gd name="T7" fmla="*/ 0 h 378"/>
                    <a:gd name="T8" fmla="*/ 0 w 322"/>
                    <a:gd name="T9" fmla="*/ 0 h 378"/>
                    <a:gd name="T10" fmla="*/ 0 w 322"/>
                    <a:gd name="T11" fmla="*/ 0 h 378"/>
                    <a:gd name="T12" fmla="*/ 0 w 322"/>
                    <a:gd name="T13" fmla="*/ 0 h 378"/>
                    <a:gd name="T14" fmla="*/ 0 w 322"/>
                    <a:gd name="T15" fmla="*/ 0 h 378"/>
                    <a:gd name="T16" fmla="*/ 0 w 322"/>
                    <a:gd name="T17" fmla="*/ 0 h 378"/>
                    <a:gd name="T18" fmla="*/ 0 w 322"/>
                    <a:gd name="T19" fmla="*/ 0 h 378"/>
                    <a:gd name="T20" fmla="*/ 0 w 322"/>
                    <a:gd name="T21" fmla="*/ 0 h 378"/>
                    <a:gd name="T22" fmla="*/ 0 w 322"/>
                    <a:gd name="T23" fmla="*/ 0 h 378"/>
                    <a:gd name="T24" fmla="*/ 0 w 322"/>
                    <a:gd name="T25" fmla="*/ 0 h 378"/>
                    <a:gd name="T26" fmla="*/ 0 w 322"/>
                    <a:gd name="T27" fmla="*/ 0 h 378"/>
                    <a:gd name="T28" fmla="*/ 0 w 322"/>
                    <a:gd name="T29" fmla="*/ 0 h 378"/>
                    <a:gd name="T30" fmla="*/ 0 w 322"/>
                    <a:gd name="T31" fmla="*/ 0 h 378"/>
                    <a:gd name="T32" fmla="*/ 0 w 322"/>
                    <a:gd name="T33" fmla="*/ 0 h 378"/>
                    <a:gd name="T34" fmla="*/ 0 w 322"/>
                    <a:gd name="T35" fmla="*/ 0 h 378"/>
                    <a:gd name="T36" fmla="*/ 0 w 322"/>
                    <a:gd name="T37" fmla="*/ 0 h 378"/>
                    <a:gd name="T38" fmla="*/ 0 w 322"/>
                    <a:gd name="T39" fmla="*/ 0 h 378"/>
                    <a:gd name="T40" fmla="*/ 0 w 322"/>
                    <a:gd name="T41" fmla="*/ 0 h 378"/>
                    <a:gd name="T42" fmla="*/ 0 w 322"/>
                    <a:gd name="T43" fmla="*/ 0 h 378"/>
                    <a:gd name="T44" fmla="*/ 0 w 322"/>
                    <a:gd name="T45" fmla="*/ 0 h 378"/>
                    <a:gd name="T46" fmla="*/ 0 w 322"/>
                    <a:gd name="T47" fmla="*/ 0 h 378"/>
                    <a:gd name="T48" fmla="*/ 0 w 322"/>
                    <a:gd name="T49" fmla="*/ 0 h 378"/>
                    <a:gd name="T50" fmla="*/ 0 w 322"/>
                    <a:gd name="T51" fmla="*/ 0 h 378"/>
                    <a:gd name="T52" fmla="*/ 0 w 322"/>
                    <a:gd name="T53" fmla="*/ 0 h 378"/>
                    <a:gd name="T54" fmla="*/ 0 w 322"/>
                    <a:gd name="T55" fmla="*/ 0 h 378"/>
                    <a:gd name="T56" fmla="*/ 0 w 322"/>
                    <a:gd name="T57" fmla="*/ 0 h 378"/>
                    <a:gd name="T58" fmla="*/ 0 w 322"/>
                    <a:gd name="T59" fmla="*/ 0 h 378"/>
                    <a:gd name="T60" fmla="*/ 0 w 322"/>
                    <a:gd name="T61" fmla="*/ 0 h 378"/>
                    <a:gd name="T62" fmla="*/ 0 w 322"/>
                    <a:gd name="T63" fmla="*/ 0 h 378"/>
                    <a:gd name="T64" fmla="*/ 0 w 322"/>
                    <a:gd name="T65" fmla="*/ 0 h 378"/>
                    <a:gd name="T66" fmla="*/ 0 w 322"/>
                    <a:gd name="T67" fmla="*/ 0 h 378"/>
                    <a:gd name="T68" fmla="*/ 0 w 322"/>
                    <a:gd name="T69" fmla="*/ 0 h 378"/>
                    <a:gd name="T70" fmla="*/ 0 w 322"/>
                    <a:gd name="T71" fmla="*/ 0 h 378"/>
                    <a:gd name="T72" fmla="*/ 0 w 322"/>
                    <a:gd name="T73" fmla="*/ 0 h 378"/>
                    <a:gd name="T74" fmla="*/ 0 w 322"/>
                    <a:gd name="T75" fmla="*/ 0 h 378"/>
                    <a:gd name="T76" fmla="*/ 0 w 322"/>
                    <a:gd name="T77" fmla="*/ 0 h 378"/>
                    <a:gd name="T78" fmla="*/ 0 w 322"/>
                    <a:gd name="T79" fmla="*/ 0 h 378"/>
                    <a:gd name="T80" fmla="*/ 0 w 322"/>
                    <a:gd name="T81" fmla="*/ 0 h 378"/>
                    <a:gd name="T82" fmla="*/ 0 w 322"/>
                    <a:gd name="T83" fmla="*/ 0 h 378"/>
                    <a:gd name="T84" fmla="*/ 0 w 322"/>
                    <a:gd name="T85" fmla="*/ 0 h 378"/>
                    <a:gd name="T86" fmla="*/ 0 w 322"/>
                    <a:gd name="T87" fmla="*/ 0 h 378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w 322"/>
                    <a:gd name="T133" fmla="*/ 0 h 378"/>
                    <a:gd name="T134" fmla="*/ 322 w 322"/>
                    <a:gd name="T135" fmla="*/ 378 h 378"/>
                  </a:gdLst>
                  <a:ahLst/>
                  <a:cxnLst>
                    <a:cxn ang="T88">
                      <a:pos x="T0" y="T1"/>
                    </a:cxn>
                    <a:cxn ang="T89">
                      <a:pos x="T2" y="T3"/>
                    </a:cxn>
                    <a:cxn ang="T90">
                      <a:pos x="T4" y="T5"/>
                    </a:cxn>
                    <a:cxn ang="T91">
                      <a:pos x="T6" y="T7"/>
                    </a:cxn>
                    <a:cxn ang="T92">
                      <a:pos x="T8" y="T9"/>
                    </a:cxn>
                    <a:cxn ang="T93">
                      <a:pos x="T10" y="T11"/>
                    </a:cxn>
                    <a:cxn ang="T94">
                      <a:pos x="T12" y="T13"/>
                    </a:cxn>
                    <a:cxn ang="T95">
                      <a:pos x="T14" y="T15"/>
                    </a:cxn>
                    <a:cxn ang="T96">
                      <a:pos x="T16" y="T17"/>
                    </a:cxn>
                    <a:cxn ang="T97">
                      <a:pos x="T18" y="T19"/>
                    </a:cxn>
                    <a:cxn ang="T98">
                      <a:pos x="T20" y="T21"/>
                    </a:cxn>
                    <a:cxn ang="T99">
                      <a:pos x="T22" y="T23"/>
                    </a:cxn>
                    <a:cxn ang="T100">
                      <a:pos x="T24" y="T25"/>
                    </a:cxn>
                    <a:cxn ang="T101">
                      <a:pos x="T26" y="T27"/>
                    </a:cxn>
                    <a:cxn ang="T102">
                      <a:pos x="T28" y="T29"/>
                    </a:cxn>
                    <a:cxn ang="T103">
                      <a:pos x="T30" y="T31"/>
                    </a:cxn>
                    <a:cxn ang="T104">
                      <a:pos x="T32" y="T33"/>
                    </a:cxn>
                    <a:cxn ang="T105">
                      <a:pos x="T34" y="T35"/>
                    </a:cxn>
                    <a:cxn ang="T106">
                      <a:pos x="T36" y="T37"/>
                    </a:cxn>
                    <a:cxn ang="T107">
                      <a:pos x="T38" y="T39"/>
                    </a:cxn>
                    <a:cxn ang="T108">
                      <a:pos x="T40" y="T41"/>
                    </a:cxn>
                    <a:cxn ang="T109">
                      <a:pos x="T42" y="T43"/>
                    </a:cxn>
                    <a:cxn ang="T110">
                      <a:pos x="T44" y="T45"/>
                    </a:cxn>
                    <a:cxn ang="T111">
                      <a:pos x="T46" y="T47"/>
                    </a:cxn>
                    <a:cxn ang="T112">
                      <a:pos x="T48" y="T49"/>
                    </a:cxn>
                    <a:cxn ang="T113">
                      <a:pos x="T50" y="T51"/>
                    </a:cxn>
                    <a:cxn ang="T114">
                      <a:pos x="T52" y="T53"/>
                    </a:cxn>
                    <a:cxn ang="T115">
                      <a:pos x="T54" y="T55"/>
                    </a:cxn>
                    <a:cxn ang="T116">
                      <a:pos x="T56" y="T57"/>
                    </a:cxn>
                    <a:cxn ang="T117">
                      <a:pos x="T58" y="T59"/>
                    </a:cxn>
                    <a:cxn ang="T118">
                      <a:pos x="T60" y="T61"/>
                    </a:cxn>
                    <a:cxn ang="T119">
                      <a:pos x="T62" y="T63"/>
                    </a:cxn>
                    <a:cxn ang="T120">
                      <a:pos x="T64" y="T65"/>
                    </a:cxn>
                    <a:cxn ang="T121">
                      <a:pos x="T66" y="T67"/>
                    </a:cxn>
                    <a:cxn ang="T122">
                      <a:pos x="T68" y="T69"/>
                    </a:cxn>
                    <a:cxn ang="T123">
                      <a:pos x="T70" y="T71"/>
                    </a:cxn>
                    <a:cxn ang="T124">
                      <a:pos x="T72" y="T73"/>
                    </a:cxn>
                    <a:cxn ang="T125">
                      <a:pos x="T74" y="T75"/>
                    </a:cxn>
                    <a:cxn ang="T126">
                      <a:pos x="T76" y="T77"/>
                    </a:cxn>
                    <a:cxn ang="T127">
                      <a:pos x="T78" y="T79"/>
                    </a:cxn>
                    <a:cxn ang="T128">
                      <a:pos x="T80" y="T81"/>
                    </a:cxn>
                    <a:cxn ang="T129">
                      <a:pos x="T82" y="T83"/>
                    </a:cxn>
                    <a:cxn ang="T130">
                      <a:pos x="T84" y="T85"/>
                    </a:cxn>
                    <a:cxn ang="T131">
                      <a:pos x="T86" y="T87"/>
                    </a:cxn>
                  </a:cxnLst>
                  <a:rect l="T132" t="T133" r="T134" b="T135"/>
                  <a:pathLst>
                    <a:path w="322" h="378">
                      <a:moveTo>
                        <a:pt x="125" y="49"/>
                      </a:moveTo>
                      <a:lnTo>
                        <a:pt x="100" y="70"/>
                      </a:lnTo>
                      <a:lnTo>
                        <a:pt x="76" y="90"/>
                      </a:lnTo>
                      <a:lnTo>
                        <a:pt x="53" y="115"/>
                      </a:lnTo>
                      <a:lnTo>
                        <a:pt x="34" y="140"/>
                      </a:lnTo>
                      <a:lnTo>
                        <a:pt x="17" y="166"/>
                      </a:lnTo>
                      <a:lnTo>
                        <a:pt x="5" y="195"/>
                      </a:lnTo>
                      <a:lnTo>
                        <a:pt x="0" y="226"/>
                      </a:lnTo>
                      <a:lnTo>
                        <a:pt x="1" y="258"/>
                      </a:lnTo>
                      <a:lnTo>
                        <a:pt x="3" y="266"/>
                      </a:lnTo>
                      <a:lnTo>
                        <a:pt x="5" y="275"/>
                      </a:lnTo>
                      <a:lnTo>
                        <a:pt x="9" y="282"/>
                      </a:lnTo>
                      <a:lnTo>
                        <a:pt x="14" y="290"/>
                      </a:lnTo>
                      <a:lnTo>
                        <a:pt x="19" y="297"/>
                      </a:lnTo>
                      <a:lnTo>
                        <a:pt x="26" y="304"/>
                      </a:lnTo>
                      <a:lnTo>
                        <a:pt x="32" y="310"/>
                      </a:lnTo>
                      <a:lnTo>
                        <a:pt x="41" y="314"/>
                      </a:lnTo>
                      <a:lnTo>
                        <a:pt x="56" y="324"/>
                      </a:lnTo>
                      <a:lnTo>
                        <a:pt x="71" y="332"/>
                      </a:lnTo>
                      <a:lnTo>
                        <a:pt x="86" y="338"/>
                      </a:lnTo>
                      <a:lnTo>
                        <a:pt x="103" y="344"/>
                      </a:lnTo>
                      <a:lnTo>
                        <a:pt x="119" y="350"/>
                      </a:lnTo>
                      <a:lnTo>
                        <a:pt x="136" y="355"/>
                      </a:lnTo>
                      <a:lnTo>
                        <a:pt x="152" y="359"/>
                      </a:lnTo>
                      <a:lnTo>
                        <a:pt x="168" y="363"/>
                      </a:lnTo>
                      <a:lnTo>
                        <a:pt x="186" y="366"/>
                      </a:lnTo>
                      <a:lnTo>
                        <a:pt x="202" y="368"/>
                      </a:lnTo>
                      <a:lnTo>
                        <a:pt x="220" y="371"/>
                      </a:lnTo>
                      <a:lnTo>
                        <a:pt x="238" y="373"/>
                      </a:lnTo>
                      <a:lnTo>
                        <a:pt x="254" y="374"/>
                      </a:lnTo>
                      <a:lnTo>
                        <a:pt x="272" y="375"/>
                      </a:lnTo>
                      <a:lnTo>
                        <a:pt x="289" y="376"/>
                      </a:lnTo>
                      <a:lnTo>
                        <a:pt x="306" y="378"/>
                      </a:lnTo>
                      <a:lnTo>
                        <a:pt x="311" y="378"/>
                      </a:lnTo>
                      <a:lnTo>
                        <a:pt x="316" y="375"/>
                      </a:lnTo>
                      <a:lnTo>
                        <a:pt x="320" y="371"/>
                      </a:lnTo>
                      <a:lnTo>
                        <a:pt x="322" y="366"/>
                      </a:lnTo>
                      <a:lnTo>
                        <a:pt x="322" y="360"/>
                      </a:lnTo>
                      <a:lnTo>
                        <a:pt x="320" y="356"/>
                      </a:lnTo>
                      <a:lnTo>
                        <a:pt x="315" y="352"/>
                      </a:lnTo>
                      <a:lnTo>
                        <a:pt x="309" y="350"/>
                      </a:lnTo>
                      <a:lnTo>
                        <a:pt x="294" y="347"/>
                      </a:lnTo>
                      <a:lnTo>
                        <a:pt x="279" y="344"/>
                      </a:lnTo>
                      <a:lnTo>
                        <a:pt x="263" y="341"/>
                      </a:lnTo>
                      <a:lnTo>
                        <a:pt x="247" y="338"/>
                      </a:lnTo>
                      <a:lnTo>
                        <a:pt x="232" y="336"/>
                      </a:lnTo>
                      <a:lnTo>
                        <a:pt x="216" y="334"/>
                      </a:lnTo>
                      <a:lnTo>
                        <a:pt x="200" y="332"/>
                      </a:lnTo>
                      <a:lnTo>
                        <a:pt x="185" y="328"/>
                      </a:lnTo>
                      <a:lnTo>
                        <a:pt x="170" y="326"/>
                      </a:lnTo>
                      <a:lnTo>
                        <a:pt x="154" y="322"/>
                      </a:lnTo>
                      <a:lnTo>
                        <a:pt x="139" y="318"/>
                      </a:lnTo>
                      <a:lnTo>
                        <a:pt x="124" y="314"/>
                      </a:lnTo>
                      <a:lnTo>
                        <a:pt x="110" y="309"/>
                      </a:lnTo>
                      <a:lnTo>
                        <a:pt x="94" y="303"/>
                      </a:lnTo>
                      <a:lnTo>
                        <a:pt x="80" y="297"/>
                      </a:lnTo>
                      <a:lnTo>
                        <a:pt x="66" y="289"/>
                      </a:lnTo>
                      <a:lnTo>
                        <a:pt x="55" y="281"/>
                      </a:lnTo>
                      <a:lnTo>
                        <a:pt x="45" y="271"/>
                      </a:lnTo>
                      <a:lnTo>
                        <a:pt x="38" y="259"/>
                      </a:lnTo>
                      <a:lnTo>
                        <a:pt x="35" y="245"/>
                      </a:lnTo>
                      <a:lnTo>
                        <a:pt x="34" y="232"/>
                      </a:lnTo>
                      <a:lnTo>
                        <a:pt x="35" y="216"/>
                      </a:lnTo>
                      <a:lnTo>
                        <a:pt x="38" y="200"/>
                      </a:lnTo>
                      <a:lnTo>
                        <a:pt x="43" y="187"/>
                      </a:lnTo>
                      <a:lnTo>
                        <a:pt x="51" y="170"/>
                      </a:lnTo>
                      <a:lnTo>
                        <a:pt x="60" y="152"/>
                      </a:lnTo>
                      <a:lnTo>
                        <a:pt x="71" y="137"/>
                      </a:lnTo>
                      <a:lnTo>
                        <a:pt x="83" y="124"/>
                      </a:lnTo>
                      <a:lnTo>
                        <a:pt x="94" y="110"/>
                      </a:lnTo>
                      <a:lnTo>
                        <a:pt x="107" y="96"/>
                      </a:lnTo>
                      <a:lnTo>
                        <a:pt x="123" y="82"/>
                      </a:lnTo>
                      <a:lnTo>
                        <a:pt x="138" y="69"/>
                      </a:lnTo>
                      <a:lnTo>
                        <a:pt x="153" y="57"/>
                      </a:lnTo>
                      <a:lnTo>
                        <a:pt x="173" y="47"/>
                      </a:lnTo>
                      <a:lnTo>
                        <a:pt x="195" y="38"/>
                      </a:lnTo>
                      <a:lnTo>
                        <a:pt x="218" y="28"/>
                      </a:lnTo>
                      <a:lnTo>
                        <a:pt x="238" y="20"/>
                      </a:lnTo>
                      <a:lnTo>
                        <a:pt x="254" y="13"/>
                      </a:lnTo>
                      <a:lnTo>
                        <a:pt x="264" y="7"/>
                      </a:lnTo>
                      <a:lnTo>
                        <a:pt x="268" y="2"/>
                      </a:lnTo>
                      <a:lnTo>
                        <a:pt x="256" y="0"/>
                      </a:lnTo>
                      <a:lnTo>
                        <a:pt x="240" y="1"/>
                      </a:lnTo>
                      <a:lnTo>
                        <a:pt x="221" y="4"/>
                      </a:lnTo>
                      <a:lnTo>
                        <a:pt x="201" y="10"/>
                      </a:lnTo>
                      <a:lnTo>
                        <a:pt x="180" y="18"/>
                      </a:lnTo>
                      <a:lnTo>
                        <a:pt x="160" y="27"/>
                      </a:lnTo>
                      <a:lnTo>
                        <a:pt x="141" y="38"/>
                      </a:lnTo>
                      <a:lnTo>
                        <a:pt x="125" y="49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37815" name="Freeform 754">
                  <a:extLst>
                    <a:ext uri="{FF2B5EF4-FFF2-40B4-BE49-F238E27FC236}">
                      <a16:creationId xmlns:a16="http://schemas.microsoft.com/office/drawing/2014/main" id="{0C33B80A-360B-4DF2-A5EC-9A0BC8899FE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50" y="2643"/>
                  <a:ext cx="99" cy="59"/>
                </a:xfrm>
                <a:custGeom>
                  <a:avLst/>
                  <a:gdLst>
                    <a:gd name="T0" fmla="*/ 0 w 283"/>
                    <a:gd name="T1" fmla="*/ 0 h 252"/>
                    <a:gd name="T2" fmla="*/ 0 w 283"/>
                    <a:gd name="T3" fmla="*/ 0 h 252"/>
                    <a:gd name="T4" fmla="*/ 0 w 283"/>
                    <a:gd name="T5" fmla="*/ 0 h 252"/>
                    <a:gd name="T6" fmla="*/ 0 w 283"/>
                    <a:gd name="T7" fmla="*/ 0 h 252"/>
                    <a:gd name="T8" fmla="*/ 0 w 283"/>
                    <a:gd name="T9" fmla="*/ 0 h 252"/>
                    <a:gd name="T10" fmla="*/ 0 w 283"/>
                    <a:gd name="T11" fmla="*/ 0 h 252"/>
                    <a:gd name="T12" fmla="*/ 0 w 283"/>
                    <a:gd name="T13" fmla="*/ 0 h 252"/>
                    <a:gd name="T14" fmla="*/ 0 w 283"/>
                    <a:gd name="T15" fmla="*/ 0 h 252"/>
                    <a:gd name="T16" fmla="*/ 0 w 283"/>
                    <a:gd name="T17" fmla="*/ 0 h 252"/>
                    <a:gd name="T18" fmla="*/ 0 w 283"/>
                    <a:gd name="T19" fmla="*/ 0 h 252"/>
                    <a:gd name="T20" fmla="*/ 0 w 283"/>
                    <a:gd name="T21" fmla="*/ 0 h 252"/>
                    <a:gd name="T22" fmla="*/ 0 w 283"/>
                    <a:gd name="T23" fmla="*/ 0 h 252"/>
                    <a:gd name="T24" fmla="*/ 0 w 283"/>
                    <a:gd name="T25" fmla="*/ 0 h 252"/>
                    <a:gd name="T26" fmla="*/ 0 w 283"/>
                    <a:gd name="T27" fmla="*/ 0 h 252"/>
                    <a:gd name="T28" fmla="*/ 0 w 283"/>
                    <a:gd name="T29" fmla="*/ 0 h 252"/>
                    <a:gd name="T30" fmla="*/ 0 w 283"/>
                    <a:gd name="T31" fmla="*/ 0 h 252"/>
                    <a:gd name="T32" fmla="*/ 0 w 283"/>
                    <a:gd name="T33" fmla="*/ 0 h 252"/>
                    <a:gd name="T34" fmla="*/ 0 w 283"/>
                    <a:gd name="T35" fmla="*/ 0 h 252"/>
                    <a:gd name="T36" fmla="*/ 0 w 283"/>
                    <a:gd name="T37" fmla="*/ 0 h 252"/>
                    <a:gd name="T38" fmla="*/ 0 w 283"/>
                    <a:gd name="T39" fmla="*/ 0 h 252"/>
                    <a:gd name="T40" fmla="*/ 0 w 283"/>
                    <a:gd name="T41" fmla="*/ 0 h 252"/>
                    <a:gd name="T42" fmla="*/ 0 w 283"/>
                    <a:gd name="T43" fmla="*/ 0 h 252"/>
                    <a:gd name="T44" fmla="*/ 0 w 283"/>
                    <a:gd name="T45" fmla="*/ 0 h 252"/>
                    <a:gd name="T46" fmla="*/ 0 w 283"/>
                    <a:gd name="T47" fmla="*/ 0 h 252"/>
                    <a:gd name="T48" fmla="*/ 0 w 283"/>
                    <a:gd name="T49" fmla="*/ 0 h 252"/>
                    <a:gd name="T50" fmla="*/ 0 w 283"/>
                    <a:gd name="T51" fmla="*/ 0 h 252"/>
                    <a:gd name="T52" fmla="*/ 0 w 283"/>
                    <a:gd name="T53" fmla="*/ 0 h 252"/>
                    <a:gd name="T54" fmla="*/ 0 w 283"/>
                    <a:gd name="T55" fmla="*/ 0 h 252"/>
                    <a:gd name="T56" fmla="*/ 0 w 283"/>
                    <a:gd name="T57" fmla="*/ 0 h 252"/>
                    <a:gd name="T58" fmla="*/ 0 w 283"/>
                    <a:gd name="T59" fmla="*/ 0 h 252"/>
                    <a:gd name="T60" fmla="*/ 0 w 283"/>
                    <a:gd name="T61" fmla="*/ 0 h 252"/>
                    <a:gd name="T62" fmla="*/ 0 w 283"/>
                    <a:gd name="T63" fmla="*/ 0 h 252"/>
                    <a:gd name="T64" fmla="*/ 0 w 283"/>
                    <a:gd name="T65" fmla="*/ 0 h 252"/>
                    <a:gd name="T66" fmla="*/ 0 w 283"/>
                    <a:gd name="T67" fmla="*/ 0 h 252"/>
                    <a:gd name="T68" fmla="*/ 0 w 283"/>
                    <a:gd name="T69" fmla="*/ 0 h 252"/>
                    <a:gd name="T70" fmla="*/ 0 w 283"/>
                    <a:gd name="T71" fmla="*/ 0 h 252"/>
                    <a:gd name="T72" fmla="*/ 0 w 283"/>
                    <a:gd name="T73" fmla="*/ 0 h 252"/>
                    <a:gd name="T74" fmla="*/ 0 w 283"/>
                    <a:gd name="T75" fmla="*/ 0 h 252"/>
                    <a:gd name="T76" fmla="*/ 0 w 283"/>
                    <a:gd name="T77" fmla="*/ 0 h 252"/>
                    <a:gd name="T78" fmla="*/ 0 w 283"/>
                    <a:gd name="T79" fmla="*/ 0 h 252"/>
                    <a:gd name="T80" fmla="*/ 0 w 283"/>
                    <a:gd name="T81" fmla="*/ 0 h 252"/>
                    <a:gd name="T82" fmla="*/ 0 w 283"/>
                    <a:gd name="T83" fmla="*/ 0 h 252"/>
                    <a:gd name="T84" fmla="*/ 0 w 283"/>
                    <a:gd name="T85" fmla="*/ 0 h 252"/>
                    <a:gd name="T86" fmla="*/ 0 w 283"/>
                    <a:gd name="T87" fmla="*/ 0 h 252"/>
                    <a:gd name="T88" fmla="*/ 0 w 283"/>
                    <a:gd name="T89" fmla="*/ 0 h 252"/>
                    <a:gd name="T90" fmla="*/ 0 w 283"/>
                    <a:gd name="T91" fmla="*/ 0 h 252"/>
                    <a:gd name="T92" fmla="*/ 0 w 283"/>
                    <a:gd name="T93" fmla="*/ 0 h 252"/>
                    <a:gd name="T94" fmla="*/ 0 w 283"/>
                    <a:gd name="T95" fmla="*/ 0 h 252"/>
                    <a:gd name="T96" fmla="*/ 0 w 283"/>
                    <a:gd name="T97" fmla="*/ 0 h 252"/>
                    <a:gd name="T98" fmla="*/ 0 w 283"/>
                    <a:gd name="T99" fmla="*/ 0 h 252"/>
                    <a:gd name="T100" fmla="*/ 0 w 283"/>
                    <a:gd name="T101" fmla="*/ 0 h 252"/>
                    <a:gd name="T102" fmla="*/ 0 w 283"/>
                    <a:gd name="T103" fmla="*/ 0 h 252"/>
                    <a:gd name="T104" fmla="*/ 0 w 283"/>
                    <a:gd name="T105" fmla="*/ 0 h 252"/>
                    <a:gd name="T106" fmla="*/ 0 w 283"/>
                    <a:gd name="T107" fmla="*/ 0 h 252"/>
                    <a:gd name="T108" fmla="*/ 0 w 283"/>
                    <a:gd name="T109" fmla="*/ 0 h 252"/>
                    <a:gd name="T110" fmla="*/ 0 w 283"/>
                    <a:gd name="T111" fmla="*/ 0 h 252"/>
                    <a:gd name="T112" fmla="*/ 0 w 283"/>
                    <a:gd name="T113" fmla="*/ 0 h 252"/>
                    <a:gd name="T114" fmla="*/ 0 w 283"/>
                    <a:gd name="T115" fmla="*/ 0 h 252"/>
                    <a:gd name="T116" fmla="*/ 0 w 283"/>
                    <a:gd name="T117" fmla="*/ 0 h 252"/>
                    <a:gd name="T118" fmla="*/ 0 w 283"/>
                    <a:gd name="T119" fmla="*/ 0 h 252"/>
                    <a:gd name="T120" fmla="*/ 0 w 283"/>
                    <a:gd name="T121" fmla="*/ 0 h 252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60000 65536"/>
                    <a:gd name="T148" fmla="*/ 0 60000 65536"/>
                    <a:gd name="T149" fmla="*/ 0 60000 65536"/>
                    <a:gd name="T150" fmla="*/ 0 60000 65536"/>
                    <a:gd name="T151" fmla="*/ 0 60000 65536"/>
                    <a:gd name="T152" fmla="*/ 0 60000 65536"/>
                    <a:gd name="T153" fmla="*/ 0 60000 65536"/>
                    <a:gd name="T154" fmla="*/ 0 60000 65536"/>
                    <a:gd name="T155" fmla="*/ 0 60000 65536"/>
                    <a:gd name="T156" fmla="*/ 0 60000 65536"/>
                    <a:gd name="T157" fmla="*/ 0 60000 65536"/>
                    <a:gd name="T158" fmla="*/ 0 60000 65536"/>
                    <a:gd name="T159" fmla="*/ 0 60000 65536"/>
                    <a:gd name="T160" fmla="*/ 0 60000 65536"/>
                    <a:gd name="T161" fmla="*/ 0 60000 65536"/>
                    <a:gd name="T162" fmla="*/ 0 60000 65536"/>
                    <a:gd name="T163" fmla="*/ 0 60000 65536"/>
                    <a:gd name="T164" fmla="*/ 0 60000 65536"/>
                    <a:gd name="T165" fmla="*/ 0 60000 65536"/>
                    <a:gd name="T166" fmla="*/ 0 60000 65536"/>
                    <a:gd name="T167" fmla="*/ 0 60000 65536"/>
                    <a:gd name="T168" fmla="*/ 0 60000 65536"/>
                    <a:gd name="T169" fmla="*/ 0 60000 65536"/>
                    <a:gd name="T170" fmla="*/ 0 60000 65536"/>
                    <a:gd name="T171" fmla="*/ 0 60000 65536"/>
                    <a:gd name="T172" fmla="*/ 0 60000 65536"/>
                    <a:gd name="T173" fmla="*/ 0 60000 65536"/>
                    <a:gd name="T174" fmla="*/ 0 60000 65536"/>
                    <a:gd name="T175" fmla="*/ 0 60000 65536"/>
                    <a:gd name="T176" fmla="*/ 0 60000 65536"/>
                    <a:gd name="T177" fmla="*/ 0 60000 65536"/>
                    <a:gd name="T178" fmla="*/ 0 60000 65536"/>
                    <a:gd name="T179" fmla="*/ 0 60000 65536"/>
                    <a:gd name="T180" fmla="*/ 0 60000 65536"/>
                    <a:gd name="T181" fmla="*/ 0 60000 65536"/>
                    <a:gd name="T182" fmla="*/ 0 60000 65536"/>
                    <a:gd name="T183" fmla="*/ 0 w 283"/>
                    <a:gd name="T184" fmla="*/ 0 h 252"/>
                    <a:gd name="T185" fmla="*/ 283 w 283"/>
                    <a:gd name="T186" fmla="*/ 252 h 252"/>
                  </a:gdLst>
                  <a:ahLst/>
                  <a:cxnLst>
                    <a:cxn ang="T122">
                      <a:pos x="T0" y="T1"/>
                    </a:cxn>
                    <a:cxn ang="T123">
                      <a:pos x="T2" y="T3"/>
                    </a:cxn>
                    <a:cxn ang="T124">
                      <a:pos x="T4" y="T5"/>
                    </a:cxn>
                    <a:cxn ang="T125">
                      <a:pos x="T6" y="T7"/>
                    </a:cxn>
                    <a:cxn ang="T126">
                      <a:pos x="T8" y="T9"/>
                    </a:cxn>
                    <a:cxn ang="T127">
                      <a:pos x="T10" y="T11"/>
                    </a:cxn>
                    <a:cxn ang="T128">
                      <a:pos x="T12" y="T13"/>
                    </a:cxn>
                    <a:cxn ang="T129">
                      <a:pos x="T14" y="T15"/>
                    </a:cxn>
                    <a:cxn ang="T130">
                      <a:pos x="T16" y="T17"/>
                    </a:cxn>
                    <a:cxn ang="T131">
                      <a:pos x="T18" y="T19"/>
                    </a:cxn>
                    <a:cxn ang="T132">
                      <a:pos x="T20" y="T21"/>
                    </a:cxn>
                    <a:cxn ang="T133">
                      <a:pos x="T22" y="T23"/>
                    </a:cxn>
                    <a:cxn ang="T134">
                      <a:pos x="T24" y="T25"/>
                    </a:cxn>
                    <a:cxn ang="T135">
                      <a:pos x="T26" y="T27"/>
                    </a:cxn>
                    <a:cxn ang="T136">
                      <a:pos x="T28" y="T29"/>
                    </a:cxn>
                    <a:cxn ang="T137">
                      <a:pos x="T30" y="T31"/>
                    </a:cxn>
                    <a:cxn ang="T138">
                      <a:pos x="T32" y="T33"/>
                    </a:cxn>
                    <a:cxn ang="T139">
                      <a:pos x="T34" y="T35"/>
                    </a:cxn>
                    <a:cxn ang="T140">
                      <a:pos x="T36" y="T37"/>
                    </a:cxn>
                    <a:cxn ang="T141">
                      <a:pos x="T38" y="T39"/>
                    </a:cxn>
                    <a:cxn ang="T142">
                      <a:pos x="T40" y="T41"/>
                    </a:cxn>
                    <a:cxn ang="T143">
                      <a:pos x="T42" y="T43"/>
                    </a:cxn>
                    <a:cxn ang="T144">
                      <a:pos x="T44" y="T45"/>
                    </a:cxn>
                    <a:cxn ang="T145">
                      <a:pos x="T46" y="T47"/>
                    </a:cxn>
                    <a:cxn ang="T146">
                      <a:pos x="T48" y="T49"/>
                    </a:cxn>
                    <a:cxn ang="T147">
                      <a:pos x="T50" y="T51"/>
                    </a:cxn>
                    <a:cxn ang="T148">
                      <a:pos x="T52" y="T53"/>
                    </a:cxn>
                    <a:cxn ang="T149">
                      <a:pos x="T54" y="T55"/>
                    </a:cxn>
                    <a:cxn ang="T150">
                      <a:pos x="T56" y="T57"/>
                    </a:cxn>
                    <a:cxn ang="T151">
                      <a:pos x="T58" y="T59"/>
                    </a:cxn>
                    <a:cxn ang="T152">
                      <a:pos x="T60" y="T61"/>
                    </a:cxn>
                    <a:cxn ang="T153">
                      <a:pos x="T62" y="T63"/>
                    </a:cxn>
                    <a:cxn ang="T154">
                      <a:pos x="T64" y="T65"/>
                    </a:cxn>
                    <a:cxn ang="T155">
                      <a:pos x="T66" y="T67"/>
                    </a:cxn>
                    <a:cxn ang="T156">
                      <a:pos x="T68" y="T69"/>
                    </a:cxn>
                    <a:cxn ang="T157">
                      <a:pos x="T70" y="T71"/>
                    </a:cxn>
                    <a:cxn ang="T158">
                      <a:pos x="T72" y="T73"/>
                    </a:cxn>
                    <a:cxn ang="T159">
                      <a:pos x="T74" y="T75"/>
                    </a:cxn>
                    <a:cxn ang="T160">
                      <a:pos x="T76" y="T77"/>
                    </a:cxn>
                    <a:cxn ang="T161">
                      <a:pos x="T78" y="T79"/>
                    </a:cxn>
                    <a:cxn ang="T162">
                      <a:pos x="T80" y="T81"/>
                    </a:cxn>
                    <a:cxn ang="T163">
                      <a:pos x="T82" y="T83"/>
                    </a:cxn>
                    <a:cxn ang="T164">
                      <a:pos x="T84" y="T85"/>
                    </a:cxn>
                    <a:cxn ang="T165">
                      <a:pos x="T86" y="T87"/>
                    </a:cxn>
                    <a:cxn ang="T166">
                      <a:pos x="T88" y="T89"/>
                    </a:cxn>
                    <a:cxn ang="T167">
                      <a:pos x="T90" y="T91"/>
                    </a:cxn>
                    <a:cxn ang="T168">
                      <a:pos x="T92" y="T93"/>
                    </a:cxn>
                    <a:cxn ang="T169">
                      <a:pos x="T94" y="T95"/>
                    </a:cxn>
                    <a:cxn ang="T170">
                      <a:pos x="T96" y="T97"/>
                    </a:cxn>
                    <a:cxn ang="T171">
                      <a:pos x="T98" y="T99"/>
                    </a:cxn>
                    <a:cxn ang="T172">
                      <a:pos x="T100" y="T101"/>
                    </a:cxn>
                    <a:cxn ang="T173">
                      <a:pos x="T102" y="T103"/>
                    </a:cxn>
                    <a:cxn ang="T174">
                      <a:pos x="T104" y="T105"/>
                    </a:cxn>
                    <a:cxn ang="T175">
                      <a:pos x="T106" y="T107"/>
                    </a:cxn>
                    <a:cxn ang="T176">
                      <a:pos x="T108" y="T109"/>
                    </a:cxn>
                    <a:cxn ang="T177">
                      <a:pos x="T110" y="T111"/>
                    </a:cxn>
                    <a:cxn ang="T178">
                      <a:pos x="T112" y="T113"/>
                    </a:cxn>
                    <a:cxn ang="T179">
                      <a:pos x="T114" y="T115"/>
                    </a:cxn>
                    <a:cxn ang="T180">
                      <a:pos x="T116" y="T117"/>
                    </a:cxn>
                    <a:cxn ang="T181">
                      <a:pos x="T118" y="T119"/>
                    </a:cxn>
                    <a:cxn ang="T182">
                      <a:pos x="T120" y="T121"/>
                    </a:cxn>
                  </a:cxnLst>
                  <a:rect l="T183" t="T184" r="T185" b="T186"/>
                  <a:pathLst>
                    <a:path w="283" h="252">
                      <a:moveTo>
                        <a:pt x="235" y="77"/>
                      </a:moveTo>
                      <a:lnTo>
                        <a:pt x="248" y="91"/>
                      </a:lnTo>
                      <a:lnTo>
                        <a:pt x="256" y="107"/>
                      </a:lnTo>
                      <a:lnTo>
                        <a:pt x="259" y="124"/>
                      </a:lnTo>
                      <a:lnTo>
                        <a:pt x="259" y="142"/>
                      </a:lnTo>
                      <a:lnTo>
                        <a:pt x="257" y="157"/>
                      </a:lnTo>
                      <a:lnTo>
                        <a:pt x="252" y="170"/>
                      </a:lnTo>
                      <a:lnTo>
                        <a:pt x="244" y="183"/>
                      </a:lnTo>
                      <a:lnTo>
                        <a:pt x="236" y="193"/>
                      </a:lnTo>
                      <a:lnTo>
                        <a:pt x="225" y="204"/>
                      </a:lnTo>
                      <a:lnTo>
                        <a:pt x="215" y="214"/>
                      </a:lnTo>
                      <a:lnTo>
                        <a:pt x="204" y="224"/>
                      </a:lnTo>
                      <a:lnTo>
                        <a:pt x="194" y="234"/>
                      </a:lnTo>
                      <a:lnTo>
                        <a:pt x="191" y="238"/>
                      </a:lnTo>
                      <a:lnTo>
                        <a:pt x="191" y="241"/>
                      </a:lnTo>
                      <a:lnTo>
                        <a:pt x="191" y="245"/>
                      </a:lnTo>
                      <a:lnTo>
                        <a:pt x="194" y="248"/>
                      </a:lnTo>
                      <a:lnTo>
                        <a:pt x="197" y="250"/>
                      </a:lnTo>
                      <a:lnTo>
                        <a:pt x="202" y="252"/>
                      </a:lnTo>
                      <a:lnTo>
                        <a:pt x="205" y="250"/>
                      </a:lnTo>
                      <a:lnTo>
                        <a:pt x="209" y="248"/>
                      </a:lnTo>
                      <a:lnTo>
                        <a:pt x="232" y="233"/>
                      </a:lnTo>
                      <a:lnTo>
                        <a:pt x="252" y="214"/>
                      </a:lnTo>
                      <a:lnTo>
                        <a:pt x="268" y="192"/>
                      </a:lnTo>
                      <a:lnTo>
                        <a:pt x="278" y="167"/>
                      </a:lnTo>
                      <a:lnTo>
                        <a:pt x="283" y="141"/>
                      </a:lnTo>
                      <a:lnTo>
                        <a:pt x="280" y="115"/>
                      </a:lnTo>
                      <a:lnTo>
                        <a:pt x="271" y="91"/>
                      </a:lnTo>
                      <a:lnTo>
                        <a:pt x="252" y="69"/>
                      </a:lnTo>
                      <a:lnTo>
                        <a:pt x="238" y="57"/>
                      </a:lnTo>
                      <a:lnTo>
                        <a:pt x="222" y="48"/>
                      </a:lnTo>
                      <a:lnTo>
                        <a:pt x="204" y="39"/>
                      </a:lnTo>
                      <a:lnTo>
                        <a:pt x="184" y="31"/>
                      </a:lnTo>
                      <a:lnTo>
                        <a:pt x="164" y="23"/>
                      </a:lnTo>
                      <a:lnTo>
                        <a:pt x="144" y="17"/>
                      </a:lnTo>
                      <a:lnTo>
                        <a:pt x="123" y="13"/>
                      </a:lnTo>
                      <a:lnTo>
                        <a:pt x="103" y="8"/>
                      </a:lnTo>
                      <a:lnTo>
                        <a:pt x="83" y="5"/>
                      </a:lnTo>
                      <a:lnTo>
                        <a:pt x="66" y="2"/>
                      </a:lnTo>
                      <a:lnTo>
                        <a:pt x="48" y="0"/>
                      </a:lnTo>
                      <a:lnTo>
                        <a:pt x="34" y="0"/>
                      </a:lnTo>
                      <a:lnTo>
                        <a:pt x="21" y="0"/>
                      </a:lnTo>
                      <a:lnTo>
                        <a:pt x="11" y="0"/>
                      </a:lnTo>
                      <a:lnTo>
                        <a:pt x="4" y="2"/>
                      </a:lnTo>
                      <a:lnTo>
                        <a:pt x="0" y="5"/>
                      </a:lnTo>
                      <a:lnTo>
                        <a:pt x="12" y="7"/>
                      </a:lnTo>
                      <a:lnTo>
                        <a:pt x="24" y="8"/>
                      </a:lnTo>
                      <a:lnTo>
                        <a:pt x="38" y="10"/>
                      </a:lnTo>
                      <a:lnTo>
                        <a:pt x="52" y="13"/>
                      </a:lnTo>
                      <a:lnTo>
                        <a:pt x="66" y="16"/>
                      </a:lnTo>
                      <a:lnTo>
                        <a:pt x="82" y="18"/>
                      </a:lnTo>
                      <a:lnTo>
                        <a:pt x="98" y="22"/>
                      </a:lnTo>
                      <a:lnTo>
                        <a:pt x="114" y="25"/>
                      </a:lnTo>
                      <a:lnTo>
                        <a:pt x="129" y="30"/>
                      </a:lnTo>
                      <a:lnTo>
                        <a:pt x="146" y="34"/>
                      </a:lnTo>
                      <a:lnTo>
                        <a:pt x="162" y="39"/>
                      </a:lnTo>
                      <a:lnTo>
                        <a:pt x="177" y="45"/>
                      </a:lnTo>
                      <a:lnTo>
                        <a:pt x="193" y="52"/>
                      </a:lnTo>
                      <a:lnTo>
                        <a:pt x="208" y="60"/>
                      </a:lnTo>
                      <a:lnTo>
                        <a:pt x="222" y="68"/>
                      </a:lnTo>
                      <a:lnTo>
                        <a:pt x="235" y="77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37816" name="Freeform 755">
                  <a:extLst>
                    <a:ext uri="{FF2B5EF4-FFF2-40B4-BE49-F238E27FC236}">
                      <a16:creationId xmlns:a16="http://schemas.microsoft.com/office/drawing/2014/main" id="{D33FF0F3-2AAD-4D60-BF48-22FDE6D3F30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47" y="2671"/>
                  <a:ext cx="40" cy="55"/>
                </a:xfrm>
                <a:custGeom>
                  <a:avLst/>
                  <a:gdLst>
                    <a:gd name="T0" fmla="*/ 0 w 114"/>
                    <a:gd name="T1" fmla="*/ 0 h 238"/>
                    <a:gd name="T2" fmla="*/ 0 w 114"/>
                    <a:gd name="T3" fmla="*/ 0 h 238"/>
                    <a:gd name="T4" fmla="*/ 0 w 114"/>
                    <a:gd name="T5" fmla="*/ 0 h 238"/>
                    <a:gd name="T6" fmla="*/ 0 w 114"/>
                    <a:gd name="T7" fmla="*/ 0 h 238"/>
                    <a:gd name="T8" fmla="*/ 0 w 114"/>
                    <a:gd name="T9" fmla="*/ 0 h 238"/>
                    <a:gd name="T10" fmla="*/ 0 w 114"/>
                    <a:gd name="T11" fmla="*/ 0 h 238"/>
                    <a:gd name="T12" fmla="*/ 0 w 114"/>
                    <a:gd name="T13" fmla="*/ 0 h 238"/>
                    <a:gd name="T14" fmla="*/ 0 w 114"/>
                    <a:gd name="T15" fmla="*/ 0 h 238"/>
                    <a:gd name="T16" fmla="*/ 0 w 114"/>
                    <a:gd name="T17" fmla="*/ 0 h 238"/>
                    <a:gd name="T18" fmla="*/ 0 w 114"/>
                    <a:gd name="T19" fmla="*/ 0 h 238"/>
                    <a:gd name="T20" fmla="*/ 0 w 114"/>
                    <a:gd name="T21" fmla="*/ 0 h 238"/>
                    <a:gd name="T22" fmla="*/ 0 w 114"/>
                    <a:gd name="T23" fmla="*/ 0 h 238"/>
                    <a:gd name="T24" fmla="*/ 0 w 114"/>
                    <a:gd name="T25" fmla="*/ 0 h 238"/>
                    <a:gd name="T26" fmla="*/ 0 w 114"/>
                    <a:gd name="T27" fmla="*/ 0 h 238"/>
                    <a:gd name="T28" fmla="*/ 0 w 114"/>
                    <a:gd name="T29" fmla="*/ 0 h 238"/>
                    <a:gd name="T30" fmla="*/ 0 w 114"/>
                    <a:gd name="T31" fmla="*/ 0 h 238"/>
                    <a:gd name="T32" fmla="*/ 0 w 114"/>
                    <a:gd name="T33" fmla="*/ 0 h 238"/>
                    <a:gd name="T34" fmla="*/ 0 w 114"/>
                    <a:gd name="T35" fmla="*/ 0 h 238"/>
                    <a:gd name="T36" fmla="*/ 0 w 114"/>
                    <a:gd name="T37" fmla="*/ 0 h 238"/>
                    <a:gd name="T38" fmla="*/ 0 w 114"/>
                    <a:gd name="T39" fmla="*/ 0 h 238"/>
                    <a:gd name="T40" fmla="*/ 0 w 114"/>
                    <a:gd name="T41" fmla="*/ 0 h 238"/>
                    <a:gd name="T42" fmla="*/ 0 w 114"/>
                    <a:gd name="T43" fmla="*/ 0 h 238"/>
                    <a:gd name="T44" fmla="*/ 0 w 114"/>
                    <a:gd name="T45" fmla="*/ 0 h 238"/>
                    <a:gd name="T46" fmla="*/ 0 w 114"/>
                    <a:gd name="T47" fmla="*/ 0 h 238"/>
                    <a:gd name="T48" fmla="*/ 0 w 114"/>
                    <a:gd name="T49" fmla="*/ 0 h 238"/>
                    <a:gd name="T50" fmla="*/ 0 w 114"/>
                    <a:gd name="T51" fmla="*/ 0 h 238"/>
                    <a:gd name="T52" fmla="*/ 0 w 114"/>
                    <a:gd name="T53" fmla="*/ 0 h 238"/>
                    <a:gd name="T54" fmla="*/ 0 w 114"/>
                    <a:gd name="T55" fmla="*/ 0 h 238"/>
                    <a:gd name="T56" fmla="*/ 0 w 114"/>
                    <a:gd name="T57" fmla="*/ 0 h 238"/>
                    <a:gd name="T58" fmla="*/ 0 w 114"/>
                    <a:gd name="T59" fmla="*/ 0 h 238"/>
                    <a:gd name="T60" fmla="*/ 0 w 114"/>
                    <a:gd name="T61" fmla="*/ 0 h 238"/>
                    <a:gd name="T62" fmla="*/ 0 w 114"/>
                    <a:gd name="T63" fmla="*/ 0 h 238"/>
                    <a:gd name="T64" fmla="*/ 0 w 114"/>
                    <a:gd name="T65" fmla="*/ 0 h 238"/>
                    <a:gd name="T66" fmla="*/ 0 w 114"/>
                    <a:gd name="T67" fmla="*/ 0 h 238"/>
                    <a:gd name="T68" fmla="*/ 0 w 114"/>
                    <a:gd name="T69" fmla="*/ 0 h 238"/>
                    <a:gd name="T70" fmla="*/ 0 w 114"/>
                    <a:gd name="T71" fmla="*/ 0 h 238"/>
                    <a:gd name="T72" fmla="*/ 0 w 114"/>
                    <a:gd name="T73" fmla="*/ 0 h 238"/>
                    <a:gd name="T74" fmla="*/ 0 w 114"/>
                    <a:gd name="T75" fmla="*/ 0 h 238"/>
                    <a:gd name="T76" fmla="*/ 0 w 114"/>
                    <a:gd name="T77" fmla="*/ 0 h 238"/>
                    <a:gd name="T78" fmla="*/ 0 w 114"/>
                    <a:gd name="T79" fmla="*/ 0 h 238"/>
                    <a:gd name="T80" fmla="*/ 0 w 114"/>
                    <a:gd name="T81" fmla="*/ 0 h 238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w 114"/>
                    <a:gd name="T124" fmla="*/ 0 h 238"/>
                    <a:gd name="T125" fmla="*/ 114 w 114"/>
                    <a:gd name="T126" fmla="*/ 238 h 238"/>
                  </a:gdLst>
                  <a:ahLst/>
                  <a:cxnLst>
                    <a:cxn ang="T82">
                      <a:pos x="T0" y="T1"/>
                    </a:cxn>
                    <a:cxn ang="T83">
                      <a:pos x="T2" y="T3"/>
                    </a:cxn>
                    <a:cxn ang="T84">
                      <a:pos x="T4" y="T5"/>
                    </a:cxn>
                    <a:cxn ang="T85">
                      <a:pos x="T6" y="T7"/>
                    </a:cxn>
                    <a:cxn ang="T86">
                      <a:pos x="T8" y="T9"/>
                    </a:cxn>
                    <a:cxn ang="T87">
                      <a:pos x="T10" y="T11"/>
                    </a:cxn>
                    <a:cxn ang="T88">
                      <a:pos x="T12" y="T13"/>
                    </a:cxn>
                    <a:cxn ang="T89">
                      <a:pos x="T14" y="T15"/>
                    </a:cxn>
                    <a:cxn ang="T90">
                      <a:pos x="T16" y="T17"/>
                    </a:cxn>
                    <a:cxn ang="T91">
                      <a:pos x="T18" y="T19"/>
                    </a:cxn>
                    <a:cxn ang="T92">
                      <a:pos x="T20" y="T21"/>
                    </a:cxn>
                    <a:cxn ang="T93">
                      <a:pos x="T22" y="T23"/>
                    </a:cxn>
                    <a:cxn ang="T94">
                      <a:pos x="T24" y="T25"/>
                    </a:cxn>
                    <a:cxn ang="T95">
                      <a:pos x="T26" y="T27"/>
                    </a:cxn>
                    <a:cxn ang="T96">
                      <a:pos x="T28" y="T29"/>
                    </a:cxn>
                    <a:cxn ang="T97">
                      <a:pos x="T30" y="T31"/>
                    </a:cxn>
                    <a:cxn ang="T98">
                      <a:pos x="T32" y="T33"/>
                    </a:cxn>
                    <a:cxn ang="T99">
                      <a:pos x="T34" y="T35"/>
                    </a:cxn>
                    <a:cxn ang="T100">
                      <a:pos x="T36" y="T37"/>
                    </a:cxn>
                    <a:cxn ang="T101">
                      <a:pos x="T38" y="T39"/>
                    </a:cxn>
                    <a:cxn ang="T102">
                      <a:pos x="T40" y="T41"/>
                    </a:cxn>
                    <a:cxn ang="T103">
                      <a:pos x="T42" y="T43"/>
                    </a:cxn>
                    <a:cxn ang="T104">
                      <a:pos x="T44" y="T45"/>
                    </a:cxn>
                    <a:cxn ang="T105">
                      <a:pos x="T46" y="T47"/>
                    </a:cxn>
                    <a:cxn ang="T106">
                      <a:pos x="T48" y="T49"/>
                    </a:cxn>
                    <a:cxn ang="T107">
                      <a:pos x="T50" y="T51"/>
                    </a:cxn>
                    <a:cxn ang="T108">
                      <a:pos x="T52" y="T53"/>
                    </a:cxn>
                    <a:cxn ang="T109">
                      <a:pos x="T54" y="T55"/>
                    </a:cxn>
                    <a:cxn ang="T110">
                      <a:pos x="T56" y="T57"/>
                    </a:cxn>
                    <a:cxn ang="T111">
                      <a:pos x="T58" y="T59"/>
                    </a:cxn>
                    <a:cxn ang="T112">
                      <a:pos x="T60" y="T61"/>
                    </a:cxn>
                    <a:cxn ang="T113">
                      <a:pos x="T62" y="T63"/>
                    </a:cxn>
                    <a:cxn ang="T114">
                      <a:pos x="T64" y="T65"/>
                    </a:cxn>
                    <a:cxn ang="T115">
                      <a:pos x="T66" y="T67"/>
                    </a:cxn>
                    <a:cxn ang="T116">
                      <a:pos x="T68" y="T69"/>
                    </a:cxn>
                    <a:cxn ang="T117">
                      <a:pos x="T70" y="T71"/>
                    </a:cxn>
                    <a:cxn ang="T118">
                      <a:pos x="T72" y="T73"/>
                    </a:cxn>
                    <a:cxn ang="T119">
                      <a:pos x="T74" y="T75"/>
                    </a:cxn>
                    <a:cxn ang="T120">
                      <a:pos x="T76" y="T77"/>
                    </a:cxn>
                    <a:cxn ang="T121">
                      <a:pos x="T78" y="T79"/>
                    </a:cxn>
                    <a:cxn ang="T122">
                      <a:pos x="T80" y="T81"/>
                    </a:cxn>
                  </a:cxnLst>
                  <a:rect l="T123" t="T124" r="T125" b="T126"/>
                  <a:pathLst>
                    <a:path w="114" h="238">
                      <a:moveTo>
                        <a:pt x="0" y="130"/>
                      </a:moveTo>
                      <a:lnTo>
                        <a:pt x="0" y="149"/>
                      </a:lnTo>
                      <a:lnTo>
                        <a:pt x="4" y="168"/>
                      </a:lnTo>
                      <a:lnTo>
                        <a:pt x="12" y="185"/>
                      </a:lnTo>
                      <a:lnTo>
                        <a:pt x="24" y="200"/>
                      </a:lnTo>
                      <a:lnTo>
                        <a:pt x="38" y="213"/>
                      </a:lnTo>
                      <a:lnTo>
                        <a:pt x="55" y="224"/>
                      </a:lnTo>
                      <a:lnTo>
                        <a:pt x="73" y="232"/>
                      </a:lnTo>
                      <a:lnTo>
                        <a:pt x="92" y="237"/>
                      </a:lnTo>
                      <a:lnTo>
                        <a:pt x="98" y="238"/>
                      </a:lnTo>
                      <a:lnTo>
                        <a:pt x="104" y="235"/>
                      </a:lnTo>
                      <a:lnTo>
                        <a:pt x="109" y="232"/>
                      </a:lnTo>
                      <a:lnTo>
                        <a:pt x="111" y="227"/>
                      </a:lnTo>
                      <a:lnTo>
                        <a:pt x="111" y="222"/>
                      </a:lnTo>
                      <a:lnTo>
                        <a:pt x="110" y="216"/>
                      </a:lnTo>
                      <a:lnTo>
                        <a:pt x="106" y="211"/>
                      </a:lnTo>
                      <a:lnTo>
                        <a:pt x="100" y="209"/>
                      </a:lnTo>
                      <a:lnTo>
                        <a:pt x="82" y="202"/>
                      </a:lnTo>
                      <a:lnTo>
                        <a:pt x="64" y="193"/>
                      </a:lnTo>
                      <a:lnTo>
                        <a:pt x="50" y="180"/>
                      </a:lnTo>
                      <a:lnTo>
                        <a:pt x="39" y="167"/>
                      </a:lnTo>
                      <a:lnTo>
                        <a:pt x="32" y="149"/>
                      </a:lnTo>
                      <a:lnTo>
                        <a:pt x="29" y="131"/>
                      </a:lnTo>
                      <a:lnTo>
                        <a:pt x="29" y="111"/>
                      </a:lnTo>
                      <a:lnTo>
                        <a:pt x="35" y="91"/>
                      </a:lnTo>
                      <a:lnTo>
                        <a:pt x="42" y="76"/>
                      </a:lnTo>
                      <a:lnTo>
                        <a:pt x="51" y="62"/>
                      </a:lnTo>
                      <a:lnTo>
                        <a:pt x="62" y="49"/>
                      </a:lnTo>
                      <a:lnTo>
                        <a:pt x="73" y="38"/>
                      </a:lnTo>
                      <a:lnTo>
                        <a:pt x="84" y="28"/>
                      </a:lnTo>
                      <a:lnTo>
                        <a:pt x="96" y="18"/>
                      </a:lnTo>
                      <a:lnTo>
                        <a:pt x="106" y="9"/>
                      </a:lnTo>
                      <a:lnTo>
                        <a:pt x="114" y="1"/>
                      </a:lnTo>
                      <a:lnTo>
                        <a:pt x="106" y="0"/>
                      </a:lnTo>
                      <a:lnTo>
                        <a:pt x="93" y="6"/>
                      </a:lnTo>
                      <a:lnTo>
                        <a:pt x="76" y="18"/>
                      </a:lnTo>
                      <a:lnTo>
                        <a:pt x="56" y="36"/>
                      </a:lnTo>
                      <a:lnTo>
                        <a:pt x="37" y="57"/>
                      </a:lnTo>
                      <a:lnTo>
                        <a:pt x="20" y="80"/>
                      </a:lnTo>
                      <a:lnTo>
                        <a:pt x="7" y="106"/>
                      </a:lnTo>
                      <a:lnTo>
                        <a:pt x="0" y="130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37817" name="Freeform 756">
                  <a:extLst>
                    <a:ext uri="{FF2B5EF4-FFF2-40B4-BE49-F238E27FC236}">
                      <a16:creationId xmlns:a16="http://schemas.microsoft.com/office/drawing/2014/main" id="{BE9FABDE-E529-4655-B499-C488F6365DA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30" y="2639"/>
                  <a:ext cx="87" cy="73"/>
                </a:xfrm>
                <a:custGeom>
                  <a:avLst/>
                  <a:gdLst>
                    <a:gd name="T0" fmla="*/ 0 w 246"/>
                    <a:gd name="T1" fmla="*/ 0 h 310"/>
                    <a:gd name="T2" fmla="*/ 0 w 246"/>
                    <a:gd name="T3" fmla="*/ 0 h 310"/>
                    <a:gd name="T4" fmla="*/ 0 w 246"/>
                    <a:gd name="T5" fmla="*/ 0 h 310"/>
                    <a:gd name="T6" fmla="*/ 0 w 246"/>
                    <a:gd name="T7" fmla="*/ 0 h 310"/>
                    <a:gd name="T8" fmla="*/ 0 w 246"/>
                    <a:gd name="T9" fmla="*/ 0 h 310"/>
                    <a:gd name="T10" fmla="*/ 0 w 246"/>
                    <a:gd name="T11" fmla="*/ 0 h 310"/>
                    <a:gd name="T12" fmla="*/ 0 w 246"/>
                    <a:gd name="T13" fmla="*/ 0 h 310"/>
                    <a:gd name="T14" fmla="*/ 0 w 246"/>
                    <a:gd name="T15" fmla="*/ 0 h 310"/>
                    <a:gd name="T16" fmla="*/ 0 w 246"/>
                    <a:gd name="T17" fmla="*/ 0 h 310"/>
                    <a:gd name="T18" fmla="*/ 0 w 246"/>
                    <a:gd name="T19" fmla="*/ 0 h 310"/>
                    <a:gd name="T20" fmla="*/ 0 w 246"/>
                    <a:gd name="T21" fmla="*/ 0 h 310"/>
                    <a:gd name="T22" fmla="*/ 0 w 246"/>
                    <a:gd name="T23" fmla="*/ 0 h 310"/>
                    <a:gd name="T24" fmla="*/ 0 w 246"/>
                    <a:gd name="T25" fmla="*/ 0 h 310"/>
                    <a:gd name="T26" fmla="*/ 0 w 246"/>
                    <a:gd name="T27" fmla="*/ 0 h 310"/>
                    <a:gd name="T28" fmla="*/ 0 w 246"/>
                    <a:gd name="T29" fmla="*/ 0 h 310"/>
                    <a:gd name="T30" fmla="*/ 0 w 246"/>
                    <a:gd name="T31" fmla="*/ 0 h 310"/>
                    <a:gd name="T32" fmla="*/ 0 w 246"/>
                    <a:gd name="T33" fmla="*/ 0 h 310"/>
                    <a:gd name="T34" fmla="*/ 0 w 246"/>
                    <a:gd name="T35" fmla="*/ 0 h 310"/>
                    <a:gd name="T36" fmla="*/ 0 w 246"/>
                    <a:gd name="T37" fmla="*/ 0 h 310"/>
                    <a:gd name="T38" fmla="*/ 0 w 246"/>
                    <a:gd name="T39" fmla="*/ 0 h 310"/>
                    <a:gd name="T40" fmla="*/ 0 w 246"/>
                    <a:gd name="T41" fmla="*/ 0 h 310"/>
                    <a:gd name="T42" fmla="*/ 0 w 246"/>
                    <a:gd name="T43" fmla="*/ 0 h 310"/>
                    <a:gd name="T44" fmla="*/ 0 w 246"/>
                    <a:gd name="T45" fmla="*/ 0 h 310"/>
                    <a:gd name="T46" fmla="*/ 0 w 246"/>
                    <a:gd name="T47" fmla="*/ 0 h 310"/>
                    <a:gd name="T48" fmla="*/ 0 w 246"/>
                    <a:gd name="T49" fmla="*/ 0 h 310"/>
                    <a:gd name="T50" fmla="*/ 0 w 246"/>
                    <a:gd name="T51" fmla="*/ 0 h 310"/>
                    <a:gd name="T52" fmla="*/ 0 w 246"/>
                    <a:gd name="T53" fmla="*/ 0 h 310"/>
                    <a:gd name="T54" fmla="*/ 0 w 246"/>
                    <a:gd name="T55" fmla="*/ 0 h 310"/>
                    <a:gd name="T56" fmla="*/ 0 w 246"/>
                    <a:gd name="T57" fmla="*/ 0 h 310"/>
                    <a:gd name="T58" fmla="*/ 0 w 246"/>
                    <a:gd name="T59" fmla="*/ 0 h 310"/>
                    <a:gd name="T60" fmla="*/ 0 w 246"/>
                    <a:gd name="T61" fmla="*/ 0 h 310"/>
                    <a:gd name="T62" fmla="*/ 0 w 246"/>
                    <a:gd name="T63" fmla="*/ 0 h 310"/>
                    <a:gd name="T64" fmla="*/ 0 w 246"/>
                    <a:gd name="T65" fmla="*/ 0 h 310"/>
                    <a:gd name="T66" fmla="*/ 0 w 246"/>
                    <a:gd name="T67" fmla="*/ 0 h 310"/>
                    <a:gd name="T68" fmla="*/ 0 w 246"/>
                    <a:gd name="T69" fmla="*/ 0 h 310"/>
                    <a:gd name="T70" fmla="*/ 0 w 246"/>
                    <a:gd name="T71" fmla="*/ 0 h 310"/>
                    <a:gd name="T72" fmla="*/ 0 w 246"/>
                    <a:gd name="T73" fmla="*/ 0 h 310"/>
                    <a:gd name="T74" fmla="*/ 0 w 246"/>
                    <a:gd name="T75" fmla="*/ 0 h 310"/>
                    <a:gd name="T76" fmla="*/ 0 60000 65536"/>
                    <a:gd name="T77" fmla="*/ 0 60000 65536"/>
                    <a:gd name="T78" fmla="*/ 0 60000 65536"/>
                    <a:gd name="T79" fmla="*/ 0 60000 65536"/>
                    <a:gd name="T80" fmla="*/ 0 60000 65536"/>
                    <a:gd name="T81" fmla="*/ 0 60000 65536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w 246"/>
                    <a:gd name="T115" fmla="*/ 0 h 310"/>
                    <a:gd name="T116" fmla="*/ 246 w 246"/>
                    <a:gd name="T117" fmla="*/ 310 h 310"/>
                  </a:gdLst>
                  <a:ahLst/>
                  <a:cxnLst>
                    <a:cxn ang="T76">
                      <a:pos x="T0" y="T1"/>
                    </a:cxn>
                    <a:cxn ang="T77">
                      <a:pos x="T2" y="T3"/>
                    </a:cxn>
                    <a:cxn ang="T78">
                      <a:pos x="T4" y="T5"/>
                    </a:cxn>
                    <a:cxn ang="T79">
                      <a:pos x="T6" y="T7"/>
                    </a:cxn>
                    <a:cxn ang="T80">
                      <a:pos x="T8" y="T9"/>
                    </a:cxn>
                    <a:cxn ang="T81">
                      <a:pos x="T10" y="T11"/>
                    </a:cxn>
                    <a:cxn ang="T82">
                      <a:pos x="T12" y="T13"/>
                    </a:cxn>
                    <a:cxn ang="T83">
                      <a:pos x="T14" y="T15"/>
                    </a:cxn>
                    <a:cxn ang="T84">
                      <a:pos x="T16" y="T17"/>
                    </a:cxn>
                    <a:cxn ang="T85">
                      <a:pos x="T18" y="T19"/>
                    </a:cxn>
                    <a:cxn ang="T86">
                      <a:pos x="T20" y="T21"/>
                    </a:cxn>
                    <a:cxn ang="T87">
                      <a:pos x="T22" y="T23"/>
                    </a:cxn>
                    <a:cxn ang="T88">
                      <a:pos x="T24" y="T25"/>
                    </a:cxn>
                    <a:cxn ang="T89">
                      <a:pos x="T26" y="T27"/>
                    </a:cxn>
                    <a:cxn ang="T90">
                      <a:pos x="T28" y="T29"/>
                    </a:cxn>
                    <a:cxn ang="T91">
                      <a:pos x="T30" y="T31"/>
                    </a:cxn>
                    <a:cxn ang="T92">
                      <a:pos x="T32" y="T33"/>
                    </a:cxn>
                    <a:cxn ang="T93">
                      <a:pos x="T34" y="T35"/>
                    </a:cxn>
                    <a:cxn ang="T94">
                      <a:pos x="T36" y="T37"/>
                    </a:cxn>
                    <a:cxn ang="T95">
                      <a:pos x="T38" y="T39"/>
                    </a:cxn>
                    <a:cxn ang="T96">
                      <a:pos x="T40" y="T41"/>
                    </a:cxn>
                    <a:cxn ang="T97">
                      <a:pos x="T42" y="T43"/>
                    </a:cxn>
                    <a:cxn ang="T98">
                      <a:pos x="T44" y="T45"/>
                    </a:cxn>
                    <a:cxn ang="T99">
                      <a:pos x="T46" y="T47"/>
                    </a:cxn>
                    <a:cxn ang="T100">
                      <a:pos x="T48" y="T49"/>
                    </a:cxn>
                    <a:cxn ang="T101">
                      <a:pos x="T50" y="T51"/>
                    </a:cxn>
                    <a:cxn ang="T102">
                      <a:pos x="T52" y="T53"/>
                    </a:cxn>
                    <a:cxn ang="T103">
                      <a:pos x="T54" y="T55"/>
                    </a:cxn>
                    <a:cxn ang="T104">
                      <a:pos x="T56" y="T57"/>
                    </a:cxn>
                    <a:cxn ang="T105">
                      <a:pos x="T58" y="T59"/>
                    </a:cxn>
                    <a:cxn ang="T106">
                      <a:pos x="T60" y="T61"/>
                    </a:cxn>
                    <a:cxn ang="T107">
                      <a:pos x="T62" y="T63"/>
                    </a:cxn>
                    <a:cxn ang="T108">
                      <a:pos x="T64" y="T65"/>
                    </a:cxn>
                    <a:cxn ang="T109">
                      <a:pos x="T66" y="T67"/>
                    </a:cxn>
                    <a:cxn ang="T110">
                      <a:pos x="T68" y="T69"/>
                    </a:cxn>
                    <a:cxn ang="T111">
                      <a:pos x="T70" y="T71"/>
                    </a:cxn>
                    <a:cxn ang="T112">
                      <a:pos x="T72" y="T73"/>
                    </a:cxn>
                    <a:cxn ang="T113">
                      <a:pos x="T74" y="T75"/>
                    </a:cxn>
                  </a:cxnLst>
                  <a:rect l="T114" t="T115" r="T116" b="T117"/>
                  <a:pathLst>
                    <a:path w="246" h="310">
                      <a:moveTo>
                        <a:pt x="199" y="116"/>
                      </a:moveTo>
                      <a:lnTo>
                        <a:pt x="207" y="124"/>
                      </a:lnTo>
                      <a:lnTo>
                        <a:pt x="214" y="133"/>
                      </a:lnTo>
                      <a:lnTo>
                        <a:pt x="219" y="143"/>
                      </a:lnTo>
                      <a:lnTo>
                        <a:pt x="223" y="154"/>
                      </a:lnTo>
                      <a:lnTo>
                        <a:pt x="225" y="164"/>
                      </a:lnTo>
                      <a:lnTo>
                        <a:pt x="225" y="176"/>
                      </a:lnTo>
                      <a:lnTo>
                        <a:pt x="221" y="187"/>
                      </a:lnTo>
                      <a:lnTo>
                        <a:pt x="216" y="197"/>
                      </a:lnTo>
                      <a:lnTo>
                        <a:pt x="208" y="209"/>
                      </a:lnTo>
                      <a:lnTo>
                        <a:pt x="199" y="219"/>
                      </a:lnTo>
                      <a:lnTo>
                        <a:pt x="188" y="228"/>
                      </a:lnTo>
                      <a:lnTo>
                        <a:pt x="177" y="238"/>
                      </a:lnTo>
                      <a:lnTo>
                        <a:pt x="166" y="246"/>
                      </a:lnTo>
                      <a:lnTo>
                        <a:pt x="154" y="255"/>
                      </a:lnTo>
                      <a:lnTo>
                        <a:pt x="143" y="264"/>
                      </a:lnTo>
                      <a:lnTo>
                        <a:pt x="132" y="274"/>
                      </a:lnTo>
                      <a:lnTo>
                        <a:pt x="129" y="278"/>
                      </a:lnTo>
                      <a:lnTo>
                        <a:pt x="126" y="282"/>
                      </a:lnTo>
                      <a:lnTo>
                        <a:pt x="124" y="287"/>
                      </a:lnTo>
                      <a:lnTo>
                        <a:pt x="121" y="292"/>
                      </a:lnTo>
                      <a:lnTo>
                        <a:pt x="120" y="296"/>
                      </a:lnTo>
                      <a:lnTo>
                        <a:pt x="120" y="301"/>
                      </a:lnTo>
                      <a:lnTo>
                        <a:pt x="121" y="305"/>
                      </a:lnTo>
                      <a:lnTo>
                        <a:pt x="125" y="309"/>
                      </a:lnTo>
                      <a:lnTo>
                        <a:pt x="130" y="310"/>
                      </a:lnTo>
                      <a:lnTo>
                        <a:pt x="134" y="310"/>
                      </a:lnTo>
                      <a:lnTo>
                        <a:pt x="139" y="309"/>
                      </a:lnTo>
                      <a:lnTo>
                        <a:pt x="143" y="305"/>
                      </a:lnTo>
                      <a:lnTo>
                        <a:pt x="154" y="293"/>
                      </a:lnTo>
                      <a:lnTo>
                        <a:pt x="167" y="280"/>
                      </a:lnTo>
                      <a:lnTo>
                        <a:pt x="180" y="269"/>
                      </a:lnTo>
                      <a:lnTo>
                        <a:pt x="194" y="257"/>
                      </a:lnTo>
                      <a:lnTo>
                        <a:pt x="207" y="246"/>
                      </a:lnTo>
                      <a:lnTo>
                        <a:pt x="219" y="233"/>
                      </a:lnTo>
                      <a:lnTo>
                        <a:pt x="231" y="219"/>
                      </a:lnTo>
                      <a:lnTo>
                        <a:pt x="239" y="204"/>
                      </a:lnTo>
                      <a:lnTo>
                        <a:pt x="245" y="187"/>
                      </a:lnTo>
                      <a:lnTo>
                        <a:pt x="246" y="170"/>
                      </a:lnTo>
                      <a:lnTo>
                        <a:pt x="242" y="153"/>
                      </a:lnTo>
                      <a:lnTo>
                        <a:pt x="236" y="136"/>
                      </a:lnTo>
                      <a:lnTo>
                        <a:pt x="227" y="120"/>
                      </a:lnTo>
                      <a:lnTo>
                        <a:pt x="215" y="107"/>
                      </a:lnTo>
                      <a:lnTo>
                        <a:pt x="201" y="94"/>
                      </a:lnTo>
                      <a:lnTo>
                        <a:pt x="187" y="82"/>
                      </a:lnTo>
                      <a:lnTo>
                        <a:pt x="177" y="74"/>
                      </a:lnTo>
                      <a:lnTo>
                        <a:pt x="165" y="68"/>
                      </a:lnTo>
                      <a:lnTo>
                        <a:pt x="152" y="60"/>
                      </a:lnTo>
                      <a:lnTo>
                        <a:pt x="139" y="51"/>
                      </a:lnTo>
                      <a:lnTo>
                        <a:pt x="126" y="43"/>
                      </a:lnTo>
                      <a:lnTo>
                        <a:pt x="112" y="35"/>
                      </a:lnTo>
                      <a:lnTo>
                        <a:pt x="98" y="28"/>
                      </a:lnTo>
                      <a:lnTo>
                        <a:pt x="85" y="22"/>
                      </a:lnTo>
                      <a:lnTo>
                        <a:pt x="72" y="16"/>
                      </a:lnTo>
                      <a:lnTo>
                        <a:pt x="59" y="10"/>
                      </a:lnTo>
                      <a:lnTo>
                        <a:pt x="46" y="7"/>
                      </a:lnTo>
                      <a:lnTo>
                        <a:pt x="35" y="3"/>
                      </a:lnTo>
                      <a:lnTo>
                        <a:pt x="24" y="1"/>
                      </a:lnTo>
                      <a:lnTo>
                        <a:pt x="15" y="0"/>
                      </a:lnTo>
                      <a:lnTo>
                        <a:pt x="7" y="1"/>
                      </a:lnTo>
                      <a:lnTo>
                        <a:pt x="0" y="3"/>
                      </a:lnTo>
                      <a:lnTo>
                        <a:pt x="8" y="6"/>
                      </a:lnTo>
                      <a:lnTo>
                        <a:pt x="17" y="9"/>
                      </a:lnTo>
                      <a:lnTo>
                        <a:pt x="28" y="14"/>
                      </a:lnTo>
                      <a:lnTo>
                        <a:pt x="38" y="18"/>
                      </a:lnTo>
                      <a:lnTo>
                        <a:pt x="51" y="24"/>
                      </a:lnTo>
                      <a:lnTo>
                        <a:pt x="64" y="30"/>
                      </a:lnTo>
                      <a:lnTo>
                        <a:pt x="78" y="37"/>
                      </a:lnTo>
                      <a:lnTo>
                        <a:pt x="92" y="43"/>
                      </a:lnTo>
                      <a:lnTo>
                        <a:pt x="106" y="51"/>
                      </a:lnTo>
                      <a:lnTo>
                        <a:pt x="120" y="60"/>
                      </a:lnTo>
                      <a:lnTo>
                        <a:pt x="134" y="69"/>
                      </a:lnTo>
                      <a:lnTo>
                        <a:pt x="148" y="78"/>
                      </a:lnTo>
                      <a:lnTo>
                        <a:pt x="163" y="87"/>
                      </a:lnTo>
                      <a:lnTo>
                        <a:pt x="175" y="96"/>
                      </a:lnTo>
                      <a:lnTo>
                        <a:pt x="187" y="105"/>
                      </a:lnTo>
                      <a:lnTo>
                        <a:pt x="199" y="116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37818" name="Freeform 757">
                  <a:extLst>
                    <a:ext uri="{FF2B5EF4-FFF2-40B4-BE49-F238E27FC236}">
                      <a16:creationId xmlns:a16="http://schemas.microsoft.com/office/drawing/2014/main" id="{D6E2A4CA-CABE-4121-9020-445E39930D1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115" y="2660"/>
                  <a:ext cx="69" cy="55"/>
                </a:xfrm>
                <a:custGeom>
                  <a:avLst/>
                  <a:gdLst>
                    <a:gd name="T0" fmla="*/ 0 w 198"/>
                    <a:gd name="T1" fmla="*/ 0 h 236"/>
                    <a:gd name="T2" fmla="*/ 0 w 198"/>
                    <a:gd name="T3" fmla="*/ 0 h 236"/>
                    <a:gd name="T4" fmla="*/ 0 w 198"/>
                    <a:gd name="T5" fmla="*/ 0 h 236"/>
                    <a:gd name="T6" fmla="*/ 0 w 198"/>
                    <a:gd name="T7" fmla="*/ 0 h 236"/>
                    <a:gd name="T8" fmla="*/ 0 w 198"/>
                    <a:gd name="T9" fmla="*/ 0 h 236"/>
                    <a:gd name="T10" fmla="*/ 0 w 198"/>
                    <a:gd name="T11" fmla="*/ 0 h 236"/>
                    <a:gd name="T12" fmla="*/ 0 w 198"/>
                    <a:gd name="T13" fmla="*/ 0 h 236"/>
                    <a:gd name="T14" fmla="*/ 0 w 198"/>
                    <a:gd name="T15" fmla="*/ 0 h 236"/>
                    <a:gd name="T16" fmla="*/ 0 w 198"/>
                    <a:gd name="T17" fmla="*/ 0 h 236"/>
                    <a:gd name="T18" fmla="*/ 0 w 198"/>
                    <a:gd name="T19" fmla="*/ 0 h 236"/>
                    <a:gd name="T20" fmla="*/ 0 w 198"/>
                    <a:gd name="T21" fmla="*/ 0 h 236"/>
                    <a:gd name="T22" fmla="*/ 0 w 198"/>
                    <a:gd name="T23" fmla="*/ 0 h 236"/>
                    <a:gd name="T24" fmla="*/ 0 w 198"/>
                    <a:gd name="T25" fmla="*/ 0 h 236"/>
                    <a:gd name="T26" fmla="*/ 0 w 198"/>
                    <a:gd name="T27" fmla="*/ 0 h 236"/>
                    <a:gd name="T28" fmla="*/ 0 w 198"/>
                    <a:gd name="T29" fmla="*/ 0 h 236"/>
                    <a:gd name="T30" fmla="*/ 0 w 198"/>
                    <a:gd name="T31" fmla="*/ 0 h 236"/>
                    <a:gd name="T32" fmla="*/ 0 w 198"/>
                    <a:gd name="T33" fmla="*/ 0 h 236"/>
                    <a:gd name="T34" fmla="*/ 0 w 198"/>
                    <a:gd name="T35" fmla="*/ 0 h 236"/>
                    <a:gd name="T36" fmla="*/ 0 w 198"/>
                    <a:gd name="T37" fmla="*/ 0 h 236"/>
                    <a:gd name="T38" fmla="*/ 0 w 198"/>
                    <a:gd name="T39" fmla="*/ 0 h 236"/>
                    <a:gd name="T40" fmla="*/ 0 w 198"/>
                    <a:gd name="T41" fmla="*/ 0 h 236"/>
                    <a:gd name="T42" fmla="*/ 0 w 198"/>
                    <a:gd name="T43" fmla="*/ 0 h 236"/>
                    <a:gd name="T44" fmla="*/ 0 w 198"/>
                    <a:gd name="T45" fmla="*/ 0 h 236"/>
                    <a:gd name="T46" fmla="*/ 0 w 198"/>
                    <a:gd name="T47" fmla="*/ 0 h 236"/>
                    <a:gd name="T48" fmla="*/ 0 w 198"/>
                    <a:gd name="T49" fmla="*/ 0 h 236"/>
                    <a:gd name="T50" fmla="*/ 0 w 198"/>
                    <a:gd name="T51" fmla="*/ 0 h 236"/>
                    <a:gd name="T52" fmla="*/ 0 w 198"/>
                    <a:gd name="T53" fmla="*/ 0 h 236"/>
                    <a:gd name="T54" fmla="*/ 0 w 198"/>
                    <a:gd name="T55" fmla="*/ 0 h 236"/>
                    <a:gd name="T56" fmla="*/ 0 w 198"/>
                    <a:gd name="T57" fmla="*/ 0 h 236"/>
                    <a:gd name="T58" fmla="*/ 0 w 198"/>
                    <a:gd name="T59" fmla="*/ 0 h 236"/>
                    <a:gd name="T60" fmla="*/ 0 w 198"/>
                    <a:gd name="T61" fmla="*/ 0 h 236"/>
                    <a:gd name="T62" fmla="*/ 0 w 198"/>
                    <a:gd name="T63" fmla="*/ 0 h 236"/>
                    <a:gd name="T64" fmla="*/ 0 w 198"/>
                    <a:gd name="T65" fmla="*/ 0 h 236"/>
                    <a:gd name="T66" fmla="*/ 0 w 198"/>
                    <a:gd name="T67" fmla="*/ 0 h 236"/>
                    <a:gd name="T68" fmla="*/ 0 w 198"/>
                    <a:gd name="T69" fmla="*/ 0 h 236"/>
                    <a:gd name="T70" fmla="*/ 0 w 198"/>
                    <a:gd name="T71" fmla="*/ 0 h 236"/>
                    <a:gd name="T72" fmla="*/ 0 w 198"/>
                    <a:gd name="T73" fmla="*/ 0 h 236"/>
                    <a:gd name="T74" fmla="*/ 0 w 198"/>
                    <a:gd name="T75" fmla="*/ 0 h 236"/>
                    <a:gd name="T76" fmla="*/ 0 w 198"/>
                    <a:gd name="T77" fmla="*/ 0 h 236"/>
                    <a:gd name="T78" fmla="*/ 0 w 198"/>
                    <a:gd name="T79" fmla="*/ 0 h 236"/>
                    <a:gd name="T80" fmla="*/ 0 w 198"/>
                    <a:gd name="T81" fmla="*/ 0 h 236"/>
                    <a:gd name="T82" fmla="*/ 0 w 198"/>
                    <a:gd name="T83" fmla="*/ 0 h 236"/>
                    <a:gd name="T84" fmla="*/ 0 w 198"/>
                    <a:gd name="T85" fmla="*/ 0 h 236"/>
                    <a:gd name="T86" fmla="*/ 0 w 198"/>
                    <a:gd name="T87" fmla="*/ 0 h 236"/>
                    <a:gd name="T88" fmla="*/ 0 w 198"/>
                    <a:gd name="T89" fmla="*/ 0 h 236"/>
                    <a:gd name="T90" fmla="*/ 0 w 198"/>
                    <a:gd name="T91" fmla="*/ 0 h 236"/>
                    <a:gd name="T92" fmla="*/ 0 w 198"/>
                    <a:gd name="T93" fmla="*/ 0 h 236"/>
                    <a:gd name="T94" fmla="*/ 0 w 198"/>
                    <a:gd name="T95" fmla="*/ 0 h 236"/>
                    <a:gd name="T96" fmla="*/ 0 w 198"/>
                    <a:gd name="T97" fmla="*/ 0 h 236"/>
                    <a:gd name="T98" fmla="*/ 0 w 198"/>
                    <a:gd name="T99" fmla="*/ 0 h 236"/>
                    <a:gd name="T100" fmla="*/ 0 w 198"/>
                    <a:gd name="T101" fmla="*/ 0 h 236"/>
                    <a:gd name="T102" fmla="*/ 0 w 198"/>
                    <a:gd name="T103" fmla="*/ 0 h 236"/>
                    <a:gd name="T104" fmla="*/ 0 w 198"/>
                    <a:gd name="T105" fmla="*/ 0 h 236"/>
                    <a:gd name="T106" fmla="*/ 0 w 198"/>
                    <a:gd name="T107" fmla="*/ 0 h 236"/>
                    <a:gd name="T108" fmla="*/ 0 w 198"/>
                    <a:gd name="T109" fmla="*/ 0 h 236"/>
                    <a:gd name="T110" fmla="*/ 0 w 198"/>
                    <a:gd name="T111" fmla="*/ 0 h 236"/>
                    <a:gd name="T112" fmla="*/ 0 w 198"/>
                    <a:gd name="T113" fmla="*/ 0 h 236"/>
                    <a:gd name="T114" fmla="*/ 0 w 198"/>
                    <a:gd name="T115" fmla="*/ 0 h 236"/>
                    <a:gd name="T116" fmla="*/ 0 w 198"/>
                    <a:gd name="T117" fmla="*/ 0 h 236"/>
                    <a:gd name="T118" fmla="*/ 0 w 198"/>
                    <a:gd name="T119" fmla="*/ 0 h 236"/>
                    <a:gd name="T120" fmla="*/ 0 w 198"/>
                    <a:gd name="T121" fmla="*/ 0 h 2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60000 65536"/>
                    <a:gd name="T148" fmla="*/ 0 60000 65536"/>
                    <a:gd name="T149" fmla="*/ 0 60000 65536"/>
                    <a:gd name="T150" fmla="*/ 0 60000 65536"/>
                    <a:gd name="T151" fmla="*/ 0 60000 65536"/>
                    <a:gd name="T152" fmla="*/ 0 60000 65536"/>
                    <a:gd name="T153" fmla="*/ 0 60000 65536"/>
                    <a:gd name="T154" fmla="*/ 0 60000 65536"/>
                    <a:gd name="T155" fmla="*/ 0 60000 65536"/>
                    <a:gd name="T156" fmla="*/ 0 60000 65536"/>
                    <a:gd name="T157" fmla="*/ 0 60000 65536"/>
                    <a:gd name="T158" fmla="*/ 0 60000 65536"/>
                    <a:gd name="T159" fmla="*/ 0 60000 65536"/>
                    <a:gd name="T160" fmla="*/ 0 60000 65536"/>
                    <a:gd name="T161" fmla="*/ 0 60000 65536"/>
                    <a:gd name="T162" fmla="*/ 0 60000 65536"/>
                    <a:gd name="T163" fmla="*/ 0 60000 65536"/>
                    <a:gd name="T164" fmla="*/ 0 60000 65536"/>
                    <a:gd name="T165" fmla="*/ 0 60000 65536"/>
                    <a:gd name="T166" fmla="*/ 0 60000 65536"/>
                    <a:gd name="T167" fmla="*/ 0 60000 65536"/>
                    <a:gd name="T168" fmla="*/ 0 60000 65536"/>
                    <a:gd name="T169" fmla="*/ 0 60000 65536"/>
                    <a:gd name="T170" fmla="*/ 0 60000 65536"/>
                    <a:gd name="T171" fmla="*/ 0 60000 65536"/>
                    <a:gd name="T172" fmla="*/ 0 60000 65536"/>
                    <a:gd name="T173" fmla="*/ 0 60000 65536"/>
                    <a:gd name="T174" fmla="*/ 0 60000 65536"/>
                    <a:gd name="T175" fmla="*/ 0 60000 65536"/>
                    <a:gd name="T176" fmla="*/ 0 60000 65536"/>
                    <a:gd name="T177" fmla="*/ 0 60000 65536"/>
                    <a:gd name="T178" fmla="*/ 0 60000 65536"/>
                    <a:gd name="T179" fmla="*/ 0 60000 65536"/>
                    <a:gd name="T180" fmla="*/ 0 60000 65536"/>
                    <a:gd name="T181" fmla="*/ 0 60000 65536"/>
                    <a:gd name="T182" fmla="*/ 0 60000 65536"/>
                    <a:gd name="T183" fmla="*/ 0 w 198"/>
                    <a:gd name="T184" fmla="*/ 0 h 236"/>
                    <a:gd name="T185" fmla="*/ 198 w 198"/>
                    <a:gd name="T186" fmla="*/ 236 h 236"/>
                  </a:gdLst>
                  <a:ahLst/>
                  <a:cxnLst>
                    <a:cxn ang="T122">
                      <a:pos x="T0" y="T1"/>
                    </a:cxn>
                    <a:cxn ang="T123">
                      <a:pos x="T2" y="T3"/>
                    </a:cxn>
                    <a:cxn ang="T124">
                      <a:pos x="T4" y="T5"/>
                    </a:cxn>
                    <a:cxn ang="T125">
                      <a:pos x="T6" y="T7"/>
                    </a:cxn>
                    <a:cxn ang="T126">
                      <a:pos x="T8" y="T9"/>
                    </a:cxn>
                    <a:cxn ang="T127">
                      <a:pos x="T10" y="T11"/>
                    </a:cxn>
                    <a:cxn ang="T128">
                      <a:pos x="T12" y="T13"/>
                    </a:cxn>
                    <a:cxn ang="T129">
                      <a:pos x="T14" y="T15"/>
                    </a:cxn>
                    <a:cxn ang="T130">
                      <a:pos x="T16" y="T17"/>
                    </a:cxn>
                    <a:cxn ang="T131">
                      <a:pos x="T18" y="T19"/>
                    </a:cxn>
                    <a:cxn ang="T132">
                      <a:pos x="T20" y="T21"/>
                    </a:cxn>
                    <a:cxn ang="T133">
                      <a:pos x="T22" y="T23"/>
                    </a:cxn>
                    <a:cxn ang="T134">
                      <a:pos x="T24" y="T25"/>
                    </a:cxn>
                    <a:cxn ang="T135">
                      <a:pos x="T26" y="T27"/>
                    </a:cxn>
                    <a:cxn ang="T136">
                      <a:pos x="T28" y="T29"/>
                    </a:cxn>
                    <a:cxn ang="T137">
                      <a:pos x="T30" y="T31"/>
                    </a:cxn>
                    <a:cxn ang="T138">
                      <a:pos x="T32" y="T33"/>
                    </a:cxn>
                    <a:cxn ang="T139">
                      <a:pos x="T34" y="T35"/>
                    </a:cxn>
                    <a:cxn ang="T140">
                      <a:pos x="T36" y="T37"/>
                    </a:cxn>
                    <a:cxn ang="T141">
                      <a:pos x="T38" y="T39"/>
                    </a:cxn>
                    <a:cxn ang="T142">
                      <a:pos x="T40" y="T41"/>
                    </a:cxn>
                    <a:cxn ang="T143">
                      <a:pos x="T42" y="T43"/>
                    </a:cxn>
                    <a:cxn ang="T144">
                      <a:pos x="T44" y="T45"/>
                    </a:cxn>
                    <a:cxn ang="T145">
                      <a:pos x="T46" y="T47"/>
                    </a:cxn>
                    <a:cxn ang="T146">
                      <a:pos x="T48" y="T49"/>
                    </a:cxn>
                    <a:cxn ang="T147">
                      <a:pos x="T50" y="T51"/>
                    </a:cxn>
                    <a:cxn ang="T148">
                      <a:pos x="T52" y="T53"/>
                    </a:cxn>
                    <a:cxn ang="T149">
                      <a:pos x="T54" y="T55"/>
                    </a:cxn>
                    <a:cxn ang="T150">
                      <a:pos x="T56" y="T57"/>
                    </a:cxn>
                    <a:cxn ang="T151">
                      <a:pos x="T58" y="T59"/>
                    </a:cxn>
                    <a:cxn ang="T152">
                      <a:pos x="T60" y="T61"/>
                    </a:cxn>
                    <a:cxn ang="T153">
                      <a:pos x="T62" y="T63"/>
                    </a:cxn>
                    <a:cxn ang="T154">
                      <a:pos x="T64" y="T65"/>
                    </a:cxn>
                    <a:cxn ang="T155">
                      <a:pos x="T66" y="T67"/>
                    </a:cxn>
                    <a:cxn ang="T156">
                      <a:pos x="T68" y="T69"/>
                    </a:cxn>
                    <a:cxn ang="T157">
                      <a:pos x="T70" y="T71"/>
                    </a:cxn>
                    <a:cxn ang="T158">
                      <a:pos x="T72" y="T73"/>
                    </a:cxn>
                    <a:cxn ang="T159">
                      <a:pos x="T74" y="T75"/>
                    </a:cxn>
                    <a:cxn ang="T160">
                      <a:pos x="T76" y="T77"/>
                    </a:cxn>
                    <a:cxn ang="T161">
                      <a:pos x="T78" y="T79"/>
                    </a:cxn>
                    <a:cxn ang="T162">
                      <a:pos x="T80" y="T81"/>
                    </a:cxn>
                    <a:cxn ang="T163">
                      <a:pos x="T82" y="T83"/>
                    </a:cxn>
                    <a:cxn ang="T164">
                      <a:pos x="T84" y="T85"/>
                    </a:cxn>
                    <a:cxn ang="T165">
                      <a:pos x="T86" y="T87"/>
                    </a:cxn>
                    <a:cxn ang="T166">
                      <a:pos x="T88" y="T89"/>
                    </a:cxn>
                    <a:cxn ang="T167">
                      <a:pos x="T90" y="T91"/>
                    </a:cxn>
                    <a:cxn ang="T168">
                      <a:pos x="T92" y="T93"/>
                    </a:cxn>
                    <a:cxn ang="T169">
                      <a:pos x="T94" y="T95"/>
                    </a:cxn>
                    <a:cxn ang="T170">
                      <a:pos x="T96" y="T97"/>
                    </a:cxn>
                    <a:cxn ang="T171">
                      <a:pos x="T98" y="T99"/>
                    </a:cxn>
                    <a:cxn ang="T172">
                      <a:pos x="T100" y="T101"/>
                    </a:cxn>
                    <a:cxn ang="T173">
                      <a:pos x="T102" y="T103"/>
                    </a:cxn>
                    <a:cxn ang="T174">
                      <a:pos x="T104" y="T105"/>
                    </a:cxn>
                    <a:cxn ang="T175">
                      <a:pos x="T106" y="T107"/>
                    </a:cxn>
                    <a:cxn ang="T176">
                      <a:pos x="T108" y="T109"/>
                    </a:cxn>
                    <a:cxn ang="T177">
                      <a:pos x="T110" y="T111"/>
                    </a:cxn>
                    <a:cxn ang="T178">
                      <a:pos x="T112" y="T113"/>
                    </a:cxn>
                    <a:cxn ang="T179">
                      <a:pos x="T114" y="T115"/>
                    </a:cxn>
                    <a:cxn ang="T180">
                      <a:pos x="T116" y="T117"/>
                    </a:cxn>
                    <a:cxn ang="T181">
                      <a:pos x="T118" y="T119"/>
                    </a:cxn>
                    <a:cxn ang="T182">
                      <a:pos x="T120" y="T121"/>
                    </a:cxn>
                  </a:cxnLst>
                  <a:rect l="T183" t="T184" r="T185" b="T186"/>
                  <a:pathLst>
                    <a:path w="198" h="236">
                      <a:moveTo>
                        <a:pt x="73" y="36"/>
                      </a:moveTo>
                      <a:lnTo>
                        <a:pt x="58" y="46"/>
                      </a:lnTo>
                      <a:lnTo>
                        <a:pt x="46" y="58"/>
                      </a:lnTo>
                      <a:lnTo>
                        <a:pt x="33" y="72"/>
                      </a:lnTo>
                      <a:lnTo>
                        <a:pt x="22" y="85"/>
                      </a:lnTo>
                      <a:lnTo>
                        <a:pt x="14" y="100"/>
                      </a:lnTo>
                      <a:lnTo>
                        <a:pt x="7" y="115"/>
                      </a:lnTo>
                      <a:lnTo>
                        <a:pt x="2" y="130"/>
                      </a:lnTo>
                      <a:lnTo>
                        <a:pt x="0" y="146"/>
                      </a:lnTo>
                      <a:lnTo>
                        <a:pt x="2" y="170"/>
                      </a:lnTo>
                      <a:lnTo>
                        <a:pt x="12" y="190"/>
                      </a:lnTo>
                      <a:lnTo>
                        <a:pt x="26" y="207"/>
                      </a:lnTo>
                      <a:lnTo>
                        <a:pt x="43" y="220"/>
                      </a:lnTo>
                      <a:lnTo>
                        <a:pt x="64" y="229"/>
                      </a:lnTo>
                      <a:lnTo>
                        <a:pt x="88" y="235"/>
                      </a:lnTo>
                      <a:lnTo>
                        <a:pt x="110" y="236"/>
                      </a:lnTo>
                      <a:lnTo>
                        <a:pt x="132" y="232"/>
                      </a:lnTo>
                      <a:lnTo>
                        <a:pt x="137" y="232"/>
                      </a:lnTo>
                      <a:lnTo>
                        <a:pt x="142" y="230"/>
                      </a:lnTo>
                      <a:lnTo>
                        <a:pt x="145" y="226"/>
                      </a:lnTo>
                      <a:lnTo>
                        <a:pt x="146" y="221"/>
                      </a:lnTo>
                      <a:lnTo>
                        <a:pt x="145" y="219"/>
                      </a:lnTo>
                      <a:lnTo>
                        <a:pt x="142" y="219"/>
                      </a:lnTo>
                      <a:lnTo>
                        <a:pt x="137" y="217"/>
                      </a:lnTo>
                      <a:lnTo>
                        <a:pt x="131" y="217"/>
                      </a:lnTo>
                      <a:lnTo>
                        <a:pt x="124" y="217"/>
                      </a:lnTo>
                      <a:lnTo>
                        <a:pt x="118" y="217"/>
                      </a:lnTo>
                      <a:lnTo>
                        <a:pt x="112" y="217"/>
                      </a:lnTo>
                      <a:lnTo>
                        <a:pt x="109" y="217"/>
                      </a:lnTo>
                      <a:lnTo>
                        <a:pt x="97" y="216"/>
                      </a:lnTo>
                      <a:lnTo>
                        <a:pt x="87" y="215"/>
                      </a:lnTo>
                      <a:lnTo>
                        <a:pt x="75" y="214"/>
                      </a:lnTo>
                      <a:lnTo>
                        <a:pt x="63" y="211"/>
                      </a:lnTo>
                      <a:lnTo>
                        <a:pt x="51" y="207"/>
                      </a:lnTo>
                      <a:lnTo>
                        <a:pt x="40" y="199"/>
                      </a:lnTo>
                      <a:lnTo>
                        <a:pt x="29" y="189"/>
                      </a:lnTo>
                      <a:lnTo>
                        <a:pt x="17" y="174"/>
                      </a:lnTo>
                      <a:lnTo>
                        <a:pt x="15" y="157"/>
                      </a:lnTo>
                      <a:lnTo>
                        <a:pt x="16" y="141"/>
                      </a:lnTo>
                      <a:lnTo>
                        <a:pt x="21" y="124"/>
                      </a:lnTo>
                      <a:lnTo>
                        <a:pt x="28" y="109"/>
                      </a:lnTo>
                      <a:lnTo>
                        <a:pt x="39" y="96"/>
                      </a:lnTo>
                      <a:lnTo>
                        <a:pt x="50" y="82"/>
                      </a:lnTo>
                      <a:lnTo>
                        <a:pt x="63" y="70"/>
                      </a:lnTo>
                      <a:lnTo>
                        <a:pt x="78" y="59"/>
                      </a:lnTo>
                      <a:lnTo>
                        <a:pt x="94" y="49"/>
                      </a:lnTo>
                      <a:lnTo>
                        <a:pt x="110" y="39"/>
                      </a:lnTo>
                      <a:lnTo>
                        <a:pt x="126" y="31"/>
                      </a:lnTo>
                      <a:lnTo>
                        <a:pt x="142" y="24"/>
                      </a:lnTo>
                      <a:lnTo>
                        <a:pt x="158" y="19"/>
                      </a:lnTo>
                      <a:lnTo>
                        <a:pt x="172" y="13"/>
                      </a:lnTo>
                      <a:lnTo>
                        <a:pt x="186" y="10"/>
                      </a:lnTo>
                      <a:lnTo>
                        <a:pt x="198" y="7"/>
                      </a:lnTo>
                      <a:lnTo>
                        <a:pt x="190" y="3"/>
                      </a:lnTo>
                      <a:lnTo>
                        <a:pt x="177" y="0"/>
                      </a:lnTo>
                      <a:lnTo>
                        <a:pt x="162" y="3"/>
                      </a:lnTo>
                      <a:lnTo>
                        <a:pt x="144" y="6"/>
                      </a:lnTo>
                      <a:lnTo>
                        <a:pt x="124" y="12"/>
                      </a:lnTo>
                      <a:lnTo>
                        <a:pt x="105" y="19"/>
                      </a:lnTo>
                      <a:lnTo>
                        <a:pt x="88" y="28"/>
                      </a:lnTo>
                      <a:lnTo>
                        <a:pt x="73" y="3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37819" name="Freeform 758">
                  <a:extLst>
                    <a:ext uri="{FF2B5EF4-FFF2-40B4-BE49-F238E27FC236}">
                      <a16:creationId xmlns:a16="http://schemas.microsoft.com/office/drawing/2014/main" id="{BE550603-879C-4412-A9E6-08F04C1BC19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33" y="2660"/>
                  <a:ext cx="47" cy="42"/>
                </a:xfrm>
                <a:custGeom>
                  <a:avLst/>
                  <a:gdLst>
                    <a:gd name="T0" fmla="*/ 0 w 128"/>
                    <a:gd name="T1" fmla="*/ 0 h 183"/>
                    <a:gd name="T2" fmla="*/ 0 w 128"/>
                    <a:gd name="T3" fmla="*/ 0 h 183"/>
                    <a:gd name="T4" fmla="*/ 0 w 128"/>
                    <a:gd name="T5" fmla="*/ 0 h 183"/>
                    <a:gd name="T6" fmla="*/ 0 w 128"/>
                    <a:gd name="T7" fmla="*/ 0 h 183"/>
                    <a:gd name="T8" fmla="*/ 0 w 128"/>
                    <a:gd name="T9" fmla="*/ 0 h 183"/>
                    <a:gd name="T10" fmla="*/ 0 w 128"/>
                    <a:gd name="T11" fmla="*/ 0 h 183"/>
                    <a:gd name="T12" fmla="*/ 0 w 128"/>
                    <a:gd name="T13" fmla="*/ 0 h 183"/>
                    <a:gd name="T14" fmla="*/ 0 w 128"/>
                    <a:gd name="T15" fmla="*/ 0 h 183"/>
                    <a:gd name="T16" fmla="*/ 0 w 128"/>
                    <a:gd name="T17" fmla="*/ 0 h 183"/>
                    <a:gd name="T18" fmla="*/ 0 w 128"/>
                    <a:gd name="T19" fmla="*/ 0 h 183"/>
                    <a:gd name="T20" fmla="*/ 0 w 128"/>
                    <a:gd name="T21" fmla="*/ 0 h 183"/>
                    <a:gd name="T22" fmla="*/ 0 w 128"/>
                    <a:gd name="T23" fmla="*/ 0 h 183"/>
                    <a:gd name="T24" fmla="*/ 0 w 128"/>
                    <a:gd name="T25" fmla="*/ 0 h 183"/>
                    <a:gd name="T26" fmla="*/ 0 w 128"/>
                    <a:gd name="T27" fmla="*/ 0 h 183"/>
                    <a:gd name="T28" fmla="*/ 0 w 128"/>
                    <a:gd name="T29" fmla="*/ 0 h 183"/>
                    <a:gd name="T30" fmla="*/ 0 w 128"/>
                    <a:gd name="T31" fmla="*/ 0 h 183"/>
                    <a:gd name="T32" fmla="*/ 0 w 128"/>
                    <a:gd name="T33" fmla="*/ 0 h 183"/>
                    <a:gd name="T34" fmla="*/ 0 w 128"/>
                    <a:gd name="T35" fmla="*/ 0 h 183"/>
                    <a:gd name="T36" fmla="*/ 0 w 128"/>
                    <a:gd name="T37" fmla="*/ 0 h 183"/>
                    <a:gd name="T38" fmla="*/ 0 w 128"/>
                    <a:gd name="T39" fmla="*/ 0 h 183"/>
                    <a:gd name="T40" fmla="*/ 0 w 128"/>
                    <a:gd name="T41" fmla="*/ 0 h 183"/>
                    <a:gd name="T42" fmla="*/ 0 w 128"/>
                    <a:gd name="T43" fmla="*/ 0 h 183"/>
                    <a:gd name="T44" fmla="*/ 0 w 128"/>
                    <a:gd name="T45" fmla="*/ 0 h 183"/>
                    <a:gd name="T46" fmla="*/ 0 w 128"/>
                    <a:gd name="T47" fmla="*/ 0 h 183"/>
                    <a:gd name="T48" fmla="*/ 0 w 128"/>
                    <a:gd name="T49" fmla="*/ 0 h 183"/>
                    <a:gd name="T50" fmla="*/ 0 w 128"/>
                    <a:gd name="T51" fmla="*/ 0 h 183"/>
                    <a:gd name="T52" fmla="*/ 0 w 128"/>
                    <a:gd name="T53" fmla="*/ 0 h 183"/>
                    <a:gd name="T54" fmla="*/ 0 w 128"/>
                    <a:gd name="T55" fmla="*/ 0 h 183"/>
                    <a:gd name="T56" fmla="*/ 0 w 128"/>
                    <a:gd name="T57" fmla="*/ 0 h 183"/>
                    <a:gd name="T58" fmla="*/ 0 w 128"/>
                    <a:gd name="T59" fmla="*/ 0 h 183"/>
                    <a:gd name="T60" fmla="*/ 0 w 128"/>
                    <a:gd name="T61" fmla="*/ 0 h 183"/>
                    <a:gd name="T62" fmla="*/ 0 w 128"/>
                    <a:gd name="T63" fmla="*/ 0 h 183"/>
                    <a:gd name="T64" fmla="*/ 0 w 128"/>
                    <a:gd name="T65" fmla="*/ 0 h 183"/>
                    <a:gd name="T66" fmla="*/ 0 w 128"/>
                    <a:gd name="T67" fmla="*/ 0 h 183"/>
                    <a:gd name="T68" fmla="*/ 0 w 128"/>
                    <a:gd name="T69" fmla="*/ 0 h 183"/>
                    <a:gd name="T70" fmla="*/ 0 w 128"/>
                    <a:gd name="T71" fmla="*/ 0 h 183"/>
                    <a:gd name="T72" fmla="*/ 0 w 128"/>
                    <a:gd name="T73" fmla="*/ 0 h 183"/>
                    <a:gd name="T74" fmla="*/ 0 w 128"/>
                    <a:gd name="T75" fmla="*/ 0 h 183"/>
                    <a:gd name="T76" fmla="*/ 0 w 128"/>
                    <a:gd name="T77" fmla="*/ 0 h 183"/>
                    <a:gd name="T78" fmla="*/ 0 w 128"/>
                    <a:gd name="T79" fmla="*/ 0 h 183"/>
                    <a:gd name="T80" fmla="*/ 0 w 128"/>
                    <a:gd name="T81" fmla="*/ 0 h 183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w 128"/>
                    <a:gd name="T124" fmla="*/ 0 h 183"/>
                    <a:gd name="T125" fmla="*/ 128 w 128"/>
                    <a:gd name="T126" fmla="*/ 183 h 183"/>
                  </a:gdLst>
                  <a:ahLst/>
                  <a:cxnLst>
                    <a:cxn ang="T82">
                      <a:pos x="T0" y="T1"/>
                    </a:cxn>
                    <a:cxn ang="T83">
                      <a:pos x="T2" y="T3"/>
                    </a:cxn>
                    <a:cxn ang="T84">
                      <a:pos x="T4" y="T5"/>
                    </a:cxn>
                    <a:cxn ang="T85">
                      <a:pos x="T6" y="T7"/>
                    </a:cxn>
                    <a:cxn ang="T86">
                      <a:pos x="T8" y="T9"/>
                    </a:cxn>
                    <a:cxn ang="T87">
                      <a:pos x="T10" y="T11"/>
                    </a:cxn>
                    <a:cxn ang="T88">
                      <a:pos x="T12" y="T13"/>
                    </a:cxn>
                    <a:cxn ang="T89">
                      <a:pos x="T14" y="T15"/>
                    </a:cxn>
                    <a:cxn ang="T90">
                      <a:pos x="T16" y="T17"/>
                    </a:cxn>
                    <a:cxn ang="T91">
                      <a:pos x="T18" y="T19"/>
                    </a:cxn>
                    <a:cxn ang="T92">
                      <a:pos x="T20" y="T21"/>
                    </a:cxn>
                    <a:cxn ang="T93">
                      <a:pos x="T22" y="T23"/>
                    </a:cxn>
                    <a:cxn ang="T94">
                      <a:pos x="T24" y="T25"/>
                    </a:cxn>
                    <a:cxn ang="T95">
                      <a:pos x="T26" y="T27"/>
                    </a:cxn>
                    <a:cxn ang="T96">
                      <a:pos x="T28" y="T29"/>
                    </a:cxn>
                    <a:cxn ang="T97">
                      <a:pos x="T30" y="T31"/>
                    </a:cxn>
                    <a:cxn ang="T98">
                      <a:pos x="T32" y="T33"/>
                    </a:cxn>
                    <a:cxn ang="T99">
                      <a:pos x="T34" y="T35"/>
                    </a:cxn>
                    <a:cxn ang="T100">
                      <a:pos x="T36" y="T37"/>
                    </a:cxn>
                    <a:cxn ang="T101">
                      <a:pos x="T38" y="T39"/>
                    </a:cxn>
                    <a:cxn ang="T102">
                      <a:pos x="T40" y="T41"/>
                    </a:cxn>
                    <a:cxn ang="T103">
                      <a:pos x="T42" y="T43"/>
                    </a:cxn>
                    <a:cxn ang="T104">
                      <a:pos x="T44" y="T45"/>
                    </a:cxn>
                    <a:cxn ang="T105">
                      <a:pos x="T46" y="T47"/>
                    </a:cxn>
                    <a:cxn ang="T106">
                      <a:pos x="T48" y="T49"/>
                    </a:cxn>
                    <a:cxn ang="T107">
                      <a:pos x="T50" y="T51"/>
                    </a:cxn>
                    <a:cxn ang="T108">
                      <a:pos x="T52" y="T53"/>
                    </a:cxn>
                    <a:cxn ang="T109">
                      <a:pos x="T54" y="T55"/>
                    </a:cxn>
                    <a:cxn ang="T110">
                      <a:pos x="T56" y="T57"/>
                    </a:cxn>
                    <a:cxn ang="T111">
                      <a:pos x="T58" y="T59"/>
                    </a:cxn>
                    <a:cxn ang="T112">
                      <a:pos x="T60" y="T61"/>
                    </a:cxn>
                    <a:cxn ang="T113">
                      <a:pos x="T62" y="T63"/>
                    </a:cxn>
                    <a:cxn ang="T114">
                      <a:pos x="T64" y="T65"/>
                    </a:cxn>
                    <a:cxn ang="T115">
                      <a:pos x="T66" y="T67"/>
                    </a:cxn>
                    <a:cxn ang="T116">
                      <a:pos x="T68" y="T69"/>
                    </a:cxn>
                    <a:cxn ang="T117">
                      <a:pos x="T70" y="T71"/>
                    </a:cxn>
                    <a:cxn ang="T118">
                      <a:pos x="T72" y="T73"/>
                    </a:cxn>
                    <a:cxn ang="T119">
                      <a:pos x="T74" y="T75"/>
                    </a:cxn>
                    <a:cxn ang="T120">
                      <a:pos x="T76" y="T77"/>
                    </a:cxn>
                    <a:cxn ang="T121">
                      <a:pos x="T78" y="T79"/>
                    </a:cxn>
                    <a:cxn ang="T122">
                      <a:pos x="T80" y="T81"/>
                    </a:cxn>
                  </a:cxnLst>
                  <a:rect l="T123" t="T124" r="T125" b="T126"/>
                  <a:pathLst>
                    <a:path w="128" h="183">
                      <a:moveTo>
                        <a:pt x="108" y="61"/>
                      </a:moveTo>
                      <a:lnTo>
                        <a:pt x="111" y="80"/>
                      </a:lnTo>
                      <a:lnTo>
                        <a:pt x="109" y="97"/>
                      </a:lnTo>
                      <a:lnTo>
                        <a:pt x="101" y="110"/>
                      </a:lnTo>
                      <a:lnTo>
                        <a:pt x="89" y="123"/>
                      </a:lnTo>
                      <a:lnTo>
                        <a:pt x="75" y="134"/>
                      </a:lnTo>
                      <a:lnTo>
                        <a:pt x="60" y="145"/>
                      </a:lnTo>
                      <a:lnTo>
                        <a:pt x="43" y="156"/>
                      </a:lnTo>
                      <a:lnTo>
                        <a:pt x="29" y="167"/>
                      </a:lnTo>
                      <a:lnTo>
                        <a:pt x="27" y="170"/>
                      </a:lnTo>
                      <a:lnTo>
                        <a:pt x="26" y="172"/>
                      </a:lnTo>
                      <a:lnTo>
                        <a:pt x="26" y="176"/>
                      </a:lnTo>
                      <a:lnTo>
                        <a:pt x="28" y="179"/>
                      </a:lnTo>
                      <a:lnTo>
                        <a:pt x="30" y="182"/>
                      </a:lnTo>
                      <a:lnTo>
                        <a:pt x="34" y="183"/>
                      </a:lnTo>
                      <a:lnTo>
                        <a:pt x="37" y="183"/>
                      </a:lnTo>
                      <a:lnTo>
                        <a:pt x="41" y="182"/>
                      </a:lnTo>
                      <a:lnTo>
                        <a:pt x="58" y="171"/>
                      </a:lnTo>
                      <a:lnTo>
                        <a:pt x="76" y="160"/>
                      </a:lnTo>
                      <a:lnTo>
                        <a:pt x="92" y="147"/>
                      </a:lnTo>
                      <a:lnTo>
                        <a:pt x="108" y="132"/>
                      </a:lnTo>
                      <a:lnTo>
                        <a:pt x="118" y="116"/>
                      </a:lnTo>
                      <a:lnTo>
                        <a:pt x="125" y="98"/>
                      </a:lnTo>
                      <a:lnTo>
                        <a:pt x="128" y="78"/>
                      </a:lnTo>
                      <a:lnTo>
                        <a:pt x="123" y="58"/>
                      </a:lnTo>
                      <a:lnTo>
                        <a:pt x="112" y="41"/>
                      </a:lnTo>
                      <a:lnTo>
                        <a:pt x="98" y="28"/>
                      </a:lnTo>
                      <a:lnTo>
                        <a:pt x="80" y="16"/>
                      </a:lnTo>
                      <a:lnTo>
                        <a:pt x="61" y="8"/>
                      </a:lnTo>
                      <a:lnTo>
                        <a:pt x="41" y="2"/>
                      </a:lnTo>
                      <a:lnTo>
                        <a:pt x="23" y="0"/>
                      </a:lnTo>
                      <a:lnTo>
                        <a:pt x="9" y="1"/>
                      </a:lnTo>
                      <a:lnTo>
                        <a:pt x="0" y="6"/>
                      </a:lnTo>
                      <a:lnTo>
                        <a:pt x="16" y="10"/>
                      </a:lnTo>
                      <a:lnTo>
                        <a:pt x="33" y="14"/>
                      </a:lnTo>
                      <a:lnTo>
                        <a:pt x="48" y="17"/>
                      </a:lnTo>
                      <a:lnTo>
                        <a:pt x="63" y="22"/>
                      </a:lnTo>
                      <a:lnTo>
                        <a:pt x="77" y="28"/>
                      </a:lnTo>
                      <a:lnTo>
                        <a:pt x="90" y="36"/>
                      </a:lnTo>
                      <a:lnTo>
                        <a:pt x="101" y="46"/>
                      </a:lnTo>
                      <a:lnTo>
                        <a:pt x="108" y="6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37820" name="Freeform 759">
                  <a:extLst>
                    <a:ext uri="{FF2B5EF4-FFF2-40B4-BE49-F238E27FC236}">
                      <a16:creationId xmlns:a16="http://schemas.microsoft.com/office/drawing/2014/main" id="{961D7CC9-5977-4B19-84DD-754FBD4A931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70" y="2650"/>
                  <a:ext cx="112" cy="88"/>
                </a:xfrm>
                <a:custGeom>
                  <a:avLst/>
                  <a:gdLst>
                    <a:gd name="T0" fmla="*/ 0 w 323"/>
                    <a:gd name="T1" fmla="*/ 0 h 379"/>
                    <a:gd name="T2" fmla="*/ 0 w 323"/>
                    <a:gd name="T3" fmla="*/ 0 h 379"/>
                    <a:gd name="T4" fmla="*/ 0 w 323"/>
                    <a:gd name="T5" fmla="*/ 0 h 379"/>
                    <a:gd name="T6" fmla="*/ 0 w 323"/>
                    <a:gd name="T7" fmla="*/ 0 h 379"/>
                    <a:gd name="T8" fmla="*/ 0 w 323"/>
                    <a:gd name="T9" fmla="*/ 0 h 379"/>
                    <a:gd name="T10" fmla="*/ 0 w 323"/>
                    <a:gd name="T11" fmla="*/ 0 h 379"/>
                    <a:gd name="T12" fmla="*/ 0 w 323"/>
                    <a:gd name="T13" fmla="*/ 0 h 379"/>
                    <a:gd name="T14" fmla="*/ 0 w 323"/>
                    <a:gd name="T15" fmla="*/ 0 h 379"/>
                    <a:gd name="T16" fmla="*/ 0 w 323"/>
                    <a:gd name="T17" fmla="*/ 0 h 379"/>
                    <a:gd name="T18" fmla="*/ 0 w 323"/>
                    <a:gd name="T19" fmla="*/ 0 h 379"/>
                    <a:gd name="T20" fmla="*/ 0 w 323"/>
                    <a:gd name="T21" fmla="*/ 0 h 379"/>
                    <a:gd name="T22" fmla="*/ 0 w 323"/>
                    <a:gd name="T23" fmla="*/ 0 h 379"/>
                    <a:gd name="T24" fmla="*/ 0 w 323"/>
                    <a:gd name="T25" fmla="*/ 0 h 379"/>
                    <a:gd name="T26" fmla="*/ 0 w 323"/>
                    <a:gd name="T27" fmla="*/ 0 h 379"/>
                    <a:gd name="T28" fmla="*/ 0 w 323"/>
                    <a:gd name="T29" fmla="*/ 0 h 379"/>
                    <a:gd name="T30" fmla="*/ 0 w 323"/>
                    <a:gd name="T31" fmla="*/ 0 h 379"/>
                    <a:gd name="T32" fmla="*/ 0 w 323"/>
                    <a:gd name="T33" fmla="*/ 0 h 379"/>
                    <a:gd name="T34" fmla="*/ 0 w 323"/>
                    <a:gd name="T35" fmla="*/ 0 h 379"/>
                    <a:gd name="T36" fmla="*/ 0 w 323"/>
                    <a:gd name="T37" fmla="*/ 0 h 379"/>
                    <a:gd name="T38" fmla="*/ 0 w 323"/>
                    <a:gd name="T39" fmla="*/ 0 h 379"/>
                    <a:gd name="T40" fmla="*/ 0 w 323"/>
                    <a:gd name="T41" fmla="*/ 0 h 379"/>
                    <a:gd name="T42" fmla="*/ 0 w 323"/>
                    <a:gd name="T43" fmla="*/ 0 h 379"/>
                    <a:gd name="T44" fmla="*/ 0 w 323"/>
                    <a:gd name="T45" fmla="*/ 0 h 379"/>
                    <a:gd name="T46" fmla="*/ 0 w 323"/>
                    <a:gd name="T47" fmla="*/ 0 h 379"/>
                    <a:gd name="T48" fmla="*/ 0 w 323"/>
                    <a:gd name="T49" fmla="*/ 0 h 379"/>
                    <a:gd name="T50" fmla="*/ 0 w 323"/>
                    <a:gd name="T51" fmla="*/ 0 h 379"/>
                    <a:gd name="T52" fmla="*/ 0 w 323"/>
                    <a:gd name="T53" fmla="*/ 0 h 379"/>
                    <a:gd name="T54" fmla="*/ 0 w 323"/>
                    <a:gd name="T55" fmla="*/ 0 h 379"/>
                    <a:gd name="T56" fmla="*/ 0 w 323"/>
                    <a:gd name="T57" fmla="*/ 0 h 379"/>
                    <a:gd name="T58" fmla="*/ 0 w 323"/>
                    <a:gd name="T59" fmla="*/ 0 h 379"/>
                    <a:gd name="T60" fmla="*/ 0 w 323"/>
                    <a:gd name="T61" fmla="*/ 0 h 379"/>
                    <a:gd name="T62" fmla="*/ 0 w 323"/>
                    <a:gd name="T63" fmla="*/ 0 h 379"/>
                    <a:gd name="T64" fmla="*/ 0 w 323"/>
                    <a:gd name="T65" fmla="*/ 0 h 379"/>
                    <a:gd name="T66" fmla="*/ 0 w 323"/>
                    <a:gd name="T67" fmla="*/ 0 h 379"/>
                    <a:gd name="T68" fmla="*/ 0 w 323"/>
                    <a:gd name="T69" fmla="*/ 0 h 379"/>
                    <a:gd name="T70" fmla="*/ 0 w 323"/>
                    <a:gd name="T71" fmla="*/ 0 h 379"/>
                    <a:gd name="T72" fmla="*/ 0 w 323"/>
                    <a:gd name="T73" fmla="*/ 0 h 379"/>
                    <a:gd name="T74" fmla="*/ 0 w 323"/>
                    <a:gd name="T75" fmla="*/ 0 h 379"/>
                    <a:gd name="T76" fmla="*/ 0 w 323"/>
                    <a:gd name="T77" fmla="*/ 0 h 379"/>
                    <a:gd name="T78" fmla="*/ 0 w 323"/>
                    <a:gd name="T79" fmla="*/ 0 h 379"/>
                    <a:gd name="T80" fmla="*/ 0 w 323"/>
                    <a:gd name="T81" fmla="*/ 0 h 379"/>
                    <a:gd name="T82" fmla="*/ 0 w 323"/>
                    <a:gd name="T83" fmla="*/ 0 h 379"/>
                    <a:gd name="T84" fmla="*/ 0 w 323"/>
                    <a:gd name="T85" fmla="*/ 0 h 379"/>
                    <a:gd name="T86" fmla="*/ 0 w 323"/>
                    <a:gd name="T87" fmla="*/ 0 h 379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w 323"/>
                    <a:gd name="T133" fmla="*/ 0 h 379"/>
                    <a:gd name="T134" fmla="*/ 323 w 323"/>
                    <a:gd name="T135" fmla="*/ 379 h 379"/>
                  </a:gdLst>
                  <a:ahLst/>
                  <a:cxnLst>
                    <a:cxn ang="T88">
                      <a:pos x="T0" y="T1"/>
                    </a:cxn>
                    <a:cxn ang="T89">
                      <a:pos x="T2" y="T3"/>
                    </a:cxn>
                    <a:cxn ang="T90">
                      <a:pos x="T4" y="T5"/>
                    </a:cxn>
                    <a:cxn ang="T91">
                      <a:pos x="T6" y="T7"/>
                    </a:cxn>
                    <a:cxn ang="T92">
                      <a:pos x="T8" y="T9"/>
                    </a:cxn>
                    <a:cxn ang="T93">
                      <a:pos x="T10" y="T11"/>
                    </a:cxn>
                    <a:cxn ang="T94">
                      <a:pos x="T12" y="T13"/>
                    </a:cxn>
                    <a:cxn ang="T95">
                      <a:pos x="T14" y="T15"/>
                    </a:cxn>
                    <a:cxn ang="T96">
                      <a:pos x="T16" y="T17"/>
                    </a:cxn>
                    <a:cxn ang="T97">
                      <a:pos x="T18" y="T19"/>
                    </a:cxn>
                    <a:cxn ang="T98">
                      <a:pos x="T20" y="T21"/>
                    </a:cxn>
                    <a:cxn ang="T99">
                      <a:pos x="T22" y="T23"/>
                    </a:cxn>
                    <a:cxn ang="T100">
                      <a:pos x="T24" y="T25"/>
                    </a:cxn>
                    <a:cxn ang="T101">
                      <a:pos x="T26" y="T27"/>
                    </a:cxn>
                    <a:cxn ang="T102">
                      <a:pos x="T28" y="T29"/>
                    </a:cxn>
                    <a:cxn ang="T103">
                      <a:pos x="T30" y="T31"/>
                    </a:cxn>
                    <a:cxn ang="T104">
                      <a:pos x="T32" y="T33"/>
                    </a:cxn>
                    <a:cxn ang="T105">
                      <a:pos x="T34" y="T35"/>
                    </a:cxn>
                    <a:cxn ang="T106">
                      <a:pos x="T36" y="T37"/>
                    </a:cxn>
                    <a:cxn ang="T107">
                      <a:pos x="T38" y="T39"/>
                    </a:cxn>
                    <a:cxn ang="T108">
                      <a:pos x="T40" y="T41"/>
                    </a:cxn>
                    <a:cxn ang="T109">
                      <a:pos x="T42" y="T43"/>
                    </a:cxn>
                    <a:cxn ang="T110">
                      <a:pos x="T44" y="T45"/>
                    </a:cxn>
                    <a:cxn ang="T111">
                      <a:pos x="T46" y="T47"/>
                    </a:cxn>
                    <a:cxn ang="T112">
                      <a:pos x="T48" y="T49"/>
                    </a:cxn>
                    <a:cxn ang="T113">
                      <a:pos x="T50" y="T51"/>
                    </a:cxn>
                    <a:cxn ang="T114">
                      <a:pos x="T52" y="T53"/>
                    </a:cxn>
                    <a:cxn ang="T115">
                      <a:pos x="T54" y="T55"/>
                    </a:cxn>
                    <a:cxn ang="T116">
                      <a:pos x="T56" y="T57"/>
                    </a:cxn>
                    <a:cxn ang="T117">
                      <a:pos x="T58" y="T59"/>
                    </a:cxn>
                    <a:cxn ang="T118">
                      <a:pos x="T60" y="T61"/>
                    </a:cxn>
                    <a:cxn ang="T119">
                      <a:pos x="T62" y="T63"/>
                    </a:cxn>
                    <a:cxn ang="T120">
                      <a:pos x="T64" y="T65"/>
                    </a:cxn>
                    <a:cxn ang="T121">
                      <a:pos x="T66" y="T67"/>
                    </a:cxn>
                    <a:cxn ang="T122">
                      <a:pos x="T68" y="T69"/>
                    </a:cxn>
                    <a:cxn ang="T123">
                      <a:pos x="T70" y="T71"/>
                    </a:cxn>
                    <a:cxn ang="T124">
                      <a:pos x="T72" y="T73"/>
                    </a:cxn>
                    <a:cxn ang="T125">
                      <a:pos x="T74" y="T75"/>
                    </a:cxn>
                    <a:cxn ang="T126">
                      <a:pos x="T76" y="T77"/>
                    </a:cxn>
                    <a:cxn ang="T127">
                      <a:pos x="T78" y="T79"/>
                    </a:cxn>
                    <a:cxn ang="T128">
                      <a:pos x="T80" y="T81"/>
                    </a:cxn>
                    <a:cxn ang="T129">
                      <a:pos x="T82" y="T83"/>
                    </a:cxn>
                    <a:cxn ang="T130">
                      <a:pos x="T84" y="T85"/>
                    </a:cxn>
                    <a:cxn ang="T131">
                      <a:pos x="T86" y="T87"/>
                    </a:cxn>
                  </a:cxnLst>
                  <a:rect l="T132" t="T133" r="T134" b="T135"/>
                  <a:pathLst>
                    <a:path w="323" h="379">
                      <a:moveTo>
                        <a:pt x="126" y="50"/>
                      </a:moveTo>
                      <a:lnTo>
                        <a:pt x="101" y="70"/>
                      </a:lnTo>
                      <a:lnTo>
                        <a:pt x="76" y="92"/>
                      </a:lnTo>
                      <a:lnTo>
                        <a:pt x="54" y="115"/>
                      </a:lnTo>
                      <a:lnTo>
                        <a:pt x="34" y="140"/>
                      </a:lnTo>
                      <a:lnTo>
                        <a:pt x="18" y="167"/>
                      </a:lnTo>
                      <a:lnTo>
                        <a:pt x="6" y="196"/>
                      </a:lnTo>
                      <a:lnTo>
                        <a:pt x="0" y="227"/>
                      </a:lnTo>
                      <a:lnTo>
                        <a:pt x="1" y="259"/>
                      </a:lnTo>
                      <a:lnTo>
                        <a:pt x="4" y="267"/>
                      </a:lnTo>
                      <a:lnTo>
                        <a:pt x="7" y="277"/>
                      </a:lnTo>
                      <a:lnTo>
                        <a:pt x="11" y="283"/>
                      </a:lnTo>
                      <a:lnTo>
                        <a:pt x="15" y="291"/>
                      </a:lnTo>
                      <a:lnTo>
                        <a:pt x="21" y="298"/>
                      </a:lnTo>
                      <a:lnTo>
                        <a:pt x="27" y="305"/>
                      </a:lnTo>
                      <a:lnTo>
                        <a:pt x="34" y="311"/>
                      </a:lnTo>
                      <a:lnTo>
                        <a:pt x="41" y="316"/>
                      </a:lnTo>
                      <a:lnTo>
                        <a:pt x="57" y="325"/>
                      </a:lnTo>
                      <a:lnTo>
                        <a:pt x="72" y="333"/>
                      </a:lnTo>
                      <a:lnTo>
                        <a:pt x="87" y="340"/>
                      </a:lnTo>
                      <a:lnTo>
                        <a:pt x="103" y="345"/>
                      </a:lnTo>
                      <a:lnTo>
                        <a:pt x="120" y="351"/>
                      </a:lnTo>
                      <a:lnTo>
                        <a:pt x="136" y="356"/>
                      </a:lnTo>
                      <a:lnTo>
                        <a:pt x="153" y="360"/>
                      </a:lnTo>
                      <a:lnTo>
                        <a:pt x="169" y="364"/>
                      </a:lnTo>
                      <a:lnTo>
                        <a:pt x="187" y="367"/>
                      </a:lnTo>
                      <a:lnTo>
                        <a:pt x="204" y="370"/>
                      </a:lnTo>
                      <a:lnTo>
                        <a:pt x="221" y="372"/>
                      </a:lnTo>
                      <a:lnTo>
                        <a:pt x="238" y="374"/>
                      </a:lnTo>
                      <a:lnTo>
                        <a:pt x="256" y="375"/>
                      </a:lnTo>
                      <a:lnTo>
                        <a:pt x="273" y="376"/>
                      </a:lnTo>
                      <a:lnTo>
                        <a:pt x="290" y="378"/>
                      </a:lnTo>
                      <a:lnTo>
                        <a:pt x="307" y="379"/>
                      </a:lnTo>
                      <a:lnTo>
                        <a:pt x="312" y="379"/>
                      </a:lnTo>
                      <a:lnTo>
                        <a:pt x="317" y="375"/>
                      </a:lnTo>
                      <a:lnTo>
                        <a:pt x="320" y="372"/>
                      </a:lnTo>
                      <a:lnTo>
                        <a:pt x="323" y="366"/>
                      </a:lnTo>
                      <a:lnTo>
                        <a:pt x="323" y="360"/>
                      </a:lnTo>
                      <a:lnTo>
                        <a:pt x="320" y="356"/>
                      </a:lnTo>
                      <a:lnTo>
                        <a:pt x="316" y="352"/>
                      </a:lnTo>
                      <a:lnTo>
                        <a:pt x="311" y="351"/>
                      </a:lnTo>
                      <a:lnTo>
                        <a:pt x="295" y="351"/>
                      </a:lnTo>
                      <a:lnTo>
                        <a:pt x="279" y="351"/>
                      </a:lnTo>
                      <a:lnTo>
                        <a:pt x="263" y="350"/>
                      </a:lnTo>
                      <a:lnTo>
                        <a:pt x="248" y="349"/>
                      </a:lnTo>
                      <a:lnTo>
                        <a:pt x="231" y="348"/>
                      </a:lnTo>
                      <a:lnTo>
                        <a:pt x="215" y="345"/>
                      </a:lnTo>
                      <a:lnTo>
                        <a:pt x="200" y="343"/>
                      </a:lnTo>
                      <a:lnTo>
                        <a:pt x="183" y="341"/>
                      </a:lnTo>
                      <a:lnTo>
                        <a:pt x="168" y="337"/>
                      </a:lnTo>
                      <a:lnTo>
                        <a:pt x="151" y="334"/>
                      </a:lnTo>
                      <a:lnTo>
                        <a:pt x="136" y="329"/>
                      </a:lnTo>
                      <a:lnTo>
                        <a:pt x="121" y="325"/>
                      </a:lnTo>
                      <a:lnTo>
                        <a:pt x="106" y="320"/>
                      </a:lnTo>
                      <a:lnTo>
                        <a:pt x="92" y="313"/>
                      </a:lnTo>
                      <a:lnTo>
                        <a:pt x="76" y="306"/>
                      </a:lnTo>
                      <a:lnTo>
                        <a:pt x="62" y="300"/>
                      </a:lnTo>
                      <a:lnTo>
                        <a:pt x="51" y="291"/>
                      </a:lnTo>
                      <a:lnTo>
                        <a:pt x="41" y="280"/>
                      </a:lnTo>
                      <a:lnTo>
                        <a:pt x="35" y="269"/>
                      </a:lnTo>
                      <a:lnTo>
                        <a:pt x="31" y="255"/>
                      </a:lnTo>
                      <a:lnTo>
                        <a:pt x="31" y="239"/>
                      </a:lnTo>
                      <a:lnTo>
                        <a:pt x="33" y="218"/>
                      </a:lnTo>
                      <a:lnTo>
                        <a:pt x="38" y="197"/>
                      </a:lnTo>
                      <a:lnTo>
                        <a:pt x="42" y="182"/>
                      </a:lnTo>
                      <a:lnTo>
                        <a:pt x="51" y="165"/>
                      </a:lnTo>
                      <a:lnTo>
                        <a:pt x="60" y="150"/>
                      </a:lnTo>
                      <a:lnTo>
                        <a:pt x="68" y="136"/>
                      </a:lnTo>
                      <a:lnTo>
                        <a:pt x="79" y="124"/>
                      </a:lnTo>
                      <a:lnTo>
                        <a:pt x="89" y="111"/>
                      </a:lnTo>
                      <a:lnTo>
                        <a:pt x="101" y="100"/>
                      </a:lnTo>
                      <a:lnTo>
                        <a:pt x="114" y="88"/>
                      </a:lnTo>
                      <a:lnTo>
                        <a:pt x="129" y="76"/>
                      </a:lnTo>
                      <a:lnTo>
                        <a:pt x="144" y="64"/>
                      </a:lnTo>
                      <a:lnTo>
                        <a:pt x="162" y="53"/>
                      </a:lnTo>
                      <a:lnTo>
                        <a:pt x="181" y="41"/>
                      </a:lnTo>
                      <a:lnTo>
                        <a:pt x="201" y="31"/>
                      </a:lnTo>
                      <a:lnTo>
                        <a:pt x="219" y="22"/>
                      </a:lnTo>
                      <a:lnTo>
                        <a:pt x="237" y="14"/>
                      </a:lnTo>
                      <a:lnTo>
                        <a:pt x="253" y="7"/>
                      </a:lnTo>
                      <a:lnTo>
                        <a:pt x="268" y="1"/>
                      </a:lnTo>
                      <a:lnTo>
                        <a:pt x="255" y="0"/>
                      </a:lnTo>
                      <a:lnTo>
                        <a:pt x="238" y="1"/>
                      </a:lnTo>
                      <a:lnTo>
                        <a:pt x="221" y="5"/>
                      </a:lnTo>
                      <a:lnTo>
                        <a:pt x="201" y="11"/>
                      </a:lnTo>
                      <a:lnTo>
                        <a:pt x="181" y="19"/>
                      </a:lnTo>
                      <a:lnTo>
                        <a:pt x="161" y="28"/>
                      </a:lnTo>
                      <a:lnTo>
                        <a:pt x="142" y="39"/>
                      </a:lnTo>
                      <a:lnTo>
                        <a:pt x="126" y="5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37821" name="Freeform 760">
                  <a:extLst>
                    <a:ext uri="{FF2B5EF4-FFF2-40B4-BE49-F238E27FC236}">
                      <a16:creationId xmlns:a16="http://schemas.microsoft.com/office/drawing/2014/main" id="{226EEA60-5DF4-491F-92AE-7A01AB894A0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29" y="2647"/>
                  <a:ext cx="99" cy="59"/>
                </a:xfrm>
                <a:custGeom>
                  <a:avLst/>
                  <a:gdLst>
                    <a:gd name="T0" fmla="*/ 0 w 282"/>
                    <a:gd name="T1" fmla="*/ 0 h 253"/>
                    <a:gd name="T2" fmla="*/ 0 w 282"/>
                    <a:gd name="T3" fmla="*/ 0 h 253"/>
                    <a:gd name="T4" fmla="*/ 0 w 282"/>
                    <a:gd name="T5" fmla="*/ 0 h 253"/>
                    <a:gd name="T6" fmla="*/ 0 w 282"/>
                    <a:gd name="T7" fmla="*/ 0 h 253"/>
                    <a:gd name="T8" fmla="*/ 0 w 282"/>
                    <a:gd name="T9" fmla="*/ 0 h 253"/>
                    <a:gd name="T10" fmla="*/ 0 w 282"/>
                    <a:gd name="T11" fmla="*/ 0 h 253"/>
                    <a:gd name="T12" fmla="*/ 0 w 282"/>
                    <a:gd name="T13" fmla="*/ 0 h 253"/>
                    <a:gd name="T14" fmla="*/ 0 w 282"/>
                    <a:gd name="T15" fmla="*/ 0 h 253"/>
                    <a:gd name="T16" fmla="*/ 0 w 282"/>
                    <a:gd name="T17" fmla="*/ 0 h 253"/>
                    <a:gd name="T18" fmla="*/ 0 w 282"/>
                    <a:gd name="T19" fmla="*/ 0 h 253"/>
                    <a:gd name="T20" fmla="*/ 0 w 282"/>
                    <a:gd name="T21" fmla="*/ 0 h 253"/>
                    <a:gd name="T22" fmla="*/ 0 w 282"/>
                    <a:gd name="T23" fmla="*/ 0 h 253"/>
                    <a:gd name="T24" fmla="*/ 0 w 282"/>
                    <a:gd name="T25" fmla="*/ 0 h 253"/>
                    <a:gd name="T26" fmla="*/ 0 w 282"/>
                    <a:gd name="T27" fmla="*/ 0 h 253"/>
                    <a:gd name="T28" fmla="*/ 0 w 282"/>
                    <a:gd name="T29" fmla="*/ 0 h 253"/>
                    <a:gd name="T30" fmla="*/ 0 w 282"/>
                    <a:gd name="T31" fmla="*/ 0 h 253"/>
                    <a:gd name="T32" fmla="*/ 0 w 282"/>
                    <a:gd name="T33" fmla="*/ 0 h 253"/>
                    <a:gd name="T34" fmla="*/ 0 w 282"/>
                    <a:gd name="T35" fmla="*/ 0 h 253"/>
                    <a:gd name="T36" fmla="*/ 0 w 282"/>
                    <a:gd name="T37" fmla="*/ 0 h 253"/>
                    <a:gd name="T38" fmla="*/ 0 w 282"/>
                    <a:gd name="T39" fmla="*/ 0 h 253"/>
                    <a:gd name="T40" fmla="*/ 0 w 282"/>
                    <a:gd name="T41" fmla="*/ 0 h 253"/>
                    <a:gd name="T42" fmla="*/ 0 w 282"/>
                    <a:gd name="T43" fmla="*/ 0 h 253"/>
                    <a:gd name="T44" fmla="*/ 0 w 282"/>
                    <a:gd name="T45" fmla="*/ 0 h 253"/>
                    <a:gd name="T46" fmla="*/ 0 w 282"/>
                    <a:gd name="T47" fmla="*/ 0 h 253"/>
                    <a:gd name="T48" fmla="*/ 0 w 282"/>
                    <a:gd name="T49" fmla="*/ 0 h 253"/>
                    <a:gd name="T50" fmla="*/ 0 w 282"/>
                    <a:gd name="T51" fmla="*/ 0 h 253"/>
                    <a:gd name="T52" fmla="*/ 0 w 282"/>
                    <a:gd name="T53" fmla="*/ 0 h 253"/>
                    <a:gd name="T54" fmla="*/ 0 w 282"/>
                    <a:gd name="T55" fmla="*/ 0 h 253"/>
                    <a:gd name="T56" fmla="*/ 0 w 282"/>
                    <a:gd name="T57" fmla="*/ 0 h 253"/>
                    <a:gd name="T58" fmla="*/ 0 w 282"/>
                    <a:gd name="T59" fmla="*/ 0 h 253"/>
                    <a:gd name="T60" fmla="*/ 0 w 282"/>
                    <a:gd name="T61" fmla="*/ 0 h 253"/>
                    <a:gd name="T62" fmla="*/ 0 w 282"/>
                    <a:gd name="T63" fmla="*/ 0 h 253"/>
                    <a:gd name="T64" fmla="*/ 0 w 282"/>
                    <a:gd name="T65" fmla="*/ 0 h 253"/>
                    <a:gd name="T66" fmla="*/ 0 w 282"/>
                    <a:gd name="T67" fmla="*/ 0 h 253"/>
                    <a:gd name="T68" fmla="*/ 0 w 282"/>
                    <a:gd name="T69" fmla="*/ 0 h 253"/>
                    <a:gd name="T70" fmla="*/ 0 w 282"/>
                    <a:gd name="T71" fmla="*/ 0 h 253"/>
                    <a:gd name="T72" fmla="*/ 0 w 282"/>
                    <a:gd name="T73" fmla="*/ 0 h 253"/>
                    <a:gd name="T74" fmla="*/ 0 w 282"/>
                    <a:gd name="T75" fmla="*/ 0 h 253"/>
                    <a:gd name="T76" fmla="*/ 0 w 282"/>
                    <a:gd name="T77" fmla="*/ 0 h 253"/>
                    <a:gd name="T78" fmla="*/ 0 w 282"/>
                    <a:gd name="T79" fmla="*/ 0 h 253"/>
                    <a:gd name="T80" fmla="*/ 0 w 282"/>
                    <a:gd name="T81" fmla="*/ 0 h 253"/>
                    <a:gd name="T82" fmla="*/ 0 w 282"/>
                    <a:gd name="T83" fmla="*/ 0 h 253"/>
                    <a:gd name="T84" fmla="*/ 0 w 282"/>
                    <a:gd name="T85" fmla="*/ 0 h 253"/>
                    <a:gd name="T86" fmla="*/ 0 w 282"/>
                    <a:gd name="T87" fmla="*/ 0 h 253"/>
                    <a:gd name="T88" fmla="*/ 0 w 282"/>
                    <a:gd name="T89" fmla="*/ 0 h 253"/>
                    <a:gd name="T90" fmla="*/ 0 w 282"/>
                    <a:gd name="T91" fmla="*/ 0 h 253"/>
                    <a:gd name="T92" fmla="*/ 0 w 282"/>
                    <a:gd name="T93" fmla="*/ 0 h 253"/>
                    <a:gd name="T94" fmla="*/ 0 w 282"/>
                    <a:gd name="T95" fmla="*/ 0 h 253"/>
                    <a:gd name="T96" fmla="*/ 0 w 282"/>
                    <a:gd name="T97" fmla="*/ 0 h 253"/>
                    <a:gd name="T98" fmla="*/ 0 w 282"/>
                    <a:gd name="T99" fmla="*/ 0 h 253"/>
                    <a:gd name="T100" fmla="*/ 0 w 282"/>
                    <a:gd name="T101" fmla="*/ 0 h 253"/>
                    <a:gd name="T102" fmla="*/ 0 w 282"/>
                    <a:gd name="T103" fmla="*/ 0 h 253"/>
                    <a:gd name="T104" fmla="*/ 0 w 282"/>
                    <a:gd name="T105" fmla="*/ 0 h 253"/>
                    <a:gd name="T106" fmla="*/ 0 w 282"/>
                    <a:gd name="T107" fmla="*/ 0 h 253"/>
                    <a:gd name="T108" fmla="*/ 0 w 282"/>
                    <a:gd name="T109" fmla="*/ 0 h 253"/>
                    <a:gd name="T110" fmla="*/ 0 w 282"/>
                    <a:gd name="T111" fmla="*/ 0 h 253"/>
                    <a:gd name="T112" fmla="*/ 0 w 282"/>
                    <a:gd name="T113" fmla="*/ 0 h 253"/>
                    <a:gd name="T114" fmla="*/ 0 w 282"/>
                    <a:gd name="T115" fmla="*/ 0 h 253"/>
                    <a:gd name="T116" fmla="*/ 0 w 282"/>
                    <a:gd name="T117" fmla="*/ 0 h 253"/>
                    <a:gd name="T118" fmla="*/ 0 w 282"/>
                    <a:gd name="T119" fmla="*/ 0 h 253"/>
                    <a:gd name="T120" fmla="*/ 0 w 282"/>
                    <a:gd name="T121" fmla="*/ 0 h 253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60000 65536"/>
                    <a:gd name="T148" fmla="*/ 0 60000 65536"/>
                    <a:gd name="T149" fmla="*/ 0 60000 65536"/>
                    <a:gd name="T150" fmla="*/ 0 60000 65536"/>
                    <a:gd name="T151" fmla="*/ 0 60000 65536"/>
                    <a:gd name="T152" fmla="*/ 0 60000 65536"/>
                    <a:gd name="T153" fmla="*/ 0 60000 65536"/>
                    <a:gd name="T154" fmla="*/ 0 60000 65536"/>
                    <a:gd name="T155" fmla="*/ 0 60000 65536"/>
                    <a:gd name="T156" fmla="*/ 0 60000 65536"/>
                    <a:gd name="T157" fmla="*/ 0 60000 65536"/>
                    <a:gd name="T158" fmla="*/ 0 60000 65536"/>
                    <a:gd name="T159" fmla="*/ 0 60000 65536"/>
                    <a:gd name="T160" fmla="*/ 0 60000 65536"/>
                    <a:gd name="T161" fmla="*/ 0 60000 65536"/>
                    <a:gd name="T162" fmla="*/ 0 60000 65536"/>
                    <a:gd name="T163" fmla="*/ 0 60000 65536"/>
                    <a:gd name="T164" fmla="*/ 0 60000 65536"/>
                    <a:gd name="T165" fmla="*/ 0 60000 65536"/>
                    <a:gd name="T166" fmla="*/ 0 60000 65536"/>
                    <a:gd name="T167" fmla="*/ 0 60000 65536"/>
                    <a:gd name="T168" fmla="*/ 0 60000 65536"/>
                    <a:gd name="T169" fmla="*/ 0 60000 65536"/>
                    <a:gd name="T170" fmla="*/ 0 60000 65536"/>
                    <a:gd name="T171" fmla="*/ 0 60000 65536"/>
                    <a:gd name="T172" fmla="*/ 0 60000 65536"/>
                    <a:gd name="T173" fmla="*/ 0 60000 65536"/>
                    <a:gd name="T174" fmla="*/ 0 60000 65536"/>
                    <a:gd name="T175" fmla="*/ 0 60000 65536"/>
                    <a:gd name="T176" fmla="*/ 0 60000 65536"/>
                    <a:gd name="T177" fmla="*/ 0 60000 65536"/>
                    <a:gd name="T178" fmla="*/ 0 60000 65536"/>
                    <a:gd name="T179" fmla="*/ 0 60000 65536"/>
                    <a:gd name="T180" fmla="*/ 0 60000 65536"/>
                    <a:gd name="T181" fmla="*/ 0 60000 65536"/>
                    <a:gd name="T182" fmla="*/ 0 60000 65536"/>
                    <a:gd name="T183" fmla="*/ 0 w 282"/>
                    <a:gd name="T184" fmla="*/ 0 h 253"/>
                    <a:gd name="T185" fmla="*/ 282 w 282"/>
                    <a:gd name="T186" fmla="*/ 253 h 253"/>
                  </a:gdLst>
                  <a:ahLst/>
                  <a:cxnLst>
                    <a:cxn ang="T122">
                      <a:pos x="T0" y="T1"/>
                    </a:cxn>
                    <a:cxn ang="T123">
                      <a:pos x="T2" y="T3"/>
                    </a:cxn>
                    <a:cxn ang="T124">
                      <a:pos x="T4" y="T5"/>
                    </a:cxn>
                    <a:cxn ang="T125">
                      <a:pos x="T6" y="T7"/>
                    </a:cxn>
                    <a:cxn ang="T126">
                      <a:pos x="T8" y="T9"/>
                    </a:cxn>
                    <a:cxn ang="T127">
                      <a:pos x="T10" y="T11"/>
                    </a:cxn>
                    <a:cxn ang="T128">
                      <a:pos x="T12" y="T13"/>
                    </a:cxn>
                    <a:cxn ang="T129">
                      <a:pos x="T14" y="T15"/>
                    </a:cxn>
                    <a:cxn ang="T130">
                      <a:pos x="T16" y="T17"/>
                    </a:cxn>
                    <a:cxn ang="T131">
                      <a:pos x="T18" y="T19"/>
                    </a:cxn>
                    <a:cxn ang="T132">
                      <a:pos x="T20" y="T21"/>
                    </a:cxn>
                    <a:cxn ang="T133">
                      <a:pos x="T22" y="T23"/>
                    </a:cxn>
                    <a:cxn ang="T134">
                      <a:pos x="T24" y="T25"/>
                    </a:cxn>
                    <a:cxn ang="T135">
                      <a:pos x="T26" y="T27"/>
                    </a:cxn>
                    <a:cxn ang="T136">
                      <a:pos x="T28" y="T29"/>
                    </a:cxn>
                    <a:cxn ang="T137">
                      <a:pos x="T30" y="T31"/>
                    </a:cxn>
                    <a:cxn ang="T138">
                      <a:pos x="T32" y="T33"/>
                    </a:cxn>
                    <a:cxn ang="T139">
                      <a:pos x="T34" y="T35"/>
                    </a:cxn>
                    <a:cxn ang="T140">
                      <a:pos x="T36" y="T37"/>
                    </a:cxn>
                    <a:cxn ang="T141">
                      <a:pos x="T38" y="T39"/>
                    </a:cxn>
                    <a:cxn ang="T142">
                      <a:pos x="T40" y="T41"/>
                    </a:cxn>
                    <a:cxn ang="T143">
                      <a:pos x="T42" y="T43"/>
                    </a:cxn>
                    <a:cxn ang="T144">
                      <a:pos x="T44" y="T45"/>
                    </a:cxn>
                    <a:cxn ang="T145">
                      <a:pos x="T46" y="T47"/>
                    </a:cxn>
                    <a:cxn ang="T146">
                      <a:pos x="T48" y="T49"/>
                    </a:cxn>
                    <a:cxn ang="T147">
                      <a:pos x="T50" y="T51"/>
                    </a:cxn>
                    <a:cxn ang="T148">
                      <a:pos x="T52" y="T53"/>
                    </a:cxn>
                    <a:cxn ang="T149">
                      <a:pos x="T54" y="T55"/>
                    </a:cxn>
                    <a:cxn ang="T150">
                      <a:pos x="T56" y="T57"/>
                    </a:cxn>
                    <a:cxn ang="T151">
                      <a:pos x="T58" y="T59"/>
                    </a:cxn>
                    <a:cxn ang="T152">
                      <a:pos x="T60" y="T61"/>
                    </a:cxn>
                    <a:cxn ang="T153">
                      <a:pos x="T62" y="T63"/>
                    </a:cxn>
                    <a:cxn ang="T154">
                      <a:pos x="T64" y="T65"/>
                    </a:cxn>
                    <a:cxn ang="T155">
                      <a:pos x="T66" y="T67"/>
                    </a:cxn>
                    <a:cxn ang="T156">
                      <a:pos x="T68" y="T69"/>
                    </a:cxn>
                    <a:cxn ang="T157">
                      <a:pos x="T70" y="T71"/>
                    </a:cxn>
                    <a:cxn ang="T158">
                      <a:pos x="T72" y="T73"/>
                    </a:cxn>
                    <a:cxn ang="T159">
                      <a:pos x="T74" y="T75"/>
                    </a:cxn>
                    <a:cxn ang="T160">
                      <a:pos x="T76" y="T77"/>
                    </a:cxn>
                    <a:cxn ang="T161">
                      <a:pos x="T78" y="T79"/>
                    </a:cxn>
                    <a:cxn ang="T162">
                      <a:pos x="T80" y="T81"/>
                    </a:cxn>
                    <a:cxn ang="T163">
                      <a:pos x="T82" y="T83"/>
                    </a:cxn>
                    <a:cxn ang="T164">
                      <a:pos x="T84" y="T85"/>
                    </a:cxn>
                    <a:cxn ang="T165">
                      <a:pos x="T86" y="T87"/>
                    </a:cxn>
                    <a:cxn ang="T166">
                      <a:pos x="T88" y="T89"/>
                    </a:cxn>
                    <a:cxn ang="T167">
                      <a:pos x="T90" y="T91"/>
                    </a:cxn>
                    <a:cxn ang="T168">
                      <a:pos x="T92" y="T93"/>
                    </a:cxn>
                    <a:cxn ang="T169">
                      <a:pos x="T94" y="T95"/>
                    </a:cxn>
                    <a:cxn ang="T170">
                      <a:pos x="T96" y="T97"/>
                    </a:cxn>
                    <a:cxn ang="T171">
                      <a:pos x="T98" y="T99"/>
                    </a:cxn>
                    <a:cxn ang="T172">
                      <a:pos x="T100" y="T101"/>
                    </a:cxn>
                    <a:cxn ang="T173">
                      <a:pos x="T102" y="T103"/>
                    </a:cxn>
                    <a:cxn ang="T174">
                      <a:pos x="T104" y="T105"/>
                    </a:cxn>
                    <a:cxn ang="T175">
                      <a:pos x="T106" y="T107"/>
                    </a:cxn>
                    <a:cxn ang="T176">
                      <a:pos x="T108" y="T109"/>
                    </a:cxn>
                    <a:cxn ang="T177">
                      <a:pos x="T110" y="T111"/>
                    </a:cxn>
                    <a:cxn ang="T178">
                      <a:pos x="T112" y="T113"/>
                    </a:cxn>
                    <a:cxn ang="T179">
                      <a:pos x="T114" y="T115"/>
                    </a:cxn>
                    <a:cxn ang="T180">
                      <a:pos x="T116" y="T117"/>
                    </a:cxn>
                    <a:cxn ang="T181">
                      <a:pos x="T118" y="T119"/>
                    </a:cxn>
                    <a:cxn ang="T182">
                      <a:pos x="T120" y="T121"/>
                    </a:cxn>
                  </a:cxnLst>
                  <a:rect l="T183" t="T184" r="T185" b="T186"/>
                  <a:pathLst>
                    <a:path w="282" h="253">
                      <a:moveTo>
                        <a:pt x="235" y="78"/>
                      </a:moveTo>
                      <a:lnTo>
                        <a:pt x="248" y="92"/>
                      </a:lnTo>
                      <a:lnTo>
                        <a:pt x="255" y="108"/>
                      </a:lnTo>
                      <a:lnTo>
                        <a:pt x="259" y="125"/>
                      </a:lnTo>
                      <a:lnTo>
                        <a:pt x="259" y="144"/>
                      </a:lnTo>
                      <a:lnTo>
                        <a:pt x="257" y="159"/>
                      </a:lnTo>
                      <a:lnTo>
                        <a:pt x="252" y="171"/>
                      </a:lnTo>
                      <a:lnTo>
                        <a:pt x="244" y="184"/>
                      </a:lnTo>
                      <a:lnTo>
                        <a:pt x="236" y="194"/>
                      </a:lnTo>
                      <a:lnTo>
                        <a:pt x="225" y="206"/>
                      </a:lnTo>
                      <a:lnTo>
                        <a:pt x="215" y="215"/>
                      </a:lnTo>
                      <a:lnTo>
                        <a:pt x="204" y="225"/>
                      </a:lnTo>
                      <a:lnTo>
                        <a:pt x="194" y="236"/>
                      </a:lnTo>
                      <a:lnTo>
                        <a:pt x="191" y="239"/>
                      </a:lnTo>
                      <a:lnTo>
                        <a:pt x="190" y="242"/>
                      </a:lnTo>
                      <a:lnTo>
                        <a:pt x="191" y="246"/>
                      </a:lnTo>
                      <a:lnTo>
                        <a:pt x="194" y="249"/>
                      </a:lnTo>
                      <a:lnTo>
                        <a:pt x="197" y="252"/>
                      </a:lnTo>
                      <a:lnTo>
                        <a:pt x="201" y="253"/>
                      </a:lnTo>
                      <a:lnTo>
                        <a:pt x="205" y="252"/>
                      </a:lnTo>
                      <a:lnTo>
                        <a:pt x="209" y="249"/>
                      </a:lnTo>
                      <a:lnTo>
                        <a:pt x="232" y="234"/>
                      </a:lnTo>
                      <a:lnTo>
                        <a:pt x="251" y="215"/>
                      </a:lnTo>
                      <a:lnTo>
                        <a:pt x="267" y="192"/>
                      </a:lnTo>
                      <a:lnTo>
                        <a:pt x="278" y="168"/>
                      </a:lnTo>
                      <a:lnTo>
                        <a:pt x="282" y="141"/>
                      </a:lnTo>
                      <a:lnTo>
                        <a:pt x="279" y="116"/>
                      </a:lnTo>
                      <a:lnTo>
                        <a:pt x="270" y="92"/>
                      </a:lnTo>
                      <a:lnTo>
                        <a:pt x="251" y="70"/>
                      </a:lnTo>
                      <a:lnTo>
                        <a:pt x="237" y="59"/>
                      </a:lnTo>
                      <a:lnTo>
                        <a:pt x="221" y="48"/>
                      </a:lnTo>
                      <a:lnTo>
                        <a:pt x="202" y="39"/>
                      </a:lnTo>
                      <a:lnTo>
                        <a:pt x="183" y="31"/>
                      </a:lnTo>
                      <a:lnTo>
                        <a:pt x="163" y="24"/>
                      </a:lnTo>
                      <a:lnTo>
                        <a:pt x="142" y="18"/>
                      </a:lnTo>
                      <a:lnTo>
                        <a:pt x="122" y="13"/>
                      </a:lnTo>
                      <a:lnTo>
                        <a:pt x="101" y="8"/>
                      </a:lnTo>
                      <a:lnTo>
                        <a:pt x="82" y="5"/>
                      </a:lnTo>
                      <a:lnTo>
                        <a:pt x="63" y="2"/>
                      </a:lnTo>
                      <a:lnTo>
                        <a:pt x="47" y="0"/>
                      </a:lnTo>
                      <a:lnTo>
                        <a:pt x="32" y="0"/>
                      </a:lnTo>
                      <a:lnTo>
                        <a:pt x="19" y="0"/>
                      </a:lnTo>
                      <a:lnTo>
                        <a:pt x="10" y="1"/>
                      </a:lnTo>
                      <a:lnTo>
                        <a:pt x="4" y="4"/>
                      </a:lnTo>
                      <a:lnTo>
                        <a:pt x="0" y="6"/>
                      </a:lnTo>
                      <a:lnTo>
                        <a:pt x="12" y="8"/>
                      </a:lnTo>
                      <a:lnTo>
                        <a:pt x="25" y="9"/>
                      </a:lnTo>
                      <a:lnTo>
                        <a:pt x="38" y="12"/>
                      </a:lnTo>
                      <a:lnTo>
                        <a:pt x="52" y="14"/>
                      </a:lnTo>
                      <a:lnTo>
                        <a:pt x="67" y="16"/>
                      </a:lnTo>
                      <a:lnTo>
                        <a:pt x="82" y="18"/>
                      </a:lnTo>
                      <a:lnTo>
                        <a:pt x="97" y="22"/>
                      </a:lnTo>
                      <a:lnTo>
                        <a:pt x="114" y="25"/>
                      </a:lnTo>
                      <a:lnTo>
                        <a:pt x="129" y="30"/>
                      </a:lnTo>
                      <a:lnTo>
                        <a:pt x="146" y="35"/>
                      </a:lnTo>
                      <a:lnTo>
                        <a:pt x="162" y="40"/>
                      </a:lnTo>
                      <a:lnTo>
                        <a:pt x="177" y="46"/>
                      </a:lnTo>
                      <a:lnTo>
                        <a:pt x="192" y="53"/>
                      </a:lnTo>
                      <a:lnTo>
                        <a:pt x="208" y="60"/>
                      </a:lnTo>
                      <a:lnTo>
                        <a:pt x="222" y="69"/>
                      </a:lnTo>
                      <a:lnTo>
                        <a:pt x="235" y="7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37822" name="Freeform 761">
                  <a:extLst>
                    <a:ext uri="{FF2B5EF4-FFF2-40B4-BE49-F238E27FC236}">
                      <a16:creationId xmlns:a16="http://schemas.microsoft.com/office/drawing/2014/main" id="{E8B1A20D-E3AF-437F-BE24-FA88C649A9E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30" y="2680"/>
                  <a:ext cx="40" cy="54"/>
                </a:xfrm>
                <a:custGeom>
                  <a:avLst/>
                  <a:gdLst>
                    <a:gd name="T0" fmla="*/ 0 w 115"/>
                    <a:gd name="T1" fmla="*/ 0 h 236"/>
                    <a:gd name="T2" fmla="*/ 0 w 115"/>
                    <a:gd name="T3" fmla="*/ 0 h 236"/>
                    <a:gd name="T4" fmla="*/ 0 w 115"/>
                    <a:gd name="T5" fmla="*/ 0 h 236"/>
                    <a:gd name="T6" fmla="*/ 0 w 115"/>
                    <a:gd name="T7" fmla="*/ 0 h 236"/>
                    <a:gd name="T8" fmla="*/ 0 w 115"/>
                    <a:gd name="T9" fmla="*/ 0 h 236"/>
                    <a:gd name="T10" fmla="*/ 0 w 115"/>
                    <a:gd name="T11" fmla="*/ 0 h 236"/>
                    <a:gd name="T12" fmla="*/ 0 w 115"/>
                    <a:gd name="T13" fmla="*/ 0 h 236"/>
                    <a:gd name="T14" fmla="*/ 0 w 115"/>
                    <a:gd name="T15" fmla="*/ 0 h 236"/>
                    <a:gd name="T16" fmla="*/ 0 w 115"/>
                    <a:gd name="T17" fmla="*/ 0 h 236"/>
                    <a:gd name="T18" fmla="*/ 0 w 115"/>
                    <a:gd name="T19" fmla="*/ 0 h 236"/>
                    <a:gd name="T20" fmla="*/ 0 w 115"/>
                    <a:gd name="T21" fmla="*/ 0 h 236"/>
                    <a:gd name="T22" fmla="*/ 0 w 115"/>
                    <a:gd name="T23" fmla="*/ 0 h 236"/>
                    <a:gd name="T24" fmla="*/ 0 w 115"/>
                    <a:gd name="T25" fmla="*/ 0 h 236"/>
                    <a:gd name="T26" fmla="*/ 0 w 115"/>
                    <a:gd name="T27" fmla="*/ 0 h 236"/>
                    <a:gd name="T28" fmla="*/ 0 w 115"/>
                    <a:gd name="T29" fmla="*/ 0 h 236"/>
                    <a:gd name="T30" fmla="*/ 0 w 115"/>
                    <a:gd name="T31" fmla="*/ 0 h 236"/>
                    <a:gd name="T32" fmla="*/ 0 w 115"/>
                    <a:gd name="T33" fmla="*/ 0 h 236"/>
                    <a:gd name="T34" fmla="*/ 0 w 115"/>
                    <a:gd name="T35" fmla="*/ 0 h 236"/>
                    <a:gd name="T36" fmla="*/ 0 w 115"/>
                    <a:gd name="T37" fmla="*/ 0 h 236"/>
                    <a:gd name="T38" fmla="*/ 0 w 115"/>
                    <a:gd name="T39" fmla="*/ 0 h 236"/>
                    <a:gd name="T40" fmla="*/ 0 w 115"/>
                    <a:gd name="T41" fmla="*/ 0 h 236"/>
                    <a:gd name="T42" fmla="*/ 0 w 115"/>
                    <a:gd name="T43" fmla="*/ 0 h 236"/>
                    <a:gd name="T44" fmla="*/ 0 w 115"/>
                    <a:gd name="T45" fmla="*/ 0 h 236"/>
                    <a:gd name="T46" fmla="*/ 0 w 115"/>
                    <a:gd name="T47" fmla="*/ 0 h 236"/>
                    <a:gd name="T48" fmla="*/ 0 w 115"/>
                    <a:gd name="T49" fmla="*/ 0 h 236"/>
                    <a:gd name="T50" fmla="*/ 0 w 115"/>
                    <a:gd name="T51" fmla="*/ 0 h 236"/>
                    <a:gd name="T52" fmla="*/ 0 w 115"/>
                    <a:gd name="T53" fmla="*/ 0 h 236"/>
                    <a:gd name="T54" fmla="*/ 0 w 115"/>
                    <a:gd name="T55" fmla="*/ 0 h 236"/>
                    <a:gd name="T56" fmla="*/ 0 w 115"/>
                    <a:gd name="T57" fmla="*/ 0 h 236"/>
                    <a:gd name="T58" fmla="*/ 0 w 115"/>
                    <a:gd name="T59" fmla="*/ 0 h 236"/>
                    <a:gd name="T60" fmla="*/ 0 w 115"/>
                    <a:gd name="T61" fmla="*/ 0 h 236"/>
                    <a:gd name="T62" fmla="*/ 0 w 115"/>
                    <a:gd name="T63" fmla="*/ 0 h 236"/>
                    <a:gd name="T64" fmla="*/ 0 w 115"/>
                    <a:gd name="T65" fmla="*/ 0 h 236"/>
                    <a:gd name="T66" fmla="*/ 0 w 115"/>
                    <a:gd name="T67" fmla="*/ 0 h 236"/>
                    <a:gd name="T68" fmla="*/ 0 w 115"/>
                    <a:gd name="T69" fmla="*/ 0 h 236"/>
                    <a:gd name="T70" fmla="*/ 0 w 115"/>
                    <a:gd name="T71" fmla="*/ 0 h 236"/>
                    <a:gd name="T72" fmla="*/ 0 w 115"/>
                    <a:gd name="T73" fmla="*/ 0 h 236"/>
                    <a:gd name="T74" fmla="*/ 0 w 115"/>
                    <a:gd name="T75" fmla="*/ 0 h 236"/>
                    <a:gd name="T76" fmla="*/ 0 w 115"/>
                    <a:gd name="T77" fmla="*/ 0 h 236"/>
                    <a:gd name="T78" fmla="*/ 0 w 115"/>
                    <a:gd name="T79" fmla="*/ 0 h 236"/>
                    <a:gd name="T80" fmla="*/ 0 w 115"/>
                    <a:gd name="T81" fmla="*/ 0 h 236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w 115"/>
                    <a:gd name="T124" fmla="*/ 0 h 236"/>
                    <a:gd name="T125" fmla="*/ 115 w 115"/>
                    <a:gd name="T126" fmla="*/ 236 h 236"/>
                  </a:gdLst>
                  <a:ahLst/>
                  <a:cxnLst>
                    <a:cxn ang="T82">
                      <a:pos x="T0" y="T1"/>
                    </a:cxn>
                    <a:cxn ang="T83">
                      <a:pos x="T2" y="T3"/>
                    </a:cxn>
                    <a:cxn ang="T84">
                      <a:pos x="T4" y="T5"/>
                    </a:cxn>
                    <a:cxn ang="T85">
                      <a:pos x="T6" y="T7"/>
                    </a:cxn>
                    <a:cxn ang="T86">
                      <a:pos x="T8" y="T9"/>
                    </a:cxn>
                    <a:cxn ang="T87">
                      <a:pos x="T10" y="T11"/>
                    </a:cxn>
                    <a:cxn ang="T88">
                      <a:pos x="T12" y="T13"/>
                    </a:cxn>
                    <a:cxn ang="T89">
                      <a:pos x="T14" y="T15"/>
                    </a:cxn>
                    <a:cxn ang="T90">
                      <a:pos x="T16" y="T17"/>
                    </a:cxn>
                    <a:cxn ang="T91">
                      <a:pos x="T18" y="T19"/>
                    </a:cxn>
                    <a:cxn ang="T92">
                      <a:pos x="T20" y="T21"/>
                    </a:cxn>
                    <a:cxn ang="T93">
                      <a:pos x="T22" y="T23"/>
                    </a:cxn>
                    <a:cxn ang="T94">
                      <a:pos x="T24" y="T25"/>
                    </a:cxn>
                    <a:cxn ang="T95">
                      <a:pos x="T26" y="T27"/>
                    </a:cxn>
                    <a:cxn ang="T96">
                      <a:pos x="T28" y="T29"/>
                    </a:cxn>
                    <a:cxn ang="T97">
                      <a:pos x="T30" y="T31"/>
                    </a:cxn>
                    <a:cxn ang="T98">
                      <a:pos x="T32" y="T33"/>
                    </a:cxn>
                    <a:cxn ang="T99">
                      <a:pos x="T34" y="T35"/>
                    </a:cxn>
                    <a:cxn ang="T100">
                      <a:pos x="T36" y="T37"/>
                    </a:cxn>
                    <a:cxn ang="T101">
                      <a:pos x="T38" y="T39"/>
                    </a:cxn>
                    <a:cxn ang="T102">
                      <a:pos x="T40" y="T41"/>
                    </a:cxn>
                    <a:cxn ang="T103">
                      <a:pos x="T42" y="T43"/>
                    </a:cxn>
                    <a:cxn ang="T104">
                      <a:pos x="T44" y="T45"/>
                    </a:cxn>
                    <a:cxn ang="T105">
                      <a:pos x="T46" y="T47"/>
                    </a:cxn>
                    <a:cxn ang="T106">
                      <a:pos x="T48" y="T49"/>
                    </a:cxn>
                    <a:cxn ang="T107">
                      <a:pos x="T50" y="T51"/>
                    </a:cxn>
                    <a:cxn ang="T108">
                      <a:pos x="T52" y="T53"/>
                    </a:cxn>
                    <a:cxn ang="T109">
                      <a:pos x="T54" y="T55"/>
                    </a:cxn>
                    <a:cxn ang="T110">
                      <a:pos x="T56" y="T57"/>
                    </a:cxn>
                    <a:cxn ang="T111">
                      <a:pos x="T58" y="T59"/>
                    </a:cxn>
                    <a:cxn ang="T112">
                      <a:pos x="T60" y="T61"/>
                    </a:cxn>
                    <a:cxn ang="T113">
                      <a:pos x="T62" y="T63"/>
                    </a:cxn>
                    <a:cxn ang="T114">
                      <a:pos x="T64" y="T65"/>
                    </a:cxn>
                    <a:cxn ang="T115">
                      <a:pos x="T66" y="T67"/>
                    </a:cxn>
                    <a:cxn ang="T116">
                      <a:pos x="T68" y="T69"/>
                    </a:cxn>
                    <a:cxn ang="T117">
                      <a:pos x="T70" y="T71"/>
                    </a:cxn>
                    <a:cxn ang="T118">
                      <a:pos x="T72" y="T73"/>
                    </a:cxn>
                    <a:cxn ang="T119">
                      <a:pos x="T74" y="T75"/>
                    </a:cxn>
                    <a:cxn ang="T120">
                      <a:pos x="T76" y="T77"/>
                    </a:cxn>
                    <a:cxn ang="T121">
                      <a:pos x="T78" y="T79"/>
                    </a:cxn>
                    <a:cxn ang="T122">
                      <a:pos x="T80" y="T81"/>
                    </a:cxn>
                  </a:cxnLst>
                  <a:rect l="T123" t="T124" r="T125" b="T126"/>
                  <a:pathLst>
                    <a:path w="115" h="236">
                      <a:moveTo>
                        <a:pt x="0" y="128"/>
                      </a:moveTo>
                      <a:lnTo>
                        <a:pt x="0" y="148"/>
                      </a:lnTo>
                      <a:lnTo>
                        <a:pt x="5" y="166"/>
                      </a:lnTo>
                      <a:lnTo>
                        <a:pt x="13" y="184"/>
                      </a:lnTo>
                      <a:lnTo>
                        <a:pt x="24" y="198"/>
                      </a:lnTo>
                      <a:lnTo>
                        <a:pt x="39" y="211"/>
                      </a:lnTo>
                      <a:lnTo>
                        <a:pt x="55" y="223"/>
                      </a:lnTo>
                      <a:lnTo>
                        <a:pt x="74" y="231"/>
                      </a:lnTo>
                      <a:lnTo>
                        <a:pt x="92" y="235"/>
                      </a:lnTo>
                      <a:lnTo>
                        <a:pt x="98" y="236"/>
                      </a:lnTo>
                      <a:lnTo>
                        <a:pt x="104" y="234"/>
                      </a:lnTo>
                      <a:lnTo>
                        <a:pt x="109" y="231"/>
                      </a:lnTo>
                      <a:lnTo>
                        <a:pt x="111" y="226"/>
                      </a:lnTo>
                      <a:lnTo>
                        <a:pt x="111" y="220"/>
                      </a:lnTo>
                      <a:lnTo>
                        <a:pt x="110" y="215"/>
                      </a:lnTo>
                      <a:lnTo>
                        <a:pt x="107" y="210"/>
                      </a:lnTo>
                      <a:lnTo>
                        <a:pt x="101" y="208"/>
                      </a:lnTo>
                      <a:lnTo>
                        <a:pt x="82" y="201"/>
                      </a:lnTo>
                      <a:lnTo>
                        <a:pt x="64" y="192"/>
                      </a:lnTo>
                      <a:lnTo>
                        <a:pt x="50" y="179"/>
                      </a:lnTo>
                      <a:lnTo>
                        <a:pt x="40" y="165"/>
                      </a:lnTo>
                      <a:lnTo>
                        <a:pt x="33" y="148"/>
                      </a:lnTo>
                      <a:lnTo>
                        <a:pt x="29" y="130"/>
                      </a:lnTo>
                      <a:lnTo>
                        <a:pt x="29" y="110"/>
                      </a:lnTo>
                      <a:lnTo>
                        <a:pt x="35" y="89"/>
                      </a:lnTo>
                      <a:lnTo>
                        <a:pt x="43" y="74"/>
                      </a:lnTo>
                      <a:lnTo>
                        <a:pt x="56" y="60"/>
                      </a:lnTo>
                      <a:lnTo>
                        <a:pt x="70" y="46"/>
                      </a:lnTo>
                      <a:lnTo>
                        <a:pt x="85" y="33"/>
                      </a:lnTo>
                      <a:lnTo>
                        <a:pt x="98" y="23"/>
                      </a:lnTo>
                      <a:lnTo>
                        <a:pt x="109" y="12"/>
                      </a:lnTo>
                      <a:lnTo>
                        <a:pt x="115" y="6"/>
                      </a:lnTo>
                      <a:lnTo>
                        <a:pt x="115" y="0"/>
                      </a:lnTo>
                      <a:lnTo>
                        <a:pt x="102" y="4"/>
                      </a:lnTo>
                      <a:lnTo>
                        <a:pt x="85" y="12"/>
                      </a:lnTo>
                      <a:lnTo>
                        <a:pt x="68" y="26"/>
                      </a:lnTo>
                      <a:lnTo>
                        <a:pt x="49" y="42"/>
                      </a:lnTo>
                      <a:lnTo>
                        <a:pt x="32" y="61"/>
                      </a:lnTo>
                      <a:lnTo>
                        <a:pt x="17" y="82"/>
                      </a:lnTo>
                      <a:lnTo>
                        <a:pt x="6" y="105"/>
                      </a:lnTo>
                      <a:lnTo>
                        <a:pt x="0" y="1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37823" name="Freeform 762">
                  <a:extLst>
                    <a:ext uri="{FF2B5EF4-FFF2-40B4-BE49-F238E27FC236}">
                      <a16:creationId xmlns:a16="http://schemas.microsoft.com/office/drawing/2014/main" id="{80993BAB-BB00-4AE3-AE33-D505E10CEC6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11" y="2643"/>
                  <a:ext cx="87" cy="73"/>
                </a:xfrm>
                <a:custGeom>
                  <a:avLst/>
                  <a:gdLst>
                    <a:gd name="T0" fmla="*/ 0 w 245"/>
                    <a:gd name="T1" fmla="*/ 0 h 310"/>
                    <a:gd name="T2" fmla="*/ 0 w 245"/>
                    <a:gd name="T3" fmla="*/ 0 h 310"/>
                    <a:gd name="T4" fmla="*/ 0 w 245"/>
                    <a:gd name="T5" fmla="*/ 0 h 310"/>
                    <a:gd name="T6" fmla="*/ 0 w 245"/>
                    <a:gd name="T7" fmla="*/ 0 h 310"/>
                    <a:gd name="T8" fmla="*/ 0 w 245"/>
                    <a:gd name="T9" fmla="*/ 0 h 310"/>
                    <a:gd name="T10" fmla="*/ 0 w 245"/>
                    <a:gd name="T11" fmla="*/ 0 h 310"/>
                    <a:gd name="T12" fmla="*/ 0 w 245"/>
                    <a:gd name="T13" fmla="*/ 0 h 310"/>
                    <a:gd name="T14" fmla="*/ 0 w 245"/>
                    <a:gd name="T15" fmla="*/ 0 h 310"/>
                    <a:gd name="T16" fmla="*/ 0 w 245"/>
                    <a:gd name="T17" fmla="*/ 0 h 310"/>
                    <a:gd name="T18" fmla="*/ 0 w 245"/>
                    <a:gd name="T19" fmla="*/ 0 h 310"/>
                    <a:gd name="T20" fmla="*/ 0 w 245"/>
                    <a:gd name="T21" fmla="*/ 0 h 310"/>
                    <a:gd name="T22" fmla="*/ 0 w 245"/>
                    <a:gd name="T23" fmla="*/ 0 h 310"/>
                    <a:gd name="T24" fmla="*/ 0 w 245"/>
                    <a:gd name="T25" fmla="*/ 0 h 310"/>
                    <a:gd name="T26" fmla="*/ 0 w 245"/>
                    <a:gd name="T27" fmla="*/ 0 h 310"/>
                    <a:gd name="T28" fmla="*/ 0 w 245"/>
                    <a:gd name="T29" fmla="*/ 0 h 310"/>
                    <a:gd name="T30" fmla="*/ 0 w 245"/>
                    <a:gd name="T31" fmla="*/ 0 h 310"/>
                    <a:gd name="T32" fmla="*/ 0 w 245"/>
                    <a:gd name="T33" fmla="*/ 0 h 310"/>
                    <a:gd name="T34" fmla="*/ 0 w 245"/>
                    <a:gd name="T35" fmla="*/ 0 h 310"/>
                    <a:gd name="T36" fmla="*/ 0 w 245"/>
                    <a:gd name="T37" fmla="*/ 0 h 310"/>
                    <a:gd name="T38" fmla="*/ 0 w 245"/>
                    <a:gd name="T39" fmla="*/ 0 h 310"/>
                    <a:gd name="T40" fmla="*/ 0 w 245"/>
                    <a:gd name="T41" fmla="*/ 0 h 310"/>
                    <a:gd name="T42" fmla="*/ 0 w 245"/>
                    <a:gd name="T43" fmla="*/ 0 h 310"/>
                    <a:gd name="T44" fmla="*/ 0 w 245"/>
                    <a:gd name="T45" fmla="*/ 0 h 310"/>
                    <a:gd name="T46" fmla="*/ 0 w 245"/>
                    <a:gd name="T47" fmla="*/ 0 h 310"/>
                    <a:gd name="T48" fmla="*/ 0 w 245"/>
                    <a:gd name="T49" fmla="*/ 0 h 310"/>
                    <a:gd name="T50" fmla="*/ 0 w 245"/>
                    <a:gd name="T51" fmla="*/ 0 h 310"/>
                    <a:gd name="T52" fmla="*/ 0 w 245"/>
                    <a:gd name="T53" fmla="*/ 0 h 310"/>
                    <a:gd name="T54" fmla="*/ 0 w 245"/>
                    <a:gd name="T55" fmla="*/ 0 h 310"/>
                    <a:gd name="T56" fmla="*/ 0 w 245"/>
                    <a:gd name="T57" fmla="*/ 0 h 310"/>
                    <a:gd name="T58" fmla="*/ 0 w 245"/>
                    <a:gd name="T59" fmla="*/ 0 h 310"/>
                    <a:gd name="T60" fmla="*/ 0 w 245"/>
                    <a:gd name="T61" fmla="*/ 0 h 310"/>
                    <a:gd name="T62" fmla="*/ 0 w 245"/>
                    <a:gd name="T63" fmla="*/ 0 h 310"/>
                    <a:gd name="T64" fmla="*/ 0 w 245"/>
                    <a:gd name="T65" fmla="*/ 0 h 310"/>
                    <a:gd name="T66" fmla="*/ 0 w 245"/>
                    <a:gd name="T67" fmla="*/ 0 h 310"/>
                    <a:gd name="T68" fmla="*/ 0 w 245"/>
                    <a:gd name="T69" fmla="*/ 0 h 310"/>
                    <a:gd name="T70" fmla="*/ 0 w 245"/>
                    <a:gd name="T71" fmla="*/ 0 h 310"/>
                    <a:gd name="T72" fmla="*/ 0 w 245"/>
                    <a:gd name="T73" fmla="*/ 0 h 310"/>
                    <a:gd name="T74" fmla="*/ 0 w 245"/>
                    <a:gd name="T75" fmla="*/ 0 h 310"/>
                    <a:gd name="T76" fmla="*/ 0 60000 65536"/>
                    <a:gd name="T77" fmla="*/ 0 60000 65536"/>
                    <a:gd name="T78" fmla="*/ 0 60000 65536"/>
                    <a:gd name="T79" fmla="*/ 0 60000 65536"/>
                    <a:gd name="T80" fmla="*/ 0 60000 65536"/>
                    <a:gd name="T81" fmla="*/ 0 60000 65536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w 245"/>
                    <a:gd name="T115" fmla="*/ 0 h 310"/>
                    <a:gd name="T116" fmla="*/ 245 w 245"/>
                    <a:gd name="T117" fmla="*/ 310 h 310"/>
                  </a:gdLst>
                  <a:ahLst/>
                  <a:cxnLst>
                    <a:cxn ang="T76">
                      <a:pos x="T0" y="T1"/>
                    </a:cxn>
                    <a:cxn ang="T77">
                      <a:pos x="T2" y="T3"/>
                    </a:cxn>
                    <a:cxn ang="T78">
                      <a:pos x="T4" y="T5"/>
                    </a:cxn>
                    <a:cxn ang="T79">
                      <a:pos x="T6" y="T7"/>
                    </a:cxn>
                    <a:cxn ang="T80">
                      <a:pos x="T8" y="T9"/>
                    </a:cxn>
                    <a:cxn ang="T81">
                      <a:pos x="T10" y="T11"/>
                    </a:cxn>
                    <a:cxn ang="T82">
                      <a:pos x="T12" y="T13"/>
                    </a:cxn>
                    <a:cxn ang="T83">
                      <a:pos x="T14" y="T15"/>
                    </a:cxn>
                    <a:cxn ang="T84">
                      <a:pos x="T16" y="T17"/>
                    </a:cxn>
                    <a:cxn ang="T85">
                      <a:pos x="T18" y="T19"/>
                    </a:cxn>
                    <a:cxn ang="T86">
                      <a:pos x="T20" y="T21"/>
                    </a:cxn>
                    <a:cxn ang="T87">
                      <a:pos x="T22" y="T23"/>
                    </a:cxn>
                    <a:cxn ang="T88">
                      <a:pos x="T24" y="T25"/>
                    </a:cxn>
                    <a:cxn ang="T89">
                      <a:pos x="T26" y="T27"/>
                    </a:cxn>
                    <a:cxn ang="T90">
                      <a:pos x="T28" y="T29"/>
                    </a:cxn>
                    <a:cxn ang="T91">
                      <a:pos x="T30" y="T31"/>
                    </a:cxn>
                    <a:cxn ang="T92">
                      <a:pos x="T32" y="T33"/>
                    </a:cxn>
                    <a:cxn ang="T93">
                      <a:pos x="T34" y="T35"/>
                    </a:cxn>
                    <a:cxn ang="T94">
                      <a:pos x="T36" y="T37"/>
                    </a:cxn>
                    <a:cxn ang="T95">
                      <a:pos x="T38" y="T39"/>
                    </a:cxn>
                    <a:cxn ang="T96">
                      <a:pos x="T40" y="T41"/>
                    </a:cxn>
                    <a:cxn ang="T97">
                      <a:pos x="T42" y="T43"/>
                    </a:cxn>
                    <a:cxn ang="T98">
                      <a:pos x="T44" y="T45"/>
                    </a:cxn>
                    <a:cxn ang="T99">
                      <a:pos x="T46" y="T47"/>
                    </a:cxn>
                    <a:cxn ang="T100">
                      <a:pos x="T48" y="T49"/>
                    </a:cxn>
                    <a:cxn ang="T101">
                      <a:pos x="T50" y="T51"/>
                    </a:cxn>
                    <a:cxn ang="T102">
                      <a:pos x="T52" y="T53"/>
                    </a:cxn>
                    <a:cxn ang="T103">
                      <a:pos x="T54" y="T55"/>
                    </a:cxn>
                    <a:cxn ang="T104">
                      <a:pos x="T56" y="T57"/>
                    </a:cxn>
                    <a:cxn ang="T105">
                      <a:pos x="T58" y="T59"/>
                    </a:cxn>
                    <a:cxn ang="T106">
                      <a:pos x="T60" y="T61"/>
                    </a:cxn>
                    <a:cxn ang="T107">
                      <a:pos x="T62" y="T63"/>
                    </a:cxn>
                    <a:cxn ang="T108">
                      <a:pos x="T64" y="T65"/>
                    </a:cxn>
                    <a:cxn ang="T109">
                      <a:pos x="T66" y="T67"/>
                    </a:cxn>
                    <a:cxn ang="T110">
                      <a:pos x="T68" y="T69"/>
                    </a:cxn>
                    <a:cxn ang="T111">
                      <a:pos x="T70" y="T71"/>
                    </a:cxn>
                    <a:cxn ang="T112">
                      <a:pos x="T72" y="T73"/>
                    </a:cxn>
                    <a:cxn ang="T113">
                      <a:pos x="T74" y="T75"/>
                    </a:cxn>
                  </a:cxnLst>
                  <a:rect l="T114" t="T115" r="T116" b="T117"/>
                  <a:pathLst>
                    <a:path w="245" h="310">
                      <a:moveTo>
                        <a:pt x="200" y="116"/>
                      </a:moveTo>
                      <a:lnTo>
                        <a:pt x="208" y="124"/>
                      </a:lnTo>
                      <a:lnTo>
                        <a:pt x="214" y="133"/>
                      </a:lnTo>
                      <a:lnTo>
                        <a:pt x="220" y="144"/>
                      </a:lnTo>
                      <a:lnTo>
                        <a:pt x="223" y="154"/>
                      </a:lnTo>
                      <a:lnTo>
                        <a:pt x="226" y="164"/>
                      </a:lnTo>
                      <a:lnTo>
                        <a:pt x="224" y="176"/>
                      </a:lnTo>
                      <a:lnTo>
                        <a:pt x="222" y="187"/>
                      </a:lnTo>
                      <a:lnTo>
                        <a:pt x="216" y="198"/>
                      </a:lnTo>
                      <a:lnTo>
                        <a:pt x="208" y="209"/>
                      </a:lnTo>
                      <a:lnTo>
                        <a:pt x="199" y="219"/>
                      </a:lnTo>
                      <a:lnTo>
                        <a:pt x="188" y="229"/>
                      </a:lnTo>
                      <a:lnTo>
                        <a:pt x="177" y="238"/>
                      </a:lnTo>
                      <a:lnTo>
                        <a:pt x="166" y="246"/>
                      </a:lnTo>
                      <a:lnTo>
                        <a:pt x="154" y="255"/>
                      </a:lnTo>
                      <a:lnTo>
                        <a:pt x="142" y="264"/>
                      </a:lnTo>
                      <a:lnTo>
                        <a:pt x="132" y="275"/>
                      </a:lnTo>
                      <a:lnTo>
                        <a:pt x="128" y="278"/>
                      </a:lnTo>
                      <a:lnTo>
                        <a:pt x="126" y="283"/>
                      </a:lnTo>
                      <a:lnTo>
                        <a:pt x="124" y="287"/>
                      </a:lnTo>
                      <a:lnTo>
                        <a:pt x="121" y="292"/>
                      </a:lnTo>
                      <a:lnTo>
                        <a:pt x="120" y="296"/>
                      </a:lnTo>
                      <a:lnTo>
                        <a:pt x="120" y="301"/>
                      </a:lnTo>
                      <a:lnTo>
                        <a:pt x="122" y="306"/>
                      </a:lnTo>
                      <a:lnTo>
                        <a:pt x="126" y="309"/>
                      </a:lnTo>
                      <a:lnTo>
                        <a:pt x="131" y="310"/>
                      </a:lnTo>
                      <a:lnTo>
                        <a:pt x="135" y="310"/>
                      </a:lnTo>
                      <a:lnTo>
                        <a:pt x="139" y="309"/>
                      </a:lnTo>
                      <a:lnTo>
                        <a:pt x="142" y="306"/>
                      </a:lnTo>
                      <a:lnTo>
                        <a:pt x="154" y="292"/>
                      </a:lnTo>
                      <a:lnTo>
                        <a:pt x="167" y="280"/>
                      </a:lnTo>
                      <a:lnTo>
                        <a:pt x="180" y="269"/>
                      </a:lnTo>
                      <a:lnTo>
                        <a:pt x="194" y="257"/>
                      </a:lnTo>
                      <a:lnTo>
                        <a:pt x="207" y="246"/>
                      </a:lnTo>
                      <a:lnTo>
                        <a:pt x="220" y="233"/>
                      </a:lnTo>
                      <a:lnTo>
                        <a:pt x="230" y="219"/>
                      </a:lnTo>
                      <a:lnTo>
                        <a:pt x="238" y="204"/>
                      </a:lnTo>
                      <a:lnTo>
                        <a:pt x="244" y="186"/>
                      </a:lnTo>
                      <a:lnTo>
                        <a:pt x="245" y="169"/>
                      </a:lnTo>
                      <a:lnTo>
                        <a:pt x="243" y="152"/>
                      </a:lnTo>
                      <a:lnTo>
                        <a:pt x="237" y="134"/>
                      </a:lnTo>
                      <a:lnTo>
                        <a:pt x="228" y="119"/>
                      </a:lnTo>
                      <a:lnTo>
                        <a:pt x="217" y="105"/>
                      </a:lnTo>
                      <a:lnTo>
                        <a:pt x="203" y="93"/>
                      </a:lnTo>
                      <a:lnTo>
                        <a:pt x="188" y="83"/>
                      </a:lnTo>
                      <a:lnTo>
                        <a:pt x="176" y="76"/>
                      </a:lnTo>
                      <a:lnTo>
                        <a:pt x="163" y="69"/>
                      </a:lnTo>
                      <a:lnTo>
                        <a:pt x="151" y="61"/>
                      </a:lnTo>
                      <a:lnTo>
                        <a:pt x="136" y="54"/>
                      </a:lnTo>
                      <a:lnTo>
                        <a:pt x="122" y="46"/>
                      </a:lnTo>
                      <a:lnTo>
                        <a:pt x="107" y="39"/>
                      </a:lnTo>
                      <a:lnTo>
                        <a:pt x="93" y="31"/>
                      </a:lnTo>
                      <a:lnTo>
                        <a:pt x="79" y="24"/>
                      </a:lnTo>
                      <a:lnTo>
                        <a:pt x="66" y="18"/>
                      </a:lnTo>
                      <a:lnTo>
                        <a:pt x="53" y="13"/>
                      </a:lnTo>
                      <a:lnTo>
                        <a:pt x="40" y="8"/>
                      </a:lnTo>
                      <a:lnTo>
                        <a:pt x="30" y="5"/>
                      </a:lnTo>
                      <a:lnTo>
                        <a:pt x="20" y="1"/>
                      </a:lnTo>
                      <a:lnTo>
                        <a:pt x="12" y="0"/>
                      </a:lnTo>
                      <a:lnTo>
                        <a:pt x="5" y="0"/>
                      </a:lnTo>
                      <a:lnTo>
                        <a:pt x="0" y="2"/>
                      </a:lnTo>
                      <a:lnTo>
                        <a:pt x="11" y="8"/>
                      </a:lnTo>
                      <a:lnTo>
                        <a:pt x="23" y="14"/>
                      </a:lnTo>
                      <a:lnTo>
                        <a:pt x="36" y="20"/>
                      </a:lnTo>
                      <a:lnTo>
                        <a:pt x="47" y="25"/>
                      </a:lnTo>
                      <a:lnTo>
                        <a:pt x="60" y="31"/>
                      </a:lnTo>
                      <a:lnTo>
                        <a:pt x="73" y="37"/>
                      </a:lnTo>
                      <a:lnTo>
                        <a:pt x="86" y="44"/>
                      </a:lnTo>
                      <a:lnTo>
                        <a:pt x="99" y="51"/>
                      </a:lnTo>
                      <a:lnTo>
                        <a:pt x="113" y="57"/>
                      </a:lnTo>
                      <a:lnTo>
                        <a:pt x="126" y="64"/>
                      </a:lnTo>
                      <a:lnTo>
                        <a:pt x="139" y="71"/>
                      </a:lnTo>
                      <a:lnTo>
                        <a:pt x="152" y="79"/>
                      </a:lnTo>
                      <a:lnTo>
                        <a:pt x="165" y="88"/>
                      </a:lnTo>
                      <a:lnTo>
                        <a:pt x="176" y="96"/>
                      </a:lnTo>
                      <a:lnTo>
                        <a:pt x="188" y="106"/>
                      </a:lnTo>
                      <a:lnTo>
                        <a:pt x="200" y="11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pic>
            <p:nvPicPr>
              <p:cNvPr id="237811" name="Picture 763" descr="access_point_stylized_gray_small">
                <a:extLst>
                  <a:ext uri="{FF2B5EF4-FFF2-40B4-BE49-F238E27FC236}">
                    <a16:creationId xmlns:a16="http://schemas.microsoft.com/office/drawing/2014/main" id="{715E61CB-22C9-4A16-BBEF-EE366A696F1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072" y="3642"/>
                <a:ext cx="430" cy="34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sp>
          <p:nvSpPr>
            <p:cNvPr id="237628" name="Line 764">
              <a:extLst>
                <a:ext uri="{FF2B5EF4-FFF2-40B4-BE49-F238E27FC236}">
                  <a16:creationId xmlns:a16="http://schemas.microsoft.com/office/drawing/2014/main" id="{8196DC57-7283-4401-B07E-CC73A0554D60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 flipV="1">
              <a:off x="5034" y="3427"/>
              <a:ext cx="2" cy="54"/>
            </a:xfrm>
            <a:prstGeom prst="line">
              <a:avLst/>
            </a:prstGeom>
            <a:noFill/>
            <a:ln w="127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grpSp>
          <p:nvGrpSpPr>
            <p:cNvPr id="237629" name="Group 765">
              <a:extLst>
                <a:ext uri="{FF2B5EF4-FFF2-40B4-BE49-F238E27FC236}">
                  <a16:creationId xmlns:a16="http://schemas.microsoft.com/office/drawing/2014/main" id="{9CF0F439-1FFF-412E-87E9-0B2E1D9EFBC7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3638" y="2856"/>
              <a:ext cx="261" cy="235"/>
              <a:chOff x="2839" y="3501"/>
              <a:chExt cx="755" cy="803"/>
            </a:xfrm>
          </p:grpSpPr>
          <p:pic>
            <p:nvPicPr>
              <p:cNvPr id="237808" name="Picture 766" descr="desktop_computer_stylized_medium">
                <a:extLst>
                  <a:ext uri="{FF2B5EF4-FFF2-40B4-BE49-F238E27FC236}">
                    <a16:creationId xmlns:a16="http://schemas.microsoft.com/office/drawing/2014/main" id="{C36B9739-0D1B-420F-9C4E-72A7C1844D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37809" name="Freeform 767">
                <a:extLst>
                  <a:ext uri="{FF2B5EF4-FFF2-40B4-BE49-F238E27FC236}">
                    <a16:creationId xmlns:a16="http://schemas.microsoft.com/office/drawing/2014/main" id="{D78FF833-90E4-4F3D-A515-F2A5E410779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grpSp>
          <p:nvGrpSpPr>
            <p:cNvPr id="237630" name="Group 768">
              <a:extLst>
                <a:ext uri="{FF2B5EF4-FFF2-40B4-BE49-F238E27FC236}">
                  <a16:creationId xmlns:a16="http://schemas.microsoft.com/office/drawing/2014/main" id="{63ACA1D4-5CA3-4677-92EC-AA949BEDE811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3438" y="3121"/>
              <a:ext cx="304" cy="256"/>
              <a:chOff x="2839" y="3501"/>
              <a:chExt cx="755" cy="803"/>
            </a:xfrm>
          </p:grpSpPr>
          <p:pic>
            <p:nvPicPr>
              <p:cNvPr id="237806" name="Picture 769" descr="desktop_computer_stylized_medium">
                <a:extLst>
                  <a:ext uri="{FF2B5EF4-FFF2-40B4-BE49-F238E27FC236}">
                    <a16:creationId xmlns:a16="http://schemas.microsoft.com/office/drawing/2014/main" id="{F3B32D56-CC7F-4184-9CA2-5EAFEB05C55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37807" name="Freeform 770">
                <a:extLst>
                  <a:ext uri="{FF2B5EF4-FFF2-40B4-BE49-F238E27FC236}">
                    <a16:creationId xmlns:a16="http://schemas.microsoft.com/office/drawing/2014/main" id="{0778CBBA-431D-431E-9A7A-512BBA617BD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grpSp>
          <p:nvGrpSpPr>
            <p:cNvPr id="237631" name="Group 771">
              <a:extLst>
                <a:ext uri="{FF2B5EF4-FFF2-40B4-BE49-F238E27FC236}">
                  <a16:creationId xmlns:a16="http://schemas.microsoft.com/office/drawing/2014/main" id="{4480A316-A3B5-4E72-BAC3-BED43168BBB6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3739" y="3311"/>
              <a:ext cx="269" cy="220"/>
              <a:chOff x="2839" y="3501"/>
              <a:chExt cx="755" cy="803"/>
            </a:xfrm>
          </p:grpSpPr>
          <p:pic>
            <p:nvPicPr>
              <p:cNvPr id="237804" name="Picture 772" descr="desktop_computer_stylized_medium">
                <a:extLst>
                  <a:ext uri="{FF2B5EF4-FFF2-40B4-BE49-F238E27FC236}">
                    <a16:creationId xmlns:a16="http://schemas.microsoft.com/office/drawing/2014/main" id="{BDAA4DAA-6071-407A-9A00-C5667ABC09B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37805" name="Freeform 773">
                <a:extLst>
                  <a:ext uri="{FF2B5EF4-FFF2-40B4-BE49-F238E27FC236}">
                    <a16:creationId xmlns:a16="http://schemas.microsoft.com/office/drawing/2014/main" id="{D4EAE20B-C387-4EDB-A389-ABD75DC7F58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grpSp>
          <p:nvGrpSpPr>
            <p:cNvPr id="237632" name="Group 774">
              <a:extLst>
                <a:ext uri="{FF2B5EF4-FFF2-40B4-BE49-F238E27FC236}">
                  <a16:creationId xmlns:a16="http://schemas.microsoft.com/office/drawing/2014/main" id="{EBC40CBB-C74E-44AD-B2A6-651B0DA8FDA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126" y="3300"/>
              <a:ext cx="269" cy="221"/>
              <a:chOff x="2839" y="3501"/>
              <a:chExt cx="755" cy="803"/>
            </a:xfrm>
          </p:grpSpPr>
          <p:pic>
            <p:nvPicPr>
              <p:cNvPr id="237802" name="Picture 775" descr="desktop_computer_stylized_medium">
                <a:extLst>
                  <a:ext uri="{FF2B5EF4-FFF2-40B4-BE49-F238E27FC236}">
                    <a16:creationId xmlns:a16="http://schemas.microsoft.com/office/drawing/2014/main" id="{0E2CF4C5-74E8-4AD2-8423-6D16D22A1AF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37803" name="Freeform 776">
                <a:extLst>
                  <a:ext uri="{FF2B5EF4-FFF2-40B4-BE49-F238E27FC236}">
                    <a16:creationId xmlns:a16="http://schemas.microsoft.com/office/drawing/2014/main" id="{719BB8B7-7447-4EA5-A236-D130063AF36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pic>
          <p:nvPicPr>
            <p:cNvPr id="237633" name="Picture 777" descr="car_icon_small">
              <a:extLst>
                <a:ext uri="{FF2B5EF4-FFF2-40B4-BE49-F238E27FC236}">
                  <a16:creationId xmlns:a16="http://schemas.microsoft.com/office/drawing/2014/main" id="{730923B3-7C17-4769-B1AE-FBD5B85870D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95" y="1084"/>
              <a:ext cx="535" cy="10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237634" name="Group 778">
              <a:extLst>
                <a:ext uri="{FF2B5EF4-FFF2-40B4-BE49-F238E27FC236}">
                  <a16:creationId xmlns:a16="http://schemas.microsoft.com/office/drawing/2014/main" id="{B31104D5-E740-4483-ABF9-8F0E9C6C27E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36" y="974"/>
              <a:ext cx="262" cy="243"/>
              <a:chOff x="2751" y="1851"/>
              <a:chExt cx="462" cy="478"/>
            </a:xfrm>
          </p:grpSpPr>
          <p:pic>
            <p:nvPicPr>
              <p:cNvPr id="237800" name="Picture 779" descr="iphone_stylized_small">
                <a:extLst>
                  <a:ext uri="{FF2B5EF4-FFF2-40B4-BE49-F238E27FC236}">
                    <a16:creationId xmlns:a16="http://schemas.microsoft.com/office/drawing/2014/main" id="{2FFBA9DE-D84A-4C2B-8E9B-756D3C19075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928" y="1922"/>
                <a:ext cx="152" cy="40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237801" name="Picture 780" descr="antenna_radiation_stylized">
                <a:extLst>
                  <a:ext uri="{FF2B5EF4-FFF2-40B4-BE49-F238E27FC236}">
                    <a16:creationId xmlns:a16="http://schemas.microsoft.com/office/drawing/2014/main" id="{EAA8DAC1-3BB9-4555-964D-5F244F00BEB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751" y="1851"/>
                <a:ext cx="462" cy="1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grpSp>
          <p:nvGrpSpPr>
            <p:cNvPr id="237635" name="Group 781">
              <a:extLst>
                <a:ext uri="{FF2B5EF4-FFF2-40B4-BE49-F238E27FC236}">
                  <a16:creationId xmlns:a16="http://schemas.microsoft.com/office/drawing/2014/main" id="{73FB6168-6916-4977-98AF-E89D9F6A128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191" y="3151"/>
              <a:ext cx="143" cy="303"/>
              <a:chOff x="4140" y="429"/>
              <a:chExt cx="1425" cy="2396"/>
            </a:xfrm>
          </p:grpSpPr>
          <p:sp>
            <p:nvSpPr>
              <p:cNvPr id="237768" name="Freeform 782">
                <a:extLst>
                  <a:ext uri="{FF2B5EF4-FFF2-40B4-BE49-F238E27FC236}">
                    <a16:creationId xmlns:a16="http://schemas.microsoft.com/office/drawing/2014/main" id="{B6075445-5CB1-4BDD-8A49-9D60C89BF10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2 w 354"/>
                  <a:gd name="T1" fmla="*/ 0 h 2742"/>
                  <a:gd name="T2" fmla="*/ 2 w 354"/>
                  <a:gd name="T3" fmla="*/ 3 h 2742"/>
                  <a:gd name="T4" fmla="*/ 2 w 354"/>
                  <a:gd name="T5" fmla="*/ 3 h 2742"/>
                  <a:gd name="T6" fmla="*/ 0 w 354"/>
                  <a:gd name="T7" fmla="*/ 3 h 2742"/>
                  <a:gd name="T8" fmla="*/ 2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37769" name="Rectangle 783">
                <a:extLst>
                  <a:ext uri="{FF2B5EF4-FFF2-40B4-BE49-F238E27FC236}">
                    <a16:creationId xmlns:a16="http://schemas.microsoft.com/office/drawing/2014/main" id="{AA301196-9053-484F-8B24-4C85C4F9F5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429"/>
                <a:ext cx="1046" cy="2285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37770" name="Freeform 784">
                <a:extLst>
                  <a:ext uri="{FF2B5EF4-FFF2-40B4-BE49-F238E27FC236}">
                    <a16:creationId xmlns:a16="http://schemas.microsoft.com/office/drawing/2014/main" id="{9011F52C-9856-46BF-A386-B91EA50E507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2 w 211"/>
                  <a:gd name="T3" fmla="*/ 3 h 2537"/>
                  <a:gd name="T4" fmla="*/ 2 w 211"/>
                  <a:gd name="T5" fmla="*/ 3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37771" name="Freeform 785">
                <a:extLst>
                  <a:ext uri="{FF2B5EF4-FFF2-40B4-BE49-F238E27FC236}">
                    <a16:creationId xmlns:a16="http://schemas.microsoft.com/office/drawing/2014/main" id="{B01F2C7C-EDED-422F-8638-8783FBAED92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2 w 328"/>
                  <a:gd name="T3" fmla="*/ 3 h 226"/>
                  <a:gd name="T4" fmla="*/ 2 w 328"/>
                  <a:gd name="T5" fmla="*/ 3 h 226"/>
                  <a:gd name="T6" fmla="*/ 0 w 328"/>
                  <a:gd name="T7" fmla="*/ 3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37772" name="Rectangle 786">
                <a:extLst>
                  <a:ext uri="{FF2B5EF4-FFF2-40B4-BE49-F238E27FC236}">
                    <a16:creationId xmlns:a16="http://schemas.microsoft.com/office/drawing/2014/main" id="{78B303E0-7156-4C88-B03B-C74916B5C6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690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grpSp>
            <p:nvGrpSpPr>
              <p:cNvPr id="237773" name="Group 787">
                <a:extLst>
                  <a:ext uri="{FF2B5EF4-FFF2-40B4-BE49-F238E27FC236}">
                    <a16:creationId xmlns:a16="http://schemas.microsoft.com/office/drawing/2014/main" id="{F8835ABF-4E33-4ABA-A7E8-1FB90137E71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237798" name="AutoShape 788">
                  <a:extLst>
                    <a:ext uri="{FF2B5EF4-FFF2-40B4-BE49-F238E27FC236}">
                      <a16:creationId xmlns:a16="http://schemas.microsoft.com/office/drawing/2014/main" id="{B005223F-479A-4354-B6F2-1D0E14B8693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66"/>
                  <a:ext cx="721" cy="14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37799" name="AutoShape 789">
                  <a:extLst>
                    <a:ext uri="{FF2B5EF4-FFF2-40B4-BE49-F238E27FC236}">
                      <a16:creationId xmlns:a16="http://schemas.microsoft.com/office/drawing/2014/main" id="{A77DACA8-D1FC-4347-945B-BF8238642B1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1"/>
                  <a:ext cx="696" cy="114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237774" name="Rectangle 790">
                <a:extLst>
                  <a:ext uri="{FF2B5EF4-FFF2-40B4-BE49-F238E27FC236}">
                    <a16:creationId xmlns:a16="http://schemas.microsoft.com/office/drawing/2014/main" id="{F6390988-66E8-4562-9B99-3114DE15CB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022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grpSp>
            <p:nvGrpSpPr>
              <p:cNvPr id="237775" name="Group 791">
                <a:extLst>
                  <a:ext uri="{FF2B5EF4-FFF2-40B4-BE49-F238E27FC236}">
                    <a16:creationId xmlns:a16="http://schemas.microsoft.com/office/drawing/2014/main" id="{4AF2196A-6A83-48A3-8D92-89F9F3578BC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237796" name="AutoShape 792">
                  <a:extLst>
                    <a:ext uri="{FF2B5EF4-FFF2-40B4-BE49-F238E27FC236}">
                      <a16:creationId xmlns:a16="http://schemas.microsoft.com/office/drawing/2014/main" id="{21BD33EB-3A32-44C5-BA8C-B3BF6D551F8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2564"/>
                  <a:ext cx="721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37797" name="AutoShape 793">
                  <a:extLst>
                    <a:ext uri="{FF2B5EF4-FFF2-40B4-BE49-F238E27FC236}">
                      <a16:creationId xmlns:a16="http://schemas.microsoft.com/office/drawing/2014/main" id="{5F1A17E9-9929-4E6B-AFE1-23E9E7BB19A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8" y="2581"/>
                  <a:ext cx="696" cy="107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237776" name="Rectangle 794">
                <a:extLst>
                  <a:ext uri="{FF2B5EF4-FFF2-40B4-BE49-F238E27FC236}">
                    <a16:creationId xmlns:a16="http://schemas.microsoft.com/office/drawing/2014/main" id="{96AC7D43-2818-4054-AEC0-60A8492C87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354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37777" name="Rectangle 795">
                <a:extLst>
                  <a:ext uri="{FF2B5EF4-FFF2-40B4-BE49-F238E27FC236}">
                    <a16:creationId xmlns:a16="http://schemas.microsoft.com/office/drawing/2014/main" id="{B726A5EF-750A-484E-A404-6791ED58D4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30" y="1655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grpSp>
            <p:nvGrpSpPr>
              <p:cNvPr id="237778" name="Group 796">
                <a:extLst>
                  <a:ext uri="{FF2B5EF4-FFF2-40B4-BE49-F238E27FC236}">
                    <a16:creationId xmlns:a16="http://schemas.microsoft.com/office/drawing/2014/main" id="{18F5B40B-E7DA-4A0A-8A47-D5475CC7AC6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237794" name="AutoShape 797">
                  <a:extLst>
                    <a:ext uri="{FF2B5EF4-FFF2-40B4-BE49-F238E27FC236}">
                      <a16:creationId xmlns:a16="http://schemas.microsoft.com/office/drawing/2014/main" id="{9C6BA1B6-4265-484C-A11B-1C9CA6810E4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8" y="2586"/>
                  <a:ext cx="720" cy="12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37795" name="AutoShape 798">
                  <a:extLst>
                    <a:ext uri="{FF2B5EF4-FFF2-40B4-BE49-F238E27FC236}">
                      <a16:creationId xmlns:a16="http://schemas.microsoft.com/office/drawing/2014/main" id="{974710F1-49DC-4872-A815-5C0C530F67C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0" y="2586"/>
                  <a:ext cx="695" cy="10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237779" name="Freeform 799">
                <a:extLst>
                  <a:ext uri="{FF2B5EF4-FFF2-40B4-BE49-F238E27FC236}">
                    <a16:creationId xmlns:a16="http://schemas.microsoft.com/office/drawing/2014/main" id="{3DED68D1-F9F3-44BA-A580-3F1D2E7CB9E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2 w 328"/>
                  <a:gd name="T3" fmla="*/ 2 h 226"/>
                  <a:gd name="T4" fmla="*/ 2 w 328"/>
                  <a:gd name="T5" fmla="*/ 2 h 226"/>
                  <a:gd name="T6" fmla="*/ 0 w 328"/>
                  <a:gd name="T7" fmla="*/ 2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237780" name="Group 800">
                <a:extLst>
                  <a:ext uri="{FF2B5EF4-FFF2-40B4-BE49-F238E27FC236}">
                    <a16:creationId xmlns:a16="http://schemas.microsoft.com/office/drawing/2014/main" id="{8EFA60B9-B1C0-4B3F-AC5A-018C5145C8E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237792" name="AutoShape 801">
                  <a:extLst>
                    <a:ext uri="{FF2B5EF4-FFF2-40B4-BE49-F238E27FC236}">
                      <a16:creationId xmlns:a16="http://schemas.microsoft.com/office/drawing/2014/main" id="{9F2B7A08-A142-46AB-AC40-B67A97A7AF1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71"/>
                  <a:ext cx="732" cy="13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37793" name="AutoShape 802">
                  <a:extLst>
                    <a:ext uri="{FF2B5EF4-FFF2-40B4-BE49-F238E27FC236}">
                      <a16:creationId xmlns:a16="http://schemas.microsoft.com/office/drawing/2014/main" id="{82E27AB1-66C2-4B8C-A728-7026FBDAA82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7"/>
                  <a:ext cx="720" cy="103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237781" name="Rectangle 803">
                <a:extLst>
                  <a:ext uri="{FF2B5EF4-FFF2-40B4-BE49-F238E27FC236}">
                    <a16:creationId xmlns:a16="http://schemas.microsoft.com/office/drawing/2014/main" id="{D8BCA2AC-1432-4672-8088-EFDDA4A87C7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46" y="429"/>
                <a:ext cx="70" cy="2285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37782" name="Freeform 804">
                <a:extLst>
                  <a:ext uri="{FF2B5EF4-FFF2-40B4-BE49-F238E27FC236}">
                    <a16:creationId xmlns:a16="http://schemas.microsoft.com/office/drawing/2014/main" id="{79F25CEC-72FF-49C0-8575-0265E02C82C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2 w 296"/>
                  <a:gd name="T3" fmla="*/ 2 h 256"/>
                  <a:gd name="T4" fmla="*/ 2 w 296"/>
                  <a:gd name="T5" fmla="*/ 2 h 256"/>
                  <a:gd name="T6" fmla="*/ 0 w 296"/>
                  <a:gd name="T7" fmla="*/ 2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37783" name="Freeform 805">
                <a:extLst>
                  <a:ext uri="{FF2B5EF4-FFF2-40B4-BE49-F238E27FC236}">
                    <a16:creationId xmlns:a16="http://schemas.microsoft.com/office/drawing/2014/main" id="{910A4D8A-AE8F-4BC6-A7C0-0403F343C3F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2 w 304"/>
                  <a:gd name="T3" fmla="*/ 2 h 288"/>
                  <a:gd name="T4" fmla="*/ 2 w 304"/>
                  <a:gd name="T5" fmla="*/ 2 h 288"/>
                  <a:gd name="T6" fmla="*/ 2 w 304"/>
                  <a:gd name="T7" fmla="*/ 2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37784" name="Oval 806">
                <a:extLst>
                  <a:ext uri="{FF2B5EF4-FFF2-40B4-BE49-F238E27FC236}">
                    <a16:creationId xmlns:a16="http://schemas.microsoft.com/office/drawing/2014/main" id="{06D441F6-291D-4BC5-81EE-8D66F3521FB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5" y="2611"/>
                <a:ext cx="50" cy="95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37785" name="Freeform 807">
                <a:extLst>
                  <a:ext uri="{FF2B5EF4-FFF2-40B4-BE49-F238E27FC236}">
                    <a16:creationId xmlns:a16="http://schemas.microsoft.com/office/drawing/2014/main" id="{7F416391-DFC9-4ECD-B16B-13F018AE7B8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3 h 240"/>
                  <a:gd name="T2" fmla="*/ 2 w 306"/>
                  <a:gd name="T3" fmla="*/ 3 h 240"/>
                  <a:gd name="T4" fmla="*/ 2 w 306"/>
                  <a:gd name="T5" fmla="*/ 3 h 240"/>
                  <a:gd name="T6" fmla="*/ 2 w 306"/>
                  <a:gd name="T7" fmla="*/ 0 h 240"/>
                  <a:gd name="T8" fmla="*/ 0 w 306"/>
                  <a:gd name="T9" fmla="*/ 3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37786" name="AutoShape 808">
                <a:extLst>
                  <a:ext uri="{FF2B5EF4-FFF2-40B4-BE49-F238E27FC236}">
                    <a16:creationId xmlns:a16="http://schemas.microsoft.com/office/drawing/2014/main" id="{BFC0FBDF-761D-4F22-BED1-234B495186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75"/>
                <a:ext cx="1196" cy="150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37787" name="AutoShape 809">
                <a:extLst>
                  <a:ext uri="{FF2B5EF4-FFF2-40B4-BE49-F238E27FC236}">
                    <a16:creationId xmlns:a16="http://schemas.microsoft.com/office/drawing/2014/main" id="{0705CA28-8A61-4D46-A89A-53B1CEDA8A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2714"/>
                <a:ext cx="1066" cy="7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chemeClr val="tx2"/>
                  </a:gs>
                  <a:gs pos="100000">
                    <a:schemeClr val="bg2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37788" name="Oval 810">
                <a:extLst>
                  <a:ext uri="{FF2B5EF4-FFF2-40B4-BE49-F238E27FC236}">
                    <a16:creationId xmlns:a16="http://schemas.microsoft.com/office/drawing/2014/main" id="{EE8B4961-08E0-473D-ADEF-9EF159D897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9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37789" name="Oval 811">
                <a:extLst>
                  <a:ext uri="{FF2B5EF4-FFF2-40B4-BE49-F238E27FC236}">
                    <a16:creationId xmlns:a16="http://schemas.microsoft.com/office/drawing/2014/main" id="{CF45A5DC-595C-4D5D-86A9-865DDAEEC01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9" y="2382"/>
                <a:ext cx="159" cy="142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37790" name="Oval 812">
                <a:extLst>
                  <a:ext uri="{FF2B5EF4-FFF2-40B4-BE49-F238E27FC236}">
                    <a16:creationId xmlns:a16="http://schemas.microsoft.com/office/drawing/2014/main" id="{5F3CA549-FB04-4504-8811-6150744F93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8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37791" name="Rectangle 813">
                <a:extLst>
                  <a:ext uri="{FF2B5EF4-FFF2-40B4-BE49-F238E27FC236}">
                    <a16:creationId xmlns:a16="http://schemas.microsoft.com/office/drawing/2014/main" id="{86150E8C-8EF1-491D-9E33-6B1E59F351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7" y="1837"/>
                <a:ext cx="80" cy="759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grpSp>
          <p:nvGrpSpPr>
            <p:cNvPr id="237636" name="Group 814">
              <a:extLst>
                <a:ext uri="{FF2B5EF4-FFF2-40B4-BE49-F238E27FC236}">
                  <a16:creationId xmlns:a16="http://schemas.microsoft.com/office/drawing/2014/main" id="{6C2C13FB-94DC-484F-AE01-F91CFEA450C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992" y="3341"/>
              <a:ext cx="143" cy="303"/>
              <a:chOff x="4140" y="429"/>
              <a:chExt cx="1425" cy="2396"/>
            </a:xfrm>
          </p:grpSpPr>
          <p:sp>
            <p:nvSpPr>
              <p:cNvPr id="237736" name="Freeform 815">
                <a:extLst>
                  <a:ext uri="{FF2B5EF4-FFF2-40B4-BE49-F238E27FC236}">
                    <a16:creationId xmlns:a16="http://schemas.microsoft.com/office/drawing/2014/main" id="{7E8E3DE3-62B7-42EF-8078-69777004C33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2 w 354"/>
                  <a:gd name="T1" fmla="*/ 0 h 2742"/>
                  <a:gd name="T2" fmla="*/ 2 w 354"/>
                  <a:gd name="T3" fmla="*/ 3 h 2742"/>
                  <a:gd name="T4" fmla="*/ 2 w 354"/>
                  <a:gd name="T5" fmla="*/ 3 h 2742"/>
                  <a:gd name="T6" fmla="*/ 0 w 354"/>
                  <a:gd name="T7" fmla="*/ 3 h 2742"/>
                  <a:gd name="T8" fmla="*/ 2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37737" name="Rectangle 816">
                <a:extLst>
                  <a:ext uri="{FF2B5EF4-FFF2-40B4-BE49-F238E27FC236}">
                    <a16:creationId xmlns:a16="http://schemas.microsoft.com/office/drawing/2014/main" id="{83A0465A-64CC-44CF-B270-A8112139B5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429"/>
                <a:ext cx="1046" cy="2285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37738" name="Freeform 817">
                <a:extLst>
                  <a:ext uri="{FF2B5EF4-FFF2-40B4-BE49-F238E27FC236}">
                    <a16:creationId xmlns:a16="http://schemas.microsoft.com/office/drawing/2014/main" id="{1AB8517D-1C37-429D-8101-098254FDE36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2 w 211"/>
                  <a:gd name="T3" fmla="*/ 3 h 2537"/>
                  <a:gd name="T4" fmla="*/ 2 w 211"/>
                  <a:gd name="T5" fmla="*/ 3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37739" name="Freeform 818">
                <a:extLst>
                  <a:ext uri="{FF2B5EF4-FFF2-40B4-BE49-F238E27FC236}">
                    <a16:creationId xmlns:a16="http://schemas.microsoft.com/office/drawing/2014/main" id="{F992C02C-D8AC-4D6C-AA60-4E18F2A1584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2 w 328"/>
                  <a:gd name="T3" fmla="*/ 3 h 226"/>
                  <a:gd name="T4" fmla="*/ 2 w 328"/>
                  <a:gd name="T5" fmla="*/ 3 h 226"/>
                  <a:gd name="T6" fmla="*/ 0 w 328"/>
                  <a:gd name="T7" fmla="*/ 3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37740" name="Rectangle 819">
                <a:extLst>
                  <a:ext uri="{FF2B5EF4-FFF2-40B4-BE49-F238E27FC236}">
                    <a16:creationId xmlns:a16="http://schemas.microsoft.com/office/drawing/2014/main" id="{01FBCF9A-9859-480A-BC67-CDF750BCB21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690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grpSp>
            <p:nvGrpSpPr>
              <p:cNvPr id="237741" name="Group 820">
                <a:extLst>
                  <a:ext uri="{FF2B5EF4-FFF2-40B4-BE49-F238E27FC236}">
                    <a16:creationId xmlns:a16="http://schemas.microsoft.com/office/drawing/2014/main" id="{8EEAD611-40E4-4951-9938-8E3F3DEFA69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237766" name="AutoShape 821">
                  <a:extLst>
                    <a:ext uri="{FF2B5EF4-FFF2-40B4-BE49-F238E27FC236}">
                      <a16:creationId xmlns:a16="http://schemas.microsoft.com/office/drawing/2014/main" id="{AAF7D7B9-7F41-401D-A5AA-6C2E62FA915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66"/>
                  <a:ext cx="721" cy="14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37767" name="AutoShape 822">
                  <a:extLst>
                    <a:ext uri="{FF2B5EF4-FFF2-40B4-BE49-F238E27FC236}">
                      <a16:creationId xmlns:a16="http://schemas.microsoft.com/office/drawing/2014/main" id="{B2D4720D-B038-4E6F-86A7-193365C14EC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1"/>
                  <a:ext cx="696" cy="114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237742" name="Rectangle 823">
                <a:extLst>
                  <a:ext uri="{FF2B5EF4-FFF2-40B4-BE49-F238E27FC236}">
                    <a16:creationId xmlns:a16="http://schemas.microsoft.com/office/drawing/2014/main" id="{E3B7D9C9-F0BF-49C1-9BA6-9BC272BEFC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022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grpSp>
            <p:nvGrpSpPr>
              <p:cNvPr id="237743" name="Group 824">
                <a:extLst>
                  <a:ext uri="{FF2B5EF4-FFF2-40B4-BE49-F238E27FC236}">
                    <a16:creationId xmlns:a16="http://schemas.microsoft.com/office/drawing/2014/main" id="{1460315E-1AB3-4015-B5BA-1761543DD55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237764" name="AutoShape 825">
                  <a:extLst>
                    <a:ext uri="{FF2B5EF4-FFF2-40B4-BE49-F238E27FC236}">
                      <a16:creationId xmlns:a16="http://schemas.microsoft.com/office/drawing/2014/main" id="{158BD4D7-C1B9-4401-825A-FCC4DB35EAF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2564"/>
                  <a:ext cx="721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37765" name="AutoShape 826">
                  <a:extLst>
                    <a:ext uri="{FF2B5EF4-FFF2-40B4-BE49-F238E27FC236}">
                      <a16:creationId xmlns:a16="http://schemas.microsoft.com/office/drawing/2014/main" id="{E26EDD70-11E3-4A1D-8E13-FA9A0005911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8" y="2581"/>
                  <a:ext cx="696" cy="107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237744" name="Rectangle 827">
                <a:extLst>
                  <a:ext uri="{FF2B5EF4-FFF2-40B4-BE49-F238E27FC236}">
                    <a16:creationId xmlns:a16="http://schemas.microsoft.com/office/drawing/2014/main" id="{F645CDE0-018B-4264-8EAE-1ADBE6CE59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354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37745" name="Rectangle 828">
                <a:extLst>
                  <a:ext uri="{FF2B5EF4-FFF2-40B4-BE49-F238E27FC236}">
                    <a16:creationId xmlns:a16="http://schemas.microsoft.com/office/drawing/2014/main" id="{516E4FC2-33F9-4BF7-9E1B-72A07874DA6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30" y="1655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grpSp>
            <p:nvGrpSpPr>
              <p:cNvPr id="237746" name="Group 829">
                <a:extLst>
                  <a:ext uri="{FF2B5EF4-FFF2-40B4-BE49-F238E27FC236}">
                    <a16:creationId xmlns:a16="http://schemas.microsoft.com/office/drawing/2014/main" id="{6A3C7C0E-23C8-4D01-BC7C-F4AB40E5C9B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237762" name="AutoShape 830">
                  <a:extLst>
                    <a:ext uri="{FF2B5EF4-FFF2-40B4-BE49-F238E27FC236}">
                      <a16:creationId xmlns:a16="http://schemas.microsoft.com/office/drawing/2014/main" id="{E11D3039-16EC-41B2-A57B-7DE78FF61B3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8" y="2586"/>
                  <a:ext cx="720" cy="12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37763" name="AutoShape 831">
                  <a:extLst>
                    <a:ext uri="{FF2B5EF4-FFF2-40B4-BE49-F238E27FC236}">
                      <a16:creationId xmlns:a16="http://schemas.microsoft.com/office/drawing/2014/main" id="{18A0683C-8C48-4A89-97D1-F4DA31CB53E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0" y="2586"/>
                  <a:ext cx="695" cy="10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237747" name="Freeform 832">
                <a:extLst>
                  <a:ext uri="{FF2B5EF4-FFF2-40B4-BE49-F238E27FC236}">
                    <a16:creationId xmlns:a16="http://schemas.microsoft.com/office/drawing/2014/main" id="{65F56B25-411E-4330-A43F-033119306EC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2 w 328"/>
                  <a:gd name="T3" fmla="*/ 2 h 226"/>
                  <a:gd name="T4" fmla="*/ 2 w 328"/>
                  <a:gd name="T5" fmla="*/ 2 h 226"/>
                  <a:gd name="T6" fmla="*/ 0 w 328"/>
                  <a:gd name="T7" fmla="*/ 2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237748" name="Group 833">
                <a:extLst>
                  <a:ext uri="{FF2B5EF4-FFF2-40B4-BE49-F238E27FC236}">
                    <a16:creationId xmlns:a16="http://schemas.microsoft.com/office/drawing/2014/main" id="{B1210FD7-F917-4727-A879-79112FC0638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237760" name="AutoShape 834">
                  <a:extLst>
                    <a:ext uri="{FF2B5EF4-FFF2-40B4-BE49-F238E27FC236}">
                      <a16:creationId xmlns:a16="http://schemas.microsoft.com/office/drawing/2014/main" id="{40893C5D-D4B0-4E82-B4A0-81274311659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71"/>
                  <a:ext cx="732" cy="13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37761" name="AutoShape 835">
                  <a:extLst>
                    <a:ext uri="{FF2B5EF4-FFF2-40B4-BE49-F238E27FC236}">
                      <a16:creationId xmlns:a16="http://schemas.microsoft.com/office/drawing/2014/main" id="{F2F34AE2-38F3-4A94-BBC6-C0A0C95D2D6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7"/>
                  <a:ext cx="720" cy="103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buClr>
                      <a:schemeClr val="accent2"/>
                    </a:buClr>
                    <a:buSzPct val="85000"/>
                    <a:buFont typeface="ZapfDingbats" pitchFamily="82" charset="2"/>
                    <a:buNone/>
                  </a:pPr>
                  <a:endParaRPr lang="zh-TW" altLang="zh-TW" sz="20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237749" name="Rectangle 836">
                <a:extLst>
                  <a:ext uri="{FF2B5EF4-FFF2-40B4-BE49-F238E27FC236}">
                    <a16:creationId xmlns:a16="http://schemas.microsoft.com/office/drawing/2014/main" id="{59DE1277-C7DC-4BA1-99B1-7622A7F3F6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46" y="429"/>
                <a:ext cx="70" cy="2285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37750" name="Freeform 837">
                <a:extLst>
                  <a:ext uri="{FF2B5EF4-FFF2-40B4-BE49-F238E27FC236}">
                    <a16:creationId xmlns:a16="http://schemas.microsoft.com/office/drawing/2014/main" id="{7BE29DCB-5961-4ABE-A24B-BFCA4B6C147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2 w 296"/>
                  <a:gd name="T3" fmla="*/ 2 h 256"/>
                  <a:gd name="T4" fmla="*/ 2 w 296"/>
                  <a:gd name="T5" fmla="*/ 2 h 256"/>
                  <a:gd name="T6" fmla="*/ 0 w 296"/>
                  <a:gd name="T7" fmla="*/ 2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37751" name="Freeform 838">
                <a:extLst>
                  <a:ext uri="{FF2B5EF4-FFF2-40B4-BE49-F238E27FC236}">
                    <a16:creationId xmlns:a16="http://schemas.microsoft.com/office/drawing/2014/main" id="{A12CCAF1-A219-4CAB-9371-384267A65A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2 w 304"/>
                  <a:gd name="T3" fmla="*/ 2 h 288"/>
                  <a:gd name="T4" fmla="*/ 2 w 304"/>
                  <a:gd name="T5" fmla="*/ 2 h 288"/>
                  <a:gd name="T6" fmla="*/ 2 w 304"/>
                  <a:gd name="T7" fmla="*/ 2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37752" name="Oval 839">
                <a:extLst>
                  <a:ext uri="{FF2B5EF4-FFF2-40B4-BE49-F238E27FC236}">
                    <a16:creationId xmlns:a16="http://schemas.microsoft.com/office/drawing/2014/main" id="{4089B168-D39A-44CF-861A-DB5D11226E1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5" y="2611"/>
                <a:ext cx="50" cy="95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37753" name="Freeform 840">
                <a:extLst>
                  <a:ext uri="{FF2B5EF4-FFF2-40B4-BE49-F238E27FC236}">
                    <a16:creationId xmlns:a16="http://schemas.microsoft.com/office/drawing/2014/main" id="{708196CA-7446-4DD2-A9FB-1F92EC953E9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3 h 240"/>
                  <a:gd name="T2" fmla="*/ 2 w 306"/>
                  <a:gd name="T3" fmla="*/ 3 h 240"/>
                  <a:gd name="T4" fmla="*/ 2 w 306"/>
                  <a:gd name="T5" fmla="*/ 3 h 240"/>
                  <a:gd name="T6" fmla="*/ 2 w 306"/>
                  <a:gd name="T7" fmla="*/ 0 h 240"/>
                  <a:gd name="T8" fmla="*/ 0 w 306"/>
                  <a:gd name="T9" fmla="*/ 3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37754" name="AutoShape 841">
                <a:extLst>
                  <a:ext uri="{FF2B5EF4-FFF2-40B4-BE49-F238E27FC236}">
                    <a16:creationId xmlns:a16="http://schemas.microsoft.com/office/drawing/2014/main" id="{2E0039AA-8355-4736-8983-08FEBA7A3E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75"/>
                <a:ext cx="1196" cy="150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37755" name="AutoShape 842">
                <a:extLst>
                  <a:ext uri="{FF2B5EF4-FFF2-40B4-BE49-F238E27FC236}">
                    <a16:creationId xmlns:a16="http://schemas.microsoft.com/office/drawing/2014/main" id="{FC478BC1-E476-4A3E-98B5-CB50BCE935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2714"/>
                <a:ext cx="1066" cy="7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chemeClr val="tx2"/>
                  </a:gs>
                  <a:gs pos="100000">
                    <a:schemeClr val="bg2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37756" name="Oval 843">
                <a:extLst>
                  <a:ext uri="{FF2B5EF4-FFF2-40B4-BE49-F238E27FC236}">
                    <a16:creationId xmlns:a16="http://schemas.microsoft.com/office/drawing/2014/main" id="{2FA847BF-DD03-4D71-8A93-A8C0A3E03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9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37757" name="Oval 844">
                <a:extLst>
                  <a:ext uri="{FF2B5EF4-FFF2-40B4-BE49-F238E27FC236}">
                    <a16:creationId xmlns:a16="http://schemas.microsoft.com/office/drawing/2014/main" id="{92E603A1-49F1-4E41-8F5F-72C34E2020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9" y="2382"/>
                <a:ext cx="159" cy="142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37758" name="Oval 845">
                <a:extLst>
                  <a:ext uri="{FF2B5EF4-FFF2-40B4-BE49-F238E27FC236}">
                    <a16:creationId xmlns:a16="http://schemas.microsoft.com/office/drawing/2014/main" id="{918CD150-F31D-4E42-A740-4A11355EFA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8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37759" name="Rectangle 846">
                <a:extLst>
                  <a:ext uri="{FF2B5EF4-FFF2-40B4-BE49-F238E27FC236}">
                    <a16:creationId xmlns:a16="http://schemas.microsoft.com/office/drawing/2014/main" id="{3A617650-5CEF-4203-8C6F-32ACBEA307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7" y="1837"/>
                <a:ext cx="80" cy="759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grpSp>
          <p:nvGrpSpPr>
            <p:cNvPr id="237637" name="Group 847">
              <a:extLst>
                <a:ext uri="{FF2B5EF4-FFF2-40B4-BE49-F238E27FC236}">
                  <a16:creationId xmlns:a16="http://schemas.microsoft.com/office/drawing/2014/main" id="{245C83F1-58CF-44D0-9AA8-1127980DE94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340" y="1287"/>
              <a:ext cx="337" cy="257"/>
              <a:chOff x="877" y="1008"/>
              <a:chExt cx="2747" cy="2591"/>
            </a:xfrm>
          </p:grpSpPr>
          <p:pic>
            <p:nvPicPr>
              <p:cNvPr id="237713" name="Picture 848" descr="antenna_stylized">
                <a:extLst>
                  <a:ext uri="{FF2B5EF4-FFF2-40B4-BE49-F238E27FC236}">
                    <a16:creationId xmlns:a16="http://schemas.microsoft.com/office/drawing/2014/main" id="{C90B4DC8-9997-454B-99EF-5130DAF6FDD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7" y="1008"/>
                <a:ext cx="2725" cy="142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237714" name="Picture 849" descr="laptop_keyboard">
                <a:extLst>
                  <a:ext uri="{FF2B5EF4-FFF2-40B4-BE49-F238E27FC236}">
                    <a16:creationId xmlns:a16="http://schemas.microsoft.com/office/drawing/2014/main" id="{D48D7DE0-27DC-45CD-BFB7-A9166EB6F9B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09064" flipH="1">
                <a:off x="1009" y="2586"/>
                <a:ext cx="2245" cy="10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37715" name="Freeform 850">
                <a:extLst>
                  <a:ext uri="{FF2B5EF4-FFF2-40B4-BE49-F238E27FC236}">
                    <a16:creationId xmlns:a16="http://schemas.microsoft.com/office/drawing/2014/main" id="{F1C13F6E-336F-4F51-9557-A5E298E8770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3" y="1603"/>
                <a:ext cx="1807" cy="1322"/>
              </a:xfrm>
              <a:custGeom>
                <a:avLst/>
                <a:gdLst>
                  <a:gd name="T0" fmla="*/ 1 w 2982"/>
                  <a:gd name="T1" fmla="*/ 0 h 2442"/>
                  <a:gd name="T2" fmla="*/ 0 w 2982"/>
                  <a:gd name="T3" fmla="*/ 1 h 2442"/>
                  <a:gd name="T4" fmla="*/ 1 w 2982"/>
                  <a:gd name="T5" fmla="*/ 1 h 2442"/>
                  <a:gd name="T6" fmla="*/ 1 w 2982"/>
                  <a:gd name="T7" fmla="*/ 1 h 2442"/>
                  <a:gd name="T8" fmla="*/ 1 w 2982"/>
                  <a:gd name="T9" fmla="*/ 0 h 24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82"/>
                  <a:gd name="T16" fmla="*/ 0 h 2442"/>
                  <a:gd name="T17" fmla="*/ 2982 w 2982"/>
                  <a:gd name="T18" fmla="*/ 2442 h 24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82" h="2442">
                    <a:moveTo>
                      <a:pt x="540" y="0"/>
                    </a:moveTo>
                    <a:lnTo>
                      <a:pt x="0" y="1734"/>
                    </a:lnTo>
                    <a:lnTo>
                      <a:pt x="2394" y="2442"/>
                    </a:lnTo>
                    <a:lnTo>
                      <a:pt x="2982" y="318"/>
                    </a:lnTo>
                    <a:lnTo>
                      <a:pt x="540" y="0"/>
                    </a:lnTo>
                    <a:close/>
                  </a:path>
                </a:pathLst>
              </a:cu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pic>
            <p:nvPicPr>
              <p:cNvPr id="237716" name="Picture 851" descr="screen">
                <a:extLst>
                  <a:ext uri="{FF2B5EF4-FFF2-40B4-BE49-F238E27FC236}">
                    <a16:creationId xmlns:a16="http://schemas.microsoft.com/office/drawing/2014/main" id="{C5527B77-664D-41A9-9D56-93D607C390F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842" y="1637"/>
                <a:ext cx="1642" cy="12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37717" name="Freeform 852">
                <a:extLst>
                  <a:ext uri="{FF2B5EF4-FFF2-40B4-BE49-F238E27FC236}">
                    <a16:creationId xmlns:a16="http://schemas.microsoft.com/office/drawing/2014/main" id="{1C336407-3FCB-43C5-AB82-3AE82DC31B0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82" y="1564"/>
                <a:ext cx="1531" cy="246"/>
              </a:xfrm>
              <a:custGeom>
                <a:avLst/>
                <a:gdLst>
                  <a:gd name="T0" fmla="*/ 1 w 2528"/>
                  <a:gd name="T1" fmla="*/ 0 h 455"/>
                  <a:gd name="T2" fmla="*/ 1 w 2528"/>
                  <a:gd name="T3" fmla="*/ 1 h 455"/>
                  <a:gd name="T4" fmla="*/ 1 w 2528"/>
                  <a:gd name="T5" fmla="*/ 1 h 455"/>
                  <a:gd name="T6" fmla="*/ 0 w 2528"/>
                  <a:gd name="T7" fmla="*/ 1 h 455"/>
                  <a:gd name="T8" fmla="*/ 1 w 2528"/>
                  <a:gd name="T9" fmla="*/ 0 h 45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28"/>
                  <a:gd name="T16" fmla="*/ 0 h 455"/>
                  <a:gd name="T17" fmla="*/ 2528 w 2528"/>
                  <a:gd name="T18" fmla="*/ 455 h 45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28" h="455">
                    <a:moveTo>
                      <a:pt x="14" y="0"/>
                    </a:moveTo>
                    <a:lnTo>
                      <a:pt x="2528" y="341"/>
                    </a:lnTo>
                    <a:lnTo>
                      <a:pt x="2480" y="455"/>
                    </a:lnTo>
                    <a:lnTo>
                      <a:pt x="0" y="86"/>
                    </a:lnTo>
                    <a:lnTo>
                      <a:pt x="14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37718" name="Freeform 853">
                <a:extLst>
                  <a:ext uri="{FF2B5EF4-FFF2-40B4-BE49-F238E27FC236}">
                    <a16:creationId xmlns:a16="http://schemas.microsoft.com/office/drawing/2014/main" id="{E74E37E9-6D90-4DA7-8484-34D970641A8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7" y="1562"/>
                <a:ext cx="425" cy="1024"/>
              </a:xfrm>
              <a:custGeom>
                <a:avLst/>
                <a:gdLst>
                  <a:gd name="T0" fmla="*/ 1 w 702"/>
                  <a:gd name="T1" fmla="*/ 0 h 1893"/>
                  <a:gd name="T2" fmla="*/ 0 w 702"/>
                  <a:gd name="T3" fmla="*/ 1 h 1893"/>
                  <a:gd name="T4" fmla="*/ 1 w 702"/>
                  <a:gd name="T5" fmla="*/ 1 h 1893"/>
                  <a:gd name="T6" fmla="*/ 1 w 702"/>
                  <a:gd name="T7" fmla="*/ 1 h 1893"/>
                  <a:gd name="T8" fmla="*/ 1 w 702"/>
                  <a:gd name="T9" fmla="*/ 0 h 189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02"/>
                  <a:gd name="T16" fmla="*/ 0 h 1893"/>
                  <a:gd name="T17" fmla="*/ 702 w 702"/>
                  <a:gd name="T18" fmla="*/ 1893 h 189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02" h="1893">
                    <a:moveTo>
                      <a:pt x="579" y="0"/>
                    </a:moveTo>
                    <a:lnTo>
                      <a:pt x="0" y="1869"/>
                    </a:lnTo>
                    <a:lnTo>
                      <a:pt x="114" y="1893"/>
                    </a:lnTo>
                    <a:lnTo>
                      <a:pt x="702" y="51"/>
                    </a:lnTo>
                    <a:lnTo>
                      <a:pt x="579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37719" name="Freeform 854">
                <a:extLst>
                  <a:ext uri="{FF2B5EF4-FFF2-40B4-BE49-F238E27FC236}">
                    <a16:creationId xmlns:a16="http://schemas.microsoft.com/office/drawing/2014/main" id="{106B5487-A176-430C-9459-FF7BA265028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44" y="1745"/>
                <a:ext cx="458" cy="1182"/>
              </a:xfrm>
              <a:custGeom>
                <a:avLst/>
                <a:gdLst>
                  <a:gd name="T0" fmla="*/ 1 w 756"/>
                  <a:gd name="T1" fmla="*/ 0 h 2184"/>
                  <a:gd name="T2" fmla="*/ 1 w 756"/>
                  <a:gd name="T3" fmla="*/ 1 h 2184"/>
                  <a:gd name="T4" fmla="*/ 0 w 756"/>
                  <a:gd name="T5" fmla="*/ 1 h 2184"/>
                  <a:gd name="T6" fmla="*/ 1 w 756"/>
                  <a:gd name="T7" fmla="*/ 1 h 2184"/>
                  <a:gd name="T8" fmla="*/ 1 w 756"/>
                  <a:gd name="T9" fmla="*/ 0 h 218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6"/>
                  <a:gd name="T16" fmla="*/ 0 h 2184"/>
                  <a:gd name="T17" fmla="*/ 756 w 756"/>
                  <a:gd name="T18" fmla="*/ 2184 h 218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6" h="2184">
                    <a:moveTo>
                      <a:pt x="756" y="0"/>
                    </a:moveTo>
                    <a:lnTo>
                      <a:pt x="138" y="2184"/>
                    </a:lnTo>
                    <a:lnTo>
                      <a:pt x="0" y="2148"/>
                    </a:lnTo>
                    <a:lnTo>
                      <a:pt x="606" y="78"/>
                    </a:lnTo>
                    <a:lnTo>
                      <a:pt x="756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chemeClr val="bg1"/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37720" name="Freeform 855">
                <a:extLst>
                  <a:ext uri="{FF2B5EF4-FFF2-40B4-BE49-F238E27FC236}">
                    <a16:creationId xmlns:a16="http://schemas.microsoft.com/office/drawing/2014/main" id="{A3A587FB-CFA9-41CB-829C-D816336D16F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2" y="2534"/>
                <a:ext cx="1680" cy="399"/>
              </a:xfrm>
              <a:custGeom>
                <a:avLst/>
                <a:gdLst>
                  <a:gd name="T0" fmla="*/ 1 w 2773"/>
                  <a:gd name="T1" fmla="*/ 0 h 738"/>
                  <a:gd name="T2" fmla="*/ 0 w 2773"/>
                  <a:gd name="T3" fmla="*/ 1 h 738"/>
                  <a:gd name="T4" fmla="*/ 1 w 2773"/>
                  <a:gd name="T5" fmla="*/ 1 h 738"/>
                  <a:gd name="T6" fmla="*/ 1 w 2773"/>
                  <a:gd name="T7" fmla="*/ 1 h 738"/>
                  <a:gd name="T8" fmla="*/ 1 w 2773"/>
                  <a:gd name="T9" fmla="*/ 0 h 73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773"/>
                  <a:gd name="T16" fmla="*/ 0 h 738"/>
                  <a:gd name="T17" fmla="*/ 2773 w 2773"/>
                  <a:gd name="T18" fmla="*/ 738 h 73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773" h="738">
                    <a:moveTo>
                      <a:pt x="33" y="0"/>
                    </a:moveTo>
                    <a:lnTo>
                      <a:pt x="0" y="99"/>
                    </a:lnTo>
                    <a:lnTo>
                      <a:pt x="2436" y="738"/>
                    </a:lnTo>
                    <a:cubicBezTo>
                      <a:pt x="2499" y="501"/>
                      <a:pt x="2773" y="727"/>
                      <a:pt x="2373" y="603"/>
                    </a:cubicBezTo>
                    <a:lnTo>
                      <a:pt x="3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CC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37721" name="Freeform 856">
                <a:extLst>
                  <a:ext uri="{FF2B5EF4-FFF2-40B4-BE49-F238E27FC236}">
                    <a16:creationId xmlns:a16="http://schemas.microsoft.com/office/drawing/2014/main" id="{F34C1DA5-5CD1-492F-B813-5D655E826AA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95" y="1755"/>
                <a:ext cx="429" cy="1187"/>
              </a:xfrm>
              <a:custGeom>
                <a:avLst/>
                <a:gdLst>
                  <a:gd name="T0" fmla="*/ 1 w 637"/>
                  <a:gd name="T1" fmla="*/ 0 h 1659"/>
                  <a:gd name="T2" fmla="*/ 1 w 637"/>
                  <a:gd name="T3" fmla="*/ 0 h 1659"/>
                  <a:gd name="T4" fmla="*/ 1 w 637"/>
                  <a:gd name="T5" fmla="*/ 1 h 1659"/>
                  <a:gd name="T6" fmla="*/ 0 w 637"/>
                  <a:gd name="T7" fmla="*/ 1 h 1659"/>
                  <a:gd name="T8" fmla="*/ 1 w 637"/>
                  <a:gd name="T9" fmla="*/ 0 h 165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37"/>
                  <a:gd name="T16" fmla="*/ 0 h 1659"/>
                  <a:gd name="T17" fmla="*/ 637 w 637"/>
                  <a:gd name="T18" fmla="*/ 1659 h 165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37" h="1659">
                    <a:moveTo>
                      <a:pt x="615" y="0"/>
                    </a:moveTo>
                    <a:lnTo>
                      <a:pt x="637" y="0"/>
                    </a:lnTo>
                    <a:lnTo>
                      <a:pt x="68" y="1659"/>
                    </a:lnTo>
                    <a:lnTo>
                      <a:pt x="0" y="1647"/>
                    </a:lnTo>
                    <a:lnTo>
                      <a:pt x="615" y="0"/>
                    </a:lnTo>
                    <a:close/>
                  </a:path>
                </a:pathLst>
              </a:custGeom>
              <a:solidFill>
                <a:srgbClr val="4D4D4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37722" name="Freeform 857">
                <a:extLst>
                  <a:ext uri="{FF2B5EF4-FFF2-40B4-BE49-F238E27FC236}">
                    <a16:creationId xmlns:a16="http://schemas.microsoft.com/office/drawing/2014/main" id="{04E78F3A-2AE7-464C-A696-BB7AEB39963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4" y="2587"/>
                <a:ext cx="1494" cy="394"/>
              </a:xfrm>
              <a:custGeom>
                <a:avLst/>
                <a:gdLst>
                  <a:gd name="T0" fmla="*/ 0 w 2216"/>
                  <a:gd name="T1" fmla="*/ 0 h 550"/>
                  <a:gd name="T2" fmla="*/ 1 w 2216"/>
                  <a:gd name="T3" fmla="*/ 1 h 550"/>
                  <a:gd name="T4" fmla="*/ 1 w 2216"/>
                  <a:gd name="T5" fmla="*/ 1 h 550"/>
                  <a:gd name="T6" fmla="*/ 1 w 2216"/>
                  <a:gd name="T7" fmla="*/ 1 h 550"/>
                  <a:gd name="T8" fmla="*/ 0 w 2216"/>
                  <a:gd name="T9" fmla="*/ 0 h 55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16"/>
                  <a:gd name="T16" fmla="*/ 0 h 550"/>
                  <a:gd name="T17" fmla="*/ 2216 w 2216"/>
                  <a:gd name="T18" fmla="*/ 550 h 55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16" h="550">
                    <a:moveTo>
                      <a:pt x="0" y="0"/>
                    </a:moveTo>
                    <a:lnTo>
                      <a:pt x="9" y="57"/>
                    </a:lnTo>
                    <a:lnTo>
                      <a:pt x="2164" y="550"/>
                    </a:lnTo>
                    <a:lnTo>
                      <a:pt x="2216" y="496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237723" name="Group 858">
                <a:extLst>
                  <a:ext uri="{FF2B5EF4-FFF2-40B4-BE49-F238E27FC236}">
                    <a16:creationId xmlns:a16="http://schemas.microsoft.com/office/drawing/2014/main" id="{7E342FB1-1312-43D4-AEBB-26492B376CF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09" y="3008"/>
                <a:ext cx="507" cy="234"/>
                <a:chOff x="1740" y="2642"/>
                <a:chExt cx="752" cy="327"/>
              </a:xfrm>
            </p:grpSpPr>
            <p:sp>
              <p:nvSpPr>
                <p:cNvPr id="237730" name="Freeform 859">
                  <a:extLst>
                    <a:ext uri="{FF2B5EF4-FFF2-40B4-BE49-F238E27FC236}">
                      <a16:creationId xmlns:a16="http://schemas.microsoft.com/office/drawing/2014/main" id="{A34CAE34-5C83-4F33-AB31-D93400BF0AE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40" y="2642"/>
                  <a:ext cx="752" cy="327"/>
                </a:xfrm>
                <a:custGeom>
                  <a:avLst/>
                  <a:gdLst>
                    <a:gd name="T0" fmla="*/ 293 w 752"/>
                    <a:gd name="T1" fmla="*/ 0 h 327"/>
                    <a:gd name="T2" fmla="*/ 752 w 752"/>
                    <a:gd name="T3" fmla="*/ 124 h 327"/>
                    <a:gd name="T4" fmla="*/ 470 w 752"/>
                    <a:gd name="T5" fmla="*/ 327 h 327"/>
                    <a:gd name="T6" fmla="*/ 0 w 752"/>
                    <a:gd name="T7" fmla="*/ 183 h 327"/>
                    <a:gd name="T8" fmla="*/ 293 w 752"/>
                    <a:gd name="T9" fmla="*/ 0 h 32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2"/>
                    <a:gd name="T16" fmla="*/ 0 h 327"/>
                    <a:gd name="T17" fmla="*/ 752 w 752"/>
                    <a:gd name="T18" fmla="*/ 327 h 32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2" h="327">
                      <a:moveTo>
                        <a:pt x="293" y="0"/>
                      </a:moveTo>
                      <a:lnTo>
                        <a:pt x="752" y="124"/>
                      </a:lnTo>
                      <a:lnTo>
                        <a:pt x="470" y="327"/>
                      </a:lnTo>
                      <a:lnTo>
                        <a:pt x="0" y="183"/>
                      </a:lnTo>
                      <a:lnTo>
                        <a:pt x="293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37731" name="Freeform 860">
                  <a:extLst>
                    <a:ext uri="{FF2B5EF4-FFF2-40B4-BE49-F238E27FC236}">
                      <a16:creationId xmlns:a16="http://schemas.microsoft.com/office/drawing/2014/main" id="{688759E3-0F1A-4414-8C72-6BC21BE99C2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54" y="2649"/>
                  <a:ext cx="726" cy="311"/>
                </a:xfrm>
                <a:custGeom>
                  <a:avLst/>
                  <a:gdLst>
                    <a:gd name="T0" fmla="*/ 282 w 726"/>
                    <a:gd name="T1" fmla="*/ 0 h 311"/>
                    <a:gd name="T2" fmla="*/ 726 w 726"/>
                    <a:gd name="T3" fmla="*/ 119 h 311"/>
                    <a:gd name="T4" fmla="*/ 457 w 726"/>
                    <a:gd name="T5" fmla="*/ 311 h 311"/>
                    <a:gd name="T6" fmla="*/ 0 w 726"/>
                    <a:gd name="T7" fmla="*/ 173 h 311"/>
                    <a:gd name="T8" fmla="*/ 282 w 726"/>
                    <a:gd name="T9" fmla="*/ 0 h 31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26"/>
                    <a:gd name="T16" fmla="*/ 0 h 311"/>
                    <a:gd name="T17" fmla="*/ 726 w 726"/>
                    <a:gd name="T18" fmla="*/ 311 h 31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26" h="311">
                      <a:moveTo>
                        <a:pt x="282" y="0"/>
                      </a:moveTo>
                      <a:lnTo>
                        <a:pt x="726" y="119"/>
                      </a:lnTo>
                      <a:lnTo>
                        <a:pt x="457" y="311"/>
                      </a:lnTo>
                      <a:lnTo>
                        <a:pt x="0" y="173"/>
                      </a:lnTo>
                      <a:lnTo>
                        <a:pt x="282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4D4D4D"/>
                    </a:gs>
                    <a:gs pos="100000">
                      <a:srgbClr val="DDDDDD"/>
                    </a:gs>
                  </a:gsLst>
                  <a:lin ang="189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37732" name="Freeform 861">
                  <a:extLst>
                    <a:ext uri="{FF2B5EF4-FFF2-40B4-BE49-F238E27FC236}">
                      <a16:creationId xmlns:a16="http://schemas.microsoft.com/office/drawing/2014/main" id="{E3BD2C9C-2E32-479C-96E9-8AB03998355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08" y="2770"/>
                  <a:ext cx="258" cy="100"/>
                </a:xfrm>
                <a:custGeom>
                  <a:avLst/>
                  <a:gdLst>
                    <a:gd name="T0" fmla="*/ 0 w 258"/>
                    <a:gd name="T1" fmla="*/ 44 h 100"/>
                    <a:gd name="T2" fmla="*/ 75 w 258"/>
                    <a:gd name="T3" fmla="*/ 0 h 100"/>
                    <a:gd name="T4" fmla="*/ 258 w 258"/>
                    <a:gd name="T5" fmla="*/ 50 h 100"/>
                    <a:gd name="T6" fmla="*/ 183 w 258"/>
                    <a:gd name="T7" fmla="*/ 100 h 100"/>
                    <a:gd name="T8" fmla="*/ 0 w 258"/>
                    <a:gd name="T9" fmla="*/ 44 h 10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0"/>
                    <a:gd name="T17" fmla="*/ 258 w 258"/>
                    <a:gd name="T18" fmla="*/ 100 h 10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0">
                      <a:moveTo>
                        <a:pt x="0" y="44"/>
                      </a:moveTo>
                      <a:lnTo>
                        <a:pt x="75" y="0"/>
                      </a:lnTo>
                      <a:lnTo>
                        <a:pt x="258" y="50"/>
                      </a:lnTo>
                      <a:lnTo>
                        <a:pt x="183" y="100"/>
                      </a:lnTo>
                      <a:lnTo>
                        <a:pt x="0" y="44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37733" name="Freeform 862">
                  <a:extLst>
                    <a:ext uri="{FF2B5EF4-FFF2-40B4-BE49-F238E27FC236}">
                      <a16:creationId xmlns:a16="http://schemas.microsoft.com/office/drawing/2014/main" id="{2FC689B5-8750-49F6-8560-A623EABD487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99" y="2816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37734" name="Freeform 863">
                  <a:extLst>
                    <a:ext uri="{FF2B5EF4-FFF2-40B4-BE49-F238E27FC236}">
                      <a16:creationId xmlns:a16="http://schemas.microsoft.com/office/drawing/2014/main" id="{03DA99C0-F009-4174-8811-C1D15212446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20" y="2834"/>
                  <a:ext cx="258" cy="102"/>
                </a:xfrm>
                <a:custGeom>
                  <a:avLst/>
                  <a:gdLst>
                    <a:gd name="T0" fmla="*/ 0 w 258"/>
                    <a:gd name="T1" fmla="*/ 46 h 102"/>
                    <a:gd name="T2" fmla="*/ 71 w 258"/>
                    <a:gd name="T3" fmla="*/ 0 h 102"/>
                    <a:gd name="T4" fmla="*/ 258 w 258"/>
                    <a:gd name="T5" fmla="*/ 52 h 102"/>
                    <a:gd name="T6" fmla="*/ 183 w 258"/>
                    <a:gd name="T7" fmla="*/ 102 h 102"/>
                    <a:gd name="T8" fmla="*/ 0 w 258"/>
                    <a:gd name="T9" fmla="*/ 46 h 10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2"/>
                    <a:gd name="T17" fmla="*/ 258 w 258"/>
                    <a:gd name="T18" fmla="*/ 102 h 10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2">
                      <a:moveTo>
                        <a:pt x="0" y="46"/>
                      </a:moveTo>
                      <a:lnTo>
                        <a:pt x="71" y="0"/>
                      </a:lnTo>
                      <a:lnTo>
                        <a:pt x="258" y="52"/>
                      </a:lnTo>
                      <a:lnTo>
                        <a:pt x="183" y="102"/>
                      </a:lnTo>
                      <a:lnTo>
                        <a:pt x="0" y="46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37735" name="Freeform 864">
                  <a:extLst>
                    <a:ext uri="{FF2B5EF4-FFF2-40B4-BE49-F238E27FC236}">
                      <a16:creationId xmlns:a16="http://schemas.microsoft.com/office/drawing/2014/main" id="{5E4E4D52-77C1-4EAD-86FB-EEE1AD4746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11" y="2882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237724" name="Freeform 865">
                <a:extLst>
                  <a:ext uri="{FF2B5EF4-FFF2-40B4-BE49-F238E27FC236}">
                    <a16:creationId xmlns:a16="http://schemas.microsoft.com/office/drawing/2014/main" id="{493BC0A7-DEA6-430D-B8C9-8D51092F7AD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77" y="3043"/>
                <a:ext cx="614" cy="514"/>
              </a:xfrm>
              <a:custGeom>
                <a:avLst/>
                <a:gdLst>
                  <a:gd name="T0" fmla="*/ 1 w 990"/>
                  <a:gd name="T1" fmla="*/ 1 h 792"/>
                  <a:gd name="T2" fmla="*/ 1 w 990"/>
                  <a:gd name="T3" fmla="*/ 0 h 792"/>
                  <a:gd name="T4" fmla="*/ 1 w 990"/>
                  <a:gd name="T5" fmla="*/ 1 h 792"/>
                  <a:gd name="T6" fmla="*/ 0 w 990"/>
                  <a:gd name="T7" fmla="*/ 1 h 792"/>
                  <a:gd name="T8" fmla="*/ 1 w 990"/>
                  <a:gd name="T9" fmla="*/ 1 h 79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90"/>
                  <a:gd name="T16" fmla="*/ 0 h 792"/>
                  <a:gd name="T17" fmla="*/ 990 w 990"/>
                  <a:gd name="T18" fmla="*/ 792 h 79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90" h="792">
                    <a:moveTo>
                      <a:pt x="3" y="738"/>
                    </a:moveTo>
                    <a:lnTo>
                      <a:pt x="990" y="0"/>
                    </a:lnTo>
                    <a:lnTo>
                      <a:pt x="987" y="60"/>
                    </a:lnTo>
                    <a:lnTo>
                      <a:pt x="0" y="792"/>
                    </a:lnTo>
                    <a:lnTo>
                      <a:pt x="3" y="738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37725" name="Freeform 866">
                <a:extLst>
                  <a:ext uri="{FF2B5EF4-FFF2-40B4-BE49-F238E27FC236}">
                    <a16:creationId xmlns:a16="http://schemas.microsoft.com/office/drawing/2014/main" id="{5885F0F0-E65C-40FF-AC51-00AEF9CB48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0" y="3084"/>
                <a:ext cx="1571" cy="469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37726" name="Freeform 867">
                <a:extLst>
                  <a:ext uri="{FF2B5EF4-FFF2-40B4-BE49-F238E27FC236}">
                    <a16:creationId xmlns:a16="http://schemas.microsoft.com/office/drawing/2014/main" id="{C2A65F39-10FE-4E36-A736-D1C3C0B8BBC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1" y="2998"/>
                <a:ext cx="17" cy="95"/>
              </a:xfrm>
              <a:custGeom>
                <a:avLst/>
                <a:gdLst>
                  <a:gd name="T0" fmla="*/ 1 w 26"/>
                  <a:gd name="T1" fmla="*/ 1 h 147"/>
                  <a:gd name="T2" fmla="*/ 1 w 26"/>
                  <a:gd name="T3" fmla="*/ 1 h 147"/>
                  <a:gd name="T4" fmla="*/ 0 w 26"/>
                  <a:gd name="T5" fmla="*/ 1 h 147"/>
                  <a:gd name="T6" fmla="*/ 1 w 26"/>
                  <a:gd name="T7" fmla="*/ 0 h 147"/>
                  <a:gd name="T8" fmla="*/ 1 w 26"/>
                  <a:gd name="T9" fmla="*/ 1 h 14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"/>
                  <a:gd name="T16" fmla="*/ 0 h 147"/>
                  <a:gd name="T17" fmla="*/ 26 w 26"/>
                  <a:gd name="T18" fmla="*/ 147 h 14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" h="147">
                    <a:moveTo>
                      <a:pt x="26" y="10"/>
                    </a:moveTo>
                    <a:lnTo>
                      <a:pt x="23" y="147"/>
                    </a:lnTo>
                    <a:lnTo>
                      <a:pt x="0" y="144"/>
                    </a:lnTo>
                    <a:lnTo>
                      <a:pt x="3" y="0"/>
                    </a:lnTo>
                    <a:lnTo>
                      <a:pt x="26" y="1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37727" name="Freeform 868">
                <a:extLst>
                  <a:ext uri="{FF2B5EF4-FFF2-40B4-BE49-F238E27FC236}">
                    <a16:creationId xmlns:a16="http://schemas.microsoft.com/office/drawing/2014/main" id="{26D75F00-0E25-4E23-B901-ABE160892DB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2" y="2611"/>
                <a:ext cx="730" cy="393"/>
              </a:xfrm>
              <a:custGeom>
                <a:avLst/>
                <a:gdLst>
                  <a:gd name="T0" fmla="*/ 1 w 1176"/>
                  <a:gd name="T1" fmla="*/ 0 h 606"/>
                  <a:gd name="T2" fmla="*/ 0 w 1176"/>
                  <a:gd name="T3" fmla="*/ 1 h 606"/>
                  <a:gd name="T4" fmla="*/ 1 w 1176"/>
                  <a:gd name="T5" fmla="*/ 1 h 606"/>
                  <a:gd name="T6" fmla="*/ 1 w 1176"/>
                  <a:gd name="T7" fmla="*/ 1 h 606"/>
                  <a:gd name="T8" fmla="*/ 1 w 1176"/>
                  <a:gd name="T9" fmla="*/ 0 h 60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176"/>
                  <a:gd name="T16" fmla="*/ 0 h 606"/>
                  <a:gd name="T17" fmla="*/ 1176 w 1176"/>
                  <a:gd name="T18" fmla="*/ 606 h 60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176" h="606">
                    <a:moveTo>
                      <a:pt x="1170" y="0"/>
                    </a:moveTo>
                    <a:lnTo>
                      <a:pt x="0" y="597"/>
                    </a:lnTo>
                    <a:lnTo>
                      <a:pt x="30" y="606"/>
                    </a:lnTo>
                    <a:lnTo>
                      <a:pt x="1176" y="18"/>
                    </a:lnTo>
                    <a:lnTo>
                      <a:pt x="1170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37728" name="Freeform 869">
                <a:extLst>
                  <a:ext uri="{FF2B5EF4-FFF2-40B4-BE49-F238E27FC236}">
                    <a16:creationId xmlns:a16="http://schemas.microsoft.com/office/drawing/2014/main" id="{796EDF56-DD94-428C-A00A-509A4DBB421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61" y="3018"/>
                <a:ext cx="1490" cy="451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37729" name="Freeform 870">
                <a:extLst>
                  <a:ext uri="{FF2B5EF4-FFF2-40B4-BE49-F238E27FC236}">
                    <a16:creationId xmlns:a16="http://schemas.microsoft.com/office/drawing/2014/main" id="{E423A2F1-F6E9-4664-8410-C6F3CD38531E}"/>
                  </a:ext>
                </a:extLst>
              </p:cNvPr>
              <p:cNvSpPr>
                <a:spLocks/>
              </p:cNvSpPr>
              <p:nvPr/>
            </p:nvSpPr>
            <p:spPr bwMode="auto">
              <a:xfrm flipV="1">
                <a:off x="2549" y="2986"/>
                <a:ext cx="608" cy="467"/>
              </a:xfrm>
              <a:custGeom>
                <a:avLst/>
                <a:gdLst>
                  <a:gd name="T0" fmla="*/ 0 w 2532"/>
                  <a:gd name="T1" fmla="*/ 0 h 723"/>
                  <a:gd name="T2" fmla="*/ 0 w 2532"/>
                  <a:gd name="T3" fmla="*/ 0 h 723"/>
                  <a:gd name="T4" fmla="*/ 0 w 2532"/>
                  <a:gd name="T5" fmla="*/ 1 h 723"/>
                  <a:gd name="T6" fmla="*/ 0 w 2532"/>
                  <a:gd name="T7" fmla="*/ 1 h 723"/>
                  <a:gd name="T8" fmla="*/ 0 w 2532"/>
                  <a:gd name="T9" fmla="*/ 1 h 723"/>
                  <a:gd name="T10" fmla="*/ 0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237638" name="Group 871">
              <a:extLst>
                <a:ext uri="{FF2B5EF4-FFF2-40B4-BE49-F238E27FC236}">
                  <a16:creationId xmlns:a16="http://schemas.microsoft.com/office/drawing/2014/main" id="{8A7852CB-D195-40CF-A8C2-27D4F3FC12A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329" y="3456"/>
              <a:ext cx="299" cy="257"/>
              <a:chOff x="877" y="1008"/>
              <a:chExt cx="2747" cy="2591"/>
            </a:xfrm>
          </p:grpSpPr>
          <p:pic>
            <p:nvPicPr>
              <p:cNvPr id="237690" name="Picture 872" descr="antenna_stylized">
                <a:extLst>
                  <a:ext uri="{FF2B5EF4-FFF2-40B4-BE49-F238E27FC236}">
                    <a16:creationId xmlns:a16="http://schemas.microsoft.com/office/drawing/2014/main" id="{831C444A-B85B-478D-97A9-E1E025E8099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7" y="1008"/>
                <a:ext cx="2725" cy="142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237691" name="Picture 873" descr="laptop_keyboard">
                <a:extLst>
                  <a:ext uri="{FF2B5EF4-FFF2-40B4-BE49-F238E27FC236}">
                    <a16:creationId xmlns:a16="http://schemas.microsoft.com/office/drawing/2014/main" id="{62FDB833-EA5D-4334-8D78-BA578880248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09064" flipH="1">
                <a:off x="1009" y="2586"/>
                <a:ext cx="2245" cy="10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37692" name="Freeform 874">
                <a:extLst>
                  <a:ext uri="{FF2B5EF4-FFF2-40B4-BE49-F238E27FC236}">
                    <a16:creationId xmlns:a16="http://schemas.microsoft.com/office/drawing/2014/main" id="{A2F0408B-B9D8-4601-AC3D-C292EA9EB8E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3" y="1603"/>
                <a:ext cx="1807" cy="1322"/>
              </a:xfrm>
              <a:custGeom>
                <a:avLst/>
                <a:gdLst>
                  <a:gd name="T0" fmla="*/ 1 w 2982"/>
                  <a:gd name="T1" fmla="*/ 0 h 2442"/>
                  <a:gd name="T2" fmla="*/ 0 w 2982"/>
                  <a:gd name="T3" fmla="*/ 1 h 2442"/>
                  <a:gd name="T4" fmla="*/ 1 w 2982"/>
                  <a:gd name="T5" fmla="*/ 1 h 2442"/>
                  <a:gd name="T6" fmla="*/ 1 w 2982"/>
                  <a:gd name="T7" fmla="*/ 1 h 2442"/>
                  <a:gd name="T8" fmla="*/ 1 w 2982"/>
                  <a:gd name="T9" fmla="*/ 0 h 24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82"/>
                  <a:gd name="T16" fmla="*/ 0 h 2442"/>
                  <a:gd name="T17" fmla="*/ 2982 w 2982"/>
                  <a:gd name="T18" fmla="*/ 2442 h 24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82" h="2442">
                    <a:moveTo>
                      <a:pt x="540" y="0"/>
                    </a:moveTo>
                    <a:lnTo>
                      <a:pt x="0" y="1734"/>
                    </a:lnTo>
                    <a:lnTo>
                      <a:pt x="2394" y="2442"/>
                    </a:lnTo>
                    <a:lnTo>
                      <a:pt x="2982" y="318"/>
                    </a:lnTo>
                    <a:lnTo>
                      <a:pt x="540" y="0"/>
                    </a:lnTo>
                    <a:close/>
                  </a:path>
                </a:pathLst>
              </a:cu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pic>
            <p:nvPicPr>
              <p:cNvPr id="237693" name="Picture 875" descr="screen">
                <a:extLst>
                  <a:ext uri="{FF2B5EF4-FFF2-40B4-BE49-F238E27FC236}">
                    <a16:creationId xmlns:a16="http://schemas.microsoft.com/office/drawing/2014/main" id="{0CB9D51D-E9A2-403F-9E02-D8E3E36FFCB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842" y="1637"/>
                <a:ext cx="1642" cy="12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37694" name="Freeform 876">
                <a:extLst>
                  <a:ext uri="{FF2B5EF4-FFF2-40B4-BE49-F238E27FC236}">
                    <a16:creationId xmlns:a16="http://schemas.microsoft.com/office/drawing/2014/main" id="{F6EBE7B5-1312-4545-BBA6-3CC9C8FBDAD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82" y="1564"/>
                <a:ext cx="1531" cy="246"/>
              </a:xfrm>
              <a:custGeom>
                <a:avLst/>
                <a:gdLst>
                  <a:gd name="T0" fmla="*/ 1 w 2528"/>
                  <a:gd name="T1" fmla="*/ 0 h 455"/>
                  <a:gd name="T2" fmla="*/ 1 w 2528"/>
                  <a:gd name="T3" fmla="*/ 1 h 455"/>
                  <a:gd name="T4" fmla="*/ 1 w 2528"/>
                  <a:gd name="T5" fmla="*/ 1 h 455"/>
                  <a:gd name="T6" fmla="*/ 0 w 2528"/>
                  <a:gd name="T7" fmla="*/ 1 h 455"/>
                  <a:gd name="T8" fmla="*/ 1 w 2528"/>
                  <a:gd name="T9" fmla="*/ 0 h 45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28"/>
                  <a:gd name="T16" fmla="*/ 0 h 455"/>
                  <a:gd name="T17" fmla="*/ 2528 w 2528"/>
                  <a:gd name="T18" fmla="*/ 455 h 45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28" h="455">
                    <a:moveTo>
                      <a:pt x="14" y="0"/>
                    </a:moveTo>
                    <a:lnTo>
                      <a:pt x="2528" y="341"/>
                    </a:lnTo>
                    <a:lnTo>
                      <a:pt x="2480" y="455"/>
                    </a:lnTo>
                    <a:lnTo>
                      <a:pt x="0" y="86"/>
                    </a:lnTo>
                    <a:lnTo>
                      <a:pt x="14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37695" name="Freeform 877">
                <a:extLst>
                  <a:ext uri="{FF2B5EF4-FFF2-40B4-BE49-F238E27FC236}">
                    <a16:creationId xmlns:a16="http://schemas.microsoft.com/office/drawing/2014/main" id="{CE8408F4-13D0-4962-948C-C5EB7E26A06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7" y="1562"/>
                <a:ext cx="425" cy="1024"/>
              </a:xfrm>
              <a:custGeom>
                <a:avLst/>
                <a:gdLst>
                  <a:gd name="T0" fmla="*/ 1 w 702"/>
                  <a:gd name="T1" fmla="*/ 0 h 1893"/>
                  <a:gd name="T2" fmla="*/ 0 w 702"/>
                  <a:gd name="T3" fmla="*/ 1 h 1893"/>
                  <a:gd name="T4" fmla="*/ 1 w 702"/>
                  <a:gd name="T5" fmla="*/ 1 h 1893"/>
                  <a:gd name="T6" fmla="*/ 1 w 702"/>
                  <a:gd name="T7" fmla="*/ 1 h 1893"/>
                  <a:gd name="T8" fmla="*/ 1 w 702"/>
                  <a:gd name="T9" fmla="*/ 0 h 189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02"/>
                  <a:gd name="T16" fmla="*/ 0 h 1893"/>
                  <a:gd name="T17" fmla="*/ 702 w 702"/>
                  <a:gd name="T18" fmla="*/ 1893 h 189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02" h="1893">
                    <a:moveTo>
                      <a:pt x="579" y="0"/>
                    </a:moveTo>
                    <a:lnTo>
                      <a:pt x="0" y="1869"/>
                    </a:lnTo>
                    <a:lnTo>
                      <a:pt x="114" y="1893"/>
                    </a:lnTo>
                    <a:lnTo>
                      <a:pt x="702" y="51"/>
                    </a:lnTo>
                    <a:lnTo>
                      <a:pt x="579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37696" name="Freeform 878">
                <a:extLst>
                  <a:ext uri="{FF2B5EF4-FFF2-40B4-BE49-F238E27FC236}">
                    <a16:creationId xmlns:a16="http://schemas.microsoft.com/office/drawing/2014/main" id="{FB638026-EE53-4669-B234-E2C478A2C15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44" y="1745"/>
                <a:ext cx="458" cy="1182"/>
              </a:xfrm>
              <a:custGeom>
                <a:avLst/>
                <a:gdLst>
                  <a:gd name="T0" fmla="*/ 1 w 756"/>
                  <a:gd name="T1" fmla="*/ 0 h 2184"/>
                  <a:gd name="T2" fmla="*/ 1 w 756"/>
                  <a:gd name="T3" fmla="*/ 1 h 2184"/>
                  <a:gd name="T4" fmla="*/ 0 w 756"/>
                  <a:gd name="T5" fmla="*/ 1 h 2184"/>
                  <a:gd name="T6" fmla="*/ 1 w 756"/>
                  <a:gd name="T7" fmla="*/ 1 h 2184"/>
                  <a:gd name="T8" fmla="*/ 1 w 756"/>
                  <a:gd name="T9" fmla="*/ 0 h 218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6"/>
                  <a:gd name="T16" fmla="*/ 0 h 2184"/>
                  <a:gd name="T17" fmla="*/ 756 w 756"/>
                  <a:gd name="T18" fmla="*/ 2184 h 218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6" h="2184">
                    <a:moveTo>
                      <a:pt x="756" y="0"/>
                    </a:moveTo>
                    <a:lnTo>
                      <a:pt x="138" y="2184"/>
                    </a:lnTo>
                    <a:lnTo>
                      <a:pt x="0" y="2148"/>
                    </a:lnTo>
                    <a:lnTo>
                      <a:pt x="606" y="78"/>
                    </a:lnTo>
                    <a:lnTo>
                      <a:pt x="756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chemeClr val="bg1"/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37697" name="Freeform 879">
                <a:extLst>
                  <a:ext uri="{FF2B5EF4-FFF2-40B4-BE49-F238E27FC236}">
                    <a16:creationId xmlns:a16="http://schemas.microsoft.com/office/drawing/2014/main" id="{48544AD8-DB3A-42C8-93EA-262DC101BD8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2" y="2534"/>
                <a:ext cx="1680" cy="399"/>
              </a:xfrm>
              <a:custGeom>
                <a:avLst/>
                <a:gdLst>
                  <a:gd name="T0" fmla="*/ 1 w 2773"/>
                  <a:gd name="T1" fmla="*/ 0 h 738"/>
                  <a:gd name="T2" fmla="*/ 0 w 2773"/>
                  <a:gd name="T3" fmla="*/ 1 h 738"/>
                  <a:gd name="T4" fmla="*/ 1 w 2773"/>
                  <a:gd name="T5" fmla="*/ 1 h 738"/>
                  <a:gd name="T6" fmla="*/ 1 w 2773"/>
                  <a:gd name="T7" fmla="*/ 1 h 738"/>
                  <a:gd name="T8" fmla="*/ 1 w 2773"/>
                  <a:gd name="T9" fmla="*/ 0 h 73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773"/>
                  <a:gd name="T16" fmla="*/ 0 h 738"/>
                  <a:gd name="T17" fmla="*/ 2773 w 2773"/>
                  <a:gd name="T18" fmla="*/ 738 h 73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773" h="738">
                    <a:moveTo>
                      <a:pt x="33" y="0"/>
                    </a:moveTo>
                    <a:lnTo>
                      <a:pt x="0" y="99"/>
                    </a:lnTo>
                    <a:lnTo>
                      <a:pt x="2436" y="738"/>
                    </a:lnTo>
                    <a:cubicBezTo>
                      <a:pt x="2499" y="501"/>
                      <a:pt x="2773" y="727"/>
                      <a:pt x="2373" y="603"/>
                    </a:cubicBezTo>
                    <a:lnTo>
                      <a:pt x="3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CC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37698" name="Freeform 880">
                <a:extLst>
                  <a:ext uri="{FF2B5EF4-FFF2-40B4-BE49-F238E27FC236}">
                    <a16:creationId xmlns:a16="http://schemas.microsoft.com/office/drawing/2014/main" id="{1E823233-547F-454C-AC15-8D3D9A74BC1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95" y="1755"/>
                <a:ext cx="429" cy="1187"/>
              </a:xfrm>
              <a:custGeom>
                <a:avLst/>
                <a:gdLst>
                  <a:gd name="T0" fmla="*/ 1 w 637"/>
                  <a:gd name="T1" fmla="*/ 0 h 1659"/>
                  <a:gd name="T2" fmla="*/ 1 w 637"/>
                  <a:gd name="T3" fmla="*/ 0 h 1659"/>
                  <a:gd name="T4" fmla="*/ 1 w 637"/>
                  <a:gd name="T5" fmla="*/ 1 h 1659"/>
                  <a:gd name="T6" fmla="*/ 0 w 637"/>
                  <a:gd name="T7" fmla="*/ 1 h 1659"/>
                  <a:gd name="T8" fmla="*/ 1 w 637"/>
                  <a:gd name="T9" fmla="*/ 0 h 165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37"/>
                  <a:gd name="T16" fmla="*/ 0 h 1659"/>
                  <a:gd name="T17" fmla="*/ 637 w 637"/>
                  <a:gd name="T18" fmla="*/ 1659 h 165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37" h="1659">
                    <a:moveTo>
                      <a:pt x="615" y="0"/>
                    </a:moveTo>
                    <a:lnTo>
                      <a:pt x="637" y="0"/>
                    </a:lnTo>
                    <a:lnTo>
                      <a:pt x="68" y="1659"/>
                    </a:lnTo>
                    <a:lnTo>
                      <a:pt x="0" y="1647"/>
                    </a:lnTo>
                    <a:lnTo>
                      <a:pt x="615" y="0"/>
                    </a:lnTo>
                    <a:close/>
                  </a:path>
                </a:pathLst>
              </a:custGeom>
              <a:solidFill>
                <a:srgbClr val="4D4D4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37699" name="Freeform 881">
                <a:extLst>
                  <a:ext uri="{FF2B5EF4-FFF2-40B4-BE49-F238E27FC236}">
                    <a16:creationId xmlns:a16="http://schemas.microsoft.com/office/drawing/2014/main" id="{6059FCF1-6F04-4478-A623-6B86537669E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4" y="2587"/>
                <a:ext cx="1494" cy="394"/>
              </a:xfrm>
              <a:custGeom>
                <a:avLst/>
                <a:gdLst>
                  <a:gd name="T0" fmla="*/ 0 w 2216"/>
                  <a:gd name="T1" fmla="*/ 0 h 550"/>
                  <a:gd name="T2" fmla="*/ 1 w 2216"/>
                  <a:gd name="T3" fmla="*/ 1 h 550"/>
                  <a:gd name="T4" fmla="*/ 1 w 2216"/>
                  <a:gd name="T5" fmla="*/ 1 h 550"/>
                  <a:gd name="T6" fmla="*/ 1 w 2216"/>
                  <a:gd name="T7" fmla="*/ 1 h 550"/>
                  <a:gd name="T8" fmla="*/ 0 w 2216"/>
                  <a:gd name="T9" fmla="*/ 0 h 55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16"/>
                  <a:gd name="T16" fmla="*/ 0 h 550"/>
                  <a:gd name="T17" fmla="*/ 2216 w 2216"/>
                  <a:gd name="T18" fmla="*/ 550 h 55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16" h="550">
                    <a:moveTo>
                      <a:pt x="0" y="0"/>
                    </a:moveTo>
                    <a:lnTo>
                      <a:pt x="9" y="57"/>
                    </a:lnTo>
                    <a:lnTo>
                      <a:pt x="2164" y="550"/>
                    </a:lnTo>
                    <a:lnTo>
                      <a:pt x="2216" y="496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237700" name="Group 882">
                <a:extLst>
                  <a:ext uri="{FF2B5EF4-FFF2-40B4-BE49-F238E27FC236}">
                    <a16:creationId xmlns:a16="http://schemas.microsoft.com/office/drawing/2014/main" id="{C7109590-F617-4EFF-AC34-CCC4C8D7948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09" y="3008"/>
                <a:ext cx="507" cy="234"/>
                <a:chOff x="1740" y="2642"/>
                <a:chExt cx="752" cy="327"/>
              </a:xfrm>
            </p:grpSpPr>
            <p:sp>
              <p:nvSpPr>
                <p:cNvPr id="237707" name="Freeform 883">
                  <a:extLst>
                    <a:ext uri="{FF2B5EF4-FFF2-40B4-BE49-F238E27FC236}">
                      <a16:creationId xmlns:a16="http://schemas.microsoft.com/office/drawing/2014/main" id="{C4E906D1-A0E2-40F8-B77D-E84EF03D587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40" y="2642"/>
                  <a:ext cx="752" cy="327"/>
                </a:xfrm>
                <a:custGeom>
                  <a:avLst/>
                  <a:gdLst>
                    <a:gd name="T0" fmla="*/ 293 w 752"/>
                    <a:gd name="T1" fmla="*/ 0 h 327"/>
                    <a:gd name="T2" fmla="*/ 752 w 752"/>
                    <a:gd name="T3" fmla="*/ 124 h 327"/>
                    <a:gd name="T4" fmla="*/ 470 w 752"/>
                    <a:gd name="T5" fmla="*/ 327 h 327"/>
                    <a:gd name="T6" fmla="*/ 0 w 752"/>
                    <a:gd name="T7" fmla="*/ 183 h 327"/>
                    <a:gd name="T8" fmla="*/ 293 w 752"/>
                    <a:gd name="T9" fmla="*/ 0 h 32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2"/>
                    <a:gd name="T16" fmla="*/ 0 h 327"/>
                    <a:gd name="T17" fmla="*/ 752 w 752"/>
                    <a:gd name="T18" fmla="*/ 327 h 32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2" h="327">
                      <a:moveTo>
                        <a:pt x="293" y="0"/>
                      </a:moveTo>
                      <a:lnTo>
                        <a:pt x="752" y="124"/>
                      </a:lnTo>
                      <a:lnTo>
                        <a:pt x="470" y="327"/>
                      </a:lnTo>
                      <a:lnTo>
                        <a:pt x="0" y="183"/>
                      </a:lnTo>
                      <a:lnTo>
                        <a:pt x="293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37708" name="Freeform 884">
                  <a:extLst>
                    <a:ext uri="{FF2B5EF4-FFF2-40B4-BE49-F238E27FC236}">
                      <a16:creationId xmlns:a16="http://schemas.microsoft.com/office/drawing/2014/main" id="{F4C6B13D-E7EC-4C44-A495-BD30E47C9B9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54" y="2649"/>
                  <a:ext cx="726" cy="311"/>
                </a:xfrm>
                <a:custGeom>
                  <a:avLst/>
                  <a:gdLst>
                    <a:gd name="T0" fmla="*/ 282 w 726"/>
                    <a:gd name="T1" fmla="*/ 0 h 311"/>
                    <a:gd name="T2" fmla="*/ 726 w 726"/>
                    <a:gd name="T3" fmla="*/ 119 h 311"/>
                    <a:gd name="T4" fmla="*/ 457 w 726"/>
                    <a:gd name="T5" fmla="*/ 311 h 311"/>
                    <a:gd name="T6" fmla="*/ 0 w 726"/>
                    <a:gd name="T7" fmla="*/ 173 h 311"/>
                    <a:gd name="T8" fmla="*/ 282 w 726"/>
                    <a:gd name="T9" fmla="*/ 0 h 31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26"/>
                    <a:gd name="T16" fmla="*/ 0 h 311"/>
                    <a:gd name="T17" fmla="*/ 726 w 726"/>
                    <a:gd name="T18" fmla="*/ 311 h 31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26" h="311">
                      <a:moveTo>
                        <a:pt x="282" y="0"/>
                      </a:moveTo>
                      <a:lnTo>
                        <a:pt x="726" y="119"/>
                      </a:lnTo>
                      <a:lnTo>
                        <a:pt x="457" y="311"/>
                      </a:lnTo>
                      <a:lnTo>
                        <a:pt x="0" y="173"/>
                      </a:lnTo>
                      <a:lnTo>
                        <a:pt x="282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4D4D4D"/>
                    </a:gs>
                    <a:gs pos="100000">
                      <a:srgbClr val="DDDDDD"/>
                    </a:gs>
                  </a:gsLst>
                  <a:lin ang="189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37709" name="Freeform 885">
                  <a:extLst>
                    <a:ext uri="{FF2B5EF4-FFF2-40B4-BE49-F238E27FC236}">
                      <a16:creationId xmlns:a16="http://schemas.microsoft.com/office/drawing/2014/main" id="{733CE9F0-3728-4D22-8473-09856B70879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08" y="2770"/>
                  <a:ext cx="258" cy="100"/>
                </a:xfrm>
                <a:custGeom>
                  <a:avLst/>
                  <a:gdLst>
                    <a:gd name="T0" fmla="*/ 0 w 258"/>
                    <a:gd name="T1" fmla="*/ 44 h 100"/>
                    <a:gd name="T2" fmla="*/ 75 w 258"/>
                    <a:gd name="T3" fmla="*/ 0 h 100"/>
                    <a:gd name="T4" fmla="*/ 258 w 258"/>
                    <a:gd name="T5" fmla="*/ 50 h 100"/>
                    <a:gd name="T6" fmla="*/ 183 w 258"/>
                    <a:gd name="T7" fmla="*/ 100 h 100"/>
                    <a:gd name="T8" fmla="*/ 0 w 258"/>
                    <a:gd name="T9" fmla="*/ 44 h 10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0"/>
                    <a:gd name="T17" fmla="*/ 258 w 258"/>
                    <a:gd name="T18" fmla="*/ 100 h 10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0">
                      <a:moveTo>
                        <a:pt x="0" y="44"/>
                      </a:moveTo>
                      <a:lnTo>
                        <a:pt x="75" y="0"/>
                      </a:lnTo>
                      <a:lnTo>
                        <a:pt x="258" y="50"/>
                      </a:lnTo>
                      <a:lnTo>
                        <a:pt x="183" y="100"/>
                      </a:lnTo>
                      <a:lnTo>
                        <a:pt x="0" y="44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37710" name="Freeform 886">
                  <a:extLst>
                    <a:ext uri="{FF2B5EF4-FFF2-40B4-BE49-F238E27FC236}">
                      <a16:creationId xmlns:a16="http://schemas.microsoft.com/office/drawing/2014/main" id="{89D37C18-F145-4E68-BBDD-0795C78F369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99" y="2816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37711" name="Freeform 887">
                  <a:extLst>
                    <a:ext uri="{FF2B5EF4-FFF2-40B4-BE49-F238E27FC236}">
                      <a16:creationId xmlns:a16="http://schemas.microsoft.com/office/drawing/2014/main" id="{78C83640-51B6-49B1-94F3-AD2C4F4DA98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20" y="2834"/>
                  <a:ext cx="258" cy="102"/>
                </a:xfrm>
                <a:custGeom>
                  <a:avLst/>
                  <a:gdLst>
                    <a:gd name="T0" fmla="*/ 0 w 258"/>
                    <a:gd name="T1" fmla="*/ 46 h 102"/>
                    <a:gd name="T2" fmla="*/ 71 w 258"/>
                    <a:gd name="T3" fmla="*/ 0 h 102"/>
                    <a:gd name="T4" fmla="*/ 258 w 258"/>
                    <a:gd name="T5" fmla="*/ 52 h 102"/>
                    <a:gd name="T6" fmla="*/ 183 w 258"/>
                    <a:gd name="T7" fmla="*/ 102 h 102"/>
                    <a:gd name="T8" fmla="*/ 0 w 258"/>
                    <a:gd name="T9" fmla="*/ 46 h 10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2"/>
                    <a:gd name="T17" fmla="*/ 258 w 258"/>
                    <a:gd name="T18" fmla="*/ 102 h 10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2">
                      <a:moveTo>
                        <a:pt x="0" y="46"/>
                      </a:moveTo>
                      <a:lnTo>
                        <a:pt x="71" y="0"/>
                      </a:lnTo>
                      <a:lnTo>
                        <a:pt x="258" y="52"/>
                      </a:lnTo>
                      <a:lnTo>
                        <a:pt x="183" y="102"/>
                      </a:lnTo>
                      <a:lnTo>
                        <a:pt x="0" y="46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37712" name="Freeform 888">
                  <a:extLst>
                    <a:ext uri="{FF2B5EF4-FFF2-40B4-BE49-F238E27FC236}">
                      <a16:creationId xmlns:a16="http://schemas.microsoft.com/office/drawing/2014/main" id="{171B073E-731F-4732-946B-D770099D019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11" y="2882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237701" name="Freeform 889">
                <a:extLst>
                  <a:ext uri="{FF2B5EF4-FFF2-40B4-BE49-F238E27FC236}">
                    <a16:creationId xmlns:a16="http://schemas.microsoft.com/office/drawing/2014/main" id="{5A34ED25-F59F-4F50-93C9-E696A85AFB0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77" y="3043"/>
                <a:ext cx="614" cy="514"/>
              </a:xfrm>
              <a:custGeom>
                <a:avLst/>
                <a:gdLst>
                  <a:gd name="T0" fmla="*/ 1 w 990"/>
                  <a:gd name="T1" fmla="*/ 1 h 792"/>
                  <a:gd name="T2" fmla="*/ 1 w 990"/>
                  <a:gd name="T3" fmla="*/ 0 h 792"/>
                  <a:gd name="T4" fmla="*/ 1 w 990"/>
                  <a:gd name="T5" fmla="*/ 1 h 792"/>
                  <a:gd name="T6" fmla="*/ 0 w 990"/>
                  <a:gd name="T7" fmla="*/ 1 h 792"/>
                  <a:gd name="T8" fmla="*/ 1 w 990"/>
                  <a:gd name="T9" fmla="*/ 1 h 79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90"/>
                  <a:gd name="T16" fmla="*/ 0 h 792"/>
                  <a:gd name="T17" fmla="*/ 990 w 990"/>
                  <a:gd name="T18" fmla="*/ 792 h 79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90" h="792">
                    <a:moveTo>
                      <a:pt x="3" y="738"/>
                    </a:moveTo>
                    <a:lnTo>
                      <a:pt x="990" y="0"/>
                    </a:lnTo>
                    <a:lnTo>
                      <a:pt x="987" y="60"/>
                    </a:lnTo>
                    <a:lnTo>
                      <a:pt x="0" y="792"/>
                    </a:lnTo>
                    <a:lnTo>
                      <a:pt x="3" y="738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37702" name="Freeform 890">
                <a:extLst>
                  <a:ext uri="{FF2B5EF4-FFF2-40B4-BE49-F238E27FC236}">
                    <a16:creationId xmlns:a16="http://schemas.microsoft.com/office/drawing/2014/main" id="{7582B1F6-C63F-41CC-BDD2-F5553FB962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0" y="3084"/>
                <a:ext cx="1571" cy="469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37703" name="Freeform 891">
                <a:extLst>
                  <a:ext uri="{FF2B5EF4-FFF2-40B4-BE49-F238E27FC236}">
                    <a16:creationId xmlns:a16="http://schemas.microsoft.com/office/drawing/2014/main" id="{8047B72F-4F52-419C-84BD-286778C636B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1" y="2998"/>
                <a:ext cx="17" cy="95"/>
              </a:xfrm>
              <a:custGeom>
                <a:avLst/>
                <a:gdLst>
                  <a:gd name="T0" fmla="*/ 1 w 26"/>
                  <a:gd name="T1" fmla="*/ 1 h 147"/>
                  <a:gd name="T2" fmla="*/ 1 w 26"/>
                  <a:gd name="T3" fmla="*/ 1 h 147"/>
                  <a:gd name="T4" fmla="*/ 0 w 26"/>
                  <a:gd name="T5" fmla="*/ 1 h 147"/>
                  <a:gd name="T6" fmla="*/ 1 w 26"/>
                  <a:gd name="T7" fmla="*/ 0 h 147"/>
                  <a:gd name="T8" fmla="*/ 1 w 26"/>
                  <a:gd name="T9" fmla="*/ 1 h 14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"/>
                  <a:gd name="T16" fmla="*/ 0 h 147"/>
                  <a:gd name="T17" fmla="*/ 26 w 26"/>
                  <a:gd name="T18" fmla="*/ 147 h 14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" h="147">
                    <a:moveTo>
                      <a:pt x="26" y="10"/>
                    </a:moveTo>
                    <a:lnTo>
                      <a:pt x="23" y="147"/>
                    </a:lnTo>
                    <a:lnTo>
                      <a:pt x="0" y="144"/>
                    </a:lnTo>
                    <a:lnTo>
                      <a:pt x="3" y="0"/>
                    </a:lnTo>
                    <a:lnTo>
                      <a:pt x="26" y="1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37704" name="Freeform 892">
                <a:extLst>
                  <a:ext uri="{FF2B5EF4-FFF2-40B4-BE49-F238E27FC236}">
                    <a16:creationId xmlns:a16="http://schemas.microsoft.com/office/drawing/2014/main" id="{79A0717A-D617-42EE-9D01-D48A6C1DF17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2" y="2611"/>
                <a:ext cx="730" cy="393"/>
              </a:xfrm>
              <a:custGeom>
                <a:avLst/>
                <a:gdLst>
                  <a:gd name="T0" fmla="*/ 1 w 1176"/>
                  <a:gd name="T1" fmla="*/ 0 h 606"/>
                  <a:gd name="T2" fmla="*/ 0 w 1176"/>
                  <a:gd name="T3" fmla="*/ 1 h 606"/>
                  <a:gd name="T4" fmla="*/ 1 w 1176"/>
                  <a:gd name="T5" fmla="*/ 1 h 606"/>
                  <a:gd name="T6" fmla="*/ 1 w 1176"/>
                  <a:gd name="T7" fmla="*/ 1 h 606"/>
                  <a:gd name="T8" fmla="*/ 1 w 1176"/>
                  <a:gd name="T9" fmla="*/ 0 h 60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176"/>
                  <a:gd name="T16" fmla="*/ 0 h 606"/>
                  <a:gd name="T17" fmla="*/ 1176 w 1176"/>
                  <a:gd name="T18" fmla="*/ 606 h 60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176" h="606">
                    <a:moveTo>
                      <a:pt x="1170" y="0"/>
                    </a:moveTo>
                    <a:lnTo>
                      <a:pt x="0" y="597"/>
                    </a:lnTo>
                    <a:lnTo>
                      <a:pt x="30" y="606"/>
                    </a:lnTo>
                    <a:lnTo>
                      <a:pt x="1176" y="18"/>
                    </a:lnTo>
                    <a:lnTo>
                      <a:pt x="1170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37705" name="Freeform 893">
                <a:extLst>
                  <a:ext uri="{FF2B5EF4-FFF2-40B4-BE49-F238E27FC236}">
                    <a16:creationId xmlns:a16="http://schemas.microsoft.com/office/drawing/2014/main" id="{03363BE3-737C-4D39-9ACF-BE99F0939E8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61" y="3018"/>
                <a:ext cx="1490" cy="451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37706" name="Freeform 894">
                <a:extLst>
                  <a:ext uri="{FF2B5EF4-FFF2-40B4-BE49-F238E27FC236}">
                    <a16:creationId xmlns:a16="http://schemas.microsoft.com/office/drawing/2014/main" id="{6CFBFF67-85A7-4A55-9A5B-12DF4DB552D0}"/>
                  </a:ext>
                </a:extLst>
              </p:cNvPr>
              <p:cNvSpPr>
                <a:spLocks/>
              </p:cNvSpPr>
              <p:nvPr/>
            </p:nvSpPr>
            <p:spPr bwMode="auto">
              <a:xfrm flipV="1">
                <a:off x="2549" y="2986"/>
                <a:ext cx="608" cy="467"/>
              </a:xfrm>
              <a:custGeom>
                <a:avLst/>
                <a:gdLst>
                  <a:gd name="T0" fmla="*/ 0 w 2532"/>
                  <a:gd name="T1" fmla="*/ 0 h 723"/>
                  <a:gd name="T2" fmla="*/ 0 w 2532"/>
                  <a:gd name="T3" fmla="*/ 0 h 723"/>
                  <a:gd name="T4" fmla="*/ 0 w 2532"/>
                  <a:gd name="T5" fmla="*/ 1 h 723"/>
                  <a:gd name="T6" fmla="*/ 0 w 2532"/>
                  <a:gd name="T7" fmla="*/ 1 h 723"/>
                  <a:gd name="T8" fmla="*/ 0 w 2532"/>
                  <a:gd name="T9" fmla="*/ 1 h 723"/>
                  <a:gd name="T10" fmla="*/ 0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237639" name="Group 895">
              <a:extLst>
                <a:ext uri="{FF2B5EF4-FFF2-40B4-BE49-F238E27FC236}">
                  <a16:creationId xmlns:a16="http://schemas.microsoft.com/office/drawing/2014/main" id="{ADBD1D99-9A82-4F27-AE75-121625FD2F3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03" y="1916"/>
              <a:ext cx="280" cy="257"/>
              <a:chOff x="877" y="1008"/>
              <a:chExt cx="2747" cy="2591"/>
            </a:xfrm>
          </p:grpSpPr>
          <p:pic>
            <p:nvPicPr>
              <p:cNvPr id="237667" name="Picture 896" descr="antenna_stylized">
                <a:extLst>
                  <a:ext uri="{FF2B5EF4-FFF2-40B4-BE49-F238E27FC236}">
                    <a16:creationId xmlns:a16="http://schemas.microsoft.com/office/drawing/2014/main" id="{ACF6E36F-37E0-44F7-8060-67871373019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7" y="1008"/>
                <a:ext cx="2725" cy="142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237668" name="Picture 897" descr="laptop_keyboard">
                <a:extLst>
                  <a:ext uri="{FF2B5EF4-FFF2-40B4-BE49-F238E27FC236}">
                    <a16:creationId xmlns:a16="http://schemas.microsoft.com/office/drawing/2014/main" id="{AC8655F2-123D-4B1A-8BDC-CE4DFF190C9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09064" flipH="1">
                <a:off x="1009" y="2586"/>
                <a:ext cx="2245" cy="10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37669" name="Freeform 898">
                <a:extLst>
                  <a:ext uri="{FF2B5EF4-FFF2-40B4-BE49-F238E27FC236}">
                    <a16:creationId xmlns:a16="http://schemas.microsoft.com/office/drawing/2014/main" id="{8ECF8C1E-7F12-4F3A-A6E6-C3C7B099BE9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3" y="1603"/>
                <a:ext cx="1807" cy="1322"/>
              </a:xfrm>
              <a:custGeom>
                <a:avLst/>
                <a:gdLst>
                  <a:gd name="T0" fmla="*/ 1 w 2982"/>
                  <a:gd name="T1" fmla="*/ 0 h 2442"/>
                  <a:gd name="T2" fmla="*/ 0 w 2982"/>
                  <a:gd name="T3" fmla="*/ 1 h 2442"/>
                  <a:gd name="T4" fmla="*/ 1 w 2982"/>
                  <a:gd name="T5" fmla="*/ 1 h 2442"/>
                  <a:gd name="T6" fmla="*/ 1 w 2982"/>
                  <a:gd name="T7" fmla="*/ 1 h 2442"/>
                  <a:gd name="T8" fmla="*/ 1 w 2982"/>
                  <a:gd name="T9" fmla="*/ 0 h 24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82"/>
                  <a:gd name="T16" fmla="*/ 0 h 2442"/>
                  <a:gd name="T17" fmla="*/ 2982 w 2982"/>
                  <a:gd name="T18" fmla="*/ 2442 h 24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82" h="2442">
                    <a:moveTo>
                      <a:pt x="540" y="0"/>
                    </a:moveTo>
                    <a:lnTo>
                      <a:pt x="0" y="1734"/>
                    </a:lnTo>
                    <a:lnTo>
                      <a:pt x="2394" y="2442"/>
                    </a:lnTo>
                    <a:lnTo>
                      <a:pt x="2982" y="318"/>
                    </a:lnTo>
                    <a:lnTo>
                      <a:pt x="540" y="0"/>
                    </a:lnTo>
                    <a:close/>
                  </a:path>
                </a:pathLst>
              </a:cu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pic>
            <p:nvPicPr>
              <p:cNvPr id="237670" name="Picture 899" descr="screen">
                <a:extLst>
                  <a:ext uri="{FF2B5EF4-FFF2-40B4-BE49-F238E27FC236}">
                    <a16:creationId xmlns:a16="http://schemas.microsoft.com/office/drawing/2014/main" id="{38D30C29-0C67-46CC-B7F2-1D02128700B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842" y="1637"/>
                <a:ext cx="1642" cy="12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37671" name="Freeform 900">
                <a:extLst>
                  <a:ext uri="{FF2B5EF4-FFF2-40B4-BE49-F238E27FC236}">
                    <a16:creationId xmlns:a16="http://schemas.microsoft.com/office/drawing/2014/main" id="{C78DBABD-D7D6-4500-B84C-5F2A43DC202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82" y="1564"/>
                <a:ext cx="1531" cy="246"/>
              </a:xfrm>
              <a:custGeom>
                <a:avLst/>
                <a:gdLst>
                  <a:gd name="T0" fmla="*/ 1 w 2528"/>
                  <a:gd name="T1" fmla="*/ 0 h 455"/>
                  <a:gd name="T2" fmla="*/ 1 w 2528"/>
                  <a:gd name="T3" fmla="*/ 1 h 455"/>
                  <a:gd name="T4" fmla="*/ 1 w 2528"/>
                  <a:gd name="T5" fmla="*/ 1 h 455"/>
                  <a:gd name="T6" fmla="*/ 0 w 2528"/>
                  <a:gd name="T7" fmla="*/ 1 h 455"/>
                  <a:gd name="T8" fmla="*/ 1 w 2528"/>
                  <a:gd name="T9" fmla="*/ 0 h 45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28"/>
                  <a:gd name="T16" fmla="*/ 0 h 455"/>
                  <a:gd name="T17" fmla="*/ 2528 w 2528"/>
                  <a:gd name="T18" fmla="*/ 455 h 45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28" h="455">
                    <a:moveTo>
                      <a:pt x="14" y="0"/>
                    </a:moveTo>
                    <a:lnTo>
                      <a:pt x="2528" y="341"/>
                    </a:lnTo>
                    <a:lnTo>
                      <a:pt x="2480" y="455"/>
                    </a:lnTo>
                    <a:lnTo>
                      <a:pt x="0" y="86"/>
                    </a:lnTo>
                    <a:lnTo>
                      <a:pt x="14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37672" name="Freeform 901">
                <a:extLst>
                  <a:ext uri="{FF2B5EF4-FFF2-40B4-BE49-F238E27FC236}">
                    <a16:creationId xmlns:a16="http://schemas.microsoft.com/office/drawing/2014/main" id="{60BEADF1-D4F6-4A3F-953D-ADD235774D4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7" y="1562"/>
                <a:ext cx="425" cy="1024"/>
              </a:xfrm>
              <a:custGeom>
                <a:avLst/>
                <a:gdLst>
                  <a:gd name="T0" fmla="*/ 1 w 702"/>
                  <a:gd name="T1" fmla="*/ 0 h 1893"/>
                  <a:gd name="T2" fmla="*/ 0 w 702"/>
                  <a:gd name="T3" fmla="*/ 1 h 1893"/>
                  <a:gd name="T4" fmla="*/ 1 w 702"/>
                  <a:gd name="T5" fmla="*/ 1 h 1893"/>
                  <a:gd name="T6" fmla="*/ 1 w 702"/>
                  <a:gd name="T7" fmla="*/ 1 h 1893"/>
                  <a:gd name="T8" fmla="*/ 1 w 702"/>
                  <a:gd name="T9" fmla="*/ 0 h 189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02"/>
                  <a:gd name="T16" fmla="*/ 0 h 1893"/>
                  <a:gd name="T17" fmla="*/ 702 w 702"/>
                  <a:gd name="T18" fmla="*/ 1893 h 189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02" h="1893">
                    <a:moveTo>
                      <a:pt x="579" y="0"/>
                    </a:moveTo>
                    <a:lnTo>
                      <a:pt x="0" y="1869"/>
                    </a:lnTo>
                    <a:lnTo>
                      <a:pt x="114" y="1893"/>
                    </a:lnTo>
                    <a:lnTo>
                      <a:pt x="702" y="51"/>
                    </a:lnTo>
                    <a:lnTo>
                      <a:pt x="579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37673" name="Freeform 902">
                <a:extLst>
                  <a:ext uri="{FF2B5EF4-FFF2-40B4-BE49-F238E27FC236}">
                    <a16:creationId xmlns:a16="http://schemas.microsoft.com/office/drawing/2014/main" id="{DECC6BD4-0254-4AD3-9153-2502A4363B8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44" y="1745"/>
                <a:ext cx="458" cy="1182"/>
              </a:xfrm>
              <a:custGeom>
                <a:avLst/>
                <a:gdLst>
                  <a:gd name="T0" fmla="*/ 1 w 756"/>
                  <a:gd name="T1" fmla="*/ 0 h 2184"/>
                  <a:gd name="T2" fmla="*/ 1 w 756"/>
                  <a:gd name="T3" fmla="*/ 1 h 2184"/>
                  <a:gd name="T4" fmla="*/ 0 w 756"/>
                  <a:gd name="T5" fmla="*/ 1 h 2184"/>
                  <a:gd name="T6" fmla="*/ 1 w 756"/>
                  <a:gd name="T7" fmla="*/ 1 h 2184"/>
                  <a:gd name="T8" fmla="*/ 1 w 756"/>
                  <a:gd name="T9" fmla="*/ 0 h 218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6"/>
                  <a:gd name="T16" fmla="*/ 0 h 2184"/>
                  <a:gd name="T17" fmla="*/ 756 w 756"/>
                  <a:gd name="T18" fmla="*/ 2184 h 218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6" h="2184">
                    <a:moveTo>
                      <a:pt x="756" y="0"/>
                    </a:moveTo>
                    <a:lnTo>
                      <a:pt x="138" y="2184"/>
                    </a:lnTo>
                    <a:lnTo>
                      <a:pt x="0" y="2148"/>
                    </a:lnTo>
                    <a:lnTo>
                      <a:pt x="606" y="78"/>
                    </a:lnTo>
                    <a:lnTo>
                      <a:pt x="756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chemeClr val="bg1"/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37674" name="Freeform 903">
                <a:extLst>
                  <a:ext uri="{FF2B5EF4-FFF2-40B4-BE49-F238E27FC236}">
                    <a16:creationId xmlns:a16="http://schemas.microsoft.com/office/drawing/2014/main" id="{EE2A0415-B3C9-40EC-A1D9-A9EB3072DB1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2" y="2534"/>
                <a:ext cx="1680" cy="399"/>
              </a:xfrm>
              <a:custGeom>
                <a:avLst/>
                <a:gdLst>
                  <a:gd name="T0" fmla="*/ 1 w 2773"/>
                  <a:gd name="T1" fmla="*/ 0 h 738"/>
                  <a:gd name="T2" fmla="*/ 0 w 2773"/>
                  <a:gd name="T3" fmla="*/ 1 h 738"/>
                  <a:gd name="T4" fmla="*/ 1 w 2773"/>
                  <a:gd name="T5" fmla="*/ 1 h 738"/>
                  <a:gd name="T6" fmla="*/ 1 w 2773"/>
                  <a:gd name="T7" fmla="*/ 1 h 738"/>
                  <a:gd name="T8" fmla="*/ 1 w 2773"/>
                  <a:gd name="T9" fmla="*/ 0 h 73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773"/>
                  <a:gd name="T16" fmla="*/ 0 h 738"/>
                  <a:gd name="T17" fmla="*/ 2773 w 2773"/>
                  <a:gd name="T18" fmla="*/ 738 h 73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773" h="738">
                    <a:moveTo>
                      <a:pt x="33" y="0"/>
                    </a:moveTo>
                    <a:lnTo>
                      <a:pt x="0" y="99"/>
                    </a:lnTo>
                    <a:lnTo>
                      <a:pt x="2436" y="738"/>
                    </a:lnTo>
                    <a:cubicBezTo>
                      <a:pt x="2499" y="501"/>
                      <a:pt x="2773" y="727"/>
                      <a:pt x="2373" y="603"/>
                    </a:cubicBezTo>
                    <a:lnTo>
                      <a:pt x="3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CC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37675" name="Freeform 904">
                <a:extLst>
                  <a:ext uri="{FF2B5EF4-FFF2-40B4-BE49-F238E27FC236}">
                    <a16:creationId xmlns:a16="http://schemas.microsoft.com/office/drawing/2014/main" id="{DFF2536D-6887-49D5-955C-11D4C172207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95" y="1755"/>
                <a:ext cx="429" cy="1187"/>
              </a:xfrm>
              <a:custGeom>
                <a:avLst/>
                <a:gdLst>
                  <a:gd name="T0" fmla="*/ 1 w 637"/>
                  <a:gd name="T1" fmla="*/ 0 h 1659"/>
                  <a:gd name="T2" fmla="*/ 1 w 637"/>
                  <a:gd name="T3" fmla="*/ 0 h 1659"/>
                  <a:gd name="T4" fmla="*/ 1 w 637"/>
                  <a:gd name="T5" fmla="*/ 1 h 1659"/>
                  <a:gd name="T6" fmla="*/ 0 w 637"/>
                  <a:gd name="T7" fmla="*/ 1 h 1659"/>
                  <a:gd name="T8" fmla="*/ 1 w 637"/>
                  <a:gd name="T9" fmla="*/ 0 h 165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37"/>
                  <a:gd name="T16" fmla="*/ 0 h 1659"/>
                  <a:gd name="T17" fmla="*/ 637 w 637"/>
                  <a:gd name="T18" fmla="*/ 1659 h 165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37" h="1659">
                    <a:moveTo>
                      <a:pt x="615" y="0"/>
                    </a:moveTo>
                    <a:lnTo>
                      <a:pt x="637" y="0"/>
                    </a:lnTo>
                    <a:lnTo>
                      <a:pt x="68" y="1659"/>
                    </a:lnTo>
                    <a:lnTo>
                      <a:pt x="0" y="1647"/>
                    </a:lnTo>
                    <a:lnTo>
                      <a:pt x="615" y="0"/>
                    </a:lnTo>
                    <a:close/>
                  </a:path>
                </a:pathLst>
              </a:custGeom>
              <a:solidFill>
                <a:srgbClr val="4D4D4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37676" name="Freeform 905">
                <a:extLst>
                  <a:ext uri="{FF2B5EF4-FFF2-40B4-BE49-F238E27FC236}">
                    <a16:creationId xmlns:a16="http://schemas.microsoft.com/office/drawing/2014/main" id="{EA9FBA91-1D16-49E6-81E8-287CEC43329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4" y="2587"/>
                <a:ext cx="1494" cy="394"/>
              </a:xfrm>
              <a:custGeom>
                <a:avLst/>
                <a:gdLst>
                  <a:gd name="T0" fmla="*/ 0 w 2216"/>
                  <a:gd name="T1" fmla="*/ 0 h 550"/>
                  <a:gd name="T2" fmla="*/ 1 w 2216"/>
                  <a:gd name="T3" fmla="*/ 1 h 550"/>
                  <a:gd name="T4" fmla="*/ 1 w 2216"/>
                  <a:gd name="T5" fmla="*/ 1 h 550"/>
                  <a:gd name="T6" fmla="*/ 1 w 2216"/>
                  <a:gd name="T7" fmla="*/ 1 h 550"/>
                  <a:gd name="T8" fmla="*/ 0 w 2216"/>
                  <a:gd name="T9" fmla="*/ 0 h 55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16"/>
                  <a:gd name="T16" fmla="*/ 0 h 550"/>
                  <a:gd name="T17" fmla="*/ 2216 w 2216"/>
                  <a:gd name="T18" fmla="*/ 550 h 55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16" h="550">
                    <a:moveTo>
                      <a:pt x="0" y="0"/>
                    </a:moveTo>
                    <a:lnTo>
                      <a:pt x="9" y="57"/>
                    </a:lnTo>
                    <a:lnTo>
                      <a:pt x="2164" y="550"/>
                    </a:lnTo>
                    <a:lnTo>
                      <a:pt x="2216" y="496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237677" name="Group 906">
                <a:extLst>
                  <a:ext uri="{FF2B5EF4-FFF2-40B4-BE49-F238E27FC236}">
                    <a16:creationId xmlns:a16="http://schemas.microsoft.com/office/drawing/2014/main" id="{3B958DA4-8401-4D06-B979-400899A2E9A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09" y="3008"/>
                <a:ext cx="507" cy="234"/>
                <a:chOff x="1740" y="2642"/>
                <a:chExt cx="752" cy="327"/>
              </a:xfrm>
            </p:grpSpPr>
            <p:sp>
              <p:nvSpPr>
                <p:cNvPr id="237684" name="Freeform 907">
                  <a:extLst>
                    <a:ext uri="{FF2B5EF4-FFF2-40B4-BE49-F238E27FC236}">
                      <a16:creationId xmlns:a16="http://schemas.microsoft.com/office/drawing/2014/main" id="{6D3BF38D-3CE6-46A9-8921-5BD9A36AC41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40" y="2642"/>
                  <a:ext cx="752" cy="327"/>
                </a:xfrm>
                <a:custGeom>
                  <a:avLst/>
                  <a:gdLst>
                    <a:gd name="T0" fmla="*/ 293 w 752"/>
                    <a:gd name="T1" fmla="*/ 0 h 327"/>
                    <a:gd name="T2" fmla="*/ 752 w 752"/>
                    <a:gd name="T3" fmla="*/ 124 h 327"/>
                    <a:gd name="T4" fmla="*/ 470 w 752"/>
                    <a:gd name="T5" fmla="*/ 327 h 327"/>
                    <a:gd name="T6" fmla="*/ 0 w 752"/>
                    <a:gd name="T7" fmla="*/ 183 h 327"/>
                    <a:gd name="T8" fmla="*/ 293 w 752"/>
                    <a:gd name="T9" fmla="*/ 0 h 32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2"/>
                    <a:gd name="T16" fmla="*/ 0 h 327"/>
                    <a:gd name="T17" fmla="*/ 752 w 752"/>
                    <a:gd name="T18" fmla="*/ 327 h 32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2" h="327">
                      <a:moveTo>
                        <a:pt x="293" y="0"/>
                      </a:moveTo>
                      <a:lnTo>
                        <a:pt x="752" y="124"/>
                      </a:lnTo>
                      <a:lnTo>
                        <a:pt x="470" y="327"/>
                      </a:lnTo>
                      <a:lnTo>
                        <a:pt x="0" y="183"/>
                      </a:lnTo>
                      <a:lnTo>
                        <a:pt x="293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37685" name="Freeform 908">
                  <a:extLst>
                    <a:ext uri="{FF2B5EF4-FFF2-40B4-BE49-F238E27FC236}">
                      <a16:creationId xmlns:a16="http://schemas.microsoft.com/office/drawing/2014/main" id="{370317B7-E4A1-4BA3-B74D-107216DA3B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54" y="2649"/>
                  <a:ext cx="726" cy="311"/>
                </a:xfrm>
                <a:custGeom>
                  <a:avLst/>
                  <a:gdLst>
                    <a:gd name="T0" fmla="*/ 282 w 726"/>
                    <a:gd name="T1" fmla="*/ 0 h 311"/>
                    <a:gd name="T2" fmla="*/ 726 w 726"/>
                    <a:gd name="T3" fmla="*/ 119 h 311"/>
                    <a:gd name="T4" fmla="*/ 457 w 726"/>
                    <a:gd name="T5" fmla="*/ 311 h 311"/>
                    <a:gd name="T6" fmla="*/ 0 w 726"/>
                    <a:gd name="T7" fmla="*/ 173 h 311"/>
                    <a:gd name="T8" fmla="*/ 282 w 726"/>
                    <a:gd name="T9" fmla="*/ 0 h 31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26"/>
                    <a:gd name="T16" fmla="*/ 0 h 311"/>
                    <a:gd name="T17" fmla="*/ 726 w 726"/>
                    <a:gd name="T18" fmla="*/ 311 h 31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26" h="311">
                      <a:moveTo>
                        <a:pt x="282" y="0"/>
                      </a:moveTo>
                      <a:lnTo>
                        <a:pt x="726" y="119"/>
                      </a:lnTo>
                      <a:lnTo>
                        <a:pt x="457" y="311"/>
                      </a:lnTo>
                      <a:lnTo>
                        <a:pt x="0" y="173"/>
                      </a:lnTo>
                      <a:lnTo>
                        <a:pt x="282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4D4D4D"/>
                    </a:gs>
                    <a:gs pos="100000">
                      <a:srgbClr val="DDDDDD"/>
                    </a:gs>
                  </a:gsLst>
                  <a:lin ang="189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37686" name="Freeform 909">
                  <a:extLst>
                    <a:ext uri="{FF2B5EF4-FFF2-40B4-BE49-F238E27FC236}">
                      <a16:creationId xmlns:a16="http://schemas.microsoft.com/office/drawing/2014/main" id="{2700EFAA-EE28-4EB7-9301-4966770D9F6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08" y="2770"/>
                  <a:ext cx="258" cy="100"/>
                </a:xfrm>
                <a:custGeom>
                  <a:avLst/>
                  <a:gdLst>
                    <a:gd name="T0" fmla="*/ 0 w 258"/>
                    <a:gd name="T1" fmla="*/ 44 h 100"/>
                    <a:gd name="T2" fmla="*/ 75 w 258"/>
                    <a:gd name="T3" fmla="*/ 0 h 100"/>
                    <a:gd name="T4" fmla="*/ 258 w 258"/>
                    <a:gd name="T5" fmla="*/ 50 h 100"/>
                    <a:gd name="T6" fmla="*/ 183 w 258"/>
                    <a:gd name="T7" fmla="*/ 100 h 100"/>
                    <a:gd name="T8" fmla="*/ 0 w 258"/>
                    <a:gd name="T9" fmla="*/ 44 h 10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0"/>
                    <a:gd name="T17" fmla="*/ 258 w 258"/>
                    <a:gd name="T18" fmla="*/ 100 h 10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0">
                      <a:moveTo>
                        <a:pt x="0" y="44"/>
                      </a:moveTo>
                      <a:lnTo>
                        <a:pt x="75" y="0"/>
                      </a:lnTo>
                      <a:lnTo>
                        <a:pt x="258" y="50"/>
                      </a:lnTo>
                      <a:lnTo>
                        <a:pt x="183" y="100"/>
                      </a:lnTo>
                      <a:lnTo>
                        <a:pt x="0" y="44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37687" name="Freeform 910">
                  <a:extLst>
                    <a:ext uri="{FF2B5EF4-FFF2-40B4-BE49-F238E27FC236}">
                      <a16:creationId xmlns:a16="http://schemas.microsoft.com/office/drawing/2014/main" id="{8B48954D-063F-419C-83F5-5008F31E0F7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99" y="2816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37688" name="Freeform 911">
                  <a:extLst>
                    <a:ext uri="{FF2B5EF4-FFF2-40B4-BE49-F238E27FC236}">
                      <a16:creationId xmlns:a16="http://schemas.microsoft.com/office/drawing/2014/main" id="{041E848F-6B8E-45BD-B9CF-04EB5AEA21E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20" y="2834"/>
                  <a:ext cx="258" cy="102"/>
                </a:xfrm>
                <a:custGeom>
                  <a:avLst/>
                  <a:gdLst>
                    <a:gd name="T0" fmla="*/ 0 w 258"/>
                    <a:gd name="T1" fmla="*/ 46 h 102"/>
                    <a:gd name="T2" fmla="*/ 71 w 258"/>
                    <a:gd name="T3" fmla="*/ 0 h 102"/>
                    <a:gd name="T4" fmla="*/ 258 w 258"/>
                    <a:gd name="T5" fmla="*/ 52 h 102"/>
                    <a:gd name="T6" fmla="*/ 183 w 258"/>
                    <a:gd name="T7" fmla="*/ 102 h 102"/>
                    <a:gd name="T8" fmla="*/ 0 w 258"/>
                    <a:gd name="T9" fmla="*/ 46 h 10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2"/>
                    <a:gd name="T17" fmla="*/ 258 w 258"/>
                    <a:gd name="T18" fmla="*/ 102 h 10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2">
                      <a:moveTo>
                        <a:pt x="0" y="46"/>
                      </a:moveTo>
                      <a:lnTo>
                        <a:pt x="71" y="0"/>
                      </a:lnTo>
                      <a:lnTo>
                        <a:pt x="258" y="52"/>
                      </a:lnTo>
                      <a:lnTo>
                        <a:pt x="183" y="102"/>
                      </a:lnTo>
                      <a:lnTo>
                        <a:pt x="0" y="46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37689" name="Freeform 912">
                  <a:extLst>
                    <a:ext uri="{FF2B5EF4-FFF2-40B4-BE49-F238E27FC236}">
                      <a16:creationId xmlns:a16="http://schemas.microsoft.com/office/drawing/2014/main" id="{1BB3618C-AACB-4F45-9265-F8DED2909C4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11" y="2882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237678" name="Freeform 913">
                <a:extLst>
                  <a:ext uri="{FF2B5EF4-FFF2-40B4-BE49-F238E27FC236}">
                    <a16:creationId xmlns:a16="http://schemas.microsoft.com/office/drawing/2014/main" id="{69DAF5B1-F5A9-45E2-804B-3CB2121FF52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77" y="3043"/>
                <a:ext cx="614" cy="514"/>
              </a:xfrm>
              <a:custGeom>
                <a:avLst/>
                <a:gdLst>
                  <a:gd name="T0" fmla="*/ 1 w 990"/>
                  <a:gd name="T1" fmla="*/ 1 h 792"/>
                  <a:gd name="T2" fmla="*/ 1 w 990"/>
                  <a:gd name="T3" fmla="*/ 0 h 792"/>
                  <a:gd name="T4" fmla="*/ 1 w 990"/>
                  <a:gd name="T5" fmla="*/ 1 h 792"/>
                  <a:gd name="T6" fmla="*/ 0 w 990"/>
                  <a:gd name="T7" fmla="*/ 1 h 792"/>
                  <a:gd name="T8" fmla="*/ 1 w 990"/>
                  <a:gd name="T9" fmla="*/ 1 h 79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90"/>
                  <a:gd name="T16" fmla="*/ 0 h 792"/>
                  <a:gd name="T17" fmla="*/ 990 w 990"/>
                  <a:gd name="T18" fmla="*/ 792 h 79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90" h="792">
                    <a:moveTo>
                      <a:pt x="3" y="738"/>
                    </a:moveTo>
                    <a:lnTo>
                      <a:pt x="990" y="0"/>
                    </a:lnTo>
                    <a:lnTo>
                      <a:pt x="987" y="60"/>
                    </a:lnTo>
                    <a:lnTo>
                      <a:pt x="0" y="792"/>
                    </a:lnTo>
                    <a:lnTo>
                      <a:pt x="3" y="738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37679" name="Freeform 914">
                <a:extLst>
                  <a:ext uri="{FF2B5EF4-FFF2-40B4-BE49-F238E27FC236}">
                    <a16:creationId xmlns:a16="http://schemas.microsoft.com/office/drawing/2014/main" id="{281F6379-F37D-4D7C-BCFA-FDC4461A637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0" y="3084"/>
                <a:ext cx="1571" cy="469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37680" name="Freeform 915">
                <a:extLst>
                  <a:ext uri="{FF2B5EF4-FFF2-40B4-BE49-F238E27FC236}">
                    <a16:creationId xmlns:a16="http://schemas.microsoft.com/office/drawing/2014/main" id="{AE2FD7B9-8A74-4729-B656-885E860E1A8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1" y="2998"/>
                <a:ext cx="17" cy="95"/>
              </a:xfrm>
              <a:custGeom>
                <a:avLst/>
                <a:gdLst>
                  <a:gd name="T0" fmla="*/ 1 w 26"/>
                  <a:gd name="T1" fmla="*/ 1 h 147"/>
                  <a:gd name="T2" fmla="*/ 1 w 26"/>
                  <a:gd name="T3" fmla="*/ 1 h 147"/>
                  <a:gd name="T4" fmla="*/ 0 w 26"/>
                  <a:gd name="T5" fmla="*/ 1 h 147"/>
                  <a:gd name="T6" fmla="*/ 1 w 26"/>
                  <a:gd name="T7" fmla="*/ 0 h 147"/>
                  <a:gd name="T8" fmla="*/ 1 w 26"/>
                  <a:gd name="T9" fmla="*/ 1 h 14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"/>
                  <a:gd name="T16" fmla="*/ 0 h 147"/>
                  <a:gd name="T17" fmla="*/ 26 w 26"/>
                  <a:gd name="T18" fmla="*/ 147 h 14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" h="147">
                    <a:moveTo>
                      <a:pt x="26" y="10"/>
                    </a:moveTo>
                    <a:lnTo>
                      <a:pt x="23" y="147"/>
                    </a:lnTo>
                    <a:lnTo>
                      <a:pt x="0" y="144"/>
                    </a:lnTo>
                    <a:lnTo>
                      <a:pt x="3" y="0"/>
                    </a:lnTo>
                    <a:lnTo>
                      <a:pt x="26" y="1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37681" name="Freeform 916">
                <a:extLst>
                  <a:ext uri="{FF2B5EF4-FFF2-40B4-BE49-F238E27FC236}">
                    <a16:creationId xmlns:a16="http://schemas.microsoft.com/office/drawing/2014/main" id="{E30E43BB-B3DA-4750-AD56-B24B7C5972E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2" y="2611"/>
                <a:ext cx="730" cy="393"/>
              </a:xfrm>
              <a:custGeom>
                <a:avLst/>
                <a:gdLst>
                  <a:gd name="T0" fmla="*/ 1 w 1176"/>
                  <a:gd name="T1" fmla="*/ 0 h 606"/>
                  <a:gd name="T2" fmla="*/ 0 w 1176"/>
                  <a:gd name="T3" fmla="*/ 1 h 606"/>
                  <a:gd name="T4" fmla="*/ 1 w 1176"/>
                  <a:gd name="T5" fmla="*/ 1 h 606"/>
                  <a:gd name="T6" fmla="*/ 1 w 1176"/>
                  <a:gd name="T7" fmla="*/ 1 h 606"/>
                  <a:gd name="T8" fmla="*/ 1 w 1176"/>
                  <a:gd name="T9" fmla="*/ 0 h 60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176"/>
                  <a:gd name="T16" fmla="*/ 0 h 606"/>
                  <a:gd name="T17" fmla="*/ 1176 w 1176"/>
                  <a:gd name="T18" fmla="*/ 606 h 60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176" h="606">
                    <a:moveTo>
                      <a:pt x="1170" y="0"/>
                    </a:moveTo>
                    <a:lnTo>
                      <a:pt x="0" y="597"/>
                    </a:lnTo>
                    <a:lnTo>
                      <a:pt x="30" y="606"/>
                    </a:lnTo>
                    <a:lnTo>
                      <a:pt x="1176" y="18"/>
                    </a:lnTo>
                    <a:lnTo>
                      <a:pt x="1170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37682" name="Freeform 917">
                <a:extLst>
                  <a:ext uri="{FF2B5EF4-FFF2-40B4-BE49-F238E27FC236}">
                    <a16:creationId xmlns:a16="http://schemas.microsoft.com/office/drawing/2014/main" id="{0FEB9924-0DA4-4FB5-8C78-FB0104EB62C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61" y="3018"/>
                <a:ext cx="1490" cy="451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37683" name="Freeform 918">
                <a:extLst>
                  <a:ext uri="{FF2B5EF4-FFF2-40B4-BE49-F238E27FC236}">
                    <a16:creationId xmlns:a16="http://schemas.microsoft.com/office/drawing/2014/main" id="{0A27FA91-083A-4E5E-AD4B-89203DBDDC42}"/>
                  </a:ext>
                </a:extLst>
              </p:cNvPr>
              <p:cNvSpPr>
                <a:spLocks/>
              </p:cNvSpPr>
              <p:nvPr/>
            </p:nvSpPr>
            <p:spPr bwMode="auto">
              <a:xfrm flipV="1">
                <a:off x="2549" y="2986"/>
                <a:ext cx="608" cy="467"/>
              </a:xfrm>
              <a:custGeom>
                <a:avLst/>
                <a:gdLst>
                  <a:gd name="T0" fmla="*/ 0 w 2532"/>
                  <a:gd name="T1" fmla="*/ 0 h 723"/>
                  <a:gd name="T2" fmla="*/ 0 w 2532"/>
                  <a:gd name="T3" fmla="*/ 0 h 723"/>
                  <a:gd name="T4" fmla="*/ 0 w 2532"/>
                  <a:gd name="T5" fmla="*/ 1 h 723"/>
                  <a:gd name="T6" fmla="*/ 0 w 2532"/>
                  <a:gd name="T7" fmla="*/ 1 h 723"/>
                  <a:gd name="T8" fmla="*/ 0 w 2532"/>
                  <a:gd name="T9" fmla="*/ 1 h 723"/>
                  <a:gd name="T10" fmla="*/ 0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237640" name="Group 919">
              <a:extLst>
                <a:ext uri="{FF2B5EF4-FFF2-40B4-BE49-F238E27FC236}">
                  <a16:creationId xmlns:a16="http://schemas.microsoft.com/office/drawing/2014/main" id="{55964C48-CBFB-469E-A775-1F970C1917F4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3742" y="2030"/>
              <a:ext cx="261" cy="235"/>
              <a:chOff x="2839" y="3501"/>
              <a:chExt cx="755" cy="803"/>
            </a:xfrm>
          </p:grpSpPr>
          <p:pic>
            <p:nvPicPr>
              <p:cNvPr id="237665" name="Picture 920" descr="desktop_computer_stylized_medium">
                <a:extLst>
                  <a:ext uri="{FF2B5EF4-FFF2-40B4-BE49-F238E27FC236}">
                    <a16:creationId xmlns:a16="http://schemas.microsoft.com/office/drawing/2014/main" id="{375FC44A-A554-41CC-B539-2E02EA23B6C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37666" name="Freeform 921">
                <a:extLst>
                  <a:ext uri="{FF2B5EF4-FFF2-40B4-BE49-F238E27FC236}">
                    <a16:creationId xmlns:a16="http://schemas.microsoft.com/office/drawing/2014/main" id="{C99FFBF8-F881-431E-886C-D6F2078DEAA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grpSp>
          <p:nvGrpSpPr>
            <p:cNvPr id="237641" name="Group 922">
              <a:extLst>
                <a:ext uri="{FF2B5EF4-FFF2-40B4-BE49-F238E27FC236}">
                  <a16:creationId xmlns:a16="http://schemas.microsoft.com/office/drawing/2014/main" id="{30C15864-9E13-47B6-8433-E35160BCFDC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03" y="3416"/>
              <a:ext cx="299" cy="257"/>
              <a:chOff x="877" y="1008"/>
              <a:chExt cx="2747" cy="2591"/>
            </a:xfrm>
          </p:grpSpPr>
          <p:pic>
            <p:nvPicPr>
              <p:cNvPr id="237642" name="Picture 923" descr="antenna_stylized">
                <a:extLst>
                  <a:ext uri="{FF2B5EF4-FFF2-40B4-BE49-F238E27FC236}">
                    <a16:creationId xmlns:a16="http://schemas.microsoft.com/office/drawing/2014/main" id="{D4F0D0C1-D5D8-4418-8A42-363669225DF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7" y="1008"/>
                <a:ext cx="2725" cy="142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237643" name="Picture 924" descr="laptop_keyboard">
                <a:extLst>
                  <a:ext uri="{FF2B5EF4-FFF2-40B4-BE49-F238E27FC236}">
                    <a16:creationId xmlns:a16="http://schemas.microsoft.com/office/drawing/2014/main" id="{70F9671C-5057-43D5-8209-27FF1E1AFC6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09064" flipH="1">
                <a:off x="1009" y="2586"/>
                <a:ext cx="2245" cy="10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37644" name="Freeform 925">
                <a:extLst>
                  <a:ext uri="{FF2B5EF4-FFF2-40B4-BE49-F238E27FC236}">
                    <a16:creationId xmlns:a16="http://schemas.microsoft.com/office/drawing/2014/main" id="{48D0F292-B1FC-41F9-9A0A-6F6FF13ABF6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3" y="1603"/>
                <a:ext cx="1807" cy="1322"/>
              </a:xfrm>
              <a:custGeom>
                <a:avLst/>
                <a:gdLst>
                  <a:gd name="T0" fmla="*/ 1 w 2982"/>
                  <a:gd name="T1" fmla="*/ 0 h 2442"/>
                  <a:gd name="T2" fmla="*/ 0 w 2982"/>
                  <a:gd name="T3" fmla="*/ 1 h 2442"/>
                  <a:gd name="T4" fmla="*/ 1 w 2982"/>
                  <a:gd name="T5" fmla="*/ 1 h 2442"/>
                  <a:gd name="T6" fmla="*/ 1 w 2982"/>
                  <a:gd name="T7" fmla="*/ 1 h 2442"/>
                  <a:gd name="T8" fmla="*/ 1 w 2982"/>
                  <a:gd name="T9" fmla="*/ 0 h 24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82"/>
                  <a:gd name="T16" fmla="*/ 0 h 2442"/>
                  <a:gd name="T17" fmla="*/ 2982 w 2982"/>
                  <a:gd name="T18" fmla="*/ 2442 h 24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82" h="2442">
                    <a:moveTo>
                      <a:pt x="540" y="0"/>
                    </a:moveTo>
                    <a:lnTo>
                      <a:pt x="0" y="1734"/>
                    </a:lnTo>
                    <a:lnTo>
                      <a:pt x="2394" y="2442"/>
                    </a:lnTo>
                    <a:lnTo>
                      <a:pt x="2982" y="318"/>
                    </a:lnTo>
                    <a:lnTo>
                      <a:pt x="540" y="0"/>
                    </a:lnTo>
                    <a:close/>
                  </a:path>
                </a:pathLst>
              </a:cu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pic>
            <p:nvPicPr>
              <p:cNvPr id="237645" name="Picture 926" descr="screen">
                <a:extLst>
                  <a:ext uri="{FF2B5EF4-FFF2-40B4-BE49-F238E27FC236}">
                    <a16:creationId xmlns:a16="http://schemas.microsoft.com/office/drawing/2014/main" id="{4E900252-427D-4602-9AFA-51904F5EF9F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842" y="1637"/>
                <a:ext cx="1642" cy="12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37646" name="Freeform 927">
                <a:extLst>
                  <a:ext uri="{FF2B5EF4-FFF2-40B4-BE49-F238E27FC236}">
                    <a16:creationId xmlns:a16="http://schemas.microsoft.com/office/drawing/2014/main" id="{EFB262A5-1E65-4519-AAD0-E3C1F8EFD4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82" y="1564"/>
                <a:ext cx="1531" cy="246"/>
              </a:xfrm>
              <a:custGeom>
                <a:avLst/>
                <a:gdLst>
                  <a:gd name="T0" fmla="*/ 1 w 2528"/>
                  <a:gd name="T1" fmla="*/ 0 h 455"/>
                  <a:gd name="T2" fmla="*/ 1 w 2528"/>
                  <a:gd name="T3" fmla="*/ 1 h 455"/>
                  <a:gd name="T4" fmla="*/ 1 w 2528"/>
                  <a:gd name="T5" fmla="*/ 1 h 455"/>
                  <a:gd name="T6" fmla="*/ 0 w 2528"/>
                  <a:gd name="T7" fmla="*/ 1 h 455"/>
                  <a:gd name="T8" fmla="*/ 1 w 2528"/>
                  <a:gd name="T9" fmla="*/ 0 h 45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28"/>
                  <a:gd name="T16" fmla="*/ 0 h 455"/>
                  <a:gd name="T17" fmla="*/ 2528 w 2528"/>
                  <a:gd name="T18" fmla="*/ 455 h 45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28" h="455">
                    <a:moveTo>
                      <a:pt x="14" y="0"/>
                    </a:moveTo>
                    <a:lnTo>
                      <a:pt x="2528" y="341"/>
                    </a:lnTo>
                    <a:lnTo>
                      <a:pt x="2480" y="455"/>
                    </a:lnTo>
                    <a:lnTo>
                      <a:pt x="0" y="86"/>
                    </a:lnTo>
                    <a:lnTo>
                      <a:pt x="14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37647" name="Freeform 928">
                <a:extLst>
                  <a:ext uri="{FF2B5EF4-FFF2-40B4-BE49-F238E27FC236}">
                    <a16:creationId xmlns:a16="http://schemas.microsoft.com/office/drawing/2014/main" id="{D3D330D2-3B5C-490E-BDAF-79E1AB6632C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7" y="1562"/>
                <a:ext cx="425" cy="1024"/>
              </a:xfrm>
              <a:custGeom>
                <a:avLst/>
                <a:gdLst>
                  <a:gd name="T0" fmla="*/ 1 w 702"/>
                  <a:gd name="T1" fmla="*/ 0 h 1893"/>
                  <a:gd name="T2" fmla="*/ 0 w 702"/>
                  <a:gd name="T3" fmla="*/ 1 h 1893"/>
                  <a:gd name="T4" fmla="*/ 1 w 702"/>
                  <a:gd name="T5" fmla="*/ 1 h 1893"/>
                  <a:gd name="T6" fmla="*/ 1 w 702"/>
                  <a:gd name="T7" fmla="*/ 1 h 1893"/>
                  <a:gd name="T8" fmla="*/ 1 w 702"/>
                  <a:gd name="T9" fmla="*/ 0 h 189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02"/>
                  <a:gd name="T16" fmla="*/ 0 h 1893"/>
                  <a:gd name="T17" fmla="*/ 702 w 702"/>
                  <a:gd name="T18" fmla="*/ 1893 h 189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02" h="1893">
                    <a:moveTo>
                      <a:pt x="579" y="0"/>
                    </a:moveTo>
                    <a:lnTo>
                      <a:pt x="0" y="1869"/>
                    </a:lnTo>
                    <a:lnTo>
                      <a:pt x="114" y="1893"/>
                    </a:lnTo>
                    <a:lnTo>
                      <a:pt x="702" y="51"/>
                    </a:lnTo>
                    <a:lnTo>
                      <a:pt x="579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37648" name="Freeform 929">
                <a:extLst>
                  <a:ext uri="{FF2B5EF4-FFF2-40B4-BE49-F238E27FC236}">
                    <a16:creationId xmlns:a16="http://schemas.microsoft.com/office/drawing/2014/main" id="{9AFA72CC-2C55-4C7A-AB8E-92993180B7D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44" y="1745"/>
                <a:ext cx="458" cy="1182"/>
              </a:xfrm>
              <a:custGeom>
                <a:avLst/>
                <a:gdLst>
                  <a:gd name="T0" fmla="*/ 1 w 756"/>
                  <a:gd name="T1" fmla="*/ 0 h 2184"/>
                  <a:gd name="T2" fmla="*/ 1 w 756"/>
                  <a:gd name="T3" fmla="*/ 1 h 2184"/>
                  <a:gd name="T4" fmla="*/ 0 w 756"/>
                  <a:gd name="T5" fmla="*/ 1 h 2184"/>
                  <a:gd name="T6" fmla="*/ 1 w 756"/>
                  <a:gd name="T7" fmla="*/ 1 h 2184"/>
                  <a:gd name="T8" fmla="*/ 1 w 756"/>
                  <a:gd name="T9" fmla="*/ 0 h 218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6"/>
                  <a:gd name="T16" fmla="*/ 0 h 2184"/>
                  <a:gd name="T17" fmla="*/ 756 w 756"/>
                  <a:gd name="T18" fmla="*/ 2184 h 218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6" h="2184">
                    <a:moveTo>
                      <a:pt x="756" y="0"/>
                    </a:moveTo>
                    <a:lnTo>
                      <a:pt x="138" y="2184"/>
                    </a:lnTo>
                    <a:lnTo>
                      <a:pt x="0" y="2148"/>
                    </a:lnTo>
                    <a:lnTo>
                      <a:pt x="606" y="78"/>
                    </a:lnTo>
                    <a:lnTo>
                      <a:pt x="756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chemeClr val="bg1"/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37649" name="Freeform 930">
                <a:extLst>
                  <a:ext uri="{FF2B5EF4-FFF2-40B4-BE49-F238E27FC236}">
                    <a16:creationId xmlns:a16="http://schemas.microsoft.com/office/drawing/2014/main" id="{E632B265-5B16-4035-909B-B74558CC054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2" y="2534"/>
                <a:ext cx="1680" cy="399"/>
              </a:xfrm>
              <a:custGeom>
                <a:avLst/>
                <a:gdLst>
                  <a:gd name="T0" fmla="*/ 1 w 2773"/>
                  <a:gd name="T1" fmla="*/ 0 h 738"/>
                  <a:gd name="T2" fmla="*/ 0 w 2773"/>
                  <a:gd name="T3" fmla="*/ 1 h 738"/>
                  <a:gd name="T4" fmla="*/ 1 w 2773"/>
                  <a:gd name="T5" fmla="*/ 1 h 738"/>
                  <a:gd name="T6" fmla="*/ 1 w 2773"/>
                  <a:gd name="T7" fmla="*/ 1 h 738"/>
                  <a:gd name="T8" fmla="*/ 1 w 2773"/>
                  <a:gd name="T9" fmla="*/ 0 h 73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773"/>
                  <a:gd name="T16" fmla="*/ 0 h 738"/>
                  <a:gd name="T17" fmla="*/ 2773 w 2773"/>
                  <a:gd name="T18" fmla="*/ 738 h 73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773" h="738">
                    <a:moveTo>
                      <a:pt x="33" y="0"/>
                    </a:moveTo>
                    <a:lnTo>
                      <a:pt x="0" y="99"/>
                    </a:lnTo>
                    <a:lnTo>
                      <a:pt x="2436" y="738"/>
                    </a:lnTo>
                    <a:cubicBezTo>
                      <a:pt x="2499" y="501"/>
                      <a:pt x="2773" y="727"/>
                      <a:pt x="2373" y="603"/>
                    </a:cubicBezTo>
                    <a:lnTo>
                      <a:pt x="3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CC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37650" name="Freeform 931">
                <a:extLst>
                  <a:ext uri="{FF2B5EF4-FFF2-40B4-BE49-F238E27FC236}">
                    <a16:creationId xmlns:a16="http://schemas.microsoft.com/office/drawing/2014/main" id="{CA800103-23FF-4F7A-AF2B-90F4FB18555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95" y="1755"/>
                <a:ext cx="429" cy="1187"/>
              </a:xfrm>
              <a:custGeom>
                <a:avLst/>
                <a:gdLst>
                  <a:gd name="T0" fmla="*/ 1 w 637"/>
                  <a:gd name="T1" fmla="*/ 0 h 1659"/>
                  <a:gd name="T2" fmla="*/ 1 w 637"/>
                  <a:gd name="T3" fmla="*/ 0 h 1659"/>
                  <a:gd name="T4" fmla="*/ 1 w 637"/>
                  <a:gd name="T5" fmla="*/ 1 h 1659"/>
                  <a:gd name="T6" fmla="*/ 0 w 637"/>
                  <a:gd name="T7" fmla="*/ 1 h 1659"/>
                  <a:gd name="T8" fmla="*/ 1 w 637"/>
                  <a:gd name="T9" fmla="*/ 0 h 165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37"/>
                  <a:gd name="T16" fmla="*/ 0 h 1659"/>
                  <a:gd name="T17" fmla="*/ 637 w 637"/>
                  <a:gd name="T18" fmla="*/ 1659 h 165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37" h="1659">
                    <a:moveTo>
                      <a:pt x="615" y="0"/>
                    </a:moveTo>
                    <a:lnTo>
                      <a:pt x="637" y="0"/>
                    </a:lnTo>
                    <a:lnTo>
                      <a:pt x="68" y="1659"/>
                    </a:lnTo>
                    <a:lnTo>
                      <a:pt x="0" y="1647"/>
                    </a:lnTo>
                    <a:lnTo>
                      <a:pt x="615" y="0"/>
                    </a:lnTo>
                    <a:close/>
                  </a:path>
                </a:pathLst>
              </a:custGeom>
              <a:solidFill>
                <a:srgbClr val="4D4D4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37651" name="Freeform 932">
                <a:extLst>
                  <a:ext uri="{FF2B5EF4-FFF2-40B4-BE49-F238E27FC236}">
                    <a16:creationId xmlns:a16="http://schemas.microsoft.com/office/drawing/2014/main" id="{5C72CE4E-9581-4FCA-AEA4-28729AC7754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4" y="2587"/>
                <a:ext cx="1494" cy="394"/>
              </a:xfrm>
              <a:custGeom>
                <a:avLst/>
                <a:gdLst>
                  <a:gd name="T0" fmla="*/ 0 w 2216"/>
                  <a:gd name="T1" fmla="*/ 0 h 550"/>
                  <a:gd name="T2" fmla="*/ 1 w 2216"/>
                  <a:gd name="T3" fmla="*/ 1 h 550"/>
                  <a:gd name="T4" fmla="*/ 1 w 2216"/>
                  <a:gd name="T5" fmla="*/ 1 h 550"/>
                  <a:gd name="T6" fmla="*/ 1 w 2216"/>
                  <a:gd name="T7" fmla="*/ 1 h 550"/>
                  <a:gd name="T8" fmla="*/ 0 w 2216"/>
                  <a:gd name="T9" fmla="*/ 0 h 55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16"/>
                  <a:gd name="T16" fmla="*/ 0 h 550"/>
                  <a:gd name="T17" fmla="*/ 2216 w 2216"/>
                  <a:gd name="T18" fmla="*/ 550 h 55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16" h="550">
                    <a:moveTo>
                      <a:pt x="0" y="0"/>
                    </a:moveTo>
                    <a:lnTo>
                      <a:pt x="9" y="57"/>
                    </a:lnTo>
                    <a:lnTo>
                      <a:pt x="2164" y="550"/>
                    </a:lnTo>
                    <a:lnTo>
                      <a:pt x="2216" y="496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237652" name="Group 933">
                <a:extLst>
                  <a:ext uri="{FF2B5EF4-FFF2-40B4-BE49-F238E27FC236}">
                    <a16:creationId xmlns:a16="http://schemas.microsoft.com/office/drawing/2014/main" id="{676A3406-8974-4A9A-BFE8-AF5A56F510C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09" y="3008"/>
                <a:ext cx="507" cy="234"/>
                <a:chOff x="1740" y="2642"/>
                <a:chExt cx="752" cy="327"/>
              </a:xfrm>
            </p:grpSpPr>
            <p:sp>
              <p:nvSpPr>
                <p:cNvPr id="237659" name="Freeform 934">
                  <a:extLst>
                    <a:ext uri="{FF2B5EF4-FFF2-40B4-BE49-F238E27FC236}">
                      <a16:creationId xmlns:a16="http://schemas.microsoft.com/office/drawing/2014/main" id="{A5EA6168-C152-4121-B194-2CD3BBA504A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40" y="2642"/>
                  <a:ext cx="752" cy="327"/>
                </a:xfrm>
                <a:custGeom>
                  <a:avLst/>
                  <a:gdLst>
                    <a:gd name="T0" fmla="*/ 293 w 752"/>
                    <a:gd name="T1" fmla="*/ 0 h 327"/>
                    <a:gd name="T2" fmla="*/ 752 w 752"/>
                    <a:gd name="T3" fmla="*/ 124 h 327"/>
                    <a:gd name="T4" fmla="*/ 470 w 752"/>
                    <a:gd name="T5" fmla="*/ 327 h 327"/>
                    <a:gd name="T6" fmla="*/ 0 w 752"/>
                    <a:gd name="T7" fmla="*/ 183 h 327"/>
                    <a:gd name="T8" fmla="*/ 293 w 752"/>
                    <a:gd name="T9" fmla="*/ 0 h 32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2"/>
                    <a:gd name="T16" fmla="*/ 0 h 327"/>
                    <a:gd name="T17" fmla="*/ 752 w 752"/>
                    <a:gd name="T18" fmla="*/ 327 h 32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2" h="327">
                      <a:moveTo>
                        <a:pt x="293" y="0"/>
                      </a:moveTo>
                      <a:lnTo>
                        <a:pt x="752" y="124"/>
                      </a:lnTo>
                      <a:lnTo>
                        <a:pt x="470" y="327"/>
                      </a:lnTo>
                      <a:lnTo>
                        <a:pt x="0" y="183"/>
                      </a:lnTo>
                      <a:lnTo>
                        <a:pt x="293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37660" name="Freeform 935">
                  <a:extLst>
                    <a:ext uri="{FF2B5EF4-FFF2-40B4-BE49-F238E27FC236}">
                      <a16:creationId xmlns:a16="http://schemas.microsoft.com/office/drawing/2014/main" id="{55450B24-AF22-4C52-A071-9A5F99D70BC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54" y="2649"/>
                  <a:ext cx="726" cy="311"/>
                </a:xfrm>
                <a:custGeom>
                  <a:avLst/>
                  <a:gdLst>
                    <a:gd name="T0" fmla="*/ 282 w 726"/>
                    <a:gd name="T1" fmla="*/ 0 h 311"/>
                    <a:gd name="T2" fmla="*/ 726 w 726"/>
                    <a:gd name="T3" fmla="*/ 119 h 311"/>
                    <a:gd name="T4" fmla="*/ 457 w 726"/>
                    <a:gd name="T5" fmla="*/ 311 h 311"/>
                    <a:gd name="T6" fmla="*/ 0 w 726"/>
                    <a:gd name="T7" fmla="*/ 173 h 311"/>
                    <a:gd name="T8" fmla="*/ 282 w 726"/>
                    <a:gd name="T9" fmla="*/ 0 h 31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26"/>
                    <a:gd name="T16" fmla="*/ 0 h 311"/>
                    <a:gd name="T17" fmla="*/ 726 w 726"/>
                    <a:gd name="T18" fmla="*/ 311 h 31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26" h="311">
                      <a:moveTo>
                        <a:pt x="282" y="0"/>
                      </a:moveTo>
                      <a:lnTo>
                        <a:pt x="726" y="119"/>
                      </a:lnTo>
                      <a:lnTo>
                        <a:pt x="457" y="311"/>
                      </a:lnTo>
                      <a:lnTo>
                        <a:pt x="0" y="173"/>
                      </a:lnTo>
                      <a:lnTo>
                        <a:pt x="282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4D4D4D"/>
                    </a:gs>
                    <a:gs pos="100000">
                      <a:srgbClr val="DDDDDD"/>
                    </a:gs>
                  </a:gsLst>
                  <a:lin ang="189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37661" name="Freeform 936">
                  <a:extLst>
                    <a:ext uri="{FF2B5EF4-FFF2-40B4-BE49-F238E27FC236}">
                      <a16:creationId xmlns:a16="http://schemas.microsoft.com/office/drawing/2014/main" id="{BC55991B-7DDF-409F-AC98-B7E26BC5249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08" y="2770"/>
                  <a:ext cx="258" cy="100"/>
                </a:xfrm>
                <a:custGeom>
                  <a:avLst/>
                  <a:gdLst>
                    <a:gd name="T0" fmla="*/ 0 w 258"/>
                    <a:gd name="T1" fmla="*/ 44 h 100"/>
                    <a:gd name="T2" fmla="*/ 75 w 258"/>
                    <a:gd name="T3" fmla="*/ 0 h 100"/>
                    <a:gd name="T4" fmla="*/ 258 w 258"/>
                    <a:gd name="T5" fmla="*/ 50 h 100"/>
                    <a:gd name="T6" fmla="*/ 183 w 258"/>
                    <a:gd name="T7" fmla="*/ 100 h 100"/>
                    <a:gd name="T8" fmla="*/ 0 w 258"/>
                    <a:gd name="T9" fmla="*/ 44 h 10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0"/>
                    <a:gd name="T17" fmla="*/ 258 w 258"/>
                    <a:gd name="T18" fmla="*/ 100 h 10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0">
                      <a:moveTo>
                        <a:pt x="0" y="44"/>
                      </a:moveTo>
                      <a:lnTo>
                        <a:pt x="75" y="0"/>
                      </a:lnTo>
                      <a:lnTo>
                        <a:pt x="258" y="50"/>
                      </a:lnTo>
                      <a:lnTo>
                        <a:pt x="183" y="100"/>
                      </a:lnTo>
                      <a:lnTo>
                        <a:pt x="0" y="44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37662" name="Freeform 937">
                  <a:extLst>
                    <a:ext uri="{FF2B5EF4-FFF2-40B4-BE49-F238E27FC236}">
                      <a16:creationId xmlns:a16="http://schemas.microsoft.com/office/drawing/2014/main" id="{89699A6F-4675-4CC8-94FE-E660A86A491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99" y="2816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37663" name="Freeform 938">
                  <a:extLst>
                    <a:ext uri="{FF2B5EF4-FFF2-40B4-BE49-F238E27FC236}">
                      <a16:creationId xmlns:a16="http://schemas.microsoft.com/office/drawing/2014/main" id="{0CE71F5F-AF34-43F1-AE63-CD462BCD03B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20" y="2834"/>
                  <a:ext cx="258" cy="102"/>
                </a:xfrm>
                <a:custGeom>
                  <a:avLst/>
                  <a:gdLst>
                    <a:gd name="T0" fmla="*/ 0 w 258"/>
                    <a:gd name="T1" fmla="*/ 46 h 102"/>
                    <a:gd name="T2" fmla="*/ 71 w 258"/>
                    <a:gd name="T3" fmla="*/ 0 h 102"/>
                    <a:gd name="T4" fmla="*/ 258 w 258"/>
                    <a:gd name="T5" fmla="*/ 52 h 102"/>
                    <a:gd name="T6" fmla="*/ 183 w 258"/>
                    <a:gd name="T7" fmla="*/ 102 h 102"/>
                    <a:gd name="T8" fmla="*/ 0 w 258"/>
                    <a:gd name="T9" fmla="*/ 46 h 10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2"/>
                    <a:gd name="T17" fmla="*/ 258 w 258"/>
                    <a:gd name="T18" fmla="*/ 102 h 10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2">
                      <a:moveTo>
                        <a:pt x="0" y="46"/>
                      </a:moveTo>
                      <a:lnTo>
                        <a:pt x="71" y="0"/>
                      </a:lnTo>
                      <a:lnTo>
                        <a:pt x="258" y="52"/>
                      </a:lnTo>
                      <a:lnTo>
                        <a:pt x="183" y="102"/>
                      </a:lnTo>
                      <a:lnTo>
                        <a:pt x="0" y="46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37664" name="Freeform 939">
                  <a:extLst>
                    <a:ext uri="{FF2B5EF4-FFF2-40B4-BE49-F238E27FC236}">
                      <a16:creationId xmlns:a16="http://schemas.microsoft.com/office/drawing/2014/main" id="{4E122B96-449A-4BE6-A875-88491C9EEF1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11" y="2882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237653" name="Freeform 940">
                <a:extLst>
                  <a:ext uri="{FF2B5EF4-FFF2-40B4-BE49-F238E27FC236}">
                    <a16:creationId xmlns:a16="http://schemas.microsoft.com/office/drawing/2014/main" id="{AD355AAC-699C-4A61-A81B-EF984F676C5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77" y="3043"/>
                <a:ext cx="614" cy="514"/>
              </a:xfrm>
              <a:custGeom>
                <a:avLst/>
                <a:gdLst>
                  <a:gd name="T0" fmla="*/ 1 w 990"/>
                  <a:gd name="T1" fmla="*/ 1 h 792"/>
                  <a:gd name="T2" fmla="*/ 1 w 990"/>
                  <a:gd name="T3" fmla="*/ 0 h 792"/>
                  <a:gd name="T4" fmla="*/ 1 w 990"/>
                  <a:gd name="T5" fmla="*/ 1 h 792"/>
                  <a:gd name="T6" fmla="*/ 0 w 990"/>
                  <a:gd name="T7" fmla="*/ 1 h 792"/>
                  <a:gd name="T8" fmla="*/ 1 w 990"/>
                  <a:gd name="T9" fmla="*/ 1 h 79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90"/>
                  <a:gd name="T16" fmla="*/ 0 h 792"/>
                  <a:gd name="T17" fmla="*/ 990 w 990"/>
                  <a:gd name="T18" fmla="*/ 792 h 79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90" h="792">
                    <a:moveTo>
                      <a:pt x="3" y="738"/>
                    </a:moveTo>
                    <a:lnTo>
                      <a:pt x="990" y="0"/>
                    </a:lnTo>
                    <a:lnTo>
                      <a:pt x="987" y="60"/>
                    </a:lnTo>
                    <a:lnTo>
                      <a:pt x="0" y="792"/>
                    </a:lnTo>
                    <a:lnTo>
                      <a:pt x="3" y="738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37654" name="Freeform 941">
                <a:extLst>
                  <a:ext uri="{FF2B5EF4-FFF2-40B4-BE49-F238E27FC236}">
                    <a16:creationId xmlns:a16="http://schemas.microsoft.com/office/drawing/2014/main" id="{3F24249E-E709-478A-BBA2-43469EFAE31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0" y="3084"/>
                <a:ext cx="1571" cy="469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37655" name="Freeform 942">
                <a:extLst>
                  <a:ext uri="{FF2B5EF4-FFF2-40B4-BE49-F238E27FC236}">
                    <a16:creationId xmlns:a16="http://schemas.microsoft.com/office/drawing/2014/main" id="{4FC9592E-89F3-45D8-9809-CD31EBB4A0B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1" y="2998"/>
                <a:ext cx="17" cy="95"/>
              </a:xfrm>
              <a:custGeom>
                <a:avLst/>
                <a:gdLst>
                  <a:gd name="T0" fmla="*/ 1 w 26"/>
                  <a:gd name="T1" fmla="*/ 1 h 147"/>
                  <a:gd name="T2" fmla="*/ 1 w 26"/>
                  <a:gd name="T3" fmla="*/ 1 h 147"/>
                  <a:gd name="T4" fmla="*/ 0 w 26"/>
                  <a:gd name="T5" fmla="*/ 1 h 147"/>
                  <a:gd name="T6" fmla="*/ 1 w 26"/>
                  <a:gd name="T7" fmla="*/ 0 h 147"/>
                  <a:gd name="T8" fmla="*/ 1 w 26"/>
                  <a:gd name="T9" fmla="*/ 1 h 14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"/>
                  <a:gd name="T16" fmla="*/ 0 h 147"/>
                  <a:gd name="T17" fmla="*/ 26 w 26"/>
                  <a:gd name="T18" fmla="*/ 147 h 14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" h="147">
                    <a:moveTo>
                      <a:pt x="26" y="10"/>
                    </a:moveTo>
                    <a:lnTo>
                      <a:pt x="23" y="147"/>
                    </a:lnTo>
                    <a:lnTo>
                      <a:pt x="0" y="144"/>
                    </a:lnTo>
                    <a:lnTo>
                      <a:pt x="3" y="0"/>
                    </a:lnTo>
                    <a:lnTo>
                      <a:pt x="26" y="1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37656" name="Freeform 943">
                <a:extLst>
                  <a:ext uri="{FF2B5EF4-FFF2-40B4-BE49-F238E27FC236}">
                    <a16:creationId xmlns:a16="http://schemas.microsoft.com/office/drawing/2014/main" id="{E8676C48-081C-44DF-929E-78E604FEAE7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2" y="2611"/>
                <a:ext cx="730" cy="393"/>
              </a:xfrm>
              <a:custGeom>
                <a:avLst/>
                <a:gdLst>
                  <a:gd name="T0" fmla="*/ 1 w 1176"/>
                  <a:gd name="T1" fmla="*/ 0 h 606"/>
                  <a:gd name="T2" fmla="*/ 0 w 1176"/>
                  <a:gd name="T3" fmla="*/ 1 h 606"/>
                  <a:gd name="T4" fmla="*/ 1 w 1176"/>
                  <a:gd name="T5" fmla="*/ 1 h 606"/>
                  <a:gd name="T6" fmla="*/ 1 w 1176"/>
                  <a:gd name="T7" fmla="*/ 1 h 606"/>
                  <a:gd name="T8" fmla="*/ 1 w 1176"/>
                  <a:gd name="T9" fmla="*/ 0 h 60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176"/>
                  <a:gd name="T16" fmla="*/ 0 h 606"/>
                  <a:gd name="T17" fmla="*/ 1176 w 1176"/>
                  <a:gd name="T18" fmla="*/ 606 h 60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176" h="606">
                    <a:moveTo>
                      <a:pt x="1170" y="0"/>
                    </a:moveTo>
                    <a:lnTo>
                      <a:pt x="0" y="597"/>
                    </a:lnTo>
                    <a:lnTo>
                      <a:pt x="30" y="606"/>
                    </a:lnTo>
                    <a:lnTo>
                      <a:pt x="1176" y="18"/>
                    </a:lnTo>
                    <a:lnTo>
                      <a:pt x="1170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37657" name="Freeform 944">
                <a:extLst>
                  <a:ext uri="{FF2B5EF4-FFF2-40B4-BE49-F238E27FC236}">
                    <a16:creationId xmlns:a16="http://schemas.microsoft.com/office/drawing/2014/main" id="{96B3CA8D-6332-4C62-8BAE-0901A2D4C0C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61" y="3018"/>
                <a:ext cx="1490" cy="451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37658" name="Freeform 945">
                <a:extLst>
                  <a:ext uri="{FF2B5EF4-FFF2-40B4-BE49-F238E27FC236}">
                    <a16:creationId xmlns:a16="http://schemas.microsoft.com/office/drawing/2014/main" id="{5EC44441-1F11-444D-B2FC-DB12D67E17C1}"/>
                  </a:ext>
                </a:extLst>
              </p:cNvPr>
              <p:cNvSpPr>
                <a:spLocks/>
              </p:cNvSpPr>
              <p:nvPr/>
            </p:nvSpPr>
            <p:spPr bwMode="auto">
              <a:xfrm flipV="1">
                <a:off x="2549" y="2986"/>
                <a:ext cx="608" cy="467"/>
              </a:xfrm>
              <a:custGeom>
                <a:avLst/>
                <a:gdLst>
                  <a:gd name="T0" fmla="*/ 0 w 2532"/>
                  <a:gd name="T1" fmla="*/ 0 h 723"/>
                  <a:gd name="T2" fmla="*/ 0 w 2532"/>
                  <a:gd name="T3" fmla="*/ 0 h 723"/>
                  <a:gd name="T4" fmla="*/ 0 w 2532"/>
                  <a:gd name="T5" fmla="*/ 1 h 723"/>
                  <a:gd name="T6" fmla="*/ 0 w 2532"/>
                  <a:gd name="T7" fmla="*/ 1 h 723"/>
                  <a:gd name="T8" fmla="*/ 0 w 2532"/>
                  <a:gd name="T9" fmla="*/ 1 h 723"/>
                  <a:gd name="T10" fmla="*/ 0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</p:grpSp>
      <p:sp>
        <p:nvSpPr>
          <p:cNvPr id="237573" name="Rectangle 2">
            <a:extLst>
              <a:ext uri="{FF2B5EF4-FFF2-40B4-BE49-F238E27FC236}">
                <a16:creationId xmlns:a16="http://schemas.microsoft.com/office/drawing/2014/main" id="{6D8EAAF0-1780-4F34-AA16-D33DEEF7FC8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11163" y="138113"/>
            <a:ext cx="7772400" cy="871537"/>
          </a:xfrm>
        </p:spPr>
        <p:txBody>
          <a:bodyPr/>
          <a:lstStyle/>
          <a:p>
            <a:r>
              <a:rPr lang="en-US" altLang="zh-TW">
                <a:ea typeface="ＭＳ Ｐゴシック" panose="020B0600070205080204" pitchFamily="34" charset="-128"/>
              </a:rPr>
              <a:t>Pure </a:t>
            </a:r>
            <a:r>
              <a:rPr lang="en-US" altLang="zh-TW" sz="4000">
                <a:ea typeface="ＭＳ Ｐゴシック" panose="020B0600070205080204" pitchFamily="34" charset="-128"/>
              </a:rPr>
              <a:t>P2P</a:t>
            </a:r>
            <a:r>
              <a:rPr lang="en-US" altLang="zh-TW">
                <a:ea typeface="ＭＳ Ｐゴシック" panose="020B0600070205080204" pitchFamily="34" charset="-128"/>
              </a:rPr>
              <a:t> architecture</a:t>
            </a:r>
          </a:p>
        </p:txBody>
      </p:sp>
      <p:sp>
        <p:nvSpPr>
          <p:cNvPr id="237574" name="Rectangle 3">
            <a:extLst>
              <a:ext uri="{FF2B5EF4-FFF2-40B4-BE49-F238E27FC236}">
                <a16:creationId xmlns:a16="http://schemas.microsoft.com/office/drawing/2014/main" id="{55696F38-A547-4DB4-9BA6-3EFD2F4D69AA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355600" y="1276350"/>
            <a:ext cx="4049713" cy="4648200"/>
          </a:xfrm>
        </p:spPr>
        <p:txBody>
          <a:bodyPr/>
          <a:lstStyle/>
          <a:p>
            <a:r>
              <a:rPr lang="en-US" altLang="zh-TW" sz="2400" i="1" dirty="0">
                <a:ea typeface="ＭＳ Ｐゴシック" panose="020B0600070205080204" pitchFamily="34" charset="-128"/>
              </a:rPr>
              <a:t>no</a:t>
            </a:r>
            <a:r>
              <a:rPr lang="en-US" altLang="zh-TW" sz="2400" dirty="0">
                <a:ea typeface="ＭＳ Ｐゴシック" panose="020B0600070205080204" pitchFamily="34" charset="-128"/>
              </a:rPr>
              <a:t> always-on server</a:t>
            </a:r>
          </a:p>
          <a:p>
            <a:r>
              <a:rPr lang="en-US" altLang="zh-TW" sz="2400" dirty="0">
                <a:ea typeface="ＭＳ Ｐゴシック" panose="020B0600070205080204" pitchFamily="34" charset="-128"/>
              </a:rPr>
              <a:t>arbitrary end systems directly communicate</a:t>
            </a:r>
          </a:p>
          <a:p>
            <a:r>
              <a:rPr lang="en-US" altLang="zh-TW" sz="2400" dirty="0">
                <a:ea typeface="ＭＳ Ｐゴシック" panose="020B0600070205080204" pitchFamily="34" charset="-128"/>
              </a:rPr>
              <a:t>peers are intermittently connected and change IP addresses</a:t>
            </a:r>
            <a:endParaRPr lang="en-US" altLang="zh-TW" i="1" dirty="0">
              <a:solidFill>
                <a:srgbClr val="000099"/>
              </a:solidFill>
              <a:ea typeface="ＭＳ Ｐゴシック" panose="020B0600070205080204" pitchFamily="34" charset="-128"/>
            </a:endParaRPr>
          </a:p>
          <a:p>
            <a:pPr>
              <a:spcBef>
                <a:spcPct val="60000"/>
              </a:spcBef>
              <a:buFont typeface="Wingdings" panose="05000000000000000000" pitchFamily="2" charset="2"/>
              <a:buNone/>
            </a:pPr>
            <a:r>
              <a:rPr lang="en-US" altLang="zh-TW" i="1" dirty="0">
                <a:solidFill>
                  <a:srgbClr val="000099"/>
                </a:solidFill>
                <a:ea typeface="ＭＳ Ｐゴシック" panose="020B0600070205080204" pitchFamily="34" charset="-128"/>
              </a:rPr>
              <a:t>examples:</a:t>
            </a:r>
          </a:p>
          <a:p>
            <a:pPr lvl="1"/>
            <a:r>
              <a:rPr lang="en-US" altLang="zh-TW" dirty="0">
                <a:ea typeface="ＭＳ Ｐゴシック" panose="020B0600070205080204" pitchFamily="34" charset="-128"/>
              </a:rPr>
              <a:t>file distribution (BitTorrent)</a:t>
            </a:r>
          </a:p>
          <a:p>
            <a:pPr lvl="1"/>
            <a:r>
              <a:rPr lang="en-US" altLang="zh-TW" dirty="0">
                <a:ea typeface="ＭＳ Ｐゴシック" panose="020B0600070205080204" pitchFamily="34" charset="-128"/>
              </a:rPr>
              <a:t>Streaming (</a:t>
            </a:r>
            <a:r>
              <a:rPr lang="en-US" altLang="zh-TW" dirty="0" err="1">
                <a:ea typeface="ＭＳ Ｐゴシック" panose="020B0600070205080204" pitchFamily="34" charset="-128"/>
              </a:rPr>
              <a:t>KanKan</a:t>
            </a:r>
            <a:r>
              <a:rPr lang="en-US" altLang="zh-TW" dirty="0">
                <a:ea typeface="ＭＳ Ｐゴシック" panose="020B0600070205080204" pitchFamily="34" charset="-128"/>
              </a:rPr>
              <a:t>)</a:t>
            </a:r>
          </a:p>
          <a:p>
            <a:pPr lvl="1"/>
            <a:r>
              <a:rPr lang="en-US" altLang="zh-TW" dirty="0">
                <a:ea typeface="ＭＳ Ｐゴシック" panose="020B0600070205080204" pitchFamily="34" charset="-128"/>
              </a:rPr>
              <a:t>VoIP (Skype) </a:t>
            </a:r>
          </a:p>
          <a:p>
            <a:pPr>
              <a:buFont typeface="Wingdings" panose="05000000000000000000" pitchFamily="2" charset="2"/>
              <a:buNone/>
            </a:pPr>
            <a:endParaRPr lang="en-US" altLang="zh-TW" sz="2400" dirty="0">
              <a:ea typeface="ＭＳ Ｐゴシック" panose="020B0600070205080204" pitchFamily="34" charset="-128"/>
            </a:endParaRPr>
          </a:p>
          <a:p>
            <a:endParaRPr lang="en-US" altLang="zh-TW" sz="2400" dirty="0">
              <a:ea typeface="ＭＳ Ｐゴシック" panose="020B0600070205080204" pitchFamily="34" charset="-128"/>
            </a:endParaRPr>
          </a:p>
        </p:txBody>
      </p:sp>
      <p:sp>
        <p:nvSpPr>
          <p:cNvPr id="237575" name="Line 1034">
            <a:extLst>
              <a:ext uri="{FF2B5EF4-FFF2-40B4-BE49-F238E27FC236}">
                <a16:creationId xmlns:a16="http://schemas.microsoft.com/office/drawing/2014/main" id="{0EE22655-B3CB-4FCD-A80E-A33E5AE3109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783263" y="1597025"/>
            <a:ext cx="828675" cy="1203325"/>
          </a:xfrm>
          <a:prstGeom prst="line">
            <a:avLst/>
          </a:prstGeom>
          <a:noFill/>
          <a:ln w="76200">
            <a:solidFill>
              <a:srgbClr val="CC0000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237576" name="Line 1035">
            <a:extLst>
              <a:ext uri="{FF2B5EF4-FFF2-40B4-BE49-F238E27FC236}">
                <a16:creationId xmlns:a16="http://schemas.microsoft.com/office/drawing/2014/main" id="{39780B0C-7FF2-47B3-B16B-FAB4045CF93C}"/>
              </a:ext>
            </a:extLst>
          </p:cNvPr>
          <p:cNvSpPr>
            <a:spLocks noChangeShapeType="1"/>
          </p:cNvSpPr>
          <p:nvPr/>
        </p:nvSpPr>
        <p:spPr bwMode="auto">
          <a:xfrm>
            <a:off x="5657850" y="3160713"/>
            <a:ext cx="30163" cy="1555750"/>
          </a:xfrm>
          <a:prstGeom prst="line">
            <a:avLst/>
          </a:prstGeom>
          <a:noFill/>
          <a:ln w="76200">
            <a:solidFill>
              <a:srgbClr val="CC0000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237577" name="Line 1036">
            <a:extLst>
              <a:ext uri="{FF2B5EF4-FFF2-40B4-BE49-F238E27FC236}">
                <a16:creationId xmlns:a16="http://schemas.microsoft.com/office/drawing/2014/main" id="{F8CA8798-7968-4283-8A0B-6F099C557C68}"/>
              </a:ext>
            </a:extLst>
          </p:cNvPr>
          <p:cNvSpPr>
            <a:spLocks noChangeShapeType="1"/>
          </p:cNvSpPr>
          <p:nvPr/>
        </p:nvSpPr>
        <p:spPr bwMode="auto">
          <a:xfrm>
            <a:off x="6118225" y="3260725"/>
            <a:ext cx="1296988" cy="2038350"/>
          </a:xfrm>
          <a:prstGeom prst="line">
            <a:avLst/>
          </a:prstGeom>
          <a:noFill/>
          <a:ln w="76200">
            <a:solidFill>
              <a:srgbClr val="CC0000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pic>
        <p:nvPicPr>
          <p:cNvPr id="237578" name="Picture 563" descr="underline_base">
            <a:extLst>
              <a:ext uri="{FF2B5EF4-FFF2-40B4-BE49-F238E27FC236}">
                <a16:creationId xmlns:a16="http://schemas.microsoft.com/office/drawing/2014/main" id="{54738132-2066-4C33-A4CC-BDAAA5E109C5}"/>
              </a:ext>
            </a:extLst>
          </p:cNvPr>
          <p:cNvPicPr>
            <a:picLocks noChangeArrowheads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1325" y="796925"/>
            <a:ext cx="54848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618" name="Rectangle 7">
            <a:extLst>
              <a:ext uri="{FF2B5EF4-FFF2-40B4-BE49-F238E27FC236}">
                <a16:creationId xmlns:a16="http://schemas.microsoft.com/office/drawing/2014/main" id="{AE426D62-5659-4257-81C2-2C4A945256C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239619" name="Rectangle 8">
            <a:extLst>
              <a:ext uri="{FF2B5EF4-FFF2-40B4-BE49-F238E27FC236}">
                <a16:creationId xmlns:a16="http://schemas.microsoft.com/office/drawing/2014/main" id="{D1DF212A-12C5-449D-883D-CDF056205F0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2-</a:t>
            </a:r>
            <a:fld id="{C3CC7FE9-BA48-4D9F-88AD-EF48984EE968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72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239620" name="Rectangle 2">
            <a:extLst>
              <a:ext uri="{FF2B5EF4-FFF2-40B4-BE49-F238E27FC236}">
                <a16:creationId xmlns:a16="http://schemas.microsoft.com/office/drawing/2014/main" id="{4CE55C2C-D6C0-4DEC-9868-1AB241A0BD4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98450" y="153988"/>
            <a:ext cx="8520113" cy="773112"/>
          </a:xfrm>
        </p:spPr>
        <p:txBody>
          <a:bodyPr/>
          <a:lstStyle/>
          <a:p>
            <a:r>
              <a:rPr lang="en-US" altLang="zh-TW" sz="3600" dirty="0">
                <a:ea typeface="ＭＳ Ｐゴシック" panose="020B0600070205080204" pitchFamily="34" charset="-128"/>
              </a:rPr>
              <a:t>File distribution: client-server vs P2P</a:t>
            </a:r>
          </a:p>
        </p:txBody>
      </p:sp>
      <p:sp>
        <p:nvSpPr>
          <p:cNvPr id="239621" name="Rectangle 3">
            <a:extLst>
              <a:ext uri="{FF2B5EF4-FFF2-40B4-BE49-F238E27FC236}">
                <a16:creationId xmlns:a16="http://schemas.microsoft.com/office/drawing/2014/main" id="{EC02C450-8945-49A2-8F98-6A31F0C47C0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465138" y="1227138"/>
            <a:ext cx="8258175" cy="882650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i="1" u="sng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Question</a:t>
            </a:r>
            <a:r>
              <a:rPr lang="en-US" altLang="zh-TW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:</a:t>
            </a:r>
            <a:r>
              <a:rPr lang="en-US" altLang="zh-TW" dirty="0">
                <a:ea typeface="ＭＳ Ｐゴシック" panose="020B0600070205080204" pitchFamily="34" charset="-128"/>
              </a:rPr>
              <a:t> how much time to distribute file (</a:t>
            </a:r>
            <a:r>
              <a:rPr lang="en-US" altLang="zh-TW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size </a:t>
            </a:r>
            <a:r>
              <a:rPr lang="en-US" altLang="zh-TW" i="1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F</a:t>
            </a:r>
            <a:r>
              <a:rPr lang="en-US" altLang="zh-TW" dirty="0">
                <a:ea typeface="ＭＳ Ｐゴシック" panose="020B0600070205080204" pitchFamily="34" charset="-128"/>
              </a:rPr>
              <a:t>) from one server to </a:t>
            </a:r>
            <a:r>
              <a:rPr lang="en-US" altLang="zh-TW" i="1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N peers</a:t>
            </a:r>
            <a:r>
              <a:rPr lang="en-US" altLang="zh-TW" dirty="0">
                <a:ea typeface="ＭＳ Ｐゴシック" panose="020B0600070205080204" pitchFamily="34" charset="-128"/>
              </a:rPr>
              <a:t>?</a:t>
            </a:r>
          </a:p>
          <a:p>
            <a:pPr lvl="1"/>
            <a:r>
              <a:rPr lang="en-US" altLang="zh-TW" dirty="0">
                <a:ea typeface="ＭＳ Ｐゴシック" panose="020B0600070205080204" pitchFamily="34" charset="-128"/>
              </a:rPr>
              <a:t>peer upload/download capacity is limited resource</a:t>
            </a:r>
          </a:p>
        </p:txBody>
      </p:sp>
      <p:sp>
        <p:nvSpPr>
          <p:cNvPr id="239622" name="Freeform 4">
            <a:extLst>
              <a:ext uri="{FF2B5EF4-FFF2-40B4-BE49-F238E27FC236}">
                <a16:creationId xmlns:a16="http://schemas.microsoft.com/office/drawing/2014/main" id="{CF95BF59-ACA4-4011-B1DE-1457B5161A5F}"/>
              </a:ext>
            </a:extLst>
          </p:cNvPr>
          <p:cNvSpPr>
            <a:spLocks/>
          </p:cNvSpPr>
          <p:nvPr/>
        </p:nvSpPr>
        <p:spPr bwMode="auto">
          <a:xfrm>
            <a:off x="2284413" y="4087813"/>
            <a:ext cx="3775075" cy="1755775"/>
          </a:xfrm>
          <a:custGeom>
            <a:avLst/>
            <a:gdLst>
              <a:gd name="T0" fmla="*/ 2147483646 w 1292"/>
              <a:gd name="T1" fmla="*/ 2147483646 h 1255"/>
              <a:gd name="T2" fmla="*/ 2147483646 w 1292"/>
              <a:gd name="T3" fmla="*/ 2147483646 h 1255"/>
              <a:gd name="T4" fmla="*/ 2147483646 w 1292"/>
              <a:gd name="T5" fmla="*/ 2147483646 h 1255"/>
              <a:gd name="T6" fmla="*/ 2147483646 w 1292"/>
              <a:gd name="T7" fmla="*/ 2147483646 h 1255"/>
              <a:gd name="T8" fmla="*/ 2147483646 w 1292"/>
              <a:gd name="T9" fmla="*/ 2147483646 h 1255"/>
              <a:gd name="T10" fmla="*/ 2147483646 w 1292"/>
              <a:gd name="T11" fmla="*/ 2147483646 h 1255"/>
              <a:gd name="T12" fmla="*/ 2147483646 w 1292"/>
              <a:gd name="T13" fmla="*/ 2147483646 h 1255"/>
              <a:gd name="T14" fmla="*/ 2147483646 w 1292"/>
              <a:gd name="T15" fmla="*/ 2147483646 h 1255"/>
              <a:gd name="T16" fmla="*/ 2147483646 w 1292"/>
              <a:gd name="T17" fmla="*/ 2147483646 h 1255"/>
              <a:gd name="T18" fmla="*/ 2147483646 w 1292"/>
              <a:gd name="T19" fmla="*/ 2147483646 h 1255"/>
              <a:gd name="T20" fmla="*/ 2147483646 w 1292"/>
              <a:gd name="T21" fmla="*/ 2147483646 h 1255"/>
              <a:gd name="T22" fmla="*/ 2147483646 w 1292"/>
              <a:gd name="T23" fmla="*/ 2147483646 h 1255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w 1292"/>
              <a:gd name="T37" fmla="*/ 0 h 1255"/>
              <a:gd name="T38" fmla="*/ 1292 w 1292"/>
              <a:gd name="T39" fmla="*/ 1255 h 1255"/>
            </a:gdLst>
            <a:ahLst/>
            <a:cxnLst>
              <a:cxn ang="T24">
                <a:pos x="T0" y="T1"/>
              </a:cxn>
              <a:cxn ang="T25">
                <a:pos x="T2" y="T3"/>
              </a:cxn>
              <a:cxn ang="T26">
                <a:pos x="T4" y="T5"/>
              </a:cxn>
              <a:cxn ang="T27">
                <a:pos x="T6" y="T7"/>
              </a:cxn>
              <a:cxn ang="T28">
                <a:pos x="T8" y="T9"/>
              </a:cxn>
              <a:cxn ang="T29">
                <a:pos x="T10" y="T11"/>
              </a:cxn>
              <a:cxn ang="T30">
                <a:pos x="T12" y="T13"/>
              </a:cxn>
              <a:cxn ang="T31">
                <a:pos x="T14" y="T15"/>
              </a:cxn>
              <a:cxn ang="T32">
                <a:pos x="T16" y="T17"/>
              </a:cxn>
              <a:cxn ang="T33">
                <a:pos x="T18" y="T19"/>
              </a:cxn>
              <a:cxn ang="T34">
                <a:pos x="T20" y="T21"/>
              </a:cxn>
              <a:cxn ang="T35">
                <a:pos x="T22" y="T23"/>
              </a:cxn>
            </a:cxnLst>
            <a:rect l="T36" t="T37" r="T38" b="T39"/>
            <a:pathLst>
              <a:path w="1292" h="1255">
                <a:moveTo>
                  <a:pt x="239" y="7"/>
                </a:moveTo>
                <a:cubicBezTo>
                  <a:pt x="120" y="14"/>
                  <a:pt x="70" y="71"/>
                  <a:pt x="35" y="157"/>
                </a:cubicBezTo>
                <a:cubicBezTo>
                  <a:pt x="0" y="243"/>
                  <a:pt x="26" y="411"/>
                  <a:pt x="29" y="523"/>
                </a:cubicBezTo>
                <a:cubicBezTo>
                  <a:pt x="32" y="635"/>
                  <a:pt x="17" y="771"/>
                  <a:pt x="53" y="829"/>
                </a:cubicBezTo>
                <a:cubicBezTo>
                  <a:pt x="89" y="887"/>
                  <a:pt x="146" y="821"/>
                  <a:pt x="245" y="871"/>
                </a:cubicBezTo>
                <a:cubicBezTo>
                  <a:pt x="344" y="921"/>
                  <a:pt x="522" y="1068"/>
                  <a:pt x="647" y="1129"/>
                </a:cubicBezTo>
                <a:cubicBezTo>
                  <a:pt x="772" y="1190"/>
                  <a:pt x="903" y="1255"/>
                  <a:pt x="995" y="1237"/>
                </a:cubicBezTo>
                <a:cubicBezTo>
                  <a:pt x="1087" y="1219"/>
                  <a:pt x="1153" y="1153"/>
                  <a:pt x="1199" y="1021"/>
                </a:cubicBezTo>
                <a:cubicBezTo>
                  <a:pt x="1245" y="889"/>
                  <a:pt x="1270" y="580"/>
                  <a:pt x="1271" y="445"/>
                </a:cubicBezTo>
                <a:cubicBezTo>
                  <a:pt x="1272" y="310"/>
                  <a:pt x="1292" y="266"/>
                  <a:pt x="1205" y="211"/>
                </a:cubicBezTo>
                <a:cubicBezTo>
                  <a:pt x="1118" y="156"/>
                  <a:pt x="908" y="150"/>
                  <a:pt x="749" y="115"/>
                </a:cubicBezTo>
                <a:cubicBezTo>
                  <a:pt x="590" y="80"/>
                  <a:pt x="358" y="0"/>
                  <a:pt x="239" y="7"/>
                </a:cubicBezTo>
                <a:close/>
              </a:path>
            </a:pathLst>
          </a:custGeom>
          <a:solidFill>
            <a:srgbClr val="00CC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239623" name="Line 14">
            <a:extLst>
              <a:ext uri="{FF2B5EF4-FFF2-40B4-BE49-F238E27FC236}">
                <a16:creationId xmlns:a16="http://schemas.microsoft.com/office/drawing/2014/main" id="{BC9B17B6-43B1-40A4-9E6F-D4D11177D39F}"/>
              </a:ext>
            </a:extLst>
          </p:cNvPr>
          <p:cNvSpPr>
            <a:spLocks noChangeShapeType="1"/>
          </p:cNvSpPr>
          <p:nvPr/>
        </p:nvSpPr>
        <p:spPr bwMode="auto">
          <a:xfrm>
            <a:off x="1819275" y="4051300"/>
            <a:ext cx="803275" cy="3111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239624" name="Text Box 15">
            <a:extLst>
              <a:ext uri="{FF2B5EF4-FFF2-40B4-BE49-F238E27FC236}">
                <a16:creationId xmlns:a16="http://schemas.microsoft.com/office/drawing/2014/main" id="{8B61CE99-4834-4E7E-B026-E6FFFF0A44B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03438" y="3849688"/>
            <a:ext cx="3873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 i="1">
                <a:latin typeface="Arial" panose="020B0604020202020204" pitchFamily="34" charset="0"/>
              </a:rPr>
              <a:t>u</a:t>
            </a:r>
            <a:r>
              <a:rPr lang="en-US" altLang="zh-TW" sz="1800" i="1" baseline="-25000">
                <a:latin typeface="Arial" panose="020B0604020202020204" pitchFamily="34" charset="0"/>
              </a:rPr>
              <a:t>s</a:t>
            </a:r>
          </a:p>
        </p:txBody>
      </p:sp>
      <p:sp>
        <p:nvSpPr>
          <p:cNvPr id="239625" name="Line 39">
            <a:extLst>
              <a:ext uri="{FF2B5EF4-FFF2-40B4-BE49-F238E27FC236}">
                <a16:creationId xmlns:a16="http://schemas.microsoft.com/office/drawing/2014/main" id="{C74B46E8-596A-4967-A190-A1B0951D9C26}"/>
              </a:ext>
            </a:extLst>
          </p:cNvPr>
          <p:cNvSpPr>
            <a:spLocks noChangeShapeType="1"/>
          </p:cNvSpPr>
          <p:nvPr/>
        </p:nvSpPr>
        <p:spPr bwMode="auto">
          <a:xfrm>
            <a:off x="1376363" y="4962525"/>
            <a:ext cx="1016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239626" name="Line 40">
            <a:extLst>
              <a:ext uri="{FF2B5EF4-FFF2-40B4-BE49-F238E27FC236}">
                <a16:creationId xmlns:a16="http://schemas.microsoft.com/office/drawing/2014/main" id="{F3C0BE79-365B-410E-8BA2-3144FEA0E4DE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431925" y="5110163"/>
            <a:ext cx="10033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239627" name="Text Box 41">
            <a:extLst>
              <a:ext uri="{FF2B5EF4-FFF2-40B4-BE49-F238E27FC236}">
                <a16:creationId xmlns:a16="http://schemas.microsoft.com/office/drawing/2014/main" id="{FF7428B8-13F7-493F-A470-B1F4E3D16D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65288" y="4573588"/>
            <a:ext cx="60960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 i="1">
                <a:latin typeface="Arial" panose="020B0604020202020204" pitchFamily="34" charset="0"/>
              </a:rPr>
              <a:t>u</a:t>
            </a:r>
            <a:r>
              <a:rPr lang="en-US" altLang="zh-TW" sz="1800" i="1" baseline="-25000">
                <a:latin typeface="Arial" panose="020B0604020202020204" pitchFamily="34" charset="0"/>
              </a:rPr>
              <a:t>N</a:t>
            </a:r>
          </a:p>
        </p:txBody>
      </p:sp>
      <p:sp>
        <p:nvSpPr>
          <p:cNvPr id="239628" name="Text Box 42">
            <a:extLst>
              <a:ext uri="{FF2B5EF4-FFF2-40B4-BE49-F238E27FC236}">
                <a16:creationId xmlns:a16="http://schemas.microsoft.com/office/drawing/2014/main" id="{DEE90D47-DE4E-4ABE-8C11-EC6D2DFDDB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46238" y="5087938"/>
            <a:ext cx="60960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 i="1">
                <a:latin typeface="Arial" panose="020B0604020202020204" pitchFamily="34" charset="0"/>
              </a:rPr>
              <a:t>d</a:t>
            </a:r>
            <a:r>
              <a:rPr lang="en-US" altLang="zh-TW" sz="1800" i="1" baseline="-25000">
                <a:latin typeface="Arial" panose="020B0604020202020204" pitchFamily="34" charset="0"/>
              </a:rPr>
              <a:t>N</a:t>
            </a:r>
          </a:p>
        </p:txBody>
      </p:sp>
      <p:sp>
        <p:nvSpPr>
          <p:cNvPr id="239629" name="Text Box 43">
            <a:extLst>
              <a:ext uri="{FF2B5EF4-FFF2-40B4-BE49-F238E27FC236}">
                <a16:creationId xmlns:a16="http://schemas.microsoft.com/office/drawing/2014/main" id="{0414B822-728F-4782-BEE3-933BA239EA2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46175" y="4071938"/>
            <a:ext cx="1173163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server</a:t>
            </a:r>
            <a:endParaRPr lang="en-US" altLang="zh-TW" sz="1800" baseline="-25000">
              <a:latin typeface="Arial" panose="020B0604020202020204" pitchFamily="34" charset="0"/>
            </a:endParaRPr>
          </a:p>
        </p:txBody>
      </p:sp>
      <p:sp>
        <p:nvSpPr>
          <p:cNvPr id="239630" name="Text Box 44">
            <a:extLst>
              <a:ext uri="{FF2B5EF4-FFF2-40B4-BE49-F238E27FC236}">
                <a16:creationId xmlns:a16="http://schemas.microsoft.com/office/drawing/2014/main" id="{2EDD60F8-0AA4-4A66-A21B-89D684F70C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25750" y="4598988"/>
            <a:ext cx="25463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 dirty="0">
                <a:solidFill>
                  <a:schemeClr val="bg1"/>
                </a:solidFill>
                <a:latin typeface="Arial" panose="020B0604020202020204" pitchFamily="34" charset="0"/>
              </a:rPr>
              <a:t>network (with abundant</a:t>
            </a:r>
          </a:p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 dirty="0">
                <a:solidFill>
                  <a:schemeClr val="bg1"/>
                </a:solidFill>
                <a:latin typeface="Arial" panose="020B0604020202020204" pitchFamily="34" charset="0"/>
              </a:rPr>
              <a:t> bandwidth)</a:t>
            </a:r>
          </a:p>
        </p:txBody>
      </p:sp>
      <p:sp>
        <p:nvSpPr>
          <p:cNvPr id="239631" name="Text Box 47">
            <a:extLst>
              <a:ext uri="{FF2B5EF4-FFF2-40B4-BE49-F238E27FC236}">
                <a16:creationId xmlns:a16="http://schemas.microsoft.com/office/drawing/2014/main" id="{97F11FE1-D9C2-4278-8DF9-65CE1791F4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4000" y="3824288"/>
            <a:ext cx="13970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i="1">
                <a:latin typeface="Arial" panose="020B0604020202020204" pitchFamily="34" charset="0"/>
              </a:rPr>
              <a:t>file, size F</a:t>
            </a:r>
            <a:endParaRPr lang="en-US" altLang="zh-TW" sz="1600" i="1" baseline="-25000">
              <a:latin typeface="Arial" panose="020B0604020202020204" pitchFamily="34" charset="0"/>
            </a:endParaRPr>
          </a:p>
        </p:txBody>
      </p:sp>
      <p:sp>
        <p:nvSpPr>
          <p:cNvPr id="239632" name="Text Box 49">
            <a:extLst>
              <a:ext uri="{FF2B5EF4-FFF2-40B4-BE49-F238E27FC236}">
                <a16:creationId xmlns:a16="http://schemas.microsoft.com/office/drawing/2014/main" id="{B81C8913-37A5-4870-B077-3F1902DE76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92250" y="2725738"/>
            <a:ext cx="2014538" cy="558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 b="1" i="1" dirty="0">
                <a:solidFill>
                  <a:srgbClr val="CC0000"/>
                </a:solidFill>
                <a:latin typeface="Arial" panose="020B0604020202020204" pitchFamily="34" charset="0"/>
              </a:rPr>
              <a:t>u</a:t>
            </a:r>
            <a:r>
              <a:rPr lang="en-US" altLang="zh-TW" sz="1800" b="1" i="1" baseline="-25000" dirty="0">
                <a:solidFill>
                  <a:srgbClr val="CC0000"/>
                </a:solidFill>
                <a:latin typeface="Arial" panose="020B0604020202020204" pitchFamily="34" charset="0"/>
              </a:rPr>
              <a:t>s</a:t>
            </a:r>
            <a:r>
              <a:rPr lang="en-US" altLang="zh-TW" sz="1800" b="1" i="1" dirty="0">
                <a:solidFill>
                  <a:srgbClr val="CC0000"/>
                </a:solidFill>
                <a:latin typeface="Arial" panose="020B0604020202020204" pitchFamily="34" charset="0"/>
              </a:rPr>
              <a:t>:</a:t>
            </a:r>
            <a:r>
              <a:rPr lang="en-US" altLang="zh-TW" sz="1800" dirty="0">
                <a:latin typeface="Arial" panose="020B0604020202020204" pitchFamily="34" charset="0"/>
              </a:rPr>
              <a:t> server upload capacity</a:t>
            </a:r>
          </a:p>
        </p:txBody>
      </p:sp>
      <p:sp>
        <p:nvSpPr>
          <p:cNvPr id="239633" name="Text Box 50">
            <a:extLst>
              <a:ext uri="{FF2B5EF4-FFF2-40B4-BE49-F238E27FC236}">
                <a16:creationId xmlns:a16="http://schemas.microsoft.com/office/drawing/2014/main" id="{965D3962-AD4F-4F8D-85D9-4B3ACCE626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76975" y="5491163"/>
            <a:ext cx="2590800" cy="558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 b="1" i="1" dirty="0" err="1">
                <a:solidFill>
                  <a:srgbClr val="CC0000"/>
                </a:solidFill>
                <a:latin typeface="Arial" panose="020B0604020202020204" pitchFamily="34" charset="0"/>
              </a:rPr>
              <a:t>u</a:t>
            </a:r>
            <a:r>
              <a:rPr lang="en-US" altLang="zh-TW" sz="1800" b="1" i="1" baseline="-25000" dirty="0" err="1">
                <a:solidFill>
                  <a:srgbClr val="CC0000"/>
                </a:solidFill>
                <a:latin typeface="Arial" panose="020B0604020202020204" pitchFamily="34" charset="0"/>
              </a:rPr>
              <a:t>i</a:t>
            </a:r>
            <a:r>
              <a:rPr lang="en-US" altLang="zh-TW" sz="1800" b="1" i="1" dirty="0">
                <a:solidFill>
                  <a:srgbClr val="CC0000"/>
                </a:solidFill>
                <a:latin typeface="Arial" panose="020B0604020202020204" pitchFamily="34" charset="0"/>
              </a:rPr>
              <a:t>:</a:t>
            </a:r>
            <a:r>
              <a:rPr lang="en-US" altLang="zh-TW" sz="1800" dirty="0">
                <a:latin typeface="Arial" panose="020B0604020202020204" pitchFamily="34" charset="0"/>
              </a:rPr>
              <a:t> peer </a:t>
            </a:r>
            <a:r>
              <a:rPr lang="en-US" altLang="zh-TW" sz="1800" dirty="0" err="1">
                <a:latin typeface="Arial" panose="020B0604020202020204" pitchFamily="34" charset="0"/>
              </a:rPr>
              <a:t>i</a:t>
            </a:r>
            <a:r>
              <a:rPr lang="en-US" altLang="zh-TW" sz="1800" dirty="0">
                <a:latin typeface="Arial" panose="020B0604020202020204" pitchFamily="34" charset="0"/>
              </a:rPr>
              <a:t> upload capacity</a:t>
            </a:r>
          </a:p>
        </p:txBody>
      </p:sp>
      <p:sp>
        <p:nvSpPr>
          <p:cNvPr id="239634" name="Text Box 51">
            <a:extLst>
              <a:ext uri="{FF2B5EF4-FFF2-40B4-BE49-F238E27FC236}">
                <a16:creationId xmlns:a16="http://schemas.microsoft.com/office/drawing/2014/main" id="{E9A37DD7-8FAD-41EE-B7EB-7CF1879E35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57938" y="3622675"/>
            <a:ext cx="2122487" cy="558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 b="1" i="1" dirty="0">
                <a:solidFill>
                  <a:srgbClr val="CC0000"/>
                </a:solidFill>
                <a:latin typeface="Arial" panose="020B0604020202020204" pitchFamily="34" charset="0"/>
              </a:rPr>
              <a:t>d</a:t>
            </a:r>
            <a:r>
              <a:rPr lang="en-US" altLang="zh-TW" sz="1800" b="1" i="1" baseline="-25000" dirty="0">
                <a:solidFill>
                  <a:srgbClr val="CC0000"/>
                </a:solidFill>
                <a:latin typeface="Arial" panose="020B0604020202020204" pitchFamily="34" charset="0"/>
              </a:rPr>
              <a:t>i</a:t>
            </a:r>
            <a:r>
              <a:rPr lang="en-US" altLang="zh-TW" sz="1800" b="1" i="1" dirty="0">
                <a:solidFill>
                  <a:srgbClr val="CC0000"/>
                </a:solidFill>
                <a:latin typeface="Arial" panose="020B0604020202020204" pitchFamily="34" charset="0"/>
              </a:rPr>
              <a:t>:</a:t>
            </a:r>
            <a:r>
              <a:rPr lang="en-US" altLang="zh-TW" sz="1800" dirty="0">
                <a:latin typeface="Arial" panose="020B0604020202020204" pitchFamily="34" charset="0"/>
              </a:rPr>
              <a:t> peer </a:t>
            </a:r>
            <a:r>
              <a:rPr lang="en-US" altLang="zh-TW" sz="1800" dirty="0" err="1">
                <a:latin typeface="Arial" panose="020B0604020202020204" pitchFamily="34" charset="0"/>
              </a:rPr>
              <a:t>i</a:t>
            </a:r>
            <a:r>
              <a:rPr lang="en-US" altLang="zh-TW" sz="1800" dirty="0">
                <a:latin typeface="Arial" panose="020B0604020202020204" pitchFamily="34" charset="0"/>
              </a:rPr>
              <a:t> download capacity</a:t>
            </a:r>
          </a:p>
        </p:txBody>
      </p:sp>
      <p:pic>
        <p:nvPicPr>
          <p:cNvPr id="239635" name="Picture 53" descr="underline_base">
            <a:extLst>
              <a:ext uri="{FF2B5EF4-FFF2-40B4-BE49-F238E27FC236}">
                <a16:creationId xmlns:a16="http://schemas.microsoft.com/office/drawing/2014/main" id="{AB20EC4E-3124-48D6-A034-2084AC11261F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1475" y="720725"/>
            <a:ext cx="68564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39636" name="AutoShape 327">
            <a:extLst>
              <a:ext uri="{FF2B5EF4-FFF2-40B4-BE49-F238E27FC236}">
                <a16:creationId xmlns:a16="http://schemas.microsoft.com/office/drawing/2014/main" id="{AC6566F6-1F92-448B-85E9-2C62DC05DF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588" y="3270250"/>
            <a:ext cx="592137" cy="581025"/>
          </a:xfrm>
          <a:prstGeom prst="can">
            <a:avLst>
              <a:gd name="adj" fmla="val 20218"/>
            </a:avLst>
          </a:prstGeom>
          <a:gradFill rotWithShape="1">
            <a:gsLst>
              <a:gs pos="0">
                <a:srgbClr val="000099"/>
              </a:gs>
              <a:gs pos="100000">
                <a:srgbClr val="FFFFFF"/>
              </a:gs>
            </a:gsLst>
            <a:lin ang="0" scaled="1"/>
          </a:gra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Times New Roman" panose="02020603050405020304" pitchFamily="18" charset="0"/>
              <a:cs typeface="Arial" panose="020B0604020202020204" pitchFamily="34" charset="0"/>
            </a:endParaRPr>
          </a:p>
        </p:txBody>
      </p:sp>
      <p:grpSp>
        <p:nvGrpSpPr>
          <p:cNvPr id="239637" name="Group 76">
            <a:extLst>
              <a:ext uri="{FF2B5EF4-FFF2-40B4-BE49-F238E27FC236}">
                <a16:creationId xmlns:a16="http://schemas.microsoft.com/office/drawing/2014/main" id="{532DED10-2EBF-4BED-A1EF-E11D6B3F65F7}"/>
              </a:ext>
            </a:extLst>
          </p:cNvPr>
          <p:cNvGrpSpPr>
            <a:grpSpLocks/>
          </p:cNvGrpSpPr>
          <p:nvPr/>
        </p:nvGrpSpPr>
        <p:grpSpPr bwMode="auto">
          <a:xfrm>
            <a:off x="3498850" y="3548063"/>
            <a:ext cx="2138363" cy="903287"/>
            <a:chOff x="2204" y="2030"/>
            <a:chExt cx="1347" cy="774"/>
          </a:xfrm>
        </p:grpSpPr>
        <p:sp>
          <p:nvSpPr>
            <p:cNvPr id="239690" name="Text Box 19">
              <a:extLst>
                <a:ext uri="{FF2B5EF4-FFF2-40B4-BE49-F238E27FC236}">
                  <a16:creationId xmlns:a16="http://schemas.microsoft.com/office/drawing/2014/main" id="{9959548C-1E36-423B-ACD3-AFC859553C5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56" y="2271"/>
              <a:ext cx="384" cy="31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 i="1">
                  <a:latin typeface="Arial" panose="020B0604020202020204" pitchFamily="34" charset="0"/>
                </a:rPr>
                <a:t>u</a:t>
              </a:r>
              <a:r>
                <a:rPr lang="en-US" altLang="zh-TW" sz="1800" i="1" baseline="-25000">
                  <a:latin typeface="Arial" panose="020B0604020202020204" pitchFamily="34" charset="0"/>
                </a:rPr>
                <a:t>2</a:t>
              </a:r>
            </a:p>
          </p:txBody>
        </p:sp>
        <p:sp>
          <p:nvSpPr>
            <p:cNvPr id="239691" name="Line 22">
              <a:extLst>
                <a:ext uri="{FF2B5EF4-FFF2-40B4-BE49-F238E27FC236}">
                  <a16:creationId xmlns:a16="http://schemas.microsoft.com/office/drawing/2014/main" id="{BDD32DE7-59A4-450C-B26D-E00F51EE025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997" y="2133"/>
              <a:ext cx="200" cy="6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39692" name="Line 23">
              <a:extLst>
                <a:ext uri="{FF2B5EF4-FFF2-40B4-BE49-F238E27FC236}">
                  <a16:creationId xmlns:a16="http://schemas.microsoft.com/office/drawing/2014/main" id="{C263A9D0-232C-4B63-A618-211192F434A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82" y="2141"/>
              <a:ext cx="208" cy="66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39693" name="Text Box 24">
              <a:extLst>
                <a:ext uri="{FF2B5EF4-FFF2-40B4-BE49-F238E27FC236}">
                  <a16:creationId xmlns:a16="http://schemas.microsoft.com/office/drawing/2014/main" id="{9AB7EDC1-EC42-4BBC-B1C7-307855283B2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67" y="2332"/>
              <a:ext cx="384" cy="31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 i="1">
                  <a:latin typeface="Arial" panose="020B0604020202020204" pitchFamily="34" charset="0"/>
                </a:rPr>
                <a:t>d</a:t>
              </a:r>
              <a:r>
                <a:rPr lang="en-US" altLang="zh-TW" sz="1800" i="1" baseline="-25000">
                  <a:latin typeface="Arial" panose="020B0604020202020204" pitchFamily="34" charset="0"/>
                </a:rPr>
                <a:t>2</a:t>
              </a:r>
            </a:p>
          </p:txBody>
        </p:sp>
        <p:sp>
          <p:nvSpPr>
            <p:cNvPr id="239694" name="Text Box 19">
              <a:extLst>
                <a:ext uri="{FF2B5EF4-FFF2-40B4-BE49-F238E27FC236}">
                  <a16:creationId xmlns:a16="http://schemas.microsoft.com/office/drawing/2014/main" id="{29726FB8-88F2-401B-9422-D5EBB7D8661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04" y="2167"/>
              <a:ext cx="384" cy="3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 i="1">
                  <a:latin typeface="Arial" panose="020B0604020202020204" pitchFamily="34" charset="0"/>
                </a:rPr>
                <a:t>u</a:t>
              </a:r>
              <a:r>
                <a:rPr lang="en-US" altLang="zh-TW" sz="1800" i="1" baseline="-25000">
                  <a:latin typeface="Arial" panose="020B0604020202020204" pitchFamily="34" charset="0"/>
                </a:rPr>
                <a:t>1</a:t>
              </a:r>
            </a:p>
          </p:txBody>
        </p:sp>
        <p:sp>
          <p:nvSpPr>
            <p:cNvPr id="239695" name="Line 22">
              <a:extLst>
                <a:ext uri="{FF2B5EF4-FFF2-40B4-BE49-F238E27FC236}">
                  <a16:creationId xmlns:a16="http://schemas.microsoft.com/office/drawing/2014/main" id="{A5C6570C-9770-4DB7-B096-2C162C9E5A0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345" y="2030"/>
              <a:ext cx="200" cy="6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39696" name="Line 23">
              <a:extLst>
                <a:ext uri="{FF2B5EF4-FFF2-40B4-BE49-F238E27FC236}">
                  <a16:creationId xmlns:a16="http://schemas.microsoft.com/office/drawing/2014/main" id="{BF46E1D7-FAB6-4447-9EF4-B92643A2BA1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430" y="2038"/>
              <a:ext cx="208" cy="66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39697" name="Text Box 24">
              <a:extLst>
                <a:ext uri="{FF2B5EF4-FFF2-40B4-BE49-F238E27FC236}">
                  <a16:creationId xmlns:a16="http://schemas.microsoft.com/office/drawing/2014/main" id="{96EB1D70-62B9-4216-A6D8-FCD2EC4D421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15" y="2229"/>
              <a:ext cx="384" cy="31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 i="1">
                  <a:latin typeface="Arial" panose="020B0604020202020204" pitchFamily="34" charset="0"/>
                </a:rPr>
                <a:t>d</a:t>
              </a:r>
              <a:r>
                <a:rPr lang="en-US" altLang="zh-TW" sz="1800" i="1" baseline="-25000">
                  <a:latin typeface="Arial" panose="020B0604020202020204" pitchFamily="34" charset="0"/>
                </a:rPr>
                <a:t>1</a:t>
              </a:r>
            </a:p>
          </p:txBody>
        </p:sp>
      </p:grpSp>
      <p:sp>
        <p:nvSpPr>
          <p:cNvPr id="239638" name="Line 72">
            <a:extLst>
              <a:ext uri="{FF2B5EF4-FFF2-40B4-BE49-F238E27FC236}">
                <a16:creationId xmlns:a16="http://schemas.microsoft.com/office/drawing/2014/main" id="{0DCDD3E3-7629-4774-BDC9-1AE2874CC079}"/>
              </a:ext>
            </a:extLst>
          </p:cNvPr>
          <p:cNvSpPr>
            <a:spLocks noChangeShapeType="1"/>
          </p:cNvSpPr>
          <p:nvPr/>
        </p:nvSpPr>
        <p:spPr bwMode="auto">
          <a:xfrm>
            <a:off x="6030913" y="4767263"/>
            <a:ext cx="1165225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239639" name="Line 73">
            <a:extLst>
              <a:ext uri="{FF2B5EF4-FFF2-40B4-BE49-F238E27FC236}">
                <a16:creationId xmlns:a16="http://schemas.microsoft.com/office/drawing/2014/main" id="{18C4EDFA-F5B1-4DB4-B6EC-224229CD2B45}"/>
              </a:ext>
            </a:extLst>
          </p:cNvPr>
          <p:cNvSpPr>
            <a:spLocks noChangeShapeType="1"/>
          </p:cNvSpPr>
          <p:nvPr/>
        </p:nvSpPr>
        <p:spPr bwMode="auto">
          <a:xfrm>
            <a:off x="6038850" y="4919663"/>
            <a:ext cx="1165225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239640" name="Text Box 41">
            <a:extLst>
              <a:ext uri="{FF2B5EF4-FFF2-40B4-BE49-F238E27FC236}">
                <a16:creationId xmlns:a16="http://schemas.microsoft.com/office/drawing/2014/main" id="{A888FD43-4C7D-4D62-BB49-10933B0D5E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91250" y="4356100"/>
            <a:ext cx="6096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 i="1">
                <a:latin typeface="Arial" panose="020B0604020202020204" pitchFamily="34" charset="0"/>
              </a:rPr>
              <a:t>d</a:t>
            </a:r>
            <a:r>
              <a:rPr lang="en-US" altLang="zh-TW" sz="1800" i="1" baseline="-25000">
                <a:latin typeface="Arial" panose="020B0604020202020204" pitchFamily="34" charset="0"/>
              </a:rPr>
              <a:t>i</a:t>
            </a:r>
          </a:p>
        </p:txBody>
      </p:sp>
      <p:sp>
        <p:nvSpPr>
          <p:cNvPr id="239641" name="Text Box 41">
            <a:extLst>
              <a:ext uri="{FF2B5EF4-FFF2-40B4-BE49-F238E27FC236}">
                <a16:creationId xmlns:a16="http://schemas.microsoft.com/office/drawing/2014/main" id="{EAC607FC-5EDE-4C52-B917-589544B2CA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15063" y="4889500"/>
            <a:ext cx="6096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 i="1">
                <a:latin typeface="Arial" panose="020B0604020202020204" pitchFamily="34" charset="0"/>
              </a:rPr>
              <a:t>u</a:t>
            </a:r>
            <a:r>
              <a:rPr lang="en-US" altLang="zh-TW" sz="1800" i="1" baseline="-25000">
                <a:latin typeface="Arial" panose="020B0604020202020204" pitchFamily="34" charset="0"/>
              </a:rPr>
              <a:t>i</a:t>
            </a:r>
          </a:p>
        </p:txBody>
      </p:sp>
      <p:sp>
        <p:nvSpPr>
          <p:cNvPr id="239642" name="Line 77">
            <a:extLst>
              <a:ext uri="{FF2B5EF4-FFF2-40B4-BE49-F238E27FC236}">
                <a16:creationId xmlns:a16="http://schemas.microsoft.com/office/drawing/2014/main" id="{DFF8553E-BF07-4BFB-809C-4ED08E778EF8}"/>
              </a:ext>
            </a:extLst>
          </p:cNvPr>
          <p:cNvSpPr>
            <a:spLocks noChangeShapeType="1"/>
          </p:cNvSpPr>
          <p:nvPr/>
        </p:nvSpPr>
        <p:spPr bwMode="auto">
          <a:xfrm>
            <a:off x="2265363" y="3232150"/>
            <a:ext cx="0" cy="663575"/>
          </a:xfrm>
          <a:prstGeom prst="line">
            <a:avLst/>
          </a:prstGeom>
          <a:noFill/>
          <a:ln w="19050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239643" name="Line 78">
            <a:extLst>
              <a:ext uri="{FF2B5EF4-FFF2-40B4-BE49-F238E27FC236}">
                <a16:creationId xmlns:a16="http://schemas.microsoft.com/office/drawing/2014/main" id="{547CB8FD-E363-4EE5-9251-A3CC70DF54BA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478588" y="4146550"/>
            <a:ext cx="369887" cy="414338"/>
          </a:xfrm>
          <a:prstGeom prst="line">
            <a:avLst/>
          </a:prstGeom>
          <a:noFill/>
          <a:ln w="19050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239644" name="Line 79">
            <a:extLst>
              <a:ext uri="{FF2B5EF4-FFF2-40B4-BE49-F238E27FC236}">
                <a16:creationId xmlns:a16="http://schemas.microsoft.com/office/drawing/2014/main" id="{AAB08B39-6E1D-4348-A48C-E269FE0E7625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6508750" y="5092700"/>
            <a:ext cx="369888" cy="414338"/>
          </a:xfrm>
          <a:prstGeom prst="line">
            <a:avLst/>
          </a:prstGeom>
          <a:noFill/>
          <a:ln w="19050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239645" name="Group 81">
            <a:extLst>
              <a:ext uri="{FF2B5EF4-FFF2-40B4-BE49-F238E27FC236}">
                <a16:creationId xmlns:a16="http://schemas.microsoft.com/office/drawing/2014/main" id="{D20B53F0-B6B1-4BBA-B9B8-DE63A2EB0139}"/>
              </a:ext>
            </a:extLst>
          </p:cNvPr>
          <p:cNvGrpSpPr>
            <a:grpSpLocks/>
          </p:cNvGrpSpPr>
          <p:nvPr/>
        </p:nvGrpSpPr>
        <p:grpSpPr bwMode="auto">
          <a:xfrm>
            <a:off x="1535113" y="3332163"/>
            <a:ext cx="465137" cy="803275"/>
            <a:chOff x="4140" y="429"/>
            <a:chExt cx="1425" cy="2396"/>
          </a:xfrm>
        </p:grpSpPr>
        <p:sp>
          <p:nvSpPr>
            <p:cNvPr id="239658" name="Freeform 82">
              <a:extLst>
                <a:ext uri="{FF2B5EF4-FFF2-40B4-BE49-F238E27FC236}">
                  <a16:creationId xmlns:a16="http://schemas.microsoft.com/office/drawing/2014/main" id="{661A350E-407C-4F03-B657-E5144D716586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2 w 354"/>
                <a:gd name="T3" fmla="*/ 3 h 2742"/>
                <a:gd name="T4" fmla="*/ 2 w 354"/>
                <a:gd name="T5" fmla="*/ 3 h 2742"/>
                <a:gd name="T6" fmla="*/ 0 w 354"/>
                <a:gd name="T7" fmla="*/ 3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39659" name="Rectangle 83">
              <a:extLst>
                <a:ext uri="{FF2B5EF4-FFF2-40B4-BE49-F238E27FC236}">
                  <a16:creationId xmlns:a16="http://schemas.microsoft.com/office/drawing/2014/main" id="{E0283DDF-31A5-4968-8B7D-03E9729670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6" cy="2282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39660" name="Freeform 84">
              <a:extLst>
                <a:ext uri="{FF2B5EF4-FFF2-40B4-BE49-F238E27FC236}">
                  <a16:creationId xmlns:a16="http://schemas.microsoft.com/office/drawing/2014/main" id="{4ABE408B-53A7-44BA-A5AB-C63281D9EE93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2 w 211"/>
                <a:gd name="T3" fmla="*/ 3 h 2537"/>
                <a:gd name="T4" fmla="*/ 2 w 211"/>
                <a:gd name="T5" fmla="*/ 3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39661" name="Freeform 85">
              <a:extLst>
                <a:ext uri="{FF2B5EF4-FFF2-40B4-BE49-F238E27FC236}">
                  <a16:creationId xmlns:a16="http://schemas.microsoft.com/office/drawing/2014/main" id="{B7352D64-9DB8-44E0-AC52-C710A951A4AF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3 h 226"/>
                <a:gd name="T4" fmla="*/ 2 w 328"/>
                <a:gd name="T5" fmla="*/ 3 h 226"/>
                <a:gd name="T6" fmla="*/ 0 w 328"/>
                <a:gd name="T7" fmla="*/ 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39662" name="Rectangle 86">
              <a:extLst>
                <a:ext uri="{FF2B5EF4-FFF2-40B4-BE49-F238E27FC236}">
                  <a16:creationId xmlns:a16="http://schemas.microsoft.com/office/drawing/2014/main" id="{2CD8448F-08F4-410A-8059-A245D66F9DF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3" y="694"/>
              <a:ext cx="593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239663" name="Group 87">
              <a:extLst>
                <a:ext uri="{FF2B5EF4-FFF2-40B4-BE49-F238E27FC236}">
                  <a16:creationId xmlns:a16="http://schemas.microsoft.com/office/drawing/2014/main" id="{62831A84-F1C6-4E2E-AD02-F1FC011B38D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39688" name="AutoShape 88">
                <a:extLst>
                  <a:ext uri="{FF2B5EF4-FFF2-40B4-BE49-F238E27FC236}">
                    <a16:creationId xmlns:a16="http://schemas.microsoft.com/office/drawing/2014/main" id="{1F081AA7-0996-4443-BECA-9FB50D976A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8" cy="141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39689" name="AutoShape 89">
                <a:extLst>
                  <a:ext uri="{FF2B5EF4-FFF2-40B4-BE49-F238E27FC236}">
                    <a16:creationId xmlns:a16="http://schemas.microsoft.com/office/drawing/2014/main" id="{5651A84C-3C82-4D8F-B54A-ACBD0E7432A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1" y="2584"/>
                <a:ext cx="692" cy="10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39664" name="Rectangle 90">
              <a:extLst>
                <a:ext uri="{FF2B5EF4-FFF2-40B4-BE49-F238E27FC236}">
                  <a16:creationId xmlns:a16="http://schemas.microsoft.com/office/drawing/2014/main" id="{39B1B2B0-09B4-4428-A830-09452F0ADB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3" y="1021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239665" name="Group 91">
              <a:extLst>
                <a:ext uri="{FF2B5EF4-FFF2-40B4-BE49-F238E27FC236}">
                  <a16:creationId xmlns:a16="http://schemas.microsoft.com/office/drawing/2014/main" id="{13DFD85A-080F-4A48-BB93-8B3BDCE64FF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39686" name="AutoShape 92">
                <a:extLst>
                  <a:ext uri="{FF2B5EF4-FFF2-40B4-BE49-F238E27FC236}">
                    <a16:creationId xmlns:a16="http://schemas.microsoft.com/office/drawing/2014/main" id="{106EA468-9AF4-4927-A46D-2054E9C4F0A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6"/>
                <a:ext cx="722" cy="142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39687" name="AutoShape 93">
                <a:extLst>
                  <a:ext uri="{FF2B5EF4-FFF2-40B4-BE49-F238E27FC236}">
                    <a16:creationId xmlns:a16="http://schemas.microsoft.com/office/drawing/2014/main" id="{7307045C-2725-4E45-836A-F9BD5BC4DB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3" y="2581"/>
                <a:ext cx="686" cy="10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39666" name="Rectangle 94">
              <a:extLst>
                <a:ext uri="{FF2B5EF4-FFF2-40B4-BE49-F238E27FC236}">
                  <a16:creationId xmlns:a16="http://schemas.microsoft.com/office/drawing/2014/main" id="{E31D467B-7815-461F-8BB3-2B5795BBF0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8" y="1357"/>
              <a:ext cx="593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39667" name="Rectangle 95">
              <a:extLst>
                <a:ext uri="{FF2B5EF4-FFF2-40B4-BE49-F238E27FC236}">
                  <a16:creationId xmlns:a16="http://schemas.microsoft.com/office/drawing/2014/main" id="{5F1F7412-631A-457D-BA40-3D3C209AA87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8" y="1655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239668" name="Group 96">
              <a:extLst>
                <a:ext uri="{FF2B5EF4-FFF2-40B4-BE49-F238E27FC236}">
                  <a16:creationId xmlns:a16="http://schemas.microsoft.com/office/drawing/2014/main" id="{973E918B-0010-46E8-AEE0-833664E9CAD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39684" name="AutoShape 97">
                <a:extLst>
                  <a:ext uri="{FF2B5EF4-FFF2-40B4-BE49-F238E27FC236}">
                    <a16:creationId xmlns:a16="http://schemas.microsoft.com/office/drawing/2014/main" id="{915844FE-D24C-4276-A700-F7765424E9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68"/>
                <a:ext cx="727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39685" name="AutoShape 98">
                <a:extLst>
                  <a:ext uri="{FF2B5EF4-FFF2-40B4-BE49-F238E27FC236}">
                    <a16:creationId xmlns:a16="http://schemas.microsoft.com/office/drawing/2014/main" id="{0652D6B8-85CF-40C3-8916-56660B6713E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5"/>
                <a:ext cx="691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39669" name="Freeform 99">
              <a:extLst>
                <a:ext uri="{FF2B5EF4-FFF2-40B4-BE49-F238E27FC236}">
                  <a16:creationId xmlns:a16="http://schemas.microsoft.com/office/drawing/2014/main" id="{66FFE331-209D-4442-ACF4-CDD80AF95248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2 h 226"/>
                <a:gd name="T4" fmla="*/ 2 w 328"/>
                <a:gd name="T5" fmla="*/ 2 h 226"/>
                <a:gd name="T6" fmla="*/ 0 w 328"/>
                <a:gd name="T7" fmla="*/ 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239670" name="Group 100">
              <a:extLst>
                <a:ext uri="{FF2B5EF4-FFF2-40B4-BE49-F238E27FC236}">
                  <a16:creationId xmlns:a16="http://schemas.microsoft.com/office/drawing/2014/main" id="{F85D4861-5FE6-425D-947E-04815047238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239682" name="AutoShape 101">
                <a:extLst>
                  <a:ext uri="{FF2B5EF4-FFF2-40B4-BE49-F238E27FC236}">
                    <a16:creationId xmlns:a16="http://schemas.microsoft.com/office/drawing/2014/main" id="{0AE7FE14-99A5-42D5-ABC4-33851DD443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0"/>
                <a:ext cx="727" cy="137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39683" name="AutoShape 102">
                <a:extLst>
                  <a:ext uri="{FF2B5EF4-FFF2-40B4-BE49-F238E27FC236}">
                    <a16:creationId xmlns:a16="http://schemas.microsoft.com/office/drawing/2014/main" id="{406F2B6F-B38B-462B-B0D1-1EFF9AB1759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1" y="2584"/>
                <a:ext cx="691" cy="10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39671" name="Rectangle 103">
              <a:extLst>
                <a:ext uri="{FF2B5EF4-FFF2-40B4-BE49-F238E27FC236}">
                  <a16:creationId xmlns:a16="http://schemas.microsoft.com/office/drawing/2014/main" id="{56DD78FB-F8EA-4AC9-8721-83C1C83D72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9" y="429"/>
              <a:ext cx="68" cy="2287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39672" name="Freeform 104">
              <a:extLst>
                <a:ext uri="{FF2B5EF4-FFF2-40B4-BE49-F238E27FC236}">
                  <a16:creationId xmlns:a16="http://schemas.microsoft.com/office/drawing/2014/main" id="{88A4B8C4-1CF8-419B-B314-0B5B189152B0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 w 296"/>
                <a:gd name="T3" fmla="*/ 2 h 256"/>
                <a:gd name="T4" fmla="*/ 2 w 296"/>
                <a:gd name="T5" fmla="*/ 2 h 256"/>
                <a:gd name="T6" fmla="*/ 0 w 296"/>
                <a:gd name="T7" fmla="*/ 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39673" name="Freeform 105">
              <a:extLst>
                <a:ext uri="{FF2B5EF4-FFF2-40B4-BE49-F238E27FC236}">
                  <a16:creationId xmlns:a16="http://schemas.microsoft.com/office/drawing/2014/main" id="{42EB8FB9-7267-4D48-ABDB-B7A23C9BD5C1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 w 304"/>
                <a:gd name="T3" fmla="*/ 2 h 288"/>
                <a:gd name="T4" fmla="*/ 2 w 304"/>
                <a:gd name="T5" fmla="*/ 2 h 288"/>
                <a:gd name="T6" fmla="*/ 2 w 304"/>
                <a:gd name="T7" fmla="*/ 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39674" name="Oval 106">
              <a:extLst>
                <a:ext uri="{FF2B5EF4-FFF2-40B4-BE49-F238E27FC236}">
                  <a16:creationId xmlns:a16="http://schemas.microsoft.com/office/drawing/2014/main" id="{366B630A-A09D-4DFE-80E0-95DD007F19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6" y="2612"/>
              <a:ext cx="49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39675" name="Freeform 107">
              <a:extLst>
                <a:ext uri="{FF2B5EF4-FFF2-40B4-BE49-F238E27FC236}">
                  <a16:creationId xmlns:a16="http://schemas.microsoft.com/office/drawing/2014/main" id="{4A399D11-112F-4A23-8323-954B067BFB89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 h 240"/>
                <a:gd name="T2" fmla="*/ 2 w 306"/>
                <a:gd name="T3" fmla="*/ 3 h 240"/>
                <a:gd name="T4" fmla="*/ 2 w 306"/>
                <a:gd name="T5" fmla="*/ 3 h 240"/>
                <a:gd name="T6" fmla="*/ 2 w 306"/>
                <a:gd name="T7" fmla="*/ 0 h 240"/>
                <a:gd name="T8" fmla="*/ 0 w 306"/>
                <a:gd name="T9" fmla="*/ 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39676" name="AutoShape 108">
              <a:extLst>
                <a:ext uri="{FF2B5EF4-FFF2-40B4-BE49-F238E27FC236}">
                  <a16:creationId xmlns:a16="http://schemas.microsoft.com/office/drawing/2014/main" id="{BC6F7CE1-5289-4846-8058-131FE42D2AD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8"/>
              <a:ext cx="1201" cy="147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39677" name="AutoShape 109">
              <a:extLst>
                <a:ext uri="{FF2B5EF4-FFF2-40B4-BE49-F238E27FC236}">
                  <a16:creationId xmlns:a16="http://schemas.microsoft.com/office/drawing/2014/main" id="{3975EAFD-8F1A-4928-9BF3-40F8CF00DB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1"/>
              <a:ext cx="1070" cy="80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39678" name="Oval 110">
              <a:extLst>
                <a:ext uri="{FF2B5EF4-FFF2-40B4-BE49-F238E27FC236}">
                  <a16:creationId xmlns:a16="http://schemas.microsoft.com/office/drawing/2014/main" id="{6BCF893D-3289-411B-A1D1-64EB9D2D3B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10" y="2385"/>
              <a:ext cx="156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39679" name="Oval 111">
              <a:extLst>
                <a:ext uri="{FF2B5EF4-FFF2-40B4-BE49-F238E27FC236}">
                  <a16:creationId xmlns:a16="http://schemas.microsoft.com/office/drawing/2014/main" id="{69DE0693-DFD1-4119-959D-949E998F63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5" y="2385"/>
              <a:ext cx="160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9680" name="Oval 112">
              <a:extLst>
                <a:ext uri="{FF2B5EF4-FFF2-40B4-BE49-F238E27FC236}">
                  <a16:creationId xmlns:a16="http://schemas.microsoft.com/office/drawing/2014/main" id="{F06BAAE3-7E8C-4934-A3CA-7C3B3A49D6C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0" y="2380"/>
              <a:ext cx="160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39681" name="Rectangle 113">
              <a:extLst>
                <a:ext uri="{FF2B5EF4-FFF2-40B4-BE49-F238E27FC236}">
                  <a16:creationId xmlns:a16="http://schemas.microsoft.com/office/drawing/2014/main" id="{A0CAB4E1-35B8-4D87-8790-FFDE1E2BAF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4" y="1835"/>
              <a:ext cx="83" cy="762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</p:grpSp>
      <p:grpSp>
        <p:nvGrpSpPr>
          <p:cNvPr id="239646" name="Group 114">
            <a:extLst>
              <a:ext uri="{FF2B5EF4-FFF2-40B4-BE49-F238E27FC236}">
                <a16:creationId xmlns:a16="http://schemas.microsoft.com/office/drawing/2014/main" id="{5CF3AA2B-C6CF-4E84-B569-AF3DA501F49D}"/>
              </a:ext>
            </a:extLst>
          </p:cNvPr>
          <p:cNvGrpSpPr>
            <a:grpSpLocks/>
          </p:cNvGrpSpPr>
          <p:nvPr/>
        </p:nvGrpSpPr>
        <p:grpSpPr bwMode="auto">
          <a:xfrm>
            <a:off x="444500" y="4635500"/>
            <a:ext cx="925513" cy="795338"/>
            <a:chOff x="-44" y="1473"/>
            <a:chExt cx="981" cy="1105"/>
          </a:xfrm>
        </p:grpSpPr>
        <p:pic>
          <p:nvPicPr>
            <p:cNvPr id="239656" name="Picture 115" descr="desktop_computer_stylized_medium">
              <a:extLst>
                <a:ext uri="{FF2B5EF4-FFF2-40B4-BE49-F238E27FC236}">
                  <a16:creationId xmlns:a16="http://schemas.microsoft.com/office/drawing/2014/main" id="{EF1D3452-4A54-4B0A-A223-BF3EA35208D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39657" name="Freeform 116">
              <a:extLst>
                <a:ext uri="{FF2B5EF4-FFF2-40B4-BE49-F238E27FC236}">
                  <a16:creationId xmlns:a16="http://schemas.microsoft.com/office/drawing/2014/main" id="{91491DDD-F96A-4AA1-B91D-8C372D24B170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5089652 w 356"/>
                <a:gd name="T3" fmla="*/ 1851256 h 368"/>
                <a:gd name="T4" fmla="*/ 17900690 w 356"/>
                <a:gd name="T5" fmla="*/ 38567519 h 368"/>
                <a:gd name="T6" fmla="*/ 3945041 w 356"/>
                <a:gd name="T7" fmla="*/ 48232874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239647" name="Group 117">
            <a:extLst>
              <a:ext uri="{FF2B5EF4-FFF2-40B4-BE49-F238E27FC236}">
                <a16:creationId xmlns:a16="http://schemas.microsoft.com/office/drawing/2014/main" id="{E75C993D-7F8C-4DEE-B7EB-B8937DF7AE6B}"/>
              </a:ext>
            </a:extLst>
          </p:cNvPr>
          <p:cNvGrpSpPr>
            <a:grpSpLocks/>
          </p:cNvGrpSpPr>
          <p:nvPr/>
        </p:nvGrpSpPr>
        <p:grpSpPr bwMode="auto">
          <a:xfrm>
            <a:off x="3665538" y="2816225"/>
            <a:ext cx="925512" cy="795338"/>
            <a:chOff x="-44" y="1473"/>
            <a:chExt cx="981" cy="1105"/>
          </a:xfrm>
        </p:grpSpPr>
        <p:pic>
          <p:nvPicPr>
            <p:cNvPr id="239654" name="Picture 118" descr="desktop_computer_stylized_medium">
              <a:extLst>
                <a:ext uri="{FF2B5EF4-FFF2-40B4-BE49-F238E27FC236}">
                  <a16:creationId xmlns:a16="http://schemas.microsoft.com/office/drawing/2014/main" id="{93382632-2062-46F8-BF64-1E47308C6E6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39655" name="Freeform 119">
              <a:extLst>
                <a:ext uri="{FF2B5EF4-FFF2-40B4-BE49-F238E27FC236}">
                  <a16:creationId xmlns:a16="http://schemas.microsoft.com/office/drawing/2014/main" id="{090A6D6A-B565-4DD7-9FDA-804460945A41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5089652 w 356"/>
                <a:gd name="T3" fmla="*/ 1851256 h 368"/>
                <a:gd name="T4" fmla="*/ 17900690 w 356"/>
                <a:gd name="T5" fmla="*/ 38567519 h 368"/>
                <a:gd name="T6" fmla="*/ 3945041 w 356"/>
                <a:gd name="T7" fmla="*/ 48232874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239648" name="Group 120">
            <a:extLst>
              <a:ext uri="{FF2B5EF4-FFF2-40B4-BE49-F238E27FC236}">
                <a16:creationId xmlns:a16="http://schemas.microsoft.com/office/drawing/2014/main" id="{377CC6CE-124E-4B21-A20D-4DEDE7B48092}"/>
              </a:ext>
            </a:extLst>
          </p:cNvPr>
          <p:cNvGrpSpPr>
            <a:grpSpLocks/>
          </p:cNvGrpSpPr>
          <p:nvPr/>
        </p:nvGrpSpPr>
        <p:grpSpPr bwMode="auto">
          <a:xfrm>
            <a:off x="4710113" y="2957513"/>
            <a:ext cx="925512" cy="795337"/>
            <a:chOff x="-44" y="1473"/>
            <a:chExt cx="981" cy="1105"/>
          </a:xfrm>
        </p:grpSpPr>
        <p:pic>
          <p:nvPicPr>
            <p:cNvPr id="239652" name="Picture 121" descr="desktop_computer_stylized_medium">
              <a:extLst>
                <a:ext uri="{FF2B5EF4-FFF2-40B4-BE49-F238E27FC236}">
                  <a16:creationId xmlns:a16="http://schemas.microsoft.com/office/drawing/2014/main" id="{7C5715E9-842F-4DB1-B81A-9EAE777739E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39653" name="Freeform 122">
              <a:extLst>
                <a:ext uri="{FF2B5EF4-FFF2-40B4-BE49-F238E27FC236}">
                  <a16:creationId xmlns:a16="http://schemas.microsoft.com/office/drawing/2014/main" id="{008043B8-F41D-4092-AA63-D7BC873EBFC4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5089652 w 356"/>
                <a:gd name="T3" fmla="*/ 1851256 h 368"/>
                <a:gd name="T4" fmla="*/ 17900690 w 356"/>
                <a:gd name="T5" fmla="*/ 38567519 h 368"/>
                <a:gd name="T6" fmla="*/ 3945041 w 356"/>
                <a:gd name="T7" fmla="*/ 48232874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239649" name="Group 123">
            <a:extLst>
              <a:ext uri="{FF2B5EF4-FFF2-40B4-BE49-F238E27FC236}">
                <a16:creationId xmlns:a16="http://schemas.microsoft.com/office/drawing/2014/main" id="{0CE36B5A-BC16-45BA-B3F3-FFFBCCE92315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180263" y="4405313"/>
            <a:ext cx="925512" cy="795337"/>
            <a:chOff x="-44" y="1473"/>
            <a:chExt cx="981" cy="1105"/>
          </a:xfrm>
        </p:grpSpPr>
        <p:pic>
          <p:nvPicPr>
            <p:cNvPr id="239650" name="Picture 124" descr="desktop_computer_stylized_medium">
              <a:extLst>
                <a:ext uri="{FF2B5EF4-FFF2-40B4-BE49-F238E27FC236}">
                  <a16:creationId xmlns:a16="http://schemas.microsoft.com/office/drawing/2014/main" id="{1129C911-F14F-4227-8A75-B47C13A0C1E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39651" name="Freeform 125">
              <a:extLst>
                <a:ext uri="{FF2B5EF4-FFF2-40B4-BE49-F238E27FC236}">
                  <a16:creationId xmlns:a16="http://schemas.microsoft.com/office/drawing/2014/main" id="{4A4D1E87-58DA-4D76-9173-87F79D4EFDC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5089652 w 356"/>
                <a:gd name="T3" fmla="*/ 1851256 h 368"/>
                <a:gd name="T4" fmla="*/ 17900690 w 356"/>
                <a:gd name="T5" fmla="*/ 38567519 h 368"/>
                <a:gd name="T6" fmla="*/ 3945041 w 356"/>
                <a:gd name="T7" fmla="*/ 48232874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6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6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6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6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6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6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6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62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6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63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9632" grpId="0"/>
      <p:bldP spid="239633" grpId="0"/>
      <p:bldP spid="239634" grpId="0"/>
      <p:bldP spid="239642" grpId="0" animBg="1"/>
      <p:bldP spid="239643" grpId="0" animBg="1"/>
      <p:bldP spid="239644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666" name="Rectangle 7">
            <a:extLst>
              <a:ext uri="{FF2B5EF4-FFF2-40B4-BE49-F238E27FC236}">
                <a16:creationId xmlns:a16="http://schemas.microsoft.com/office/drawing/2014/main" id="{7A19741C-D7F7-498A-9651-DFCECFD4100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241667" name="Rectangle 8">
            <a:extLst>
              <a:ext uri="{FF2B5EF4-FFF2-40B4-BE49-F238E27FC236}">
                <a16:creationId xmlns:a16="http://schemas.microsoft.com/office/drawing/2014/main" id="{DB4A5BC9-382E-45F3-96DD-D6C1D1C1DEF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2-</a:t>
            </a:r>
            <a:fld id="{06D97748-7062-4E9A-B019-01A169F48F1C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73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241668" name="Rectangle 2">
            <a:extLst>
              <a:ext uri="{FF2B5EF4-FFF2-40B4-BE49-F238E27FC236}">
                <a16:creationId xmlns:a16="http://schemas.microsoft.com/office/drawing/2014/main" id="{69A11128-B7FD-4012-B400-79ACF761D56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98450" y="61913"/>
            <a:ext cx="8520113" cy="1143000"/>
          </a:xfrm>
        </p:spPr>
        <p:txBody>
          <a:bodyPr/>
          <a:lstStyle/>
          <a:p>
            <a:r>
              <a:rPr lang="en-US" altLang="zh-TW" sz="3600">
                <a:ea typeface="ＭＳ Ｐゴシック" panose="020B0600070205080204" pitchFamily="34" charset="-128"/>
              </a:rPr>
              <a:t>File distribution time: </a:t>
            </a:r>
            <a:r>
              <a:rPr lang="en-US" altLang="zh-TW" sz="3600">
                <a:solidFill>
                  <a:srgbClr val="FF0000"/>
                </a:solidFill>
                <a:ea typeface="ＭＳ Ｐゴシック" panose="020B0600070205080204" pitchFamily="34" charset="-128"/>
              </a:rPr>
              <a:t>client-server</a:t>
            </a:r>
          </a:p>
        </p:txBody>
      </p:sp>
      <p:sp>
        <p:nvSpPr>
          <p:cNvPr id="241669" name="Rectangle 47">
            <a:extLst>
              <a:ext uri="{FF2B5EF4-FFF2-40B4-BE49-F238E27FC236}">
                <a16:creationId xmlns:a16="http://schemas.microsoft.com/office/drawing/2014/main" id="{35347753-2CF4-4DAF-A723-B315A2E6D91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22263" y="1252538"/>
            <a:ext cx="4100512" cy="2014537"/>
          </a:xfrm>
        </p:spPr>
        <p:txBody>
          <a:bodyPr/>
          <a:lstStyle/>
          <a:p>
            <a:r>
              <a:rPr lang="en-US" altLang="zh-TW" sz="2400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Server upload: </a:t>
            </a:r>
            <a:r>
              <a:rPr lang="en-US" altLang="zh-TW" sz="2400" dirty="0">
                <a:ea typeface="ＭＳ Ｐゴシック" panose="020B0600070205080204" pitchFamily="34" charset="-128"/>
              </a:rPr>
              <a:t>must</a:t>
            </a:r>
            <a:r>
              <a:rPr lang="en-US" altLang="zh-TW" sz="2400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 </a:t>
            </a:r>
            <a:r>
              <a:rPr lang="en-US" altLang="zh-TW" sz="2400" dirty="0">
                <a:ea typeface="ＭＳ Ｐゴシック" panose="020B0600070205080204" pitchFamily="34" charset="-128"/>
              </a:rPr>
              <a:t>sequentially send (upload) </a:t>
            </a:r>
            <a:r>
              <a:rPr lang="en-US" altLang="zh-TW" sz="2400" i="1" dirty="0">
                <a:ea typeface="ＭＳ Ｐゴシック" panose="020B0600070205080204" pitchFamily="34" charset="-128"/>
              </a:rPr>
              <a:t>N </a:t>
            </a:r>
            <a:r>
              <a:rPr lang="en-US" altLang="zh-TW" sz="2400" dirty="0">
                <a:ea typeface="ＭＳ Ｐゴシック" panose="020B0600070205080204" pitchFamily="34" charset="-128"/>
              </a:rPr>
              <a:t>file</a:t>
            </a:r>
            <a:r>
              <a:rPr lang="en-US" altLang="zh-TW" sz="2400" i="1" dirty="0">
                <a:ea typeface="ＭＳ Ｐゴシック" panose="020B0600070205080204" pitchFamily="34" charset="-128"/>
              </a:rPr>
              <a:t> </a:t>
            </a:r>
            <a:r>
              <a:rPr lang="en-US" altLang="zh-TW" sz="2400" dirty="0">
                <a:ea typeface="ＭＳ Ｐゴシック" panose="020B0600070205080204" pitchFamily="34" charset="-128"/>
              </a:rPr>
              <a:t>copies</a:t>
            </a:r>
            <a:r>
              <a:rPr lang="en-US" altLang="zh-TW" sz="2600" dirty="0">
                <a:ea typeface="ＭＳ Ｐゴシック" panose="020B0600070205080204" pitchFamily="34" charset="-128"/>
              </a:rPr>
              <a:t>:</a:t>
            </a:r>
          </a:p>
          <a:p>
            <a:pPr lvl="1">
              <a:lnSpc>
                <a:spcPct val="100000"/>
              </a:lnSpc>
              <a:buSzPct val="85000"/>
            </a:pPr>
            <a:r>
              <a:rPr lang="en-US" altLang="zh-TW" sz="2000" dirty="0">
                <a:ea typeface="ＭＳ Ｐゴシック" panose="020B0600070205080204" pitchFamily="34" charset="-128"/>
              </a:rPr>
              <a:t>time to send one copy: </a:t>
            </a:r>
            <a:r>
              <a:rPr lang="en-US" altLang="zh-TW" sz="2000" i="1" dirty="0">
                <a:ea typeface="ＭＳ Ｐゴシック" panose="020B0600070205080204" pitchFamily="34" charset="-128"/>
              </a:rPr>
              <a:t>F/u</a:t>
            </a:r>
            <a:r>
              <a:rPr lang="en-US" altLang="zh-TW" sz="2000" i="1" baseline="-25000" dirty="0">
                <a:ea typeface="ＭＳ Ｐゴシック" panose="020B0600070205080204" pitchFamily="34" charset="-128"/>
              </a:rPr>
              <a:t>s </a:t>
            </a:r>
            <a:endParaRPr lang="en-US" altLang="zh-TW" sz="2000" dirty="0">
              <a:ea typeface="ＭＳ Ｐゴシック" panose="020B0600070205080204" pitchFamily="34" charset="-128"/>
            </a:endParaRPr>
          </a:p>
          <a:p>
            <a:pPr lvl="1">
              <a:lnSpc>
                <a:spcPct val="100000"/>
              </a:lnSpc>
              <a:buSzPct val="85000"/>
            </a:pPr>
            <a:r>
              <a:rPr lang="en-US" altLang="zh-TW" sz="2000" dirty="0">
                <a:ea typeface="ＭＳ Ｐゴシック" panose="020B0600070205080204" pitchFamily="34" charset="-128"/>
              </a:rPr>
              <a:t>time to send N copies: </a:t>
            </a:r>
            <a:r>
              <a:rPr lang="en-US" altLang="zh-TW" sz="2000" i="1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NF/u</a:t>
            </a:r>
            <a:r>
              <a:rPr lang="en-US" altLang="zh-TW" sz="2000" i="1" baseline="-250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s</a:t>
            </a:r>
            <a:endParaRPr lang="en-US" altLang="zh-TW" sz="2000" dirty="0">
              <a:solidFill>
                <a:srgbClr val="0070C0"/>
              </a:solidFill>
              <a:ea typeface="ＭＳ Ｐゴシック" panose="020B0600070205080204" pitchFamily="34" charset="-128"/>
            </a:endParaRPr>
          </a:p>
        </p:txBody>
      </p:sp>
      <p:sp>
        <p:nvSpPr>
          <p:cNvPr id="245813" name="Line 53">
            <a:extLst>
              <a:ext uri="{FF2B5EF4-FFF2-40B4-BE49-F238E27FC236}">
                <a16:creationId xmlns:a16="http://schemas.microsoft.com/office/drawing/2014/main" id="{13EE029A-6BEF-43E3-9CCF-E7E327FD831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746750" y="5617119"/>
            <a:ext cx="430213" cy="692150"/>
          </a:xfrm>
          <a:prstGeom prst="line">
            <a:avLst/>
          </a:prstGeom>
          <a:noFill/>
          <a:ln w="9525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245814" name="Text Box 54">
            <a:extLst>
              <a:ext uri="{FF2B5EF4-FFF2-40B4-BE49-F238E27FC236}">
                <a16:creationId xmlns:a16="http://schemas.microsoft.com/office/drawing/2014/main" id="{A3B7ED96-1B25-4DC9-B207-35EC36B4D5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84813" y="6271169"/>
            <a:ext cx="267017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8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zh-TW" sz="2000" dirty="0">
                <a:latin typeface="Arial" panose="020B0604020202020204" pitchFamily="34" charset="0"/>
              </a:rPr>
              <a:t>increases linearly in N</a:t>
            </a:r>
          </a:p>
        </p:txBody>
      </p:sp>
      <p:sp>
        <p:nvSpPr>
          <p:cNvPr id="241672" name="Text Box 51">
            <a:extLst>
              <a:ext uri="{FF2B5EF4-FFF2-40B4-BE49-F238E27FC236}">
                <a16:creationId xmlns:a16="http://schemas.microsoft.com/office/drawing/2014/main" id="{4BBFB525-5C60-448D-BC76-38044AA9CD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49363" y="4910682"/>
            <a:ext cx="2786062" cy="1006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lnSpc>
                <a:spcPct val="8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zh-TW" sz="2000" i="1" dirty="0">
                <a:latin typeface="Arial" panose="020B0604020202020204" pitchFamily="34" charset="0"/>
              </a:rPr>
              <a:t>time to  distribute F </a:t>
            </a:r>
          </a:p>
          <a:p>
            <a:pPr algn="r">
              <a:lnSpc>
                <a:spcPct val="8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zh-TW" sz="2000" i="1" dirty="0">
                <a:latin typeface="Arial" panose="020B0604020202020204" pitchFamily="34" charset="0"/>
              </a:rPr>
              <a:t>to N clients using </a:t>
            </a:r>
          </a:p>
          <a:p>
            <a:pPr algn="r">
              <a:lnSpc>
                <a:spcPct val="8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zh-TW" sz="2000" i="1" dirty="0">
                <a:latin typeface="Arial" panose="020B0604020202020204" pitchFamily="34" charset="0"/>
              </a:rPr>
              <a:t>client-server approach</a:t>
            </a:r>
            <a:r>
              <a:rPr lang="en-US" altLang="zh-TW" sz="2400" dirty="0">
                <a:latin typeface="Comic Sans MS" panose="030F0702030302020204" pitchFamily="66" charset="0"/>
              </a:rPr>
              <a:t> </a:t>
            </a:r>
            <a:endParaRPr lang="en-US" altLang="zh-TW" dirty="0">
              <a:latin typeface="Comic Sans MS" panose="030F0702030302020204" pitchFamily="66" charset="0"/>
            </a:endParaRPr>
          </a:p>
        </p:txBody>
      </p:sp>
      <p:sp>
        <p:nvSpPr>
          <p:cNvPr id="241673" name="Rectangle 55">
            <a:extLst>
              <a:ext uri="{FF2B5EF4-FFF2-40B4-BE49-F238E27FC236}">
                <a16:creationId xmlns:a16="http://schemas.microsoft.com/office/drawing/2014/main" id="{BC59CB93-3E7B-454F-8D13-C6774B9318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57288" y="4839244"/>
            <a:ext cx="7032625" cy="1235075"/>
          </a:xfrm>
          <a:prstGeom prst="rect">
            <a:avLst/>
          </a:prstGeom>
          <a:noFill/>
          <a:ln w="19050">
            <a:solidFill>
              <a:srgbClr val="CC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endParaRPr lang="zh-TW" altLang="zh-TW" sz="2400">
              <a:latin typeface="Comic Sans MS" panose="030F0702030302020204" pitchFamily="66" charset="0"/>
            </a:endParaRPr>
          </a:p>
        </p:txBody>
      </p:sp>
      <p:pic>
        <p:nvPicPr>
          <p:cNvPr id="241674" name="Picture 58" descr="underline_base">
            <a:extLst>
              <a:ext uri="{FF2B5EF4-FFF2-40B4-BE49-F238E27FC236}">
                <a16:creationId xmlns:a16="http://schemas.microsoft.com/office/drawing/2014/main" id="{26554E41-5E8F-4ECF-A31B-2EA0B786E4D3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8775" y="857250"/>
            <a:ext cx="6518275" cy="174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1675" name="Text Box 96">
            <a:extLst>
              <a:ext uri="{FF2B5EF4-FFF2-40B4-BE49-F238E27FC236}">
                <a16:creationId xmlns:a16="http://schemas.microsoft.com/office/drawing/2014/main" id="{8B2FE1DA-4DE8-44D4-8937-91B4D2FF730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6525" y="5153569"/>
            <a:ext cx="4248279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zh-TW" i="1" dirty="0">
                <a:latin typeface="Arial" panose="020B0604020202020204" pitchFamily="34" charset="0"/>
              </a:rPr>
              <a:t> D</a:t>
            </a:r>
            <a:r>
              <a:rPr lang="en-US" altLang="zh-TW" i="1" baseline="-25000" dirty="0">
                <a:latin typeface="Arial" panose="020B0604020202020204" pitchFamily="34" charset="0"/>
              </a:rPr>
              <a:t>c-s</a:t>
            </a:r>
            <a:r>
              <a:rPr lang="en-US" altLang="zh-TW" i="1" dirty="0">
                <a:latin typeface="Arial" panose="020B0604020202020204" pitchFamily="34" charset="0"/>
              </a:rPr>
              <a:t> ≥ max{</a:t>
            </a:r>
            <a:r>
              <a:rPr lang="en-US" altLang="zh-TW" i="1" dirty="0">
                <a:solidFill>
                  <a:srgbClr val="0070C0"/>
                </a:solidFill>
                <a:latin typeface="Arial" panose="020B0604020202020204" pitchFamily="34" charset="0"/>
              </a:rPr>
              <a:t>NF/</a:t>
            </a:r>
            <a:r>
              <a:rPr lang="en-US" altLang="zh-TW" i="1" dirty="0" err="1">
                <a:solidFill>
                  <a:srgbClr val="0070C0"/>
                </a:solidFill>
                <a:latin typeface="Arial" panose="020B0604020202020204" pitchFamily="34" charset="0"/>
              </a:rPr>
              <a:t>u</a:t>
            </a:r>
            <a:r>
              <a:rPr lang="en-US" altLang="zh-TW" i="1" baseline="-25000" dirty="0" err="1">
                <a:solidFill>
                  <a:srgbClr val="0070C0"/>
                </a:solidFill>
                <a:latin typeface="Arial" panose="020B0604020202020204" pitchFamily="34" charset="0"/>
              </a:rPr>
              <a:t>s</a:t>
            </a:r>
            <a:r>
              <a:rPr lang="en-US" altLang="zh-TW" i="1" baseline="-25000" dirty="0" err="1">
                <a:latin typeface="Arial" panose="020B0604020202020204" pitchFamily="34" charset="0"/>
              </a:rPr>
              <a:t>,</a:t>
            </a:r>
            <a:r>
              <a:rPr lang="en-US" altLang="zh-TW" i="1" dirty="0" err="1">
                <a:latin typeface="Arial" panose="020B0604020202020204" pitchFamily="34" charset="0"/>
              </a:rPr>
              <a:t>,</a:t>
            </a:r>
            <a:r>
              <a:rPr lang="en-US" altLang="zh-TW" i="1" dirty="0" err="1">
                <a:solidFill>
                  <a:srgbClr val="00B050"/>
                </a:solidFill>
                <a:latin typeface="Arial" panose="020B0604020202020204" pitchFamily="34" charset="0"/>
              </a:rPr>
              <a:t>F</a:t>
            </a:r>
            <a:r>
              <a:rPr lang="en-US" altLang="zh-TW" i="1" dirty="0">
                <a:solidFill>
                  <a:srgbClr val="00B050"/>
                </a:solidFill>
                <a:latin typeface="Arial" panose="020B0604020202020204" pitchFamily="34" charset="0"/>
              </a:rPr>
              <a:t>/</a:t>
            </a:r>
            <a:r>
              <a:rPr lang="en-US" altLang="zh-TW" i="1" dirty="0" err="1">
                <a:solidFill>
                  <a:srgbClr val="00B050"/>
                </a:solidFill>
                <a:latin typeface="Arial" panose="020B0604020202020204" pitchFamily="34" charset="0"/>
              </a:rPr>
              <a:t>d</a:t>
            </a:r>
            <a:r>
              <a:rPr lang="en-US" altLang="zh-TW" i="1" baseline="-25000" dirty="0" err="1">
                <a:solidFill>
                  <a:srgbClr val="00B050"/>
                </a:solidFill>
                <a:latin typeface="Arial" panose="020B0604020202020204" pitchFamily="34" charset="0"/>
              </a:rPr>
              <a:t>min</a:t>
            </a:r>
            <a:r>
              <a:rPr lang="en-US" altLang="zh-TW" i="1" dirty="0">
                <a:latin typeface="Arial" panose="020B0604020202020204" pitchFamily="34" charset="0"/>
              </a:rPr>
              <a:t>}</a:t>
            </a:r>
            <a:r>
              <a:rPr lang="en-US" altLang="zh-TW" i="1" dirty="0">
                <a:solidFill>
                  <a:srgbClr val="CC0000"/>
                </a:solidFill>
                <a:latin typeface="Arial" panose="020B0604020202020204" pitchFamily="34" charset="0"/>
              </a:rPr>
              <a:t> </a:t>
            </a:r>
          </a:p>
        </p:txBody>
      </p:sp>
      <p:sp>
        <p:nvSpPr>
          <p:cNvPr id="241676" name="Rectangle 47">
            <a:extLst>
              <a:ext uri="{FF2B5EF4-FFF2-40B4-BE49-F238E27FC236}">
                <a16:creationId xmlns:a16="http://schemas.microsoft.com/office/drawing/2014/main" id="{56988C7F-3857-452E-8E98-A42DBB22DD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3538" y="3081338"/>
            <a:ext cx="4316412" cy="2014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r>
              <a:rPr lang="en-US" altLang="zh-TW" sz="2400" i="1" dirty="0">
                <a:solidFill>
                  <a:srgbClr val="CC0000"/>
                </a:solidFill>
              </a:rPr>
              <a:t>Client download: </a:t>
            </a:r>
            <a:r>
              <a:rPr lang="en-US" altLang="zh-TW" sz="2400" dirty="0"/>
              <a:t>each client must download file copy</a:t>
            </a:r>
          </a:p>
          <a:p>
            <a:pPr lvl="1"/>
            <a:r>
              <a:rPr lang="en-US" altLang="zh-TW" sz="2000" dirty="0" err="1"/>
              <a:t>d</a:t>
            </a:r>
            <a:r>
              <a:rPr lang="en-US" altLang="zh-TW" sz="2000" baseline="-25000" dirty="0" err="1"/>
              <a:t>min</a:t>
            </a:r>
            <a:r>
              <a:rPr lang="en-US" altLang="zh-TW" sz="2000" dirty="0"/>
              <a:t> = min client download rate</a:t>
            </a:r>
          </a:p>
          <a:p>
            <a:pPr lvl="1"/>
            <a:r>
              <a:rPr lang="en-US" altLang="zh-TW" sz="2000" dirty="0"/>
              <a:t>max client download time: </a:t>
            </a:r>
            <a:r>
              <a:rPr lang="en-US" altLang="zh-TW" sz="2000" dirty="0">
                <a:solidFill>
                  <a:srgbClr val="00B050"/>
                </a:solidFill>
              </a:rPr>
              <a:t>F/</a:t>
            </a:r>
            <a:r>
              <a:rPr lang="en-US" altLang="zh-TW" sz="2000" dirty="0" err="1">
                <a:solidFill>
                  <a:srgbClr val="00B050"/>
                </a:solidFill>
              </a:rPr>
              <a:t>d</a:t>
            </a:r>
            <a:r>
              <a:rPr lang="en-US" altLang="zh-TW" sz="2000" baseline="-25000" dirty="0" err="1">
                <a:solidFill>
                  <a:srgbClr val="00B050"/>
                </a:solidFill>
              </a:rPr>
              <a:t>min</a:t>
            </a:r>
            <a:r>
              <a:rPr lang="en-US" altLang="zh-TW" sz="2000" i="1" dirty="0">
                <a:solidFill>
                  <a:srgbClr val="00B050"/>
                </a:solidFill>
              </a:rPr>
              <a:t> </a:t>
            </a:r>
            <a:endParaRPr lang="en-US" altLang="zh-TW" sz="2000" dirty="0">
              <a:solidFill>
                <a:srgbClr val="00B050"/>
              </a:solidFill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D4107D49-FB67-AFC5-D43C-AFE8CFED9D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1429" y="1648622"/>
            <a:ext cx="3343421" cy="239993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6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6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66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6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67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67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67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67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67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6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5813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714" name="Rectangle 7">
            <a:extLst>
              <a:ext uri="{FF2B5EF4-FFF2-40B4-BE49-F238E27FC236}">
                <a16:creationId xmlns:a16="http://schemas.microsoft.com/office/drawing/2014/main" id="{D9B72E96-433A-47BF-8885-A48D90592E5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243715" name="Rectangle 8">
            <a:extLst>
              <a:ext uri="{FF2B5EF4-FFF2-40B4-BE49-F238E27FC236}">
                <a16:creationId xmlns:a16="http://schemas.microsoft.com/office/drawing/2014/main" id="{F788153C-A87D-46E1-B9D1-733BA38A8B9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2-</a:t>
            </a:r>
            <a:fld id="{EA1EE5CA-EA4F-4317-964D-A54AE1910A4F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74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243716" name="Rectangle 2">
            <a:extLst>
              <a:ext uri="{FF2B5EF4-FFF2-40B4-BE49-F238E27FC236}">
                <a16:creationId xmlns:a16="http://schemas.microsoft.com/office/drawing/2014/main" id="{D0DD8E1A-E3FD-4C52-BD7E-0659199740C7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298450" y="61913"/>
            <a:ext cx="8520113" cy="1143000"/>
          </a:xfrm>
        </p:spPr>
        <p:txBody>
          <a:bodyPr/>
          <a:lstStyle/>
          <a:p>
            <a:r>
              <a:rPr lang="en-US" altLang="zh-TW" sz="3600">
                <a:ea typeface="ＭＳ Ｐゴシック" panose="020B0600070205080204" pitchFamily="34" charset="-128"/>
              </a:rPr>
              <a:t>File distribution time: </a:t>
            </a:r>
            <a:r>
              <a:rPr lang="en-US" altLang="zh-TW" sz="3600">
                <a:solidFill>
                  <a:srgbClr val="FF0000"/>
                </a:solidFill>
                <a:ea typeface="ＭＳ Ｐゴシック" panose="020B0600070205080204" pitchFamily="34" charset="-128"/>
              </a:rPr>
              <a:t>P2P</a:t>
            </a:r>
          </a:p>
        </p:txBody>
      </p:sp>
      <p:sp>
        <p:nvSpPr>
          <p:cNvPr id="243717" name="Rectangle 47">
            <a:extLst>
              <a:ext uri="{FF2B5EF4-FFF2-40B4-BE49-F238E27FC236}">
                <a16:creationId xmlns:a16="http://schemas.microsoft.com/office/drawing/2014/main" id="{28A2D21B-9463-4FB3-B7C7-A79C86CEC733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322263" y="1252538"/>
            <a:ext cx="4100512" cy="2014537"/>
          </a:xfrm>
        </p:spPr>
        <p:txBody>
          <a:bodyPr/>
          <a:lstStyle/>
          <a:p>
            <a:r>
              <a:rPr lang="en-US" altLang="zh-TW" sz="2400" i="1">
                <a:solidFill>
                  <a:srgbClr val="CC0000"/>
                </a:solidFill>
                <a:ea typeface="ＭＳ Ｐゴシック" panose="020B0600070205080204" pitchFamily="34" charset="-128"/>
              </a:rPr>
              <a:t>Server upload: </a:t>
            </a:r>
            <a:r>
              <a:rPr lang="en-US" altLang="zh-TW" sz="2400">
                <a:ea typeface="ＭＳ Ｐゴシック" panose="020B0600070205080204" pitchFamily="34" charset="-128"/>
              </a:rPr>
              <a:t>must</a:t>
            </a:r>
            <a:r>
              <a:rPr lang="en-US" altLang="zh-TW" sz="2400" i="1">
                <a:solidFill>
                  <a:srgbClr val="CC0000"/>
                </a:solidFill>
                <a:ea typeface="ＭＳ Ｐゴシック" panose="020B0600070205080204" pitchFamily="34" charset="-128"/>
              </a:rPr>
              <a:t> </a:t>
            </a:r>
            <a:r>
              <a:rPr lang="en-US" altLang="zh-TW" sz="2400">
                <a:ea typeface="ＭＳ Ｐゴシック" panose="020B0600070205080204" pitchFamily="34" charset="-128"/>
              </a:rPr>
              <a:t>upload at least one</a:t>
            </a:r>
            <a:r>
              <a:rPr lang="en-US" altLang="zh-TW" sz="2400" i="1">
                <a:ea typeface="ＭＳ Ｐゴシック" panose="020B0600070205080204" pitchFamily="34" charset="-128"/>
              </a:rPr>
              <a:t> </a:t>
            </a:r>
            <a:r>
              <a:rPr lang="en-US" altLang="zh-TW" sz="2400">
                <a:ea typeface="ＭＳ Ｐゴシック" panose="020B0600070205080204" pitchFamily="34" charset="-128"/>
              </a:rPr>
              <a:t>copy</a:t>
            </a:r>
            <a:endParaRPr lang="en-US" altLang="zh-TW" sz="2600">
              <a:ea typeface="ＭＳ Ｐゴシック" panose="020B0600070205080204" pitchFamily="34" charset="-128"/>
            </a:endParaRPr>
          </a:p>
          <a:p>
            <a:pPr lvl="1">
              <a:lnSpc>
                <a:spcPct val="100000"/>
              </a:lnSpc>
              <a:buSzPct val="85000"/>
            </a:pPr>
            <a:r>
              <a:rPr lang="en-US" altLang="zh-TW" sz="2000">
                <a:ea typeface="ＭＳ Ｐゴシック" panose="020B0600070205080204" pitchFamily="34" charset="-128"/>
              </a:rPr>
              <a:t>time to send one copy: </a:t>
            </a:r>
            <a:r>
              <a:rPr lang="en-US" altLang="zh-TW" sz="2000" i="1">
                <a:ea typeface="ＭＳ Ｐゴシック" panose="020B0600070205080204" pitchFamily="34" charset="-128"/>
              </a:rPr>
              <a:t>F/u</a:t>
            </a:r>
            <a:r>
              <a:rPr lang="en-US" altLang="zh-TW" sz="2000" i="1" baseline="-25000">
                <a:ea typeface="ＭＳ Ｐゴシック" panose="020B0600070205080204" pitchFamily="34" charset="-128"/>
              </a:rPr>
              <a:t>s </a:t>
            </a:r>
            <a:endParaRPr lang="en-US" altLang="zh-TW" sz="2000">
              <a:ea typeface="ＭＳ Ｐゴシック" panose="020B0600070205080204" pitchFamily="34" charset="-128"/>
            </a:endParaRPr>
          </a:p>
        </p:txBody>
      </p:sp>
      <p:sp>
        <p:nvSpPr>
          <p:cNvPr id="243718" name="Text Box 51">
            <a:extLst>
              <a:ext uri="{FF2B5EF4-FFF2-40B4-BE49-F238E27FC236}">
                <a16:creationId xmlns:a16="http://schemas.microsoft.com/office/drawing/2014/main" id="{40730F60-2D04-4F16-AE96-00AAD1A2CB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1788" y="4464050"/>
            <a:ext cx="2409825" cy="1006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lnSpc>
                <a:spcPct val="8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zh-TW" sz="2000" i="1" dirty="0">
                <a:latin typeface="Arial" panose="020B0604020202020204" pitchFamily="34" charset="0"/>
              </a:rPr>
              <a:t>time to  distribute F </a:t>
            </a:r>
          </a:p>
          <a:p>
            <a:pPr algn="r">
              <a:lnSpc>
                <a:spcPct val="8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zh-TW" sz="2000" i="1" dirty="0">
                <a:latin typeface="Arial" panose="020B0604020202020204" pitchFamily="34" charset="0"/>
              </a:rPr>
              <a:t>to N clients using </a:t>
            </a:r>
          </a:p>
          <a:p>
            <a:pPr algn="r">
              <a:lnSpc>
                <a:spcPct val="8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zh-TW" sz="2000" i="1" dirty="0">
                <a:latin typeface="Arial" panose="020B0604020202020204" pitchFamily="34" charset="0"/>
              </a:rPr>
              <a:t>P2P approach</a:t>
            </a:r>
            <a:r>
              <a:rPr lang="en-US" altLang="zh-TW" sz="2400" dirty="0">
                <a:latin typeface="Comic Sans MS" panose="030F0702030302020204" pitchFamily="66" charset="0"/>
              </a:rPr>
              <a:t> </a:t>
            </a:r>
            <a:endParaRPr lang="en-US" altLang="zh-TW" dirty="0">
              <a:latin typeface="Comic Sans MS" panose="030F0702030302020204" pitchFamily="66" charset="0"/>
            </a:endParaRPr>
          </a:p>
        </p:txBody>
      </p:sp>
      <p:sp>
        <p:nvSpPr>
          <p:cNvPr id="243719" name="Rectangle 55">
            <a:extLst>
              <a:ext uri="{FF2B5EF4-FFF2-40B4-BE49-F238E27FC236}">
                <a16:creationId xmlns:a16="http://schemas.microsoft.com/office/drawing/2014/main" id="{A1DB893B-E0B3-469E-B1AA-54A836CEB4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488" y="4371975"/>
            <a:ext cx="8726487" cy="1235075"/>
          </a:xfrm>
          <a:prstGeom prst="rect">
            <a:avLst/>
          </a:prstGeom>
          <a:noFill/>
          <a:ln w="19050">
            <a:solidFill>
              <a:srgbClr val="CC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endParaRPr lang="zh-TW" altLang="zh-TW" sz="2400">
              <a:latin typeface="Comic Sans MS" panose="030F0702030302020204" pitchFamily="66" charset="0"/>
            </a:endParaRPr>
          </a:p>
        </p:txBody>
      </p:sp>
      <p:pic>
        <p:nvPicPr>
          <p:cNvPr id="243720" name="Picture 8" descr="underline_base">
            <a:extLst>
              <a:ext uri="{FF2B5EF4-FFF2-40B4-BE49-F238E27FC236}">
                <a16:creationId xmlns:a16="http://schemas.microsoft.com/office/drawing/2014/main" id="{20A0E7C5-6A10-4AE4-A44F-6D2F5D93DD7D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8775" y="857250"/>
            <a:ext cx="4938713" cy="168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3721" name="Freeform 4">
            <a:extLst>
              <a:ext uri="{FF2B5EF4-FFF2-40B4-BE49-F238E27FC236}">
                <a16:creationId xmlns:a16="http://schemas.microsoft.com/office/drawing/2014/main" id="{D3FCEB17-9EC7-4FB5-899F-0D02B052ECA5}"/>
              </a:ext>
            </a:extLst>
          </p:cNvPr>
          <p:cNvSpPr>
            <a:spLocks/>
          </p:cNvSpPr>
          <p:nvPr/>
        </p:nvSpPr>
        <p:spPr bwMode="auto">
          <a:xfrm>
            <a:off x="5600700" y="2111375"/>
            <a:ext cx="2136775" cy="1209675"/>
          </a:xfrm>
          <a:custGeom>
            <a:avLst/>
            <a:gdLst>
              <a:gd name="T0" fmla="*/ 2147483646 w 1292"/>
              <a:gd name="T1" fmla="*/ 2147483646 h 1255"/>
              <a:gd name="T2" fmla="*/ 2147483646 w 1292"/>
              <a:gd name="T3" fmla="*/ 2147483646 h 1255"/>
              <a:gd name="T4" fmla="*/ 2147483646 w 1292"/>
              <a:gd name="T5" fmla="*/ 2147483646 h 1255"/>
              <a:gd name="T6" fmla="*/ 2147483646 w 1292"/>
              <a:gd name="T7" fmla="*/ 2147483646 h 1255"/>
              <a:gd name="T8" fmla="*/ 2147483646 w 1292"/>
              <a:gd name="T9" fmla="*/ 2147483646 h 1255"/>
              <a:gd name="T10" fmla="*/ 2147483646 w 1292"/>
              <a:gd name="T11" fmla="*/ 2147483646 h 1255"/>
              <a:gd name="T12" fmla="*/ 2147483646 w 1292"/>
              <a:gd name="T13" fmla="*/ 2147483646 h 1255"/>
              <a:gd name="T14" fmla="*/ 2147483646 w 1292"/>
              <a:gd name="T15" fmla="*/ 2147483646 h 1255"/>
              <a:gd name="T16" fmla="*/ 2147483646 w 1292"/>
              <a:gd name="T17" fmla="*/ 2147483646 h 1255"/>
              <a:gd name="T18" fmla="*/ 2147483646 w 1292"/>
              <a:gd name="T19" fmla="*/ 2147483646 h 1255"/>
              <a:gd name="T20" fmla="*/ 2147483646 w 1292"/>
              <a:gd name="T21" fmla="*/ 2147483646 h 1255"/>
              <a:gd name="T22" fmla="*/ 2147483646 w 1292"/>
              <a:gd name="T23" fmla="*/ 2147483646 h 1255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w 1292"/>
              <a:gd name="T37" fmla="*/ 0 h 1255"/>
              <a:gd name="T38" fmla="*/ 1292 w 1292"/>
              <a:gd name="T39" fmla="*/ 1255 h 1255"/>
            </a:gdLst>
            <a:ahLst/>
            <a:cxnLst>
              <a:cxn ang="T24">
                <a:pos x="T0" y="T1"/>
              </a:cxn>
              <a:cxn ang="T25">
                <a:pos x="T2" y="T3"/>
              </a:cxn>
              <a:cxn ang="T26">
                <a:pos x="T4" y="T5"/>
              </a:cxn>
              <a:cxn ang="T27">
                <a:pos x="T6" y="T7"/>
              </a:cxn>
              <a:cxn ang="T28">
                <a:pos x="T8" y="T9"/>
              </a:cxn>
              <a:cxn ang="T29">
                <a:pos x="T10" y="T11"/>
              </a:cxn>
              <a:cxn ang="T30">
                <a:pos x="T12" y="T13"/>
              </a:cxn>
              <a:cxn ang="T31">
                <a:pos x="T14" y="T15"/>
              </a:cxn>
              <a:cxn ang="T32">
                <a:pos x="T16" y="T17"/>
              </a:cxn>
              <a:cxn ang="T33">
                <a:pos x="T18" y="T19"/>
              </a:cxn>
              <a:cxn ang="T34">
                <a:pos x="T20" y="T21"/>
              </a:cxn>
              <a:cxn ang="T35">
                <a:pos x="T22" y="T23"/>
              </a:cxn>
            </a:cxnLst>
            <a:rect l="T36" t="T37" r="T38" b="T39"/>
            <a:pathLst>
              <a:path w="1292" h="1255">
                <a:moveTo>
                  <a:pt x="239" y="7"/>
                </a:moveTo>
                <a:cubicBezTo>
                  <a:pt x="120" y="14"/>
                  <a:pt x="70" y="71"/>
                  <a:pt x="35" y="157"/>
                </a:cubicBezTo>
                <a:cubicBezTo>
                  <a:pt x="0" y="243"/>
                  <a:pt x="26" y="411"/>
                  <a:pt x="29" y="523"/>
                </a:cubicBezTo>
                <a:cubicBezTo>
                  <a:pt x="32" y="635"/>
                  <a:pt x="17" y="771"/>
                  <a:pt x="53" y="829"/>
                </a:cubicBezTo>
                <a:cubicBezTo>
                  <a:pt x="89" y="887"/>
                  <a:pt x="146" y="821"/>
                  <a:pt x="245" y="871"/>
                </a:cubicBezTo>
                <a:cubicBezTo>
                  <a:pt x="344" y="921"/>
                  <a:pt x="522" y="1068"/>
                  <a:pt x="647" y="1129"/>
                </a:cubicBezTo>
                <a:cubicBezTo>
                  <a:pt x="772" y="1190"/>
                  <a:pt x="903" y="1255"/>
                  <a:pt x="995" y="1237"/>
                </a:cubicBezTo>
                <a:cubicBezTo>
                  <a:pt x="1087" y="1219"/>
                  <a:pt x="1153" y="1153"/>
                  <a:pt x="1199" y="1021"/>
                </a:cubicBezTo>
                <a:cubicBezTo>
                  <a:pt x="1245" y="889"/>
                  <a:pt x="1270" y="580"/>
                  <a:pt x="1271" y="445"/>
                </a:cubicBezTo>
                <a:cubicBezTo>
                  <a:pt x="1272" y="310"/>
                  <a:pt x="1292" y="266"/>
                  <a:pt x="1205" y="211"/>
                </a:cubicBezTo>
                <a:cubicBezTo>
                  <a:pt x="1118" y="156"/>
                  <a:pt x="908" y="150"/>
                  <a:pt x="749" y="115"/>
                </a:cubicBezTo>
                <a:cubicBezTo>
                  <a:pt x="590" y="80"/>
                  <a:pt x="358" y="0"/>
                  <a:pt x="239" y="7"/>
                </a:cubicBezTo>
                <a:close/>
              </a:path>
            </a:pathLst>
          </a:custGeom>
          <a:solidFill>
            <a:srgbClr val="00CC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243722" name="Line 14">
            <a:extLst>
              <a:ext uri="{FF2B5EF4-FFF2-40B4-BE49-F238E27FC236}">
                <a16:creationId xmlns:a16="http://schemas.microsoft.com/office/drawing/2014/main" id="{13DB34F5-CECD-4863-B009-85B70E35E970}"/>
              </a:ext>
            </a:extLst>
          </p:cNvPr>
          <p:cNvSpPr>
            <a:spLocks noChangeShapeType="1"/>
          </p:cNvSpPr>
          <p:nvPr/>
        </p:nvSpPr>
        <p:spPr bwMode="auto">
          <a:xfrm>
            <a:off x="5338763" y="2085975"/>
            <a:ext cx="455612" cy="21431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243723" name="Text Box 15">
            <a:extLst>
              <a:ext uri="{FF2B5EF4-FFF2-40B4-BE49-F238E27FC236}">
                <a16:creationId xmlns:a16="http://schemas.microsoft.com/office/drawing/2014/main" id="{D6830F29-683A-4152-AB35-D284A4007AD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64163" y="1763713"/>
            <a:ext cx="366712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i="1">
                <a:latin typeface="Arial" panose="020B0604020202020204" pitchFamily="34" charset="0"/>
              </a:rPr>
              <a:t>u</a:t>
            </a:r>
            <a:r>
              <a:rPr lang="en-US" altLang="zh-TW" sz="1600" i="1" baseline="-25000">
                <a:latin typeface="Arial" panose="020B0604020202020204" pitchFamily="34" charset="0"/>
              </a:rPr>
              <a:t>s</a:t>
            </a:r>
          </a:p>
        </p:txBody>
      </p:sp>
      <p:sp>
        <p:nvSpPr>
          <p:cNvPr id="243724" name="Line 39">
            <a:extLst>
              <a:ext uri="{FF2B5EF4-FFF2-40B4-BE49-F238E27FC236}">
                <a16:creationId xmlns:a16="http://schemas.microsoft.com/office/drawing/2014/main" id="{1E32D92E-9B7D-49EF-B53B-90AD2276E278}"/>
              </a:ext>
            </a:extLst>
          </p:cNvPr>
          <p:cNvSpPr>
            <a:spLocks noChangeShapeType="1"/>
          </p:cNvSpPr>
          <p:nvPr/>
        </p:nvSpPr>
        <p:spPr bwMode="auto">
          <a:xfrm>
            <a:off x="5089525" y="2713038"/>
            <a:ext cx="57467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243725" name="Line 40">
            <a:extLst>
              <a:ext uri="{FF2B5EF4-FFF2-40B4-BE49-F238E27FC236}">
                <a16:creationId xmlns:a16="http://schemas.microsoft.com/office/drawing/2014/main" id="{10164D6A-9B10-436E-9FEE-8F4786CBAD9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119688" y="2814638"/>
            <a:ext cx="56673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243726" name="Text Box 44">
            <a:extLst>
              <a:ext uri="{FF2B5EF4-FFF2-40B4-BE49-F238E27FC236}">
                <a16:creationId xmlns:a16="http://schemas.microsoft.com/office/drawing/2014/main" id="{9E87E8AE-07A1-4531-9B99-E647661420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83313" y="2460625"/>
            <a:ext cx="8953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chemeClr val="bg1"/>
                </a:solidFill>
                <a:latin typeface="Arial" panose="020B0604020202020204" pitchFamily="34" charset="0"/>
              </a:rPr>
              <a:t>network</a:t>
            </a:r>
          </a:p>
        </p:txBody>
      </p:sp>
      <p:sp>
        <p:nvSpPr>
          <p:cNvPr id="243727" name="AutoShape 327">
            <a:extLst>
              <a:ext uri="{FF2B5EF4-FFF2-40B4-BE49-F238E27FC236}">
                <a16:creationId xmlns:a16="http://schemas.microsoft.com/office/drawing/2014/main" id="{3BA824AB-BE4C-4D2C-9713-4BCAC1F560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40275" y="1562100"/>
            <a:ext cx="334963" cy="401638"/>
          </a:xfrm>
          <a:prstGeom prst="can">
            <a:avLst>
              <a:gd name="adj" fmla="val 24242"/>
            </a:avLst>
          </a:prstGeom>
          <a:gradFill rotWithShape="1">
            <a:gsLst>
              <a:gs pos="0">
                <a:srgbClr val="000099"/>
              </a:gs>
              <a:gs pos="100000">
                <a:srgbClr val="FFFFFF"/>
              </a:gs>
            </a:gsLst>
            <a:lin ang="0" scaled="1"/>
          </a:gra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8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3728" name="Line 22">
            <a:extLst>
              <a:ext uri="{FF2B5EF4-FFF2-40B4-BE49-F238E27FC236}">
                <a16:creationId xmlns:a16="http://schemas.microsoft.com/office/drawing/2014/main" id="{055ADC1D-656C-4444-9B31-686BA4FCE0D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000875" y="1819275"/>
            <a:ext cx="180975" cy="530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243729" name="Line 23">
            <a:extLst>
              <a:ext uri="{FF2B5EF4-FFF2-40B4-BE49-F238E27FC236}">
                <a16:creationId xmlns:a16="http://schemas.microsoft.com/office/drawing/2014/main" id="{6ADD6536-6E68-44E9-B929-301E65E3093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078663" y="1825625"/>
            <a:ext cx="187325" cy="5349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243730" name="Line 22">
            <a:extLst>
              <a:ext uri="{FF2B5EF4-FFF2-40B4-BE49-F238E27FC236}">
                <a16:creationId xmlns:a16="http://schemas.microsoft.com/office/drawing/2014/main" id="{47151DCB-01FC-4249-916A-65F78BEE7CD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416675" y="1736725"/>
            <a:ext cx="179388" cy="530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243731" name="Line 23">
            <a:extLst>
              <a:ext uri="{FF2B5EF4-FFF2-40B4-BE49-F238E27FC236}">
                <a16:creationId xmlns:a16="http://schemas.microsoft.com/office/drawing/2014/main" id="{72A7533B-5184-48D4-837E-E5F98B42D22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492875" y="1743075"/>
            <a:ext cx="185738" cy="5349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243732" name="Line 26">
            <a:extLst>
              <a:ext uri="{FF2B5EF4-FFF2-40B4-BE49-F238E27FC236}">
                <a16:creationId xmlns:a16="http://schemas.microsoft.com/office/drawing/2014/main" id="{FF23A32E-DFF3-4E1B-81F7-BB7D9ADCD873}"/>
              </a:ext>
            </a:extLst>
          </p:cNvPr>
          <p:cNvSpPr>
            <a:spLocks noChangeShapeType="1"/>
          </p:cNvSpPr>
          <p:nvPr/>
        </p:nvSpPr>
        <p:spPr bwMode="auto">
          <a:xfrm>
            <a:off x="7723188" y="2579688"/>
            <a:ext cx="658812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243733" name="Line 27">
            <a:extLst>
              <a:ext uri="{FF2B5EF4-FFF2-40B4-BE49-F238E27FC236}">
                <a16:creationId xmlns:a16="http://schemas.microsoft.com/office/drawing/2014/main" id="{63907650-4B63-4317-A3F4-136B4880657C}"/>
              </a:ext>
            </a:extLst>
          </p:cNvPr>
          <p:cNvSpPr>
            <a:spLocks noChangeShapeType="1"/>
          </p:cNvSpPr>
          <p:nvPr/>
        </p:nvSpPr>
        <p:spPr bwMode="auto">
          <a:xfrm>
            <a:off x="7726363" y="2682875"/>
            <a:ext cx="6604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243734" name="Text Box 41">
            <a:extLst>
              <a:ext uri="{FF2B5EF4-FFF2-40B4-BE49-F238E27FC236}">
                <a16:creationId xmlns:a16="http://schemas.microsoft.com/office/drawing/2014/main" id="{9E3EBBD7-02DD-41FE-857A-6F435B62A45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13675" y="2146300"/>
            <a:ext cx="4508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i="1">
                <a:latin typeface="Arial" panose="020B0604020202020204" pitchFamily="34" charset="0"/>
              </a:rPr>
              <a:t>d</a:t>
            </a:r>
            <a:r>
              <a:rPr lang="en-US" altLang="zh-TW" sz="1600" i="1" baseline="-25000">
                <a:latin typeface="Arial" panose="020B0604020202020204" pitchFamily="34" charset="0"/>
              </a:rPr>
              <a:t>i</a:t>
            </a:r>
          </a:p>
        </p:txBody>
      </p:sp>
      <p:sp>
        <p:nvSpPr>
          <p:cNvPr id="243735" name="Text Box 41">
            <a:extLst>
              <a:ext uri="{FF2B5EF4-FFF2-40B4-BE49-F238E27FC236}">
                <a16:creationId xmlns:a16="http://schemas.microsoft.com/office/drawing/2014/main" id="{A62FD569-F45B-4A17-81B7-DEF69E0CDC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29550" y="2663825"/>
            <a:ext cx="506413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i="1" dirty="0" err="1">
                <a:solidFill>
                  <a:srgbClr val="FF0000"/>
                </a:solidFill>
                <a:latin typeface="Arial" panose="020B0604020202020204" pitchFamily="34" charset="0"/>
              </a:rPr>
              <a:t>u</a:t>
            </a:r>
            <a:r>
              <a:rPr lang="en-US" altLang="zh-TW" sz="1600" i="1" baseline="-25000" dirty="0" err="1">
                <a:solidFill>
                  <a:srgbClr val="FF0000"/>
                </a:solidFill>
                <a:latin typeface="Arial" panose="020B0604020202020204" pitchFamily="34" charset="0"/>
              </a:rPr>
              <a:t>i</a:t>
            </a:r>
            <a:endParaRPr lang="en-US" altLang="zh-TW" sz="1600" i="1" baseline="-25000" dirty="0">
              <a:solidFill>
                <a:srgbClr val="FF0000"/>
              </a:solidFill>
              <a:latin typeface="Arial" panose="020B0604020202020204" pitchFamily="34" charset="0"/>
            </a:endParaRPr>
          </a:p>
        </p:txBody>
      </p:sp>
      <p:sp>
        <p:nvSpPr>
          <p:cNvPr id="243736" name="Text Box 47">
            <a:extLst>
              <a:ext uri="{FF2B5EF4-FFF2-40B4-BE49-F238E27FC236}">
                <a16:creationId xmlns:a16="http://schemas.microsoft.com/office/drawing/2014/main" id="{7209E10D-61B7-4252-8BB9-93BA1F80904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98975" y="1616075"/>
            <a:ext cx="790575" cy="303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 i="1">
                <a:latin typeface="Arial" panose="020B0604020202020204" pitchFamily="34" charset="0"/>
              </a:rPr>
              <a:t>F</a:t>
            </a:r>
            <a:endParaRPr lang="en-US" altLang="zh-TW" sz="1400" i="1" baseline="-25000">
              <a:latin typeface="Arial" panose="020B0604020202020204" pitchFamily="34" charset="0"/>
            </a:endParaRPr>
          </a:p>
        </p:txBody>
      </p:sp>
      <p:sp>
        <p:nvSpPr>
          <p:cNvPr id="243737" name="Text Box 31">
            <a:extLst>
              <a:ext uri="{FF2B5EF4-FFF2-40B4-BE49-F238E27FC236}">
                <a16:creationId xmlns:a16="http://schemas.microsoft.com/office/drawing/2014/main" id="{9635EF8E-3BB5-4286-B30E-38F89CC2ED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98750" y="4657725"/>
            <a:ext cx="6134100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zh-TW" i="1" dirty="0">
                <a:latin typeface="Arial" panose="020B0604020202020204" pitchFamily="34" charset="0"/>
              </a:rPr>
              <a:t> D</a:t>
            </a:r>
            <a:r>
              <a:rPr lang="en-US" altLang="zh-TW" i="1" baseline="-25000" dirty="0">
                <a:latin typeface="Arial" panose="020B0604020202020204" pitchFamily="34" charset="0"/>
              </a:rPr>
              <a:t>P2P</a:t>
            </a:r>
            <a:r>
              <a:rPr lang="en-US" altLang="zh-TW" i="1" dirty="0">
                <a:latin typeface="Arial" panose="020B0604020202020204" pitchFamily="34" charset="0"/>
              </a:rPr>
              <a:t> ≥ max{F/</a:t>
            </a:r>
            <a:r>
              <a:rPr lang="en-US" altLang="zh-TW" i="1" dirty="0" err="1">
                <a:latin typeface="Arial" panose="020B0604020202020204" pitchFamily="34" charset="0"/>
              </a:rPr>
              <a:t>u</a:t>
            </a:r>
            <a:r>
              <a:rPr lang="en-US" altLang="zh-TW" i="1" baseline="-25000" dirty="0" err="1">
                <a:latin typeface="Arial" panose="020B0604020202020204" pitchFamily="34" charset="0"/>
              </a:rPr>
              <a:t>s,</a:t>
            </a:r>
            <a:r>
              <a:rPr lang="en-US" altLang="zh-TW" i="1" dirty="0" err="1">
                <a:latin typeface="Arial" panose="020B0604020202020204" pitchFamily="34" charset="0"/>
              </a:rPr>
              <a:t>,F</a:t>
            </a:r>
            <a:r>
              <a:rPr lang="en-US" altLang="zh-TW" i="1" dirty="0">
                <a:latin typeface="Arial" panose="020B0604020202020204" pitchFamily="34" charset="0"/>
              </a:rPr>
              <a:t>/</a:t>
            </a:r>
            <a:r>
              <a:rPr lang="en-US" altLang="zh-TW" i="1" dirty="0" err="1">
                <a:latin typeface="Arial" panose="020B0604020202020204" pitchFamily="34" charset="0"/>
              </a:rPr>
              <a:t>d</a:t>
            </a:r>
            <a:r>
              <a:rPr lang="en-US" altLang="zh-TW" i="1" baseline="-25000" dirty="0" err="1">
                <a:latin typeface="Arial" panose="020B0604020202020204" pitchFamily="34" charset="0"/>
              </a:rPr>
              <a:t>min</a:t>
            </a:r>
            <a:r>
              <a:rPr lang="en-US" altLang="zh-TW" i="1" baseline="-25000" dirty="0">
                <a:latin typeface="Arial" panose="020B0604020202020204" pitchFamily="34" charset="0"/>
              </a:rPr>
              <a:t>,</a:t>
            </a:r>
            <a:r>
              <a:rPr lang="en-US" altLang="zh-TW" i="1" dirty="0">
                <a:latin typeface="Arial" panose="020B0604020202020204" pitchFamily="34" charset="0"/>
              </a:rPr>
              <a:t>,NF/(</a:t>
            </a:r>
            <a:r>
              <a:rPr lang="en-US" altLang="zh-TW" sz="2400" dirty="0">
                <a:latin typeface="Arial" panose="020B0604020202020204" pitchFamily="34" charset="0"/>
              </a:rPr>
              <a:t>u</a:t>
            </a:r>
            <a:r>
              <a:rPr lang="en-US" altLang="zh-TW" sz="2400" baseline="-25000" dirty="0">
                <a:latin typeface="Arial" panose="020B0604020202020204" pitchFamily="34" charset="0"/>
              </a:rPr>
              <a:t>s</a:t>
            </a:r>
            <a:r>
              <a:rPr lang="en-US" altLang="zh-TW" sz="2400" dirty="0">
                <a:latin typeface="Arial" panose="020B0604020202020204" pitchFamily="34" charset="0"/>
              </a:rPr>
              <a:t> + </a:t>
            </a:r>
            <a:r>
              <a:rPr lang="en-US" altLang="zh-TW" dirty="0">
                <a:latin typeface="Symbol" panose="05050102010706020507" pitchFamily="18" charset="2"/>
              </a:rPr>
              <a:t>S</a:t>
            </a:r>
            <a:r>
              <a:rPr lang="en-US" altLang="zh-TW" sz="2400" dirty="0">
                <a:latin typeface="Arial" panose="020B0604020202020204" pitchFamily="34" charset="0"/>
              </a:rPr>
              <a:t>u</a:t>
            </a:r>
            <a:r>
              <a:rPr lang="en-US" altLang="zh-TW" sz="2400" baseline="-25000" dirty="0">
                <a:latin typeface="Arial" panose="020B0604020202020204" pitchFamily="34" charset="0"/>
              </a:rPr>
              <a:t>i</a:t>
            </a:r>
            <a:r>
              <a:rPr lang="en-US" altLang="zh-TW" dirty="0">
                <a:latin typeface="Arial" panose="020B0604020202020204" pitchFamily="34" charset="0"/>
              </a:rPr>
              <a:t>)</a:t>
            </a:r>
            <a:r>
              <a:rPr lang="en-US" altLang="zh-TW" i="1" dirty="0">
                <a:latin typeface="Arial" panose="020B0604020202020204" pitchFamily="34" charset="0"/>
              </a:rPr>
              <a:t>}</a:t>
            </a:r>
            <a:r>
              <a:rPr lang="en-US" altLang="zh-TW" i="1" dirty="0">
                <a:solidFill>
                  <a:srgbClr val="CC0000"/>
                </a:solidFill>
                <a:latin typeface="Arial" panose="020B0604020202020204" pitchFamily="34" charset="0"/>
              </a:rPr>
              <a:t> </a:t>
            </a:r>
          </a:p>
        </p:txBody>
      </p:sp>
      <p:sp>
        <p:nvSpPr>
          <p:cNvPr id="243738" name="Rectangle 47">
            <a:extLst>
              <a:ext uri="{FF2B5EF4-FFF2-40B4-BE49-F238E27FC236}">
                <a16:creationId xmlns:a16="http://schemas.microsoft.com/office/drawing/2014/main" id="{404E5DC2-1908-4885-8216-B76997605D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3375" y="2309813"/>
            <a:ext cx="4316413" cy="1252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r>
              <a:rPr lang="en-US" altLang="zh-TW" sz="2400" i="1" dirty="0">
                <a:solidFill>
                  <a:srgbClr val="CC0000"/>
                </a:solidFill>
              </a:rPr>
              <a:t>Client download: </a:t>
            </a:r>
            <a:r>
              <a:rPr lang="en-US" altLang="zh-TW" sz="2400" dirty="0"/>
              <a:t>each client must download file copy</a:t>
            </a:r>
          </a:p>
          <a:p>
            <a:pPr lvl="1"/>
            <a:r>
              <a:rPr lang="en-US" altLang="zh-TW" sz="2000"/>
              <a:t>max </a:t>
            </a:r>
            <a:r>
              <a:rPr lang="en-US" altLang="zh-TW" sz="2000" dirty="0"/>
              <a:t>client download time: F/</a:t>
            </a:r>
            <a:r>
              <a:rPr lang="en-US" altLang="zh-TW" sz="2000" dirty="0" err="1"/>
              <a:t>d</a:t>
            </a:r>
            <a:r>
              <a:rPr lang="en-US" altLang="zh-TW" sz="2000" baseline="-25000" dirty="0" err="1"/>
              <a:t>min</a:t>
            </a:r>
            <a:r>
              <a:rPr lang="en-US" altLang="zh-TW" sz="2000" i="1" dirty="0">
                <a:solidFill>
                  <a:srgbClr val="CC0000"/>
                </a:solidFill>
              </a:rPr>
              <a:t> </a:t>
            </a:r>
            <a:endParaRPr lang="en-US" altLang="zh-TW" sz="2000" dirty="0"/>
          </a:p>
        </p:txBody>
      </p:sp>
      <p:sp>
        <p:nvSpPr>
          <p:cNvPr id="243740" name="Rectangle 47">
            <a:extLst>
              <a:ext uri="{FF2B5EF4-FFF2-40B4-BE49-F238E27FC236}">
                <a16:creationId xmlns:a16="http://schemas.microsoft.com/office/drawing/2014/main" id="{9E183073-8D8B-4E36-8543-D984B28AAD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7975" y="3343275"/>
            <a:ext cx="6992938" cy="1252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r>
              <a:rPr lang="en-US" altLang="zh-TW" sz="2400" i="1" dirty="0">
                <a:solidFill>
                  <a:srgbClr val="CC0000"/>
                </a:solidFill>
              </a:rPr>
              <a:t>Client</a:t>
            </a:r>
            <a:r>
              <a:rPr lang="en-US" altLang="zh-TW" sz="2400" i="1" u="sng" dirty="0">
                <a:solidFill>
                  <a:srgbClr val="CC0000"/>
                </a:solidFill>
              </a:rPr>
              <a:t>s</a:t>
            </a:r>
            <a:r>
              <a:rPr lang="en-US" altLang="zh-TW" sz="2400" i="1" dirty="0">
                <a:solidFill>
                  <a:srgbClr val="CC0000"/>
                </a:solidFill>
              </a:rPr>
              <a:t> upload: </a:t>
            </a:r>
            <a:r>
              <a:rPr lang="en-US" altLang="zh-TW" sz="2400" dirty="0"/>
              <a:t>as aggregate must upload </a:t>
            </a:r>
            <a:r>
              <a:rPr lang="en-US" altLang="zh-TW" sz="2400" i="1" dirty="0"/>
              <a:t>NF</a:t>
            </a:r>
            <a:r>
              <a:rPr lang="en-US" altLang="zh-TW" sz="2400" dirty="0"/>
              <a:t> bits</a:t>
            </a:r>
          </a:p>
          <a:p>
            <a:pPr lvl="1"/>
            <a:r>
              <a:rPr lang="en-US" altLang="zh-TW" sz="2000" dirty="0"/>
              <a:t>max upload rate is u</a:t>
            </a:r>
            <a:r>
              <a:rPr lang="en-US" altLang="zh-TW" sz="2000" baseline="-25000" dirty="0"/>
              <a:t>s</a:t>
            </a:r>
            <a:r>
              <a:rPr lang="en-US" altLang="zh-TW" sz="2000" dirty="0"/>
              <a:t> + </a:t>
            </a:r>
            <a:r>
              <a:rPr lang="en-US" altLang="zh-TW" dirty="0">
                <a:latin typeface="Symbol" panose="05050102010706020507" pitchFamily="18" charset="2"/>
              </a:rPr>
              <a:t>S</a:t>
            </a:r>
            <a:r>
              <a:rPr lang="en-US" altLang="zh-TW" sz="2000" dirty="0"/>
              <a:t>u</a:t>
            </a:r>
            <a:r>
              <a:rPr lang="en-US" altLang="zh-TW" sz="2000" baseline="-25000" dirty="0"/>
              <a:t>i</a:t>
            </a:r>
          </a:p>
        </p:txBody>
      </p:sp>
      <p:sp>
        <p:nvSpPr>
          <p:cNvPr id="245813" name="Line 53">
            <a:extLst>
              <a:ext uri="{FF2B5EF4-FFF2-40B4-BE49-F238E27FC236}">
                <a16:creationId xmlns:a16="http://schemas.microsoft.com/office/drawing/2014/main" id="{2E5687C6-3AC1-46D9-BA28-D09B170B1D1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650163" y="5137150"/>
            <a:ext cx="573087" cy="949325"/>
          </a:xfrm>
          <a:prstGeom prst="line">
            <a:avLst/>
          </a:prstGeom>
          <a:noFill/>
          <a:ln w="9525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245814" name="Text Box 54">
            <a:extLst>
              <a:ext uri="{FF2B5EF4-FFF2-40B4-BE49-F238E27FC236}">
                <a16:creationId xmlns:a16="http://schemas.microsoft.com/office/drawing/2014/main" id="{C8CF0895-051C-4910-801A-626F3D2F1A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27213" y="6069013"/>
            <a:ext cx="6529387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8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zh-TW" sz="2000">
                <a:latin typeface="Arial" panose="020B0604020202020204" pitchFamily="34" charset="0"/>
              </a:rPr>
              <a:t>… but so does this, as each peer brings service capacity</a:t>
            </a:r>
          </a:p>
        </p:txBody>
      </p:sp>
      <p:sp>
        <p:nvSpPr>
          <p:cNvPr id="2" name="Line 53">
            <a:extLst>
              <a:ext uri="{FF2B5EF4-FFF2-40B4-BE49-F238E27FC236}">
                <a16:creationId xmlns:a16="http://schemas.microsoft.com/office/drawing/2014/main" id="{70AE0901-5169-40CE-A9E0-D6852CF66A1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365875" y="5092700"/>
            <a:ext cx="430213" cy="692150"/>
          </a:xfrm>
          <a:prstGeom prst="line">
            <a:avLst/>
          </a:prstGeom>
          <a:noFill/>
          <a:ln w="9525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" name="Text Box 54">
            <a:extLst>
              <a:ext uri="{FF2B5EF4-FFF2-40B4-BE49-F238E27FC236}">
                <a16:creationId xmlns:a16="http://schemas.microsoft.com/office/drawing/2014/main" id="{F813348E-8CA1-4C59-B14B-C1B27D8D9F4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1763" y="5756275"/>
            <a:ext cx="299402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8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zh-TW" sz="2000">
                <a:latin typeface="Arial" panose="020B0604020202020204" pitchFamily="34" charset="0"/>
              </a:rPr>
              <a:t>increases linearly in </a:t>
            </a:r>
            <a:r>
              <a:rPr lang="en-US" altLang="zh-TW" sz="2000" i="1">
                <a:latin typeface="Arial" panose="020B0604020202020204" pitchFamily="34" charset="0"/>
              </a:rPr>
              <a:t>N</a:t>
            </a:r>
            <a:r>
              <a:rPr lang="en-US" altLang="zh-TW" sz="2000">
                <a:latin typeface="Arial" panose="020B0604020202020204" pitchFamily="34" charset="0"/>
              </a:rPr>
              <a:t> …</a:t>
            </a:r>
          </a:p>
        </p:txBody>
      </p:sp>
      <p:grpSp>
        <p:nvGrpSpPr>
          <p:cNvPr id="243745" name="Group 41">
            <a:extLst>
              <a:ext uri="{FF2B5EF4-FFF2-40B4-BE49-F238E27FC236}">
                <a16:creationId xmlns:a16="http://schemas.microsoft.com/office/drawing/2014/main" id="{36C9F9F6-86EC-49BA-B894-EA08FBF58DAF}"/>
              </a:ext>
            </a:extLst>
          </p:cNvPr>
          <p:cNvGrpSpPr>
            <a:grpSpLocks/>
          </p:cNvGrpSpPr>
          <p:nvPr/>
        </p:nvGrpSpPr>
        <p:grpSpPr bwMode="auto">
          <a:xfrm>
            <a:off x="5114925" y="1690688"/>
            <a:ext cx="292100" cy="517525"/>
            <a:chOff x="4140" y="429"/>
            <a:chExt cx="1425" cy="2396"/>
          </a:xfrm>
        </p:grpSpPr>
        <p:sp>
          <p:nvSpPr>
            <p:cNvPr id="243758" name="Freeform 42">
              <a:extLst>
                <a:ext uri="{FF2B5EF4-FFF2-40B4-BE49-F238E27FC236}">
                  <a16:creationId xmlns:a16="http://schemas.microsoft.com/office/drawing/2014/main" id="{1943088C-15D6-4247-8F1C-585F5086582D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2 w 354"/>
                <a:gd name="T3" fmla="*/ 3 h 2742"/>
                <a:gd name="T4" fmla="*/ 2 w 354"/>
                <a:gd name="T5" fmla="*/ 3 h 2742"/>
                <a:gd name="T6" fmla="*/ 0 w 354"/>
                <a:gd name="T7" fmla="*/ 3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43759" name="Rectangle 43">
              <a:extLst>
                <a:ext uri="{FF2B5EF4-FFF2-40B4-BE49-F238E27FC236}">
                  <a16:creationId xmlns:a16="http://schemas.microsoft.com/office/drawing/2014/main" id="{8AA2EF28-51F2-4D2E-8D07-EA9EA3B8F8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6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43760" name="Freeform 44">
              <a:extLst>
                <a:ext uri="{FF2B5EF4-FFF2-40B4-BE49-F238E27FC236}">
                  <a16:creationId xmlns:a16="http://schemas.microsoft.com/office/drawing/2014/main" id="{444488E3-9A1C-49ED-8654-3A74CD2BD6B5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2 w 211"/>
                <a:gd name="T3" fmla="*/ 3 h 2537"/>
                <a:gd name="T4" fmla="*/ 2 w 211"/>
                <a:gd name="T5" fmla="*/ 3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43761" name="Freeform 45">
              <a:extLst>
                <a:ext uri="{FF2B5EF4-FFF2-40B4-BE49-F238E27FC236}">
                  <a16:creationId xmlns:a16="http://schemas.microsoft.com/office/drawing/2014/main" id="{03F86036-2900-4025-8D2E-1F0BD984648A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3 h 226"/>
                <a:gd name="T4" fmla="*/ 2 w 328"/>
                <a:gd name="T5" fmla="*/ 3 h 226"/>
                <a:gd name="T6" fmla="*/ 0 w 328"/>
                <a:gd name="T7" fmla="*/ 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43762" name="Rectangle 46">
              <a:extLst>
                <a:ext uri="{FF2B5EF4-FFF2-40B4-BE49-F238E27FC236}">
                  <a16:creationId xmlns:a16="http://schemas.microsoft.com/office/drawing/2014/main" id="{E62F5219-0120-4BDF-A8CE-3F335AA7BC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4"/>
              <a:ext cx="596" cy="44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243763" name="Group 47">
              <a:extLst>
                <a:ext uri="{FF2B5EF4-FFF2-40B4-BE49-F238E27FC236}">
                  <a16:creationId xmlns:a16="http://schemas.microsoft.com/office/drawing/2014/main" id="{9734C1A2-1002-42E5-A9B3-61FBC7887A2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43788" name="AutoShape 48">
                <a:extLst>
                  <a:ext uri="{FF2B5EF4-FFF2-40B4-BE49-F238E27FC236}">
                    <a16:creationId xmlns:a16="http://schemas.microsoft.com/office/drawing/2014/main" id="{14569E6F-455C-4A00-BDEA-166C56590EB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71"/>
                <a:ext cx="725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43789" name="AutoShape 49">
                <a:extLst>
                  <a:ext uri="{FF2B5EF4-FFF2-40B4-BE49-F238E27FC236}">
                    <a16:creationId xmlns:a16="http://schemas.microsoft.com/office/drawing/2014/main" id="{D305D002-7DEF-4F01-85EE-8A860FC6866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7" y="2585"/>
                <a:ext cx="686" cy="106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43764" name="Rectangle 50">
              <a:extLst>
                <a:ext uri="{FF2B5EF4-FFF2-40B4-BE49-F238E27FC236}">
                  <a16:creationId xmlns:a16="http://schemas.microsoft.com/office/drawing/2014/main" id="{26B39F13-8B1A-48B0-B3A0-AE0ED6A031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5" y="1017"/>
              <a:ext cx="596" cy="51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243765" name="Group 51">
              <a:extLst>
                <a:ext uri="{FF2B5EF4-FFF2-40B4-BE49-F238E27FC236}">
                  <a16:creationId xmlns:a16="http://schemas.microsoft.com/office/drawing/2014/main" id="{8F4F9358-E48F-4AB1-AD3E-F9D97B3B845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43786" name="AutoShape 52">
                <a:extLst>
                  <a:ext uri="{FF2B5EF4-FFF2-40B4-BE49-F238E27FC236}">
                    <a16:creationId xmlns:a16="http://schemas.microsoft.com/office/drawing/2014/main" id="{F6B4A829-89F7-4F07-AE48-3E5F631C71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0" y="2569"/>
                <a:ext cx="725" cy="137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43787" name="AutoShape 53">
                <a:extLst>
                  <a:ext uri="{FF2B5EF4-FFF2-40B4-BE49-F238E27FC236}">
                    <a16:creationId xmlns:a16="http://schemas.microsoft.com/office/drawing/2014/main" id="{8996CB57-C4A3-469C-8562-959D006D52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4"/>
                <a:ext cx="68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43766" name="Rectangle 54">
              <a:extLst>
                <a:ext uri="{FF2B5EF4-FFF2-40B4-BE49-F238E27FC236}">
                  <a16:creationId xmlns:a16="http://schemas.microsoft.com/office/drawing/2014/main" id="{3EA1347A-63D3-489E-BE72-5B51A72FCF4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7" y="1355"/>
              <a:ext cx="596" cy="51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43767" name="Rectangle 55">
              <a:extLst>
                <a:ext uri="{FF2B5EF4-FFF2-40B4-BE49-F238E27FC236}">
                  <a16:creationId xmlns:a16="http://schemas.microsoft.com/office/drawing/2014/main" id="{AD1C8AB8-463D-46FF-983A-BECA520E69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5" y="1656"/>
              <a:ext cx="596" cy="44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243768" name="Group 56">
              <a:extLst>
                <a:ext uri="{FF2B5EF4-FFF2-40B4-BE49-F238E27FC236}">
                  <a16:creationId xmlns:a16="http://schemas.microsoft.com/office/drawing/2014/main" id="{B671CB87-F99E-4DB6-942F-541B9AB06D6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43784" name="AutoShape 57">
                <a:extLst>
                  <a:ext uri="{FF2B5EF4-FFF2-40B4-BE49-F238E27FC236}">
                    <a16:creationId xmlns:a16="http://schemas.microsoft.com/office/drawing/2014/main" id="{C6494BBD-818A-4C58-946B-E6A9131806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8"/>
                <a:ext cx="724" cy="142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43785" name="AutoShape 58">
                <a:extLst>
                  <a:ext uri="{FF2B5EF4-FFF2-40B4-BE49-F238E27FC236}">
                    <a16:creationId xmlns:a16="http://schemas.microsoft.com/office/drawing/2014/main" id="{89158117-B982-4A8D-87C0-0162A38D7E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5" y="2582"/>
                <a:ext cx="685" cy="10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43769" name="Freeform 59">
              <a:extLst>
                <a:ext uri="{FF2B5EF4-FFF2-40B4-BE49-F238E27FC236}">
                  <a16:creationId xmlns:a16="http://schemas.microsoft.com/office/drawing/2014/main" id="{3321475E-1871-4A1A-A544-45119BD56062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2 h 226"/>
                <a:gd name="T4" fmla="*/ 2 w 328"/>
                <a:gd name="T5" fmla="*/ 2 h 226"/>
                <a:gd name="T6" fmla="*/ 0 w 328"/>
                <a:gd name="T7" fmla="*/ 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243770" name="Group 60">
              <a:extLst>
                <a:ext uri="{FF2B5EF4-FFF2-40B4-BE49-F238E27FC236}">
                  <a16:creationId xmlns:a16="http://schemas.microsoft.com/office/drawing/2014/main" id="{0F6D5918-80C5-413E-920A-15EED24FB31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243782" name="AutoShape 61">
                <a:extLst>
                  <a:ext uri="{FF2B5EF4-FFF2-40B4-BE49-F238E27FC236}">
                    <a16:creationId xmlns:a16="http://schemas.microsoft.com/office/drawing/2014/main" id="{4FC8CAA6-AFA1-42F2-978D-5785D37837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7"/>
                <a:ext cx="724" cy="140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43783" name="AutoShape 62">
                <a:extLst>
                  <a:ext uri="{FF2B5EF4-FFF2-40B4-BE49-F238E27FC236}">
                    <a16:creationId xmlns:a16="http://schemas.microsoft.com/office/drawing/2014/main" id="{E5BCEADF-E187-45A4-8CC8-5DBBD4364F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1"/>
                <a:ext cx="685" cy="110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43771" name="Rectangle 63">
              <a:extLst>
                <a:ext uri="{FF2B5EF4-FFF2-40B4-BE49-F238E27FC236}">
                  <a16:creationId xmlns:a16="http://schemas.microsoft.com/office/drawing/2014/main" id="{AE2D38C9-366D-4F0B-83E9-FD5DACD57F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7" y="429"/>
              <a:ext cx="70" cy="2286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43772" name="Freeform 64">
              <a:extLst>
                <a:ext uri="{FF2B5EF4-FFF2-40B4-BE49-F238E27FC236}">
                  <a16:creationId xmlns:a16="http://schemas.microsoft.com/office/drawing/2014/main" id="{2736FB72-85D4-40B6-AC38-F47317FEB639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 w 296"/>
                <a:gd name="T3" fmla="*/ 2 h 256"/>
                <a:gd name="T4" fmla="*/ 2 w 296"/>
                <a:gd name="T5" fmla="*/ 2 h 256"/>
                <a:gd name="T6" fmla="*/ 0 w 296"/>
                <a:gd name="T7" fmla="*/ 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43773" name="Freeform 65">
              <a:extLst>
                <a:ext uri="{FF2B5EF4-FFF2-40B4-BE49-F238E27FC236}">
                  <a16:creationId xmlns:a16="http://schemas.microsoft.com/office/drawing/2014/main" id="{43B7A359-F5AB-4543-9E83-AEBE453EB289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 w 304"/>
                <a:gd name="T3" fmla="*/ 2 h 288"/>
                <a:gd name="T4" fmla="*/ 2 w 304"/>
                <a:gd name="T5" fmla="*/ 2 h 288"/>
                <a:gd name="T6" fmla="*/ 2 w 304"/>
                <a:gd name="T7" fmla="*/ 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43774" name="Oval 66">
              <a:extLst>
                <a:ext uri="{FF2B5EF4-FFF2-40B4-BE49-F238E27FC236}">
                  <a16:creationId xmlns:a16="http://schemas.microsoft.com/office/drawing/2014/main" id="{A7E3928F-EA2C-4893-A7DB-5A5D484C38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9" y="2612"/>
              <a:ext cx="46" cy="96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43775" name="Freeform 67">
              <a:extLst>
                <a:ext uri="{FF2B5EF4-FFF2-40B4-BE49-F238E27FC236}">
                  <a16:creationId xmlns:a16="http://schemas.microsoft.com/office/drawing/2014/main" id="{3434E85D-90C3-4498-BA1E-B27D6B576F76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 h 240"/>
                <a:gd name="T2" fmla="*/ 2 w 306"/>
                <a:gd name="T3" fmla="*/ 3 h 240"/>
                <a:gd name="T4" fmla="*/ 2 w 306"/>
                <a:gd name="T5" fmla="*/ 3 h 240"/>
                <a:gd name="T6" fmla="*/ 2 w 306"/>
                <a:gd name="T7" fmla="*/ 0 h 240"/>
                <a:gd name="T8" fmla="*/ 0 w 306"/>
                <a:gd name="T9" fmla="*/ 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43776" name="AutoShape 68">
              <a:extLst>
                <a:ext uri="{FF2B5EF4-FFF2-40B4-BE49-F238E27FC236}">
                  <a16:creationId xmlns:a16="http://schemas.microsoft.com/office/drawing/2014/main" id="{F1360BF8-91F8-4A59-AD6F-90F63D54C40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8"/>
              <a:ext cx="1200" cy="147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43777" name="AutoShape 69">
              <a:extLst>
                <a:ext uri="{FF2B5EF4-FFF2-40B4-BE49-F238E27FC236}">
                  <a16:creationId xmlns:a16="http://schemas.microsoft.com/office/drawing/2014/main" id="{9835FC9F-D5F6-4278-89EB-DE58B92327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07"/>
              <a:ext cx="1069" cy="88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43778" name="Oval 70">
              <a:extLst>
                <a:ext uri="{FF2B5EF4-FFF2-40B4-BE49-F238E27FC236}">
                  <a16:creationId xmlns:a16="http://schemas.microsoft.com/office/drawing/2014/main" id="{A2A62955-170B-45CC-9AD3-CC721AC8D23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10" y="2384"/>
              <a:ext cx="155" cy="140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43779" name="Oval 71">
              <a:extLst>
                <a:ext uri="{FF2B5EF4-FFF2-40B4-BE49-F238E27FC236}">
                  <a16:creationId xmlns:a16="http://schemas.microsoft.com/office/drawing/2014/main" id="{8B799DE8-7C07-49C0-B010-5F348E7079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4"/>
              <a:ext cx="155" cy="14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43780" name="Oval 72">
              <a:extLst>
                <a:ext uri="{FF2B5EF4-FFF2-40B4-BE49-F238E27FC236}">
                  <a16:creationId xmlns:a16="http://schemas.microsoft.com/office/drawing/2014/main" id="{4B049E06-1F70-4713-B571-3A85F53F03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9" y="2384"/>
              <a:ext cx="163" cy="140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43781" name="Rectangle 73">
              <a:extLst>
                <a:ext uri="{FF2B5EF4-FFF2-40B4-BE49-F238E27FC236}">
                  <a16:creationId xmlns:a16="http://schemas.microsoft.com/office/drawing/2014/main" id="{4B9AC076-B37E-4B24-AF42-401877D6F4C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2" y="1833"/>
              <a:ext cx="85" cy="764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</p:grpSp>
      <p:grpSp>
        <p:nvGrpSpPr>
          <p:cNvPr id="243746" name="Group 74">
            <a:extLst>
              <a:ext uri="{FF2B5EF4-FFF2-40B4-BE49-F238E27FC236}">
                <a16:creationId xmlns:a16="http://schemas.microsoft.com/office/drawing/2014/main" id="{952A951E-42E8-4587-95C2-AD13E1BEE282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8369300" y="2362200"/>
            <a:ext cx="620713" cy="512763"/>
            <a:chOff x="-44" y="1473"/>
            <a:chExt cx="981" cy="1105"/>
          </a:xfrm>
        </p:grpSpPr>
        <p:pic>
          <p:nvPicPr>
            <p:cNvPr id="243756" name="Picture 75" descr="desktop_computer_stylized_medium">
              <a:extLst>
                <a:ext uri="{FF2B5EF4-FFF2-40B4-BE49-F238E27FC236}">
                  <a16:creationId xmlns:a16="http://schemas.microsoft.com/office/drawing/2014/main" id="{261C9C88-B5C9-450D-8F39-2987360C76A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43757" name="Freeform 76">
              <a:extLst>
                <a:ext uri="{FF2B5EF4-FFF2-40B4-BE49-F238E27FC236}">
                  <a16:creationId xmlns:a16="http://schemas.microsoft.com/office/drawing/2014/main" id="{631082C9-CFA7-486A-9647-22708DB3188C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5089652 w 356"/>
                <a:gd name="T3" fmla="*/ 1851256 h 368"/>
                <a:gd name="T4" fmla="*/ 17900690 w 356"/>
                <a:gd name="T5" fmla="*/ 38567519 h 368"/>
                <a:gd name="T6" fmla="*/ 3945041 w 356"/>
                <a:gd name="T7" fmla="*/ 48232874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243747" name="Group 77">
            <a:extLst>
              <a:ext uri="{FF2B5EF4-FFF2-40B4-BE49-F238E27FC236}">
                <a16:creationId xmlns:a16="http://schemas.microsoft.com/office/drawing/2014/main" id="{9178273D-4FB6-458B-9A4C-D476F79F26EB}"/>
              </a:ext>
            </a:extLst>
          </p:cNvPr>
          <p:cNvGrpSpPr>
            <a:grpSpLocks/>
          </p:cNvGrpSpPr>
          <p:nvPr/>
        </p:nvGrpSpPr>
        <p:grpSpPr bwMode="auto">
          <a:xfrm>
            <a:off x="6300788" y="1284288"/>
            <a:ext cx="620712" cy="512762"/>
            <a:chOff x="-44" y="1473"/>
            <a:chExt cx="981" cy="1105"/>
          </a:xfrm>
        </p:grpSpPr>
        <p:pic>
          <p:nvPicPr>
            <p:cNvPr id="243754" name="Picture 78" descr="desktop_computer_stylized_medium">
              <a:extLst>
                <a:ext uri="{FF2B5EF4-FFF2-40B4-BE49-F238E27FC236}">
                  <a16:creationId xmlns:a16="http://schemas.microsoft.com/office/drawing/2014/main" id="{E62924C5-ED37-41C1-B720-D525560A951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43755" name="Freeform 79">
              <a:extLst>
                <a:ext uri="{FF2B5EF4-FFF2-40B4-BE49-F238E27FC236}">
                  <a16:creationId xmlns:a16="http://schemas.microsoft.com/office/drawing/2014/main" id="{6F4B466A-8115-433F-9F46-A952D0323900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5089652 w 356"/>
                <a:gd name="T3" fmla="*/ 1851256 h 368"/>
                <a:gd name="T4" fmla="*/ 17900690 w 356"/>
                <a:gd name="T5" fmla="*/ 38567519 h 368"/>
                <a:gd name="T6" fmla="*/ 3945041 w 356"/>
                <a:gd name="T7" fmla="*/ 48232874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243748" name="Group 80">
            <a:extLst>
              <a:ext uri="{FF2B5EF4-FFF2-40B4-BE49-F238E27FC236}">
                <a16:creationId xmlns:a16="http://schemas.microsoft.com/office/drawing/2014/main" id="{19AF9081-30F2-4EA8-8757-9804872BF362}"/>
              </a:ext>
            </a:extLst>
          </p:cNvPr>
          <p:cNvGrpSpPr>
            <a:grpSpLocks/>
          </p:cNvGrpSpPr>
          <p:nvPr/>
        </p:nvGrpSpPr>
        <p:grpSpPr bwMode="auto">
          <a:xfrm>
            <a:off x="6910388" y="1360488"/>
            <a:ext cx="620712" cy="512762"/>
            <a:chOff x="-44" y="1473"/>
            <a:chExt cx="981" cy="1105"/>
          </a:xfrm>
        </p:grpSpPr>
        <p:pic>
          <p:nvPicPr>
            <p:cNvPr id="243752" name="Picture 81" descr="desktop_computer_stylized_medium">
              <a:extLst>
                <a:ext uri="{FF2B5EF4-FFF2-40B4-BE49-F238E27FC236}">
                  <a16:creationId xmlns:a16="http://schemas.microsoft.com/office/drawing/2014/main" id="{E74464B8-2068-4F47-8A4D-3DFBEBAD2F6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43753" name="Freeform 82">
              <a:extLst>
                <a:ext uri="{FF2B5EF4-FFF2-40B4-BE49-F238E27FC236}">
                  <a16:creationId xmlns:a16="http://schemas.microsoft.com/office/drawing/2014/main" id="{2571D850-A461-4E1B-8AA2-9EFB1A04A7F8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5089652 w 356"/>
                <a:gd name="T3" fmla="*/ 1851256 h 368"/>
                <a:gd name="T4" fmla="*/ 17900690 w 356"/>
                <a:gd name="T5" fmla="*/ 38567519 h 368"/>
                <a:gd name="T6" fmla="*/ 3945041 w 356"/>
                <a:gd name="T7" fmla="*/ 48232874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243749" name="Group 83">
            <a:extLst>
              <a:ext uri="{FF2B5EF4-FFF2-40B4-BE49-F238E27FC236}">
                <a16:creationId xmlns:a16="http://schemas.microsoft.com/office/drawing/2014/main" id="{554384EC-7097-4731-A949-BBA9D6415966}"/>
              </a:ext>
            </a:extLst>
          </p:cNvPr>
          <p:cNvGrpSpPr>
            <a:grpSpLocks/>
          </p:cNvGrpSpPr>
          <p:nvPr/>
        </p:nvGrpSpPr>
        <p:grpSpPr bwMode="auto">
          <a:xfrm>
            <a:off x="4471988" y="2492375"/>
            <a:ext cx="620712" cy="512763"/>
            <a:chOff x="-44" y="1473"/>
            <a:chExt cx="981" cy="1105"/>
          </a:xfrm>
        </p:grpSpPr>
        <p:pic>
          <p:nvPicPr>
            <p:cNvPr id="243750" name="Picture 84" descr="desktop_computer_stylized_medium">
              <a:extLst>
                <a:ext uri="{FF2B5EF4-FFF2-40B4-BE49-F238E27FC236}">
                  <a16:creationId xmlns:a16="http://schemas.microsoft.com/office/drawing/2014/main" id="{BE5E58C9-9287-4071-A0B3-B5A9628C26B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43751" name="Freeform 85">
              <a:extLst>
                <a:ext uri="{FF2B5EF4-FFF2-40B4-BE49-F238E27FC236}">
                  <a16:creationId xmlns:a16="http://schemas.microsoft.com/office/drawing/2014/main" id="{950AA2E8-AAA1-49FF-BEB2-97B266A007F2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5089652 w 356"/>
                <a:gd name="T3" fmla="*/ 1851256 h 368"/>
                <a:gd name="T4" fmla="*/ 17900690 w 356"/>
                <a:gd name="T5" fmla="*/ 38567519 h 368"/>
                <a:gd name="T6" fmla="*/ 3945041 w 356"/>
                <a:gd name="T7" fmla="*/ 48232874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7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7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7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74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7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7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7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7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5814" grpId="0"/>
      <p:bldP spid="3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62" name="Rectangle 7">
            <a:extLst>
              <a:ext uri="{FF2B5EF4-FFF2-40B4-BE49-F238E27FC236}">
                <a16:creationId xmlns:a16="http://schemas.microsoft.com/office/drawing/2014/main" id="{2E5EFC8A-F28C-4EA6-95AD-0EAF8779E31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245763" name="Rectangle 8">
            <a:extLst>
              <a:ext uri="{FF2B5EF4-FFF2-40B4-BE49-F238E27FC236}">
                <a16:creationId xmlns:a16="http://schemas.microsoft.com/office/drawing/2014/main" id="{981B0FC5-6A81-4382-BCD8-2E2D11A5B5F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2-</a:t>
            </a:r>
            <a:fld id="{7897F8EF-6477-4DED-87AF-69F619C8C115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75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graphicFrame>
        <p:nvGraphicFramePr>
          <p:cNvPr id="245764" name="Object 2">
            <a:extLst>
              <a:ext uri="{FF2B5EF4-FFF2-40B4-BE49-F238E27FC236}">
                <a16:creationId xmlns:a16="http://schemas.microsoft.com/office/drawing/2014/main" id="{FF0D94DD-8E85-4264-A2CE-A61DA8D53D2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431925" y="1616075"/>
          <a:ext cx="5749925" cy="39163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hart" r:id="rId3" imgW="7734300" imgH="5295900" progId="Excel.Chart.8">
                  <p:embed/>
                </p:oleObj>
              </mc:Choice>
              <mc:Fallback>
                <p:oleObj name="Chart" r:id="rId3" imgW="7734300" imgH="5295900" progId="Excel.Chart.8">
                  <p:embed/>
                  <p:pic>
                    <p:nvPicPr>
                      <p:cNvPr id="0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31925" y="1616075"/>
                        <a:ext cx="5749925" cy="39163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>
                                  <a:alpha val="74997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5765" name="Rectangle 4">
            <a:extLst>
              <a:ext uri="{FF2B5EF4-FFF2-40B4-BE49-F238E27FC236}">
                <a16:creationId xmlns:a16="http://schemas.microsoft.com/office/drawing/2014/main" id="{6C020E10-460F-483D-A45C-048FBB662A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1788" y="152400"/>
            <a:ext cx="8520112" cy="99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4000">
                <a:solidFill>
                  <a:srgbClr val="000099"/>
                </a:solidFill>
              </a:rPr>
              <a:t>Client-server vs. P2P: example</a:t>
            </a:r>
          </a:p>
        </p:txBody>
      </p:sp>
      <p:sp>
        <p:nvSpPr>
          <p:cNvPr id="245766" name="Text Box 5">
            <a:extLst>
              <a:ext uri="{FF2B5EF4-FFF2-40B4-BE49-F238E27FC236}">
                <a16:creationId xmlns:a16="http://schemas.microsoft.com/office/drawing/2014/main" id="{B0DF390C-F6AA-4012-BFE4-99BE819FD1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3388" y="1292225"/>
            <a:ext cx="7662862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zh-TW" sz="2400">
                <a:latin typeface="Arial" panose="020B0604020202020204" pitchFamily="34" charset="0"/>
              </a:rPr>
              <a:t>client upload rate =</a:t>
            </a:r>
            <a:r>
              <a:rPr lang="en-US" altLang="zh-TW" sz="2400" i="1">
                <a:latin typeface="Arial" panose="020B0604020202020204" pitchFamily="34" charset="0"/>
              </a:rPr>
              <a:t> u</a:t>
            </a:r>
            <a:r>
              <a:rPr lang="en-US" altLang="zh-TW" sz="2400">
                <a:latin typeface="Arial" panose="020B0604020202020204" pitchFamily="34" charset="0"/>
              </a:rPr>
              <a:t>,  </a:t>
            </a:r>
            <a:r>
              <a:rPr lang="en-US" altLang="zh-TW" sz="2400" i="1">
                <a:latin typeface="Arial" panose="020B0604020202020204" pitchFamily="34" charset="0"/>
              </a:rPr>
              <a:t>F/u </a:t>
            </a:r>
            <a:r>
              <a:rPr lang="en-US" altLang="zh-TW" sz="2400">
                <a:latin typeface="Arial" panose="020B0604020202020204" pitchFamily="34" charset="0"/>
              </a:rPr>
              <a:t>= 1 hour,  </a:t>
            </a:r>
            <a:r>
              <a:rPr lang="en-US" altLang="zh-TW" sz="2400" i="1">
                <a:latin typeface="Arial" panose="020B0604020202020204" pitchFamily="34" charset="0"/>
              </a:rPr>
              <a:t>u</a:t>
            </a:r>
            <a:r>
              <a:rPr lang="en-US" altLang="zh-TW" sz="2400" i="1" baseline="-25000">
                <a:latin typeface="Arial" panose="020B0604020202020204" pitchFamily="34" charset="0"/>
              </a:rPr>
              <a:t>s</a:t>
            </a:r>
            <a:r>
              <a:rPr lang="en-US" altLang="zh-TW" sz="2400" i="1">
                <a:latin typeface="Arial" panose="020B0604020202020204" pitchFamily="34" charset="0"/>
              </a:rPr>
              <a:t> = 10u,  d</a:t>
            </a:r>
            <a:r>
              <a:rPr lang="en-US" altLang="zh-TW" sz="2400" i="1" baseline="-25000">
                <a:latin typeface="Arial" panose="020B0604020202020204" pitchFamily="34" charset="0"/>
              </a:rPr>
              <a:t>min</a:t>
            </a:r>
            <a:r>
              <a:rPr lang="en-US" altLang="zh-TW" sz="2400" i="1">
                <a:latin typeface="Arial" panose="020B0604020202020204" pitchFamily="34" charset="0"/>
              </a:rPr>
              <a:t> ≥ u</a:t>
            </a:r>
            <a:r>
              <a:rPr lang="en-US" altLang="zh-TW" sz="2400" i="1" baseline="-25000">
                <a:latin typeface="Arial" panose="020B0604020202020204" pitchFamily="34" charset="0"/>
              </a:rPr>
              <a:t>s</a:t>
            </a:r>
          </a:p>
        </p:txBody>
      </p:sp>
      <p:pic>
        <p:nvPicPr>
          <p:cNvPr id="245767" name="Picture 10" descr="underline_base">
            <a:extLst>
              <a:ext uri="{FF2B5EF4-FFF2-40B4-BE49-F238E27FC236}">
                <a16:creationId xmlns:a16="http://schemas.microsoft.com/office/drawing/2014/main" id="{54B0D77D-03C0-4A8F-942F-C196BE971315}"/>
              </a:ext>
            </a:extLst>
          </p:cNvPr>
          <p:cNvPicPr>
            <a:picLocks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0" y="896938"/>
            <a:ext cx="6573838" cy="174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Rectangle 3">
            <a:extLst>
              <a:ext uri="{FF2B5EF4-FFF2-40B4-BE49-F238E27FC236}">
                <a16:creationId xmlns:a16="http://schemas.microsoft.com/office/drawing/2014/main" id="{1E2EE487-19BB-4C32-BA1E-5FB7FA6A49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5600" y="5427663"/>
            <a:ext cx="8596313" cy="10429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itchFamily="2" charset="2"/>
              <a:buChar char="l"/>
              <a:defRPr/>
            </a:pPr>
            <a:r>
              <a:rPr lang="en-US" altLang="zh-TW" sz="2400" kern="0" dirty="0">
                <a:latin typeface="Gill Sans MT" pitchFamily="34" charset="0"/>
                <a:cs typeface="ＭＳ Ｐゴシック" charset="0"/>
              </a:rPr>
              <a:t>Minimal distribution time of P2P architecture is always less than that of the client-server architecture.</a:t>
            </a:r>
          </a:p>
          <a:p>
            <a: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itchFamily="2" charset="2"/>
              <a:buChar char="l"/>
              <a:defRPr/>
            </a:pPr>
            <a:r>
              <a:rPr lang="en-US" altLang="zh-TW" sz="2400" kern="0">
                <a:solidFill>
                  <a:srgbClr val="FF0000"/>
                </a:solidFill>
                <a:latin typeface="Gill Sans MT" pitchFamily="34" charset="0"/>
                <a:cs typeface="ＭＳ Ｐゴシック" charset="0"/>
              </a:rPr>
              <a:t>Scalability</a:t>
            </a:r>
            <a:r>
              <a:rPr lang="en-US" altLang="zh-TW" sz="2400" kern="0">
                <a:latin typeface="Gill Sans MT" pitchFamily="34" charset="0"/>
                <a:cs typeface="ＭＳ Ｐゴシック" charset="0"/>
              </a:rPr>
              <a:t>: </a:t>
            </a:r>
            <a:r>
              <a:rPr lang="en-US" altLang="zh-TW" sz="2400" kern="0" dirty="0">
                <a:latin typeface="Gill Sans MT" pitchFamily="34" charset="0"/>
                <a:cs typeface="ＭＳ Ｐゴシック" charset="0"/>
              </a:rPr>
              <a:t>Peers serve as </a:t>
            </a:r>
            <a:r>
              <a:rPr lang="en-US" altLang="zh-TW" sz="2400" kern="0" dirty="0">
                <a:solidFill>
                  <a:srgbClr val="FF0000"/>
                </a:solidFill>
                <a:latin typeface="Gill Sans MT" pitchFamily="34" charset="0"/>
                <a:cs typeface="ＭＳ Ｐゴシック" charset="0"/>
              </a:rPr>
              <a:t>redistributors</a:t>
            </a:r>
            <a:r>
              <a:rPr lang="en-US" altLang="zh-TW" sz="2400" kern="0" dirty="0">
                <a:latin typeface="Gill Sans MT" pitchFamily="34" charset="0"/>
                <a:cs typeface="ＭＳ Ｐゴシック" charset="0"/>
              </a:rPr>
              <a:t> as well as </a:t>
            </a:r>
            <a:r>
              <a:rPr lang="en-US" altLang="zh-TW" sz="2400" kern="0" dirty="0">
                <a:solidFill>
                  <a:srgbClr val="FF0000"/>
                </a:solidFill>
                <a:latin typeface="Gill Sans MT" pitchFamily="34" charset="0"/>
                <a:cs typeface="ＭＳ Ｐゴシック" charset="0"/>
              </a:rPr>
              <a:t>consumers</a:t>
            </a:r>
            <a:r>
              <a:rPr lang="en-US" altLang="zh-TW" sz="2400" kern="0" dirty="0">
                <a:latin typeface="Gill Sans MT" pitchFamily="34" charset="0"/>
                <a:cs typeface="ＭＳ Ｐゴシック" charset="0"/>
              </a:rPr>
              <a:t> of bits. 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810" name="Rectangle 7">
            <a:extLst>
              <a:ext uri="{FF2B5EF4-FFF2-40B4-BE49-F238E27FC236}">
                <a16:creationId xmlns:a16="http://schemas.microsoft.com/office/drawing/2014/main" id="{B4906A1B-92DA-404F-8751-E7F9A579B64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247811" name="Rectangle 8">
            <a:extLst>
              <a:ext uri="{FF2B5EF4-FFF2-40B4-BE49-F238E27FC236}">
                <a16:creationId xmlns:a16="http://schemas.microsoft.com/office/drawing/2014/main" id="{851F848B-188A-4A95-8C21-62827AC9BF5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2-</a:t>
            </a:r>
            <a:fld id="{8855C0BE-B817-44DF-BAD0-B6BCBD1CEF50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76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247812" name="Rectangle 2">
            <a:extLst>
              <a:ext uri="{FF2B5EF4-FFF2-40B4-BE49-F238E27FC236}">
                <a16:creationId xmlns:a16="http://schemas.microsoft.com/office/drawing/2014/main" id="{6CD5E088-55DD-43D1-9DDD-67CF6CEE8A4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11163" y="0"/>
            <a:ext cx="7772400" cy="1143000"/>
          </a:xfrm>
        </p:spPr>
        <p:txBody>
          <a:bodyPr/>
          <a:lstStyle/>
          <a:p>
            <a:r>
              <a:rPr lang="en-US" altLang="zh-TW" sz="4000">
                <a:ea typeface="ＭＳ Ｐゴシック" panose="020B0600070205080204" pitchFamily="34" charset="-128"/>
              </a:rPr>
              <a:t>P2P file distribution: </a:t>
            </a:r>
            <a:r>
              <a:rPr lang="en-US" altLang="zh-TW" sz="4000">
                <a:solidFill>
                  <a:srgbClr val="FF0000"/>
                </a:solidFill>
                <a:ea typeface="ＭＳ Ｐゴシック" panose="020B0600070205080204" pitchFamily="34" charset="-128"/>
              </a:rPr>
              <a:t>BitTorrent </a:t>
            </a:r>
          </a:p>
        </p:txBody>
      </p:sp>
      <p:sp>
        <p:nvSpPr>
          <p:cNvPr id="247813" name="Text Box 37">
            <a:extLst>
              <a:ext uri="{FF2B5EF4-FFF2-40B4-BE49-F238E27FC236}">
                <a16:creationId xmlns:a16="http://schemas.microsoft.com/office/drawing/2014/main" id="{DCF13615-1FFE-4D42-99B5-CCC418C8DAE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4663" y="2338388"/>
            <a:ext cx="2514600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i="1">
                <a:solidFill>
                  <a:srgbClr val="CC0000"/>
                </a:solidFill>
              </a:rPr>
              <a:t>tracker:</a:t>
            </a:r>
            <a:r>
              <a:rPr lang="en-US" altLang="zh-TW" sz="2000"/>
              <a:t> tracks peers 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/>
              <a:t>participating in torrent</a:t>
            </a:r>
          </a:p>
        </p:txBody>
      </p:sp>
      <p:sp>
        <p:nvSpPr>
          <p:cNvPr id="247814" name="Text Box 41">
            <a:extLst>
              <a:ext uri="{FF2B5EF4-FFF2-40B4-BE49-F238E27FC236}">
                <a16:creationId xmlns:a16="http://schemas.microsoft.com/office/drawing/2014/main" id="{AFE17B22-8776-4E1B-B800-2B67D10560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76863" y="2287588"/>
            <a:ext cx="3543300" cy="714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zh-TW" sz="2400" i="1">
                <a:solidFill>
                  <a:srgbClr val="CC0000"/>
                </a:solidFill>
              </a:rPr>
              <a:t>torrent:</a:t>
            </a:r>
            <a:r>
              <a:rPr lang="en-US" altLang="zh-TW" sz="2400"/>
              <a:t> group of peers exchanging  chunks of a file</a:t>
            </a:r>
          </a:p>
        </p:txBody>
      </p:sp>
      <p:sp>
        <p:nvSpPr>
          <p:cNvPr id="24595" name="Line 21">
            <a:extLst>
              <a:ext uri="{FF2B5EF4-FFF2-40B4-BE49-F238E27FC236}">
                <a16:creationId xmlns:a16="http://schemas.microsoft.com/office/drawing/2014/main" id="{84B3F9A9-7B57-4B3C-BC37-38FDF4D3F57D}"/>
              </a:ext>
            </a:extLst>
          </p:cNvPr>
          <p:cNvSpPr>
            <a:spLocks noChangeShapeType="1"/>
          </p:cNvSpPr>
          <p:nvPr/>
        </p:nvSpPr>
        <p:spPr bwMode="auto">
          <a:xfrm>
            <a:off x="2401888" y="3667125"/>
            <a:ext cx="1587" cy="536575"/>
          </a:xfrm>
          <a:prstGeom prst="line">
            <a:avLst/>
          </a:prstGeom>
          <a:noFill/>
          <a:ln w="19050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247816" name="Line 25">
            <a:extLst>
              <a:ext uri="{FF2B5EF4-FFF2-40B4-BE49-F238E27FC236}">
                <a16:creationId xmlns:a16="http://schemas.microsoft.com/office/drawing/2014/main" id="{0EA28ECA-9415-49FB-ACB5-72751AE11658}"/>
              </a:ext>
            </a:extLst>
          </p:cNvPr>
          <p:cNvSpPr>
            <a:spLocks noChangeShapeType="1"/>
          </p:cNvSpPr>
          <p:nvPr/>
        </p:nvSpPr>
        <p:spPr bwMode="auto">
          <a:xfrm>
            <a:off x="3748088" y="3395663"/>
            <a:ext cx="2551112" cy="14097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247817" name="Line 26">
            <a:extLst>
              <a:ext uri="{FF2B5EF4-FFF2-40B4-BE49-F238E27FC236}">
                <a16:creationId xmlns:a16="http://schemas.microsoft.com/office/drawing/2014/main" id="{0499283B-4236-4E94-BBB9-572A185F7C66}"/>
              </a:ext>
            </a:extLst>
          </p:cNvPr>
          <p:cNvSpPr>
            <a:spLocks noChangeShapeType="1"/>
          </p:cNvSpPr>
          <p:nvPr/>
        </p:nvSpPr>
        <p:spPr bwMode="auto">
          <a:xfrm>
            <a:off x="3544888" y="3546475"/>
            <a:ext cx="247650" cy="18161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247818" name="Line 27">
            <a:extLst>
              <a:ext uri="{FF2B5EF4-FFF2-40B4-BE49-F238E27FC236}">
                <a16:creationId xmlns:a16="http://schemas.microsoft.com/office/drawing/2014/main" id="{2149927A-7FB1-4F06-80B5-55E4FC53C574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5184775" y="3306763"/>
            <a:ext cx="1168400" cy="3063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247819" name="Line 28">
            <a:extLst>
              <a:ext uri="{FF2B5EF4-FFF2-40B4-BE49-F238E27FC236}">
                <a16:creationId xmlns:a16="http://schemas.microsoft.com/office/drawing/2014/main" id="{33C51750-88D6-45C2-860F-B73C9E47033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368800" y="3843338"/>
            <a:ext cx="2039938" cy="19875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247820" name="Line 29">
            <a:extLst>
              <a:ext uri="{FF2B5EF4-FFF2-40B4-BE49-F238E27FC236}">
                <a16:creationId xmlns:a16="http://schemas.microsoft.com/office/drawing/2014/main" id="{99F63CB7-16F2-4ED4-83DD-FA694887DE0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456113" y="5808663"/>
            <a:ext cx="739775" cy="16351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247821" name="Line 30">
            <a:extLst>
              <a:ext uri="{FF2B5EF4-FFF2-40B4-BE49-F238E27FC236}">
                <a16:creationId xmlns:a16="http://schemas.microsoft.com/office/drawing/2014/main" id="{A2379D45-117E-4582-A8D9-910FF0DF59F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975100" y="3505200"/>
            <a:ext cx="900113" cy="1676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247822" name="Line 31">
            <a:extLst>
              <a:ext uri="{FF2B5EF4-FFF2-40B4-BE49-F238E27FC236}">
                <a16:creationId xmlns:a16="http://schemas.microsoft.com/office/drawing/2014/main" id="{4307B406-82DB-4543-BCE6-56A36A8E62A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140200" y="4891088"/>
            <a:ext cx="2120900" cy="482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247823" name="Line 32">
            <a:extLst>
              <a:ext uri="{FF2B5EF4-FFF2-40B4-BE49-F238E27FC236}">
                <a16:creationId xmlns:a16="http://schemas.microsoft.com/office/drawing/2014/main" id="{61A18CCC-85C5-47A9-A1BD-DE53A5F113CD}"/>
              </a:ext>
            </a:extLst>
          </p:cNvPr>
          <p:cNvSpPr>
            <a:spLocks noChangeShapeType="1"/>
          </p:cNvSpPr>
          <p:nvPr/>
        </p:nvSpPr>
        <p:spPr bwMode="auto">
          <a:xfrm>
            <a:off x="5140325" y="3449638"/>
            <a:ext cx="1182688" cy="12763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247824" name="Line 33">
            <a:extLst>
              <a:ext uri="{FF2B5EF4-FFF2-40B4-BE49-F238E27FC236}">
                <a16:creationId xmlns:a16="http://schemas.microsoft.com/office/drawing/2014/main" id="{33E6E78F-F71D-4409-A0B5-7FF64A0E486E}"/>
              </a:ext>
            </a:extLst>
          </p:cNvPr>
          <p:cNvSpPr>
            <a:spLocks noChangeShapeType="1"/>
          </p:cNvSpPr>
          <p:nvPr/>
        </p:nvSpPr>
        <p:spPr bwMode="auto">
          <a:xfrm>
            <a:off x="5583238" y="5830888"/>
            <a:ext cx="376237" cy="2174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247825" name="Line 34">
            <a:extLst>
              <a:ext uri="{FF2B5EF4-FFF2-40B4-BE49-F238E27FC236}">
                <a16:creationId xmlns:a16="http://schemas.microsoft.com/office/drawing/2014/main" id="{7723752D-F582-4E85-84FB-1B098B22BDF0}"/>
              </a:ext>
            </a:extLst>
          </p:cNvPr>
          <p:cNvSpPr>
            <a:spLocks noChangeShapeType="1"/>
          </p:cNvSpPr>
          <p:nvPr/>
        </p:nvSpPr>
        <p:spPr bwMode="auto">
          <a:xfrm>
            <a:off x="4468813" y="6126163"/>
            <a:ext cx="1490662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24609" name="Text Box 35">
            <a:extLst>
              <a:ext uri="{FF2B5EF4-FFF2-40B4-BE49-F238E27FC236}">
                <a16:creationId xmlns:a16="http://schemas.microsoft.com/office/drawing/2014/main" id="{2FB472DD-95F3-4B64-ABE8-3EE81466DC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3413" y="4668838"/>
            <a:ext cx="17843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Alice arrives  …</a:t>
            </a:r>
          </a:p>
        </p:txBody>
      </p:sp>
      <p:sp>
        <p:nvSpPr>
          <p:cNvPr id="247827" name="Line 38">
            <a:extLst>
              <a:ext uri="{FF2B5EF4-FFF2-40B4-BE49-F238E27FC236}">
                <a16:creationId xmlns:a16="http://schemas.microsoft.com/office/drawing/2014/main" id="{9EBEAC36-23D6-49DB-9EAA-938B0736AD15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134100" y="5065713"/>
            <a:ext cx="263525" cy="939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pic>
        <p:nvPicPr>
          <p:cNvPr id="24612" name="Picture 39" descr="Alice">
            <a:extLst>
              <a:ext uri="{FF2B5EF4-FFF2-40B4-BE49-F238E27FC236}">
                <a16:creationId xmlns:a16="http://schemas.microsoft.com/office/drawing/2014/main" id="{9D43E8D5-7AF3-4C7A-ACC7-D23119CF86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89113" y="4186238"/>
            <a:ext cx="474662" cy="511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7829" name="Line 42">
            <a:extLst>
              <a:ext uri="{FF2B5EF4-FFF2-40B4-BE49-F238E27FC236}">
                <a16:creationId xmlns:a16="http://schemas.microsoft.com/office/drawing/2014/main" id="{67EED531-07DB-4337-92A3-D112FE3D9A95}"/>
              </a:ext>
            </a:extLst>
          </p:cNvPr>
          <p:cNvSpPr>
            <a:spLocks noChangeShapeType="1"/>
          </p:cNvSpPr>
          <p:nvPr/>
        </p:nvSpPr>
        <p:spPr bwMode="auto">
          <a:xfrm>
            <a:off x="1617663" y="3024188"/>
            <a:ext cx="476250" cy="258762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247830" name="Rectangle 43">
            <a:extLst>
              <a:ext uri="{FF2B5EF4-FFF2-40B4-BE49-F238E27FC236}">
                <a16:creationId xmlns:a16="http://schemas.microsoft.com/office/drawing/2014/main" id="{44E48373-D29D-4FF0-9BA0-EBC9AC480D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7513" y="1211263"/>
            <a:ext cx="7124700" cy="546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SzPct val="85000"/>
            </a:pPr>
            <a:r>
              <a:rPr lang="en-US" altLang="zh-TW" sz="2400" dirty="0">
                <a:latin typeface="Arial" panose="020B0604020202020204" pitchFamily="34" charset="0"/>
              </a:rPr>
              <a:t>file divided into 256Kb </a:t>
            </a:r>
            <a:r>
              <a:rPr lang="en-US" altLang="zh-TW" sz="2400" dirty="0">
                <a:solidFill>
                  <a:srgbClr val="FF0000"/>
                </a:solidFill>
                <a:latin typeface="Arial" panose="020B0604020202020204" pitchFamily="34" charset="0"/>
              </a:rPr>
              <a:t>chunks</a:t>
            </a:r>
          </a:p>
          <a:p>
            <a:pPr>
              <a:lnSpc>
                <a:spcPct val="100000"/>
              </a:lnSpc>
              <a:buSzPct val="85000"/>
            </a:pPr>
            <a:r>
              <a:rPr lang="en-US" altLang="zh-TW" sz="2400" dirty="0">
                <a:solidFill>
                  <a:srgbClr val="FF0000"/>
                </a:solidFill>
                <a:latin typeface="Arial" panose="020B0604020202020204" pitchFamily="34" charset="0"/>
              </a:rPr>
              <a:t>peers</a:t>
            </a:r>
            <a:r>
              <a:rPr lang="en-US" altLang="zh-TW" sz="2400" dirty="0">
                <a:latin typeface="Arial" panose="020B0604020202020204" pitchFamily="34" charset="0"/>
              </a:rPr>
              <a:t> in torrent send/receive file chunks</a:t>
            </a:r>
            <a:endParaRPr lang="en-US" altLang="zh-TW" dirty="0">
              <a:latin typeface="Arial" panose="020B0604020202020204" pitchFamily="34" charset="0"/>
            </a:endParaRPr>
          </a:p>
        </p:txBody>
      </p:sp>
      <p:pic>
        <p:nvPicPr>
          <p:cNvPr id="247831" name="Picture 50" descr="underline_base">
            <a:extLst>
              <a:ext uri="{FF2B5EF4-FFF2-40B4-BE49-F238E27FC236}">
                <a16:creationId xmlns:a16="http://schemas.microsoft.com/office/drawing/2014/main" id="{4AE897E2-37AD-4992-8D61-38799317DC10}"/>
              </a:ext>
            </a:extLst>
          </p:cNvPr>
          <p:cNvPicPr>
            <a:picLocks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125" y="817563"/>
            <a:ext cx="6672263" cy="184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629" name="Text Box 35">
            <a:extLst>
              <a:ext uri="{FF2B5EF4-FFF2-40B4-BE49-F238E27FC236}">
                <a16:creationId xmlns:a16="http://schemas.microsoft.com/office/drawing/2014/main" id="{0F385CBE-D617-41B6-8113-6A55129E30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7700" y="4929188"/>
            <a:ext cx="22923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… obtains list</a:t>
            </a:r>
          </a:p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of peers from tracker</a:t>
            </a:r>
          </a:p>
        </p:txBody>
      </p:sp>
      <p:grpSp>
        <p:nvGrpSpPr>
          <p:cNvPr id="2" name="Group 68">
            <a:extLst>
              <a:ext uri="{FF2B5EF4-FFF2-40B4-BE49-F238E27FC236}">
                <a16:creationId xmlns:a16="http://schemas.microsoft.com/office/drawing/2014/main" id="{46117ED4-C91E-42C4-87B0-30087310CBA7}"/>
              </a:ext>
            </a:extLst>
          </p:cNvPr>
          <p:cNvGrpSpPr>
            <a:grpSpLocks/>
          </p:cNvGrpSpPr>
          <p:nvPr/>
        </p:nvGrpSpPr>
        <p:grpSpPr bwMode="auto">
          <a:xfrm>
            <a:off x="2781300" y="3473450"/>
            <a:ext cx="3492500" cy="2163763"/>
            <a:chOff x="1752" y="2166"/>
            <a:chExt cx="2200" cy="1363"/>
          </a:xfrm>
        </p:grpSpPr>
        <p:sp>
          <p:nvSpPr>
            <p:cNvPr id="247895" name="Line 22">
              <a:extLst>
                <a:ext uri="{FF2B5EF4-FFF2-40B4-BE49-F238E27FC236}">
                  <a16:creationId xmlns:a16="http://schemas.microsoft.com/office/drawing/2014/main" id="{22C219E4-C6C1-49E9-B110-C3FD33638E0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752" y="2166"/>
              <a:ext cx="361" cy="53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247896" name="Line 23">
              <a:extLst>
                <a:ext uri="{FF2B5EF4-FFF2-40B4-BE49-F238E27FC236}">
                  <a16:creationId xmlns:a16="http://schemas.microsoft.com/office/drawing/2014/main" id="{C44CA8F6-D26E-47BB-8FBB-465DCE9DAE5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770" y="2352"/>
              <a:ext cx="2182" cy="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247897" name="Line 24">
              <a:extLst>
                <a:ext uri="{FF2B5EF4-FFF2-40B4-BE49-F238E27FC236}">
                  <a16:creationId xmlns:a16="http://schemas.microsoft.com/office/drawing/2014/main" id="{A4FCDF34-60E7-4DDF-B6D2-A978762FDDF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86" y="2820"/>
              <a:ext cx="1550" cy="70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</p:grpSp>
      <p:sp>
        <p:nvSpPr>
          <p:cNvPr id="24645" name="Text Box 35">
            <a:extLst>
              <a:ext uri="{FF2B5EF4-FFF2-40B4-BE49-F238E27FC236}">
                <a16:creationId xmlns:a16="http://schemas.microsoft.com/office/drawing/2014/main" id="{6ED40D87-A10E-4E23-A1A6-B4C466243FE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8013" y="5470525"/>
            <a:ext cx="33337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… and begins exchanging </a:t>
            </a:r>
          </a:p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file chunks with peers in torrent</a:t>
            </a:r>
          </a:p>
        </p:txBody>
      </p:sp>
      <p:grpSp>
        <p:nvGrpSpPr>
          <p:cNvPr id="247835" name="Group 71">
            <a:extLst>
              <a:ext uri="{FF2B5EF4-FFF2-40B4-BE49-F238E27FC236}">
                <a16:creationId xmlns:a16="http://schemas.microsoft.com/office/drawing/2014/main" id="{5C1E626A-7F5B-42B3-8021-8690D78873D9}"/>
              </a:ext>
            </a:extLst>
          </p:cNvPr>
          <p:cNvGrpSpPr>
            <a:grpSpLocks/>
          </p:cNvGrpSpPr>
          <p:nvPr/>
        </p:nvGrpSpPr>
        <p:grpSpPr bwMode="auto">
          <a:xfrm>
            <a:off x="2184400" y="2982913"/>
            <a:ext cx="379413" cy="604837"/>
            <a:chOff x="4140" y="429"/>
            <a:chExt cx="1425" cy="2396"/>
          </a:xfrm>
        </p:grpSpPr>
        <p:sp>
          <p:nvSpPr>
            <p:cNvPr id="247863" name="Freeform 72">
              <a:extLst>
                <a:ext uri="{FF2B5EF4-FFF2-40B4-BE49-F238E27FC236}">
                  <a16:creationId xmlns:a16="http://schemas.microsoft.com/office/drawing/2014/main" id="{459550EC-D9BE-4F45-82B9-AF0A1D161F74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2 w 354"/>
                <a:gd name="T3" fmla="*/ 3 h 2742"/>
                <a:gd name="T4" fmla="*/ 2 w 354"/>
                <a:gd name="T5" fmla="*/ 3 h 2742"/>
                <a:gd name="T6" fmla="*/ 0 w 354"/>
                <a:gd name="T7" fmla="*/ 3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47864" name="Rectangle 73">
              <a:extLst>
                <a:ext uri="{FF2B5EF4-FFF2-40B4-BE49-F238E27FC236}">
                  <a16:creationId xmlns:a16="http://schemas.microsoft.com/office/drawing/2014/main" id="{C3F9716D-9EBD-45A1-93E7-C103E75DE1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6" y="429"/>
              <a:ext cx="1049" cy="2283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47865" name="Freeform 74">
              <a:extLst>
                <a:ext uri="{FF2B5EF4-FFF2-40B4-BE49-F238E27FC236}">
                  <a16:creationId xmlns:a16="http://schemas.microsoft.com/office/drawing/2014/main" id="{62B95D4C-9A84-4529-914A-97356BEC868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2 w 211"/>
                <a:gd name="T3" fmla="*/ 3 h 2537"/>
                <a:gd name="T4" fmla="*/ 2 w 211"/>
                <a:gd name="T5" fmla="*/ 3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47866" name="Freeform 75">
              <a:extLst>
                <a:ext uri="{FF2B5EF4-FFF2-40B4-BE49-F238E27FC236}">
                  <a16:creationId xmlns:a16="http://schemas.microsoft.com/office/drawing/2014/main" id="{982B5267-D35D-4C92-85D0-A9F989605DA6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3 h 226"/>
                <a:gd name="T4" fmla="*/ 2 w 328"/>
                <a:gd name="T5" fmla="*/ 3 h 226"/>
                <a:gd name="T6" fmla="*/ 0 w 328"/>
                <a:gd name="T7" fmla="*/ 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47867" name="Rectangle 76">
              <a:extLst>
                <a:ext uri="{FF2B5EF4-FFF2-40B4-BE49-F238E27FC236}">
                  <a16:creationId xmlns:a16="http://schemas.microsoft.com/office/drawing/2014/main" id="{BCAAF421-2CEE-4896-88AF-7C8A304EB6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2" y="693"/>
              <a:ext cx="596" cy="44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247868" name="Group 77">
              <a:extLst>
                <a:ext uri="{FF2B5EF4-FFF2-40B4-BE49-F238E27FC236}">
                  <a16:creationId xmlns:a16="http://schemas.microsoft.com/office/drawing/2014/main" id="{5460F6F2-5CD2-4DB0-BB6E-39D8A5FD71F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47893" name="AutoShape 78">
                <a:extLst>
                  <a:ext uri="{FF2B5EF4-FFF2-40B4-BE49-F238E27FC236}">
                    <a16:creationId xmlns:a16="http://schemas.microsoft.com/office/drawing/2014/main" id="{A4886E89-5560-4769-8B2D-824D186217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8"/>
                <a:ext cx="729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47894" name="AutoShape 79">
                <a:extLst>
                  <a:ext uri="{FF2B5EF4-FFF2-40B4-BE49-F238E27FC236}">
                    <a16:creationId xmlns:a16="http://schemas.microsoft.com/office/drawing/2014/main" id="{716A0A0E-34D7-4883-9875-C0A102F7E33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6"/>
                <a:ext cx="699" cy="102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47869" name="Rectangle 80">
              <a:extLst>
                <a:ext uri="{FF2B5EF4-FFF2-40B4-BE49-F238E27FC236}">
                  <a16:creationId xmlns:a16="http://schemas.microsoft.com/office/drawing/2014/main" id="{52A1D6EB-B904-4ECE-884A-C386EEA2D3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3" y="1020"/>
              <a:ext cx="596" cy="44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247870" name="Group 81">
              <a:extLst>
                <a:ext uri="{FF2B5EF4-FFF2-40B4-BE49-F238E27FC236}">
                  <a16:creationId xmlns:a16="http://schemas.microsoft.com/office/drawing/2014/main" id="{695C8DC5-8154-4B68-8870-6C0DF0D8F89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47891" name="AutoShape 82">
                <a:extLst>
                  <a:ext uri="{FF2B5EF4-FFF2-40B4-BE49-F238E27FC236}">
                    <a16:creationId xmlns:a16="http://schemas.microsoft.com/office/drawing/2014/main" id="{8D0680EA-C8C1-475A-92DD-020C1FB3F2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9"/>
                <a:ext cx="722" cy="137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47892" name="AutoShape 83">
                <a:extLst>
                  <a:ext uri="{FF2B5EF4-FFF2-40B4-BE49-F238E27FC236}">
                    <a16:creationId xmlns:a16="http://schemas.microsoft.com/office/drawing/2014/main" id="{373E23DB-DC24-4D86-8D28-0A1042CA1D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2"/>
                <a:ext cx="692" cy="10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47871" name="Rectangle 84">
              <a:extLst>
                <a:ext uri="{FF2B5EF4-FFF2-40B4-BE49-F238E27FC236}">
                  <a16:creationId xmlns:a16="http://schemas.microsoft.com/office/drawing/2014/main" id="{75FC22A7-65CF-4520-8F3D-E0003E6A2D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8" y="1360"/>
              <a:ext cx="596" cy="44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47872" name="Rectangle 85">
              <a:extLst>
                <a:ext uri="{FF2B5EF4-FFF2-40B4-BE49-F238E27FC236}">
                  <a16:creationId xmlns:a16="http://schemas.microsoft.com/office/drawing/2014/main" id="{C6A9C494-058D-4D48-A5A9-6AE9E000E5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9" y="1655"/>
              <a:ext cx="596" cy="44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247873" name="Group 86">
              <a:extLst>
                <a:ext uri="{FF2B5EF4-FFF2-40B4-BE49-F238E27FC236}">
                  <a16:creationId xmlns:a16="http://schemas.microsoft.com/office/drawing/2014/main" id="{B5650150-6C67-41B1-8CC0-497777ABEA4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47889" name="AutoShape 87">
                <a:extLst>
                  <a:ext uri="{FF2B5EF4-FFF2-40B4-BE49-F238E27FC236}">
                    <a16:creationId xmlns:a16="http://schemas.microsoft.com/office/drawing/2014/main" id="{FD0F8AF7-493E-4BF7-A239-8FF16CA07F0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82"/>
                <a:ext cx="720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47890" name="AutoShape 88">
                <a:extLst>
                  <a:ext uri="{FF2B5EF4-FFF2-40B4-BE49-F238E27FC236}">
                    <a16:creationId xmlns:a16="http://schemas.microsoft.com/office/drawing/2014/main" id="{1951534B-2BFD-46C0-84D8-8CC6345EFD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8"/>
                <a:ext cx="691" cy="10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47874" name="Freeform 89">
              <a:extLst>
                <a:ext uri="{FF2B5EF4-FFF2-40B4-BE49-F238E27FC236}">
                  <a16:creationId xmlns:a16="http://schemas.microsoft.com/office/drawing/2014/main" id="{7FEDD443-C243-4E17-A4AE-590D0949BC7B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2 h 226"/>
                <a:gd name="T4" fmla="*/ 2 w 328"/>
                <a:gd name="T5" fmla="*/ 2 h 226"/>
                <a:gd name="T6" fmla="*/ 0 w 328"/>
                <a:gd name="T7" fmla="*/ 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247875" name="Group 90">
              <a:extLst>
                <a:ext uri="{FF2B5EF4-FFF2-40B4-BE49-F238E27FC236}">
                  <a16:creationId xmlns:a16="http://schemas.microsoft.com/office/drawing/2014/main" id="{E90180E9-6FBF-487E-BB19-F9A907B0D80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247887" name="AutoShape 91">
                <a:extLst>
                  <a:ext uri="{FF2B5EF4-FFF2-40B4-BE49-F238E27FC236}">
                    <a16:creationId xmlns:a16="http://schemas.microsoft.com/office/drawing/2014/main" id="{2DDE7057-7137-4696-8801-AE2B4DBC983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9"/>
                <a:ext cx="728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47888" name="AutoShape 92">
                <a:extLst>
                  <a:ext uri="{FF2B5EF4-FFF2-40B4-BE49-F238E27FC236}">
                    <a16:creationId xmlns:a16="http://schemas.microsoft.com/office/drawing/2014/main" id="{97DF3207-098B-41A9-BFE3-92CD4BC173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88"/>
                <a:ext cx="706" cy="10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47876" name="Rectangle 93">
              <a:extLst>
                <a:ext uri="{FF2B5EF4-FFF2-40B4-BE49-F238E27FC236}">
                  <a16:creationId xmlns:a16="http://schemas.microsoft.com/office/drawing/2014/main" id="{DC7942EF-5569-4EA8-B833-AD0CB51F99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9" y="429"/>
              <a:ext cx="72" cy="2289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47877" name="Freeform 94">
              <a:extLst>
                <a:ext uri="{FF2B5EF4-FFF2-40B4-BE49-F238E27FC236}">
                  <a16:creationId xmlns:a16="http://schemas.microsoft.com/office/drawing/2014/main" id="{0DAB5085-55BF-4AAC-9C3E-E2050B0970FB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 w 296"/>
                <a:gd name="T3" fmla="*/ 2 h 256"/>
                <a:gd name="T4" fmla="*/ 2 w 296"/>
                <a:gd name="T5" fmla="*/ 2 h 256"/>
                <a:gd name="T6" fmla="*/ 0 w 296"/>
                <a:gd name="T7" fmla="*/ 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47878" name="Freeform 95">
              <a:extLst>
                <a:ext uri="{FF2B5EF4-FFF2-40B4-BE49-F238E27FC236}">
                  <a16:creationId xmlns:a16="http://schemas.microsoft.com/office/drawing/2014/main" id="{9A999518-93E1-468D-8C42-6B3567EFAB3B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 w 304"/>
                <a:gd name="T3" fmla="*/ 2 h 288"/>
                <a:gd name="T4" fmla="*/ 2 w 304"/>
                <a:gd name="T5" fmla="*/ 2 h 288"/>
                <a:gd name="T6" fmla="*/ 2 w 304"/>
                <a:gd name="T7" fmla="*/ 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47879" name="Oval 96">
              <a:extLst>
                <a:ext uri="{FF2B5EF4-FFF2-40B4-BE49-F238E27FC236}">
                  <a16:creationId xmlns:a16="http://schemas.microsoft.com/office/drawing/2014/main" id="{E601779A-9E2C-48D6-AD43-1F4874E6CE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7" y="2611"/>
              <a:ext cx="48" cy="94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47880" name="Freeform 97">
              <a:extLst>
                <a:ext uri="{FF2B5EF4-FFF2-40B4-BE49-F238E27FC236}">
                  <a16:creationId xmlns:a16="http://schemas.microsoft.com/office/drawing/2014/main" id="{947F5990-7E64-416E-8569-E91DCAC1C1D9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 h 240"/>
                <a:gd name="T2" fmla="*/ 2 w 306"/>
                <a:gd name="T3" fmla="*/ 3 h 240"/>
                <a:gd name="T4" fmla="*/ 2 w 306"/>
                <a:gd name="T5" fmla="*/ 3 h 240"/>
                <a:gd name="T6" fmla="*/ 2 w 306"/>
                <a:gd name="T7" fmla="*/ 0 h 240"/>
                <a:gd name="T8" fmla="*/ 0 w 306"/>
                <a:gd name="T9" fmla="*/ 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47881" name="AutoShape 98">
              <a:extLst>
                <a:ext uri="{FF2B5EF4-FFF2-40B4-BE49-F238E27FC236}">
                  <a16:creationId xmlns:a16="http://schemas.microsoft.com/office/drawing/2014/main" id="{E27C0541-4502-416C-A788-19756F3F45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80"/>
              <a:ext cx="1198" cy="145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47882" name="AutoShape 99">
              <a:extLst>
                <a:ext uri="{FF2B5EF4-FFF2-40B4-BE49-F238E27FC236}">
                  <a16:creationId xmlns:a16="http://schemas.microsoft.com/office/drawing/2014/main" id="{3233112B-6F5B-41DE-A19E-918060D27F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6" y="2712"/>
              <a:ext cx="1073" cy="82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47883" name="Oval 100">
              <a:extLst>
                <a:ext uri="{FF2B5EF4-FFF2-40B4-BE49-F238E27FC236}">
                  <a16:creationId xmlns:a16="http://schemas.microsoft.com/office/drawing/2014/main" id="{4CAC0984-E2EC-481E-8DA6-E14AFA2697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5"/>
              <a:ext cx="161" cy="13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47884" name="Oval 101">
              <a:extLst>
                <a:ext uri="{FF2B5EF4-FFF2-40B4-BE49-F238E27FC236}">
                  <a16:creationId xmlns:a16="http://schemas.microsoft.com/office/drawing/2014/main" id="{D86C642C-2D78-475F-99C0-7EA8E65EC1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6" y="2385"/>
              <a:ext cx="161" cy="14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47885" name="Oval 102">
              <a:extLst>
                <a:ext uri="{FF2B5EF4-FFF2-40B4-BE49-F238E27FC236}">
                  <a16:creationId xmlns:a16="http://schemas.microsoft.com/office/drawing/2014/main" id="{BD7B4581-72C1-4BAA-A474-F7BF444E20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5" y="2379"/>
              <a:ext cx="155" cy="145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47886" name="Rectangle 103">
              <a:extLst>
                <a:ext uri="{FF2B5EF4-FFF2-40B4-BE49-F238E27FC236}">
                  <a16:creationId xmlns:a16="http://schemas.microsoft.com/office/drawing/2014/main" id="{D2335976-A330-4200-A896-5EA3F78671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4" y="1838"/>
              <a:ext cx="83" cy="761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</p:grpSp>
      <p:grpSp>
        <p:nvGrpSpPr>
          <p:cNvPr id="8" name="Group 104">
            <a:extLst>
              <a:ext uri="{FF2B5EF4-FFF2-40B4-BE49-F238E27FC236}">
                <a16:creationId xmlns:a16="http://schemas.microsoft.com/office/drawing/2014/main" id="{9DAD6304-9711-4CAC-9E4C-EA1AFD26DB32}"/>
              </a:ext>
            </a:extLst>
          </p:cNvPr>
          <p:cNvGrpSpPr>
            <a:grpSpLocks/>
          </p:cNvGrpSpPr>
          <p:nvPr/>
        </p:nvGrpSpPr>
        <p:grpSpPr bwMode="auto">
          <a:xfrm>
            <a:off x="2078038" y="4222750"/>
            <a:ext cx="685800" cy="588963"/>
            <a:chOff x="-44" y="1473"/>
            <a:chExt cx="981" cy="1105"/>
          </a:xfrm>
        </p:grpSpPr>
        <p:pic>
          <p:nvPicPr>
            <p:cNvPr id="247861" name="Picture 105" descr="desktop_computer_stylized_medium">
              <a:extLst>
                <a:ext uri="{FF2B5EF4-FFF2-40B4-BE49-F238E27FC236}">
                  <a16:creationId xmlns:a16="http://schemas.microsoft.com/office/drawing/2014/main" id="{F01BF1D6-C50C-45F3-B02E-5008EE77226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47862" name="Freeform 106">
              <a:extLst>
                <a:ext uri="{FF2B5EF4-FFF2-40B4-BE49-F238E27FC236}">
                  <a16:creationId xmlns:a16="http://schemas.microsoft.com/office/drawing/2014/main" id="{16E5E78F-2166-4A53-978F-5EE4DDF325D2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5089652 w 356"/>
                <a:gd name="T3" fmla="*/ 1851256 h 368"/>
                <a:gd name="T4" fmla="*/ 17900690 w 356"/>
                <a:gd name="T5" fmla="*/ 38567519 h 368"/>
                <a:gd name="T6" fmla="*/ 3945041 w 356"/>
                <a:gd name="T7" fmla="*/ 48232874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247837" name="Group 107">
            <a:extLst>
              <a:ext uri="{FF2B5EF4-FFF2-40B4-BE49-F238E27FC236}">
                <a16:creationId xmlns:a16="http://schemas.microsoft.com/office/drawing/2014/main" id="{B7245463-1829-4C63-98E5-98833E8CDFA1}"/>
              </a:ext>
            </a:extLst>
          </p:cNvPr>
          <p:cNvGrpSpPr>
            <a:grpSpLocks/>
          </p:cNvGrpSpPr>
          <p:nvPr/>
        </p:nvGrpSpPr>
        <p:grpSpPr bwMode="auto">
          <a:xfrm>
            <a:off x="3448050" y="5235575"/>
            <a:ext cx="728663" cy="620713"/>
            <a:chOff x="-44" y="1473"/>
            <a:chExt cx="981" cy="1105"/>
          </a:xfrm>
        </p:grpSpPr>
        <p:pic>
          <p:nvPicPr>
            <p:cNvPr id="247859" name="Picture 108" descr="desktop_computer_stylized_medium">
              <a:extLst>
                <a:ext uri="{FF2B5EF4-FFF2-40B4-BE49-F238E27FC236}">
                  <a16:creationId xmlns:a16="http://schemas.microsoft.com/office/drawing/2014/main" id="{ABF4EE2A-8B83-4AFA-BF5B-83B2EAEB2DF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47860" name="Freeform 109">
              <a:extLst>
                <a:ext uri="{FF2B5EF4-FFF2-40B4-BE49-F238E27FC236}">
                  <a16:creationId xmlns:a16="http://schemas.microsoft.com/office/drawing/2014/main" id="{EC6BC06F-3B1A-4EB0-8082-C615642691CE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5089652 w 356"/>
                <a:gd name="T3" fmla="*/ 1851256 h 368"/>
                <a:gd name="T4" fmla="*/ 17900690 w 356"/>
                <a:gd name="T5" fmla="*/ 38567519 h 368"/>
                <a:gd name="T6" fmla="*/ 3945041 w 356"/>
                <a:gd name="T7" fmla="*/ 48232874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247838" name="Group 110">
            <a:extLst>
              <a:ext uri="{FF2B5EF4-FFF2-40B4-BE49-F238E27FC236}">
                <a16:creationId xmlns:a16="http://schemas.microsoft.com/office/drawing/2014/main" id="{E5B9AF48-4231-48EA-8F92-258A653E3E3C}"/>
              </a:ext>
            </a:extLst>
          </p:cNvPr>
          <p:cNvGrpSpPr>
            <a:grpSpLocks/>
          </p:cNvGrpSpPr>
          <p:nvPr/>
        </p:nvGrpSpPr>
        <p:grpSpPr bwMode="auto">
          <a:xfrm>
            <a:off x="3730625" y="5813425"/>
            <a:ext cx="728663" cy="620713"/>
            <a:chOff x="-44" y="1473"/>
            <a:chExt cx="981" cy="1105"/>
          </a:xfrm>
        </p:grpSpPr>
        <p:pic>
          <p:nvPicPr>
            <p:cNvPr id="247857" name="Picture 111" descr="desktop_computer_stylized_medium">
              <a:extLst>
                <a:ext uri="{FF2B5EF4-FFF2-40B4-BE49-F238E27FC236}">
                  <a16:creationId xmlns:a16="http://schemas.microsoft.com/office/drawing/2014/main" id="{B77FBC87-F9D4-4054-A698-96486717C95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47858" name="Freeform 112">
              <a:extLst>
                <a:ext uri="{FF2B5EF4-FFF2-40B4-BE49-F238E27FC236}">
                  <a16:creationId xmlns:a16="http://schemas.microsoft.com/office/drawing/2014/main" id="{3330AC10-1B43-44A8-B8DF-838447DD52F3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5089652 w 356"/>
                <a:gd name="T3" fmla="*/ 1851256 h 368"/>
                <a:gd name="T4" fmla="*/ 17900690 w 356"/>
                <a:gd name="T5" fmla="*/ 38567519 h 368"/>
                <a:gd name="T6" fmla="*/ 3945041 w 356"/>
                <a:gd name="T7" fmla="*/ 48232874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247839" name="Group 113">
            <a:extLst>
              <a:ext uri="{FF2B5EF4-FFF2-40B4-BE49-F238E27FC236}">
                <a16:creationId xmlns:a16="http://schemas.microsoft.com/office/drawing/2014/main" id="{FF490293-4753-4CA1-A837-59595757351E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6364288" y="4659313"/>
            <a:ext cx="728662" cy="620712"/>
            <a:chOff x="-44" y="1473"/>
            <a:chExt cx="981" cy="1105"/>
          </a:xfrm>
        </p:grpSpPr>
        <p:pic>
          <p:nvPicPr>
            <p:cNvPr id="247855" name="Picture 114" descr="desktop_computer_stylized_medium">
              <a:extLst>
                <a:ext uri="{FF2B5EF4-FFF2-40B4-BE49-F238E27FC236}">
                  <a16:creationId xmlns:a16="http://schemas.microsoft.com/office/drawing/2014/main" id="{E2862220-711D-4A80-9A3F-C3C68A2FDFC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47856" name="Freeform 115">
              <a:extLst>
                <a:ext uri="{FF2B5EF4-FFF2-40B4-BE49-F238E27FC236}">
                  <a16:creationId xmlns:a16="http://schemas.microsoft.com/office/drawing/2014/main" id="{4B874FF8-86B5-41E0-8DEE-28A597A25668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5089652 w 356"/>
                <a:gd name="T3" fmla="*/ 1851256 h 368"/>
                <a:gd name="T4" fmla="*/ 17900690 w 356"/>
                <a:gd name="T5" fmla="*/ 38567519 h 368"/>
                <a:gd name="T6" fmla="*/ 3945041 w 356"/>
                <a:gd name="T7" fmla="*/ 48232874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247840" name="Group 116">
            <a:extLst>
              <a:ext uri="{FF2B5EF4-FFF2-40B4-BE49-F238E27FC236}">
                <a16:creationId xmlns:a16="http://schemas.microsoft.com/office/drawing/2014/main" id="{8D12E450-13B7-46D4-9562-522304E4B94C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6016625" y="5997575"/>
            <a:ext cx="728663" cy="620713"/>
            <a:chOff x="-44" y="1473"/>
            <a:chExt cx="981" cy="1105"/>
          </a:xfrm>
        </p:grpSpPr>
        <p:pic>
          <p:nvPicPr>
            <p:cNvPr id="247853" name="Picture 117" descr="desktop_computer_stylized_medium">
              <a:extLst>
                <a:ext uri="{FF2B5EF4-FFF2-40B4-BE49-F238E27FC236}">
                  <a16:creationId xmlns:a16="http://schemas.microsoft.com/office/drawing/2014/main" id="{4424BC55-33EC-4C7A-931F-5DE8E659AE9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47854" name="Freeform 118">
              <a:extLst>
                <a:ext uri="{FF2B5EF4-FFF2-40B4-BE49-F238E27FC236}">
                  <a16:creationId xmlns:a16="http://schemas.microsoft.com/office/drawing/2014/main" id="{9477EE36-2D7B-40E9-BF71-24EF71E37B07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5089652 w 356"/>
                <a:gd name="T3" fmla="*/ 1851256 h 368"/>
                <a:gd name="T4" fmla="*/ 17900690 w 356"/>
                <a:gd name="T5" fmla="*/ 38567519 h 368"/>
                <a:gd name="T6" fmla="*/ 3945041 w 356"/>
                <a:gd name="T7" fmla="*/ 48232874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247841" name="Group 119">
            <a:extLst>
              <a:ext uri="{FF2B5EF4-FFF2-40B4-BE49-F238E27FC236}">
                <a16:creationId xmlns:a16="http://schemas.microsoft.com/office/drawing/2014/main" id="{33E70FFB-8A2A-4439-9EBF-94967D14625C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6418263" y="3471863"/>
            <a:ext cx="728662" cy="620712"/>
            <a:chOff x="-44" y="1473"/>
            <a:chExt cx="981" cy="1105"/>
          </a:xfrm>
        </p:grpSpPr>
        <p:pic>
          <p:nvPicPr>
            <p:cNvPr id="247851" name="Picture 120" descr="desktop_computer_stylized_medium">
              <a:extLst>
                <a:ext uri="{FF2B5EF4-FFF2-40B4-BE49-F238E27FC236}">
                  <a16:creationId xmlns:a16="http://schemas.microsoft.com/office/drawing/2014/main" id="{366A555F-1685-434C-A96F-4290EB8A62C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47852" name="Freeform 121">
              <a:extLst>
                <a:ext uri="{FF2B5EF4-FFF2-40B4-BE49-F238E27FC236}">
                  <a16:creationId xmlns:a16="http://schemas.microsoft.com/office/drawing/2014/main" id="{0D23D3B9-3676-478E-A14C-6529DDA5663F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5089652 w 356"/>
                <a:gd name="T3" fmla="*/ 1851256 h 368"/>
                <a:gd name="T4" fmla="*/ 17900690 w 356"/>
                <a:gd name="T5" fmla="*/ 38567519 h 368"/>
                <a:gd name="T6" fmla="*/ 3945041 w 356"/>
                <a:gd name="T7" fmla="*/ 48232874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247842" name="Group 122">
            <a:extLst>
              <a:ext uri="{FF2B5EF4-FFF2-40B4-BE49-F238E27FC236}">
                <a16:creationId xmlns:a16="http://schemas.microsoft.com/office/drawing/2014/main" id="{84E41CDD-873C-424B-A103-E2FAD2890DA9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4621213" y="2938463"/>
            <a:ext cx="641350" cy="620712"/>
            <a:chOff x="-44" y="1473"/>
            <a:chExt cx="981" cy="1105"/>
          </a:xfrm>
        </p:grpSpPr>
        <p:pic>
          <p:nvPicPr>
            <p:cNvPr id="247849" name="Picture 123" descr="desktop_computer_stylized_medium">
              <a:extLst>
                <a:ext uri="{FF2B5EF4-FFF2-40B4-BE49-F238E27FC236}">
                  <a16:creationId xmlns:a16="http://schemas.microsoft.com/office/drawing/2014/main" id="{F24C64CC-F70E-4812-871E-C3479DEB351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47850" name="Freeform 124">
              <a:extLst>
                <a:ext uri="{FF2B5EF4-FFF2-40B4-BE49-F238E27FC236}">
                  <a16:creationId xmlns:a16="http://schemas.microsoft.com/office/drawing/2014/main" id="{FA049663-B314-4D14-8343-882C8A7175E3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5089652 w 356"/>
                <a:gd name="T3" fmla="*/ 1851256 h 368"/>
                <a:gd name="T4" fmla="*/ 17900690 w 356"/>
                <a:gd name="T5" fmla="*/ 38567519 h 368"/>
                <a:gd name="T6" fmla="*/ 3945041 w 356"/>
                <a:gd name="T7" fmla="*/ 48232874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247843" name="Group 125">
            <a:extLst>
              <a:ext uri="{FF2B5EF4-FFF2-40B4-BE49-F238E27FC236}">
                <a16:creationId xmlns:a16="http://schemas.microsoft.com/office/drawing/2014/main" id="{5EC9A13B-1436-4860-81E0-20C2F6C25B88}"/>
              </a:ext>
            </a:extLst>
          </p:cNvPr>
          <p:cNvGrpSpPr>
            <a:grpSpLocks/>
          </p:cNvGrpSpPr>
          <p:nvPr/>
        </p:nvGrpSpPr>
        <p:grpSpPr bwMode="auto">
          <a:xfrm>
            <a:off x="3011488" y="2928938"/>
            <a:ext cx="728662" cy="620712"/>
            <a:chOff x="-44" y="1473"/>
            <a:chExt cx="981" cy="1105"/>
          </a:xfrm>
        </p:grpSpPr>
        <p:pic>
          <p:nvPicPr>
            <p:cNvPr id="247847" name="Picture 126" descr="desktop_computer_stylized_medium">
              <a:extLst>
                <a:ext uri="{FF2B5EF4-FFF2-40B4-BE49-F238E27FC236}">
                  <a16:creationId xmlns:a16="http://schemas.microsoft.com/office/drawing/2014/main" id="{7D778F8F-C9E3-4F1D-B2A0-3EAFF07579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47848" name="Freeform 127">
              <a:extLst>
                <a:ext uri="{FF2B5EF4-FFF2-40B4-BE49-F238E27FC236}">
                  <a16:creationId xmlns:a16="http://schemas.microsoft.com/office/drawing/2014/main" id="{4ECD000F-8C5C-4088-AA53-76A03C0ABA99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5089652 w 356"/>
                <a:gd name="T3" fmla="*/ 1851256 h 368"/>
                <a:gd name="T4" fmla="*/ 17900690 w 356"/>
                <a:gd name="T5" fmla="*/ 38567519 h 368"/>
                <a:gd name="T6" fmla="*/ 3945041 w 356"/>
                <a:gd name="T7" fmla="*/ 48232874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247844" name="Group 129">
            <a:extLst>
              <a:ext uri="{FF2B5EF4-FFF2-40B4-BE49-F238E27FC236}">
                <a16:creationId xmlns:a16="http://schemas.microsoft.com/office/drawing/2014/main" id="{49A320CB-0C1D-4758-A8B0-581EB511A5D5}"/>
              </a:ext>
            </a:extLst>
          </p:cNvPr>
          <p:cNvGrpSpPr>
            <a:grpSpLocks/>
          </p:cNvGrpSpPr>
          <p:nvPr/>
        </p:nvGrpSpPr>
        <p:grpSpPr bwMode="auto">
          <a:xfrm>
            <a:off x="5111750" y="5541963"/>
            <a:ext cx="490538" cy="412750"/>
            <a:chOff x="-44" y="1473"/>
            <a:chExt cx="981" cy="1105"/>
          </a:xfrm>
        </p:grpSpPr>
        <p:pic>
          <p:nvPicPr>
            <p:cNvPr id="247845" name="Picture 130" descr="desktop_computer_stylized_medium">
              <a:extLst>
                <a:ext uri="{FF2B5EF4-FFF2-40B4-BE49-F238E27FC236}">
                  <a16:creationId xmlns:a16="http://schemas.microsoft.com/office/drawing/2014/main" id="{08B94001-37BD-4FCF-9BC4-84D3F302460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47846" name="Freeform 131">
              <a:extLst>
                <a:ext uri="{FF2B5EF4-FFF2-40B4-BE49-F238E27FC236}">
                  <a16:creationId xmlns:a16="http://schemas.microsoft.com/office/drawing/2014/main" id="{23EA708F-C75F-4D64-B168-20F47ECA5DA5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5089652 w 356"/>
                <a:gd name="T3" fmla="*/ 1851256 h 368"/>
                <a:gd name="T4" fmla="*/ 17900690 w 356"/>
                <a:gd name="T5" fmla="*/ 38567519 h 368"/>
                <a:gd name="T6" fmla="*/ 3945041 w 356"/>
                <a:gd name="T7" fmla="*/ 48232874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8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83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1000"/>
                                        <p:tgtEl>
                                          <p:spTgt spid="246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246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 nodeType="clickPar">
                      <p:stCondLst>
                        <p:cond delay="indefinite"/>
                      </p:stCondLst>
                      <p:childTnLst>
                        <p:par>
                          <p:cTn id="2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1000"/>
                                        <p:tgtEl>
                                          <p:spTgt spid="246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245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 nodeType="clickPar">
                      <p:stCondLst>
                        <p:cond delay="indefinite"/>
                      </p:stCondLst>
                      <p:childTnLst>
                        <p:par>
                          <p:cTn id="3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1000"/>
                                        <p:tgtEl>
                                          <p:spTgt spid="246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39" dur="500"/>
                                        <p:tgtEl>
                                          <p:spTgt spid="2459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5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609" grpId="0"/>
      <p:bldP spid="24629" grpId="0"/>
      <p:bldP spid="24645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858" name="Rectangle 7">
            <a:extLst>
              <a:ext uri="{FF2B5EF4-FFF2-40B4-BE49-F238E27FC236}">
                <a16:creationId xmlns:a16="http://schemas.microsoft.com/office/drawing/2014/main" id="{0821CF98-90B9-4578-9A80-D23E103B93D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249859" name="Rectangle 8">
            <a:extLst>
              <a:ext uri="{FF2B5EF4-FFF2-40B4-BE49-F238E27FC236}">
                <a16:creationId xmlns:a16="http://schemas.microsoft.com/office/drawing/2014/main" id="{73676B3C-786F-4952-A51A-C76F140F73E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2-</a:t>
            </a:r>
            <a:fld id="{791C5A93-D22E-4D2B-85B7-4B8576AA2DBF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77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249860" name="Rectangle 3">
            <a:extLst>
              <a:ext uri="{FF2B5EF4-FFF2-40B4-BE49-F238E27FC236}">
                <a16:creationId xmlns:a16="http://schemas.microsoft.com/office/drawing/2014/main" id="{D0294D47-B8E2-4681-9F00-77C12C79C0C6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412750" y="1471613"/>
            <a:ext cx="4475163" cy="2457450"/>
          </a:xfrm>
        </p:spPr>
        <p:txBody>
          <a:bodyPr/>
          <a:lstStyle/>
          <a:p>
            <a:r>
              <a:rPr lang="en-US" altLang="zh-TW" sz="2400" dirty="0">
                <a:ea typeface="ＭＳ Ｐゴシック" panose="020B0600070205080204" pitchFamily="34" charset="-128"/>
              </a:rPr>
              <a:t>peer joining torrent: </a:t>
            </a:r>
          </a:p>
          <a:p>
            <a:pPr lvl="1"/>
            <a:r>
              <a:rPr lang="en-US" altLang="zh-TW" dirty="0">
                <a:ea typeface="ＭＳ Ｐゴシック" panose="020B0600070205080204" pitchFamily="34" charset="-128"/>
              </a:rPr>
              <a:t>has no chunks, but will </a:t>
            </a:r>
            <a:r>
              <a:rPr lang="en-US" altLang="zh-TW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accumulate chunks over time from other peers</a:t>
            </a:r>
          </a:p>
          <a:p>
            <a:pPr lvl="1"/>
            <a:r>
              <a:rPr lang="en-US" altLang="zh-TW" dirty="0">
                <a:ea typeface="ＭＳ Ｐゴシック" panose="020B0600070205080204" pitchFamily="34" charset="-128"/>
              </a:rPr>
              <a:t>registers with tracker to get list of peers, connects to subset of peers (</a:t>
            </a:r>
            <a:r>
              <a:rPr lang="ja-JP" altLang="en-US" dirty="0">
                <a:ea typeface="ＭＳ Ｐゴシック" panose="020B0600070205080204" pitchFamily="34" charset="-128"/>
              </a:rPr>
              <a:t>“</a:t>
            </a:r>
            <a:r>
              <a:rPr lang="en-US" altLang="ja-JP" dirty="0">
                <a:ea typeface="ＭＳ Ｐゴシック" panose="020B0600070205080204" pitchFamily="34" charset="-128"/>
              </a:rPr>
              <a:t>neighbors</a:t>
            </a:r>
            <a:r>
              <a:rPr lang="ja-JP" altLang="en-US" dirty="0">
                <a:ea typeface="ＭＳ Ｐゴシック" panose="020B0600070205080204" pitchFamily="34" charset="-128"/>
              </a:rPr>
              <a:t>”</a:t>
            </a:r>
            <a:r>
              <a:rPr lang="en-US" altLang="ja-JP" dirty="0">
                <a:ea typeface="ＭＳ Ｐゴシック" panose="020B0600070205080204" pitchFamily="34" charset="-128"/>
              </a:rPr>
              <a:t>)</a:t>
            </a:r>
            <a:endParaRPr lang="en-US" altLang="zh-TW" dirty="0">
              <a:ea typeface="ＭＳ Ｐゴシック" panose="020B0600070205080204" pitchFamily="34" charset="-128"/>
            </a:endParaRPr>
          </a:p>
        </p:txBody>
      </p:sp>
      <p:sp>
        <p:nvSpPr>
          <p:cNvPr id="249861" name="Rectangle 2">
            <a:extLst>
              <a:ext uri="{FF2B5EF4-FFF2-40B4-BE49-F238E27FC236}">
                <a16:creationId xmlns:a16="http://schemas.microsoft.com/office/drawing/2014/main" id="{DDE03DC1-A8CA-43AF-961E-17BFD4497C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1163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4000">
                <a:solidFill>
                  <a:srgbClr val="000099"/>
                </a:solidFill>
              </a:rPr>
              <a:t>P2P file distribution: BitTorrent </a:t>
            </a:r>
          </a:p>
        </p:txBody>
      </p:sp>
      <p:pic>
        <p:nvPicPr>
          <p:cNvPr id="249862" name="Picture 45" descr="underline_base">
            <a:extLst>
              <a:ext uri="{FF2B5EF4-FFF2-40B4-BE49-F238E27FC236}">
                <a16:creationId xmlns:a16="http://schemas.microsoft.com/office/drawing/2014/main" id="{2D4F0DFE-8D13-41D4-92B2-EAA0E7D60C62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125" y="817563"/>
            <a:ext cx="6672263" cy="184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9863" name="Rectangle 3">
            <a:extLst>
              <a:ext uri="{FF2B5EF4-FFF2-40B4-BE49-F238E27FC236}">
                <a16:creationId xmlns:a16="http://schemas.microsoft.com/office/drawing/2014/main" id="{3F85B729-CC16-4B13-B5E4-9005E31F3F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2913" y="4221163"/>
            <a:ext cx="8120062" cy="2338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8001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r>
              <a:rPr lang="en-US" altLang="zh-TW" sz="2400" dirty="0"/>
              <a:t>while </a:t>
            </a:r>
            <a:r>
              <a:rPr lang="en-US" altLang="zh-TW" sz="2400" dirty="0">
                <a:solidFill>
                  <a:srgbClr val="0070C0"/>
                </a:solidFill>
              </a:rPr>
              <a:t>downloading</a:t>
            </a:r>
            <a:r>
              <a:rPr lang="en-US" altLang="zh-TW" sz="2400" dirty="0"/>
              <a:t>, peer </a:t>
            </a:r>
            <a:r>
              <a:rPr lang="en-US" altLang="zh-TW" sz="2400" dirty="0">
                <a:solidFill>
                  <a:srgbClr val="0070C0"/>
                </a:solidFill>
              </a:rPr>
              <a:t>uploads</a:t>
            </a:r>
            <a:r>
              <a:rPr lang="en-US" altLang="zh-TW" sz="2400" dirty="0"/>
              <a:t> chunks to other peers</a:t>
            </a:r>
          </a:p>
          <a:p>
            <a:r>
              <a:rPr lang="en-US" altLang="zh-TW" sz="2400" dirty="0"/>
              <a:t>peer may </a:t>
            </a:r>
            <a:r>
              <a:rPr lang="en-US" altLang="zh-TW" sz="2400" dirty="0">
                <a:solidFill>
                  <a:srgbClr val="0070C0"/>
                </a:solidFill>
              </a:rPr>
              <a:t>change peers </a:t>
            </a:r>
            <a:r>
              <a:rPr lang="en-US" altLang="zh-TW" sz="2400" dirty="0"/>
              <a:t>with whom it exchanges chunks</a:t>
            </a:r>
          </a:p>
          <a:p>
            <a:r>
              <a:rPr lang="en-US" altLang="zh-TW" sz="2400" i="1" dirty="0">
                <a:solidFill>
                  <a:srgbClr val="CC0000"/>
                </a:solidFill>
              </a:rPr>
              <a:t>churn:</a:t>
            </a:r>
            <a:r>
              <a:rPr lang="en-US" altLang="zh-TW" sz="2400" dirty="0"/>
              <a:t> peers may </a:t>
            </a:r>
            <a:r>
              <a:rPr lang="en-US" altLang="zh-TW" sz="2400" dirty="0">
                <a:solidFill>
                  <a:srgbClr val="0070C0"/>
                </a:solidFill>
              </a:rPr>
              <a:t>come and go</a:t>
            </a:r>
          </a:p>
          <a:p>
            <a:pPr lvl="1">
              <a:buSzPct val="65000"/>
              <a:buFont typeface="Wingdings" panose="05000000000000000000" pitchFamily="2" charset="2"/>
              <a:buChar char="v"/>
            </a:pPr>
            <a:r>
              <a:rPr lang="en-US" altLang="zh-TW" dirty="0"/>
              <a:t>once peer has entire file, it may (selfishly) leave or (altruistically) remain in torrent</a:t>
            </a:r>
          </a:p>
        </p:txBody>
      </p:sp>
      <p:sp>
        <p:nvSpPr>
          <p:cNvPr id="249864" name="Line 25">
            <a:extLst>
              <a:ext uri="{FF2B5EF4-FFF2-40B4-BE49-F238E27FC236}">
                <a16:creationId xmlns:a16="http://schemas.microsoft.com/office/drawing/2014/main" id="{428D1511-5C70-4236-8BCA-3960ECA17697}"/>
              </a:ext>
            </a:extLst>
          </p:cNvPr>
          <p:cNvSpPr>
            <a:spLocks noChangeShapeType="1"/>
          </p:cNvSpPr>
          <p:nvPr/>
        </p:nvSpPr>
        <p:spPr bwMode="auto">
          <a:xfrm>
            <a:off x="6245225" y="1646238"/>
            <a:ext cx="1736725" cy="8794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249865" name="Line 26">
            <a:extLst>
              <a:ext uri="{FF2B5EF4-FFF2-40B4-BE49-F238E27FC236}">
                <a16:creationId xmlns:a16="http://schemas.microsoft.com/office/drawing/2014/main" id="{41F09636-C585-4307-8A86-226862E6D630}"/>
              </a:ext>
            </a:extLst>
          </p:cNvPr>
          <p:cNvSpPr>
            <a:spLocks noChangeShapeType="1"/>
          </p:cNvSpPr>
          <p:nvPr/>
        </p:nvSpPr>
        <p:spPr bwMode="auto">
          <a:xfrm>
            <a:off x="6107113" y="1739900"/>
            <a:ext cx="168275" cy="11334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249866" name="Line 27">
            <a:extLst>
              <a:ext uri="{FF2B5EF4-FFF2-40B4-BE49-F238E27FC236}">
                <a16:creationId xmlns:a16="http://schemas.microsoft.com/office/drawing/2014/main" id="{0300C9DF-27ED-4A64-B5A8-8C9C1437B1E5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7223125" y="1590675"/>
            <a:ext cx="795338" cy="1905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249867" name="Line 28">
            <a:extLst>
              <a:ext uri="{FF2B5EF4-FFF2-40B4-BE49-F238E27FC236}">
                <a16:creationId xmlns:a16="http://schemas.microsoft.com/office/drawing/2014/main" id="{73C41633-A57C-4EF5-A0F2-73EED247530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667500" y="1925638"/>
            <a:ext cx="1389063" cy="12398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249868" name="Line 29">
            <a:extLst>
              <a:ext uri="{FF2B5EF4-FFF2-40B4-BE49-F238E27FC236}">
                <a16:creationId xmlns:a16="http://schemas.microsoft.com/office/drawing/2014/main" id="{98843180-13C5-4D12-B7AF-1672F24F356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726238" y="3152775"/>
            <a:ext cx="504825" cy="101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249869" name="Line 30">
            <a:extLst>
              <a:ext uri="{FF2B5EF4-FFF2-40B4-BE49-F238E27FC236}">
                <a16:creationId xmlns:a16="http://schemas.microsoft.com/office/drawing/2014/main" id="{55026620-9E43-4129-A90F-596B0782CD9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399213" y="1714500"/>
            <a:ext cx="612775" cy="10461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249870" name="Line 31">
            <a:extLst>
              <a:ext uri="{FF2B5EF4-FFF2-40B4-BE49-F238E27FC236}">
                <a16:creationId xmlns:a16="http://schemas.microsoft.com/office/drawing/2014/main" id="{0FA1ECCE-F807-441A-BE22-46B6454AD40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511925" y="2579688"/>
            <a:ext cx="1443038" cy="3016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249871" name="Line 32">
            <a:extLst>
              <a:ext uri="{FF2B5EF4-FFF2-40B4-BE49-F238E27FC236}">
                <a16:creationId xmlns:a16="http://schemas.microsoft.com/office/drawing/2014/main" id="{C4047473-CD25-4DB2-A092-6D146100E5B3}"/>
              </a:ext>
            </a:extLst>
          </p:cNvPr>
          <p:cNvSpPr>
            <a:spLocks noChangeShapeType="1"/>
          </p:cNvSpPr>
          <p:nvPr/>
        </p:nvSpPr>
        <p:spPr bwMode="auto">
          <a:xfrm>
            <a:off x="7192963" y="1679575"/>
            <a:ext cx="804862" cy="796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249872" name="Line 33">
            <a:extLst>
              <a:ext uri="{FF2B5EF4-FFF2-40B4-BE49-F238E27FC236}">
                <a16:creationId xmlns:a16="http://schemas.microsoft.com/office/drawing/2014/main" id="{CFCC8859-0BC8-40E1-9EF3-8632CEA6E027}"/>
              </a:ext>
            </a:extLst>
          </p:cNvPr>
          <p:cNvSpPr>
            <a:spLocks noChangeShapeType="1"/>
          </p:cNvSpPr>
          <p:nvPr/>
        </p:nvSpPr>
        <p:spPr bwMode="auto">
          <a:xfrm>
            <a:off x="7494588" y="3165475"/>
            <a:ext cx="255587" cy="1365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249873" name="Line 34">
            <a:extLst>
              <a:ext uri="{FF2B5EF4-FFF2-40B4-BE49-F238E27FC236}">
                <a16:creationId xmlns:a16="http://schemas.microsoft.com/office/drawing/2014/main" id="{F1DDF659-657A-47B8-BA88-0834482E81E8}"/>
              </a:ext>
            </a:extLst>
          </p:cNvPr>
          <p:cNvSpPr>
            <a:spLocks noChangeShapeType="1"/>
          </p:cNvSpPr>
          <p:nvPr/>
        </p:nvSpPr>
        <p:spPr bwMode="auto">
          <a:xfrm>
            <a:off x="6735763" y="3351213"/>
            <a:ext cx="1014412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249874" name="Line 38">
            <a:extLst>
              <a:ext uri="{FF2B5EF4-FFF2-40B4-BE49-F238E27FC236}">
                <a16:creationId xmlns:a16="http://schemas.microsoft.com/office/drawing/2014/main" id="{16A3BEF0-0EBD-4A15-99BB-5F94B9025DAA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869238" y="2689225"/>
            <a:ext cx="179387" cy="5857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pic>
        <p:nvPicPr>
          <p:cNvPr id="249875" name="Picture 39" descr="Alice">
            <a:extLst>
              <a:ext uri="{FF2B5EF4-FFF2-40B4-BE49-F238E27FC236}">
                <a16:creationId xmlns:a16="http://schemas.microsoft.com/office/drawing/2014/main" id="{3150359C-2448-49BF-841B-1B85C54134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11725" y="2139950"/>
            <a:ext cx="323850" cy="319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249876" name="Group 70">
            <a:extLst>
              <a:ext uri="{FF2B5EF4-FFF2-40B4-BE49-F238E27FC236}">
                <a16:creationId xmlns:a16="http://schemas.microsoft.com/office/drawing/2014/main" id="{2AD62294-5361-48E3-BF38-B9CE34F0B597}"/>
              </a:ext>
            </a:extLst>
          </p:cNvPr>
          <p:cNvGrpSpPr>
            <a:grpSpLocks/>
          </p:cNvGrpSpPr>
          <p:nvPr/>
        </p:nvGrpSpPr>
        <p:grpSpPr bwMode="auto">
          <a:xfrm>
            <a:off x="5586413" y="1693863"/>
            <a:ext cx="2378075" cy="1350962"/>
            <a:chOff x="1752" y="2166"/>
            <a:chExt cx="2200" cy="1363"/>
          </a:xfrm>
        </p:grpSpPr>
        <p:sp>
          <p:nvSpPr>
            <p:cNvPr id="249937" name="Line 22">
              <a:extLst>
                <a:ext uri="{FF2B5EF4-FFF2-40B4-BE49-F238E27FC236}">
                  <a16:creationId xmlns:a16="http://schemas.microsoft.com/office/drawing/2014/main" id="{C28287FC-3D5E-4FAF-B748-8BB156CD2F4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752" y="2166"/>
              <a:ext cx="361" cy="53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249938" name="Line 23">
              <a:extLst>
                <a:ext uri="{FF2B5EF4-FFF2-40B4-BE49-F238E27FC236}">
                  <a16:creationId xmlns:a16="http://schemas.microsoft.com/office/drawing/2014/main" id="{E6DD8CCE-E138-4D15-BA41-9D3A69B2027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770" y="2352"/>
              <a:ext cx="2182" cy="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249939" name="Line 24">
              <a:extLst>
                <a:ext uri="{FF2B5EF4-FFF2-40B4-BE49-F238E27FC236}">
                  <a16:creationId xmlns:a16="http://schemas.microsoft.com/office/drawing/2014/main" id="{E0503DCC-E24A-4049-8842-A995633E371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86" y="2820"/>
              <a:ext cx="1550" cy="70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</p:grpSp>
      <p:grpSp>
        <p:nvGrpSpPr>
          <p:cNvPr id="249877" name="Group 74">
            <a:extLst>
              <a:ext uri="{FF2B5EF4-FFF2-40B4-BE49-F238E27FC236}">
                <a16:creationId xmlns:a16="http://schemas.microsoft.com/office/drawing/2014/main" id="{53EA34B7-82D9-4A97-8F6F-974793E89C9D}"/>
              </a:ext>
            </a:extLst>
          </p:cNvPr>
          <p:cNvGrpSpPr>
            <a:grpSpLocks/>
          </p:cNvGrpSpPr>
          <p:nvPr/>
        </p:nvGrpSpPr>
        <p:grpSpPr bwMode="auto">
          <a:xfrm>
            <a:off x="5245100" y="1374775"/>
            <a:ext cx="292100" cy="517525"/>
            <a:chOff x="4140" y="429"/>
            <a:chExt cx="1425" cy="2396"/>
          </a:xfrm>
        </p:grpSpPr>
        <p:sp>
          <p:nvSpPr>
            <p:cNvPr id="249905" name="Freeform 75">
              <a:extLst>
                <a:ext uri="{FF2B5EF4-FFF2-40B4-BE49-F238E27FC236}">
                  <a16:creationId xmlns:a16="http://schemas.microsoft.com/office/drawing/2014/main" id="{0BB222D6-99D6-4277-88F1-0A0CF1F888F2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2 w 354"/>
                <a:gd name="T3" fmla="*/ 3 h 2742"/>
                <a:gd name="T4" fmla="*/ 2 w 354"/>
                <a:gd name="T5" fmla="*/ 3 h 2742"/>
                <a:gd name="T6" fmla="*/ 0 w 354"/>
                <a:gd name="T7" fmla="*/ 3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49906" name="Rectangle 76">
              <a:extLst>
                <a:ext uri="{FF2B5EF4-FFF2-40B4-BE49-F238E27FC236}">
                  <a16:creationId xmlns:a16="http://schemas.microsoft.com/office/drawing/2014/main" id="{74D8F49E-62B4-4DC7-9FC4-22E6568E32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6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49907" name="Freeform 77">
              <a:extLst>
                <a:ext uri="{FF2B5EF4-FFF2-40B4-BE49-F238E27FC236}">
                  <a16:creationId xmlns:a16="http://schemas.microsoft.com/office/drawing/2014/main" id="{ADF3059D-52D4-42AB-A1BD-3E7D78F803B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2 w 211"/>
                <a:gd name="T3" fmla="*/ 3 h 2537"/>
                <a:gd name="T4" fmla="*/ 2 w 211"/>
                <a:gd name="T5" fmla="*/ 3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49908" name="Freeform 78">
              <a:extLst>
                <a:ext uri="{FF2B5EF4-FFF2-40B4-BE49-F238E27FC236}">
                  <a16:creationId xmlns:a16="http://schemas.microsoft.com/office/drawing/2014/main" id="{9386A735-7F3B-40BD-9CBA-38C364C96A99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3 h 226"/>
                <a:gd name="T4" fmla="*/ 2 w 328"/>
                <a:gd name="T5" fmla="*/ 3 h 226"/>
                <a:gd name="T6" fmla="*/ 0 w 328"/>
                <a:gd name="T7" fmla="*/ 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49909" name="Rectangle 79">
              <a:extLst>
                <a:ext uri="{FF2B5EF4-FFF2-40B4-BE49-F238E27FC236}">
                  <a16:creationId xmlns:a16="http://schemas.microsoft.com/office/drawing/2014/main" id="{1C1361A4-2323-40A4-9EBD-411D52F062A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4"/>
              <a:ext cx="596" cy="44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249910" name="Group 80">
              <a:extLst>
                <a:ext uri="{FF2B5EF4-FFF2-40B4-BE49-F238E27FC236}">
                  <a16:creationId xmlns:a16="http://schemas.microsoft.com/office/drawing/2014/main" id="{4B6ED365-C806-480D-B838-16C5B3B2695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49935" name="AutoShape 81">
                <a:extLst>
                  <a:ext uri="{FF2B5EF4-FFF2-40B4-BE49-F238E27FC236}">
                    <a16:creationId xmlns:a16="http://schemas.microsoft.com/office/drawing/2014/main" id="{059CF87E-C99E-4890-9532-FEF4CEDE9A9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71"/>
                <a:ext cx="725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49936" name="AutoShape 82">
                <a:extLst>
                  <a:ext uri="{FF2B5EF4-FFF2-40B4-BE49-F238E27FC236}">
                    <a16:creationId xmlns:a16="http://schemas.microsoft.com/office/drawing/2014/main" id="{1541D625-35FF-4187-82D6-D72B15B8CC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7" y="2585"/>
                <a:ext cx="686" cy="106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49911" name="Rectangle 83">
              <a:extLst>
                <a:ext uri="{FF2B5EF4-FFF2-40B4-BE49-F238E27FC236}">
                  <a16:creationId xmlns:a16="http://schemas.microsoft.com/office/drawing/2014/main" id="{199F977F-710D-4E3F-86CD-68824F84CF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5" y="1017"/>
              <a:ext cx="596" cy="51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249912" name="Group 84">
              <a:extLst>
                <a:ext uri="{FF2B5EF4-FFF2-40B4-BE49-F238E27FC236}">
                  <a16:creationId xmlns:a16="http://schemas.microsoft.com/office/drawing/2014/main" id="{5E396A61-E313-426D-871C-840204ABD3A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49933" name="AutoShape 85">
                <a:extLst>
                  <a:ext uri="{FF2B5EF4-FFF2-40B4-BE49-F238E27FC236}">
                    <a16:creationId xmlns:a16="http://schemas.microsoft.com/office/drawing/2014/main" id="{4C158953-208C-4592-8756-CB71859C69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0" y="2569"/>
                <a:ext cx="725" cy="137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49934" name="AutoShape 86">
                <a:extLst>
                  <a:ext uri="{FF2B5EF4-FFF2-40B4-BE49-F238E27FC236}">
                    <a16:creationId xmlns:a16="http://schemas.microsoft.com/office/drawing/2014/main" id="{E9544677-24FC-4D66-A2D9-B66A042324A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4"/>
                <a:ext cx="68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49913" name="Rectangle 87">
              <a:extLst>
                <a:ext uri="{FF2B5EF4-FFF2-40B4-BE49-F238E27FC236}">
                  <a16:creationId xmlns:a16="http://schemas.microsoft.com/office/drawing/2014/main" id="{44870E6E-A9BB-4142-8FAE-316F7526CBC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7" y="1355"/>
              <a:ext cx="596" cy="51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49914" name="Rectangle 88">
              <a:extLst>
                <a:ext uri="{FF2B5EF4-FFF2-40B4-BE49-F238E27FC236}">
                  <a16:creationId xmlns:a16="http://schemas.microsoft.com/office/drawing/2014/main" id="{6771C618-CE94-4096-8FEE-D2003B7FE9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5" y="1656"/>
              <a:ext cx="596" cy="44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grpSp>
          <p:nvGrpSpPr>
            <p:cNvPr id="249915" name="Group 89">
              <a:extLst>
                <a:ext uri="{FF2B5EF4-FFF2-40B4-BE49-F238E27FC236}">
                  <a16:creationId xmlns:a16="http://schemas.microsoft.com/office/drawing/2014/main" id="{209697E4-0071-4CC3-919F-B6BC869D974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49931" name="AutoShape 90">
                <a:extLst>
                  <a:ext uri="{FF2B5EF4-FFF2-40B4-BE49-F238E27FC236}">
                    <a16:creationId xmlns:a16="http://schemas.microsoft.com/office/drawing/2014/main" id="{F26B69D2-7CAF-4C49-9B74-748CE3C85E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8"/>
                <a:ext cx="724" cy="142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49932" name="AutoShape 91">
                <a:extLst>
                  <a:ext uri="{FF2B5EF4-FFF2-40B4-BE49-F238E27FC236}">
                    <a16:creationId xmlns:a16="http://schemas.microsoft.com/office/drawing/2014/main" id="{088E526C-9588-43C6-A6FD-829F90020B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5" y="2582"/>
                <a:ext cx="685" cy="10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49916" name="Freeform 92">
              <a:extLst>
                <a:ext uri="{FF2B5EF4-FFF2-40B4-BE49-F238E27FC236}">
                  <a16:creationId xmlns:a16="http://schemas.microsoft.com/office/drawing/2014/main" id="{FD325F9E-DFA5-484B-B6B8-73019B5AA850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2 h 226"/>
                <a:gd name="T4" fmla="*/ 2 w 328"/>
                <a:gd name="T5" fmla="*/ 2 h 226"/>
                <a:gd name="T6" fmla="*/ 0 w 328"/>
                <a:gd name="T7" fmla="*/ 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249917" name="Group 93">
              <a:extLst>
                <a:ext uri="{FF2B5EF4-FFF2-40B4-BE49-F238E27FC236}">
                  <a16:creationId xmlns:a16="http://schemas.microsoft.com/office/drawing/2014/main" id="{E272F606-A36D-4238-8956-159EE20361D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249929" name="AutoShape 94">
                <a:extLst>
                  <a:ext uri="{FF2B5EF4-FFF2-40B4-BE49-F238E27FC236}">
                    <a16:creationId xmlns:a16="http://schemas.microsoft.com/office/drawing/2014/main" id="{060701DE-3426-4554-AB83-BF4705AE3A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7"/>
                <a:ext cx="724" cy="140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49930" name="AutoShape 95">
                <a:extLst>
                  <a:ext uri="{FF2B5EF4-FFF2-40B4-BE49-F238E27FC236}">
                    <a16:creationId xmlns:a16="http://schemas.microsoft.com/office/drawing/2014/main" id="{82ADD5A3-CEF8-45B8-8A01-397C5F84CB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1"/>
                <a:ext cx="685" cy="110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49918" name="Rectangle 96">
              <a:extLst>
                <a:ext uri="{FF2B5EF4-FFF2-40B4-BE49-F238E27FC236}">
                  <a16:creationId xmlns:a16="http://schemas.microsoft.com/office/drawing/2014/main" id="{15F6A57E-4AF7-4F46-8345-A766B8788A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7" y="429"/>
              <a:ext cx="70" cy="2286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49919" name="Freeform 97">
              <a:extLst>
                <a:ext uri="{FF2B5EF4-FFF2-40B4-BE49-F238E27FC236}">
                  <a16:creationId xmlns:a16="http://schemas.microsoft.com/office/drawing/2014/main" id="{509FAEBA-14C9-4505-AD4A-E0190B3B75C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 w 296"/>
                <a:gd name="T3" fmla="*/ 2 h 256"/>
                <a:gd name="T4" fmla="*/ 2 w 296"/>
                <a:gd name="T5" fmla="*/ 2 h 256"/>
                <a:gd name="T6" fmla="*/ 0 w 296"/>
                <a:gd name="T7" fmla="*/ 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49920" name="Freeform 98">
              <a:extLst>
                <a:ext uri="{FF2B5EF4-FFF2-40B4-BE49-F238E27FC236}">
                  <a16:creationId xmlns:a16="http://schemas.microsoft.com/office/drawing/2014/main" id="{AF45897E-01D5-41C4-9889-04E03A392FF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 w 304"/>
                <a:gd name="T3" fmla="*/ 2 h 288"/>
                <a:gd name="T4" fmla="*/ 2 w 304"/>
                <a:gd name="T5" fmla="*/ 2 h 288"/>
                <a:gd name="T6" fmla="*/ 2 w 304"/>
                <a:gd name="T7" fmla="*/ 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49921" name="Oval 99">
              <a:extLst>
                <a:ext uri="{FF2B5EF4-FFF2-40B4-BE49-F238E27FC236}">
                  <a16:creationId xmlns:a16="http://schemas.microsoft.com/office/drawing/2014/main" id="{076BB4C0-F54B-41D1-B1CD-12A202397B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9" y="2612"/>
              <a:ext cx="46" cy="96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49922" name="Freeform 100">
              <a:extLst>
                <a:ext uri="{FF2B5EF4-FFF2-40B4-BE49-F238E27FC236}">
                  <a16:creationId xmlns:a16="http://schemas.microsoft.com/office/drawing/2014/main" id="{C1D307BD-5FE8-4C18-823E-EBD29DC6917B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 h 240"/>
                <a:gd name="T2" fmla="*/ 2 w 306"/>
                <a:gd name="T3" fmla="*/ 3 h 240"/>
                <a:gd name="T4" fmla="*/ 2 w 306"/>
                <a:gd name="T5" fmla="*/ 3 h 240"/>
                <a:gd name="T6" fmla="*/ 2 w 306"/>
                <a:gd name="T7" fmla="*/ 0 h 240"/>
                <a:gd name="T8" fmla="*/ 0 w 306"/>
                <a:gd name="T9" fmla="*/ 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49923" name="AutoShape 101">
              <a:extLst>
                <a:ext uri="{FF2B5EF4-FFF2-40B4-BE49-F238E27FC236}">
                  <a16:creationId xmlns:a16="http://schemas.microsoft.com/office/drawing/2014/main" id="{69BD1F64-74D7-4C5B-8B2F-0D10E2AC84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8"/>
              <a:ext cx="1200" cy="147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49924" name="AutoShape 102">
              <a:extLst>
                <a:ext uri="{FF2B5EF4-FFF2-40B4-BE49-F238E27FC236}">
                  <a16:creationId xmlns:a16="http://schemas.microsoft.com/office/drawing/2014/main" id="{644B3008-BF61-4642-BA45-81BEBE19C0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07"/>
              <a:ext cx="1069" cy="88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49925" name="Oval 103">
              <a:extLst>
                <a:ext uri="{FF2B5EF4-FFF2-40B4-BE49-F238E27FC236}">
                  <a16:creationId xmlns:a16="http://schemas.microsoft.com/office/drawing/2014/main" id="{8C465474-A603-40BA-BFA7-49CD5209DC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10" y="2384"/>
              <a:ext cx="155" cy="140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49926" name="Oval 104">
              <a:extLst>
                <a:ext uri="{FF2B5EF4-FFF2-40B4-BE49-F238E27FC236}">
                  <a16:creationId xmlns:a16="http://schemas.microsoft.com/office/drawing/2014/main" id="{9000839B-7E3E-4A52-A2B5-81CA8CF7AD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4"/>
              <a:ext cx="155" cy="14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49927" name="Oval 105">
              <a:extLst>
                <a:ext uri="{FF2B5EF4-FFF2-40B4-BE49-F238E27FC236}">
                  <a16:creationId xmlns:a16="http://schemas.microsoft.com/office/drawing/2014/main" id="{CE9ADD21-7DBF-4A05-866D-2AEACAE76B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9" y="2384"/>
              <a:ext cx="163" cy="140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249928" name="Rectangle 106">
              <a:extLst>
                <a:ext uri="{FF2B5EF4-FFF2-40B4-BE49-F238E27FC236}">
                  <a16:creationId xmlns:a16="http://schemas.microsoft.com/office/drawing/2014/main" id="{C35D1B2E-FA88-4DE1-B3C0-20CE0FDC67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2" y="1833"/>
              <a:ext cx="85" cy="764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latin typeface="Arial" panose="020B0604020202020204" pitchFamily="34" charset="0"/>
              </a:endParaRPr>
            </a:p>
          </p:txBody>
        </p:sp>
      </p:grpSp>
      <p:grpSp>
        <p:nvGrpSpPr>
          <p:cNvPr id="249878" name="Group 107">
            <a:extLst>
              <a:ext uri="{FF2B5EF4-FFF2-40B4-BE49-F238E27FC236}">
                <a16:creationId xmlns:a16="http://schemas.microsoft.com/office/drawing/2014/main" id="{1B0A0FD6-5DBD-4999-BE44-BDDC8C023556}"/>
              </a:ext>
            </a:extLst>
          </p:cNvPr>
          <p:cNvGrpSpPr>
            <a:grpSpLocks/>
          </p:cNvGrpSpPr>
          <p:nvPr/>
        </p:nvGrpSpPr>
        <p:grpSpPr bwMode="auto">
          <a:xfrm>
            <a:off x="6311900" y="3176588"/>
            <a:ext cx="434975" cy="349250"/>
            <a:chOff x="-44" y="1473"/>
            <a:chExt cx="981" cy="1105"/>
          </a:xfrm>
        </p:grpSpPr>
        <p:pic>
          <p:nvPicPr>
            <p:cNvPr id="249903" name="Picture 108" descr="desktop_computer_stylized_medium">
              <a:extLst>
                <a:ext uri="{FF2B5EF4-FFF2-40B4-BE49-F238E27FC236}">
                  <a16:creationId xmlns:a16="http://schemas.microsoft.com/office/drawing/2014/main" id="{F502B71C-C9C6-4CED-801F-52BFC6CBED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49904" name="Freeform 109">
              <a:extLst>
                <a:ext uri="{FF2B5EF4-FFF2-40B4-BE49-F238E27FC236}">
                  <a16:creationId xmlns:a16="http://schemas.microsoft.com/office/drawing/2014/main" id="{D0B4CB26-6E11-4453-979D-F6EB5117F9D1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5089652 w 356"/>
                <a:gd name="T3" fmla="*/ 1851256 h 368"/>
                <a:gd name="T4" fmla="*/ 17900690 w 356"/>
                <a:gd name="T5" fmla="*/ 38567519 h 368"/>
                <a:gd name="T6" fmla="*/ 3945041 w 356"/>
                <a:gd name="T7" fmla="*/ 48232874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249879" name="Group 110">
            <a:extLst>
              <a:ext uri="{FF2B5EF4-FFF2-40B4-BE49-F238E27FC236}">
                <a16:creationId xmlns:a16="http://schemas.microsoft.com/office/drawing/2014/main" id="{FA5D5417-8B89-4281-94E6-58E176CB6E57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716838" y="3252788"/>
            <a:ext cx="434975" cy="349250"/>
            <a:chOff x="-44" y="1473"/>
            <a:chExt cx="981" cy="1105"/>
          </a:xfrm>
        </p:grpSpPr>
        <p:pic>
          <p:nvPicPr>
            <p:cNvPr id="249901" name="Picture 111" descr="desktop_computer_stylized_medium">
              <a:extLst>
                <a:ext uri="{FF2B5EF4-FFF2-40B4-BE49-F238E27FC236}">
                  <a16:creationId xmlns:a16="http://schemas.microsoft.com/office/drawing/2014/main" id="{0471F7C5-01AB-4097-914D-E82738E36D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49902" name="Freeform 112">
              <a:extLst>
                <a:ext uri="{FF2B5EF4-FFF2-40B4-BE49-F238E27FC236}">
                  <a16:creationId xmlns:a16="http://schemas.microsoft.com/office/drawing/2014/main" id="{A4E9D198-D652-48C2-8DEA-E23773600EC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5089652 w 356"/>
                <a:gd name="T3" fmla="*/ 1851256 h 368"/>
                <a:gd name="T4" fmla="*/ 17900690 w 356"/>
                <a:gd name="T5" fmla="*/ 38567519 h 368"/>
                <a:gd name="T6" fmla="*/ 3945041 w 356"/>
                <a:gd name="T7" fmla="*/ 48232874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249880" name="Group 113">
            <a:extLst>
              <a:ext uri="{FF2B5EF4-FFF2-40B4-BE49-F238E27FC236}">
                <a16:creationId xmlns:a16="http://schemas.microsoft.com/office/drawing/2014/main" id="{01E6304E-9212-4FD2-8B37-A004A1A330FF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988300" y="2457450"/>
            <a:ext cx="434975" cy="349250"/>
            <a:chOff x="-44" y="1473"/>
            <a:chExt cx="981" cy="1105"/>
          </a:xfrm>
        </p:grpSpPr>
        <p:pic>
          <p:nvPicPr>
            <p:cNvPr id="249899" name="Picture 114" descr="desktop_computer_stylized_medium">
              <a:extLst>
                <a:ext uri="{FF2B5EF4-FFF2-40B4-BE49-F238E27FC236}">
                  <a16:creationId xmlns:a16="http://schemas.microsoft.com/office/drawing/2014/main" id="{B7E42192-FFE1-48AE-9D4E-41385D10A61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49900" name="Freeform 115">
              <a:extLst>
                <a:ext uri="{FF2B5EF4-FFF2-40B4-BE49-F238E27FC236}">
                  <a16:creationId xmlns:a16="http://schemas.microsoft.com/office/drawing/2014/main" id="{9FBEFC38-C9F1-4116-A30B-C18AC652BAEE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5089652 w 356"/>
                <a:gd name="T3" fmla="*/ 1851256 h 368"/>
                <a:gd name="T4" fmla="*/ 17900690 w 356"/>
                <a:gd name="T5" fmla="*/ 38567519 h 368"/>
                <a:gd name="T6" fmla="*/ 3945041 w 356"/>
                <a:gd name="T7" fmla="*/ 48232874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249881" name="Group 116">
            <a:extLst>
              <a:ext uri="{FF2B5EF4-FFF2-40B4-BE49-F238E27FC236}">
                <a16:creationId xmlns:a16="http://schemas.microsoft.com/office/drawing/2014/main" id="{F0640A80-326A-4D32-B3BB-3FEA68E62368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8043863" y="1706563"/>
            <a:ext cx="434975" cy="349250"/>
            <a:chOff x="-44" y="1473"/>
            <a:chExt cx="981" cy="1105"/>
          </a:xfrm>
        </p:grpSpPr>
        <p:pic>
          <p:nvPicPr>
            <p:cNvPr id="249897" name="Picture 117" descr="desktop_computer_stylized_medium">
              <a:extLst>
                <a:ext uri="{FF2B5EF4-FFF2-40B4-BE49-F238E27FC236}">
                  <a16:creationId xmlns:a16="http://schemas.microsoft.com/office/drawing/2014/main" id="{C99D5214-6421-4AB3-8BC4-235CD37B43F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49898" name="Freeform 118">
              <a:extLst>
                <a:ext uri="{FF2B5EF4-FFF2-40B4-BE49-F238E27FC236}">
                  <a16:creationId xmlns:a16="http://schemas.microsoft.com/office/drawing/2014/main" id="{DB2983E8-8986-404B-B156-E9669DC6E5A5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5089652 w 356"/>
                <a:gd name="T3" fmla="*/ 1851256 h 368"/>
                <a:gd name="T4" fmla="*/ 17900690 w 356"/>
                <a:gd name="T5" fmla="*/ 38567519 h 368"/>
                <a:gd name="T6" fmla="*/ 3945041 w 356"/>
                <a:gd name="T7" fmla="*/ 48232874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249882" name="Group 119">
            <a:extLst>
              <a:ext uri="{FF2B5EF4-FFF2-40B4-BE49-F238E27FC236}">
                <a16:creationId xmlns:a16="http://schemas.microsoft.com/office/drawing/2014/main" id="{A2DBAB31-F465-46AB-8D31-6326311623F7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6911975" y="1368425"/>
            <a:ext cx="434975" cy="349250"/>
            <a:chOff x="-44" y="1473"/>
            <a:chExt cx="981" cy="1105"/>
          </a:xfrm>
        </p:grpSpPr>
        <p:pic>
          <p:nvPicPr>
            <p:cNvPr id="249895" name="Picture 120" descr="desktop_computer_stylized_medium">
              <a:extLst>
                <a:ext uri="{FF2B5EF4-FFF2-40B4-BE49-F238E27FC236}">
                  <a16:creationId xmlns:a16="http://schemas.microsoft.com/office/drawing/2014/main" id="{B219D96A-F4F5-4438-AE52-219E068B18A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49896" name="Freeform 121">
              <a:extLst>
                <a:ext uri="{FF2B5EF4-FFF2-40B4-BE49-F238E27FC236}">
                  <a16:creationId xmlns:a16="http://schemas.microsoft.com/office/drawing/2014/main" id="{5D3292DD-7694-4B0B-AAE0-5EC5B6A1993F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5089652 w 356"/>
                <a:gd name="T3" fmla="*/ 1851256 h 368"/>
                <a:gd name="T4" fmla="*/ 17900690 w 356"/>
                <a:gd name="T5" fmla="*/ 38567519 h 368"/>
                <a:gd name="T6" fmla="*/ 3945041 w 356"/>
                <a:gd name="T7" fmla="*/ 48232874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249883" name="Group 123">
            <a:extLst>
              <a:ext uri="{FF2B5EF4-FFF2-40B4-BE49-F238E27FC236}">
                <a16:creationId xmlns:a16="http://schemas.microsoft.com/office/drawing/2014/main" id="{8BD703F6-EF4D-451B-A5B9-AFC5A23F6C6E}"/>
              </a:ext>
            </a:extLst>
          </p:cNvPr>
          <p:cNvGrpSpPr>
            <a:grpSpLocks/>
          </p:cNvGrpSpPr>
          <p:nvPr/>
        </p:nvGrpSpPr>
        <p:grpSpPr bwMode="auto">
          <a:xfrm>
            <a:off x="5824538" y="1411288"/>
            <a:ext cx="434975" cy="349250"/>
            <a:chOff x="-44" y="1473"/>
            <a:chExt cx="981" cy="1105"/>
          </a:xfrm>
        </p:grpSpPr>
        <p:pic>
          <p:nvPicPr>
            <p:cNvPr id="249893" name="Picture 124" descr="desktop_computer_stylized_medium">
              <a:extLst>
                <a:ext uri="{FF2B5EF4-FFF2-40B4-BE49-F238E27FC236}">
                  <a16:creationId xmlns:a16="http://schemas.microsoft.com/office/drawing/2014/main" id="{587D280F-89AD-40DC-B29A-52466FEC424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49894" name="Freeform 125">
              <a:extLst>
                <a:ext uri="{FF2B5EF4-FFF2-40B4-BE49-F238E27FC236}">
                  <a16:creationId xmlns:a16="http://schemas.microsoft.com/office/drawing/2014/main" id="{150BBD6A-555A-48B5-B5B5-775CD73C9D5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5089652 w 356"/>
                <a:gd name="T3" fmla="*/ 1851256 h 368"/>
                <a:gd name="T4" fmla="*/ 17900690 w 356"/>
                <a:gd name="T5" fmla="*/ 38567519 h 368"/>
                <a:gd name="T6" fmla="*/ 3945041 w 356"/>
                <a:gd name="T7" fmla="*/ 48232874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249884" name="Group 126">
            <a:extLst>
              <a:ext uri="{FF2B5EF4-FFF2-40B4-BE49-F238E27FC236}">
                <a16:creationId xmlns:a16="http://schemas.microsoft.com/office/drawing/2014/main" id="{95682619-A600-481B-BF7C-832CA4B8D93F}"/>
              </a:ext>
            </a:extLst>
          </p:cNvPr>
          <p:cNvGrpSpPr>
            <a:grpSpLocks/>
          </p:cNvGrpSpPr>
          <p:nvPr/>
        </p:nvGrpSpPr>
        <p:grpSpPr bwMode="auto">
          <a:xfrm>
            <a:off x="5159375" y="2162175"/>
            <a:ext cx="434975" cy="349250"/>
            <a:chOff x="-44" y="1473"/>
            <a:chExt cx="981" cy="1105"/>
          </a:xfrm>
        </p:grpSpPr>
        <p:pic>
          <p:nvPicPr>
            <p:cNvPr id="249891" name="Picture 127" descr="desktop_computer_stylized_medium">
              <a:extLst>
                <a:ext uri="{FF2B5EF4-FFF2-40B4-BE49-F238E27FC236}">
                  <a16:creationId xmlns:a16="http://schemas.microsoft.com/office/drawing/2014/main" id="{180C3BA6-DCDB-4693-A321-6CB9B6FC6FA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49892" name="Freeform 128">
              <a:extLst>
                <a:ext uri="{FF2B5EF4-FFF2-40B4-BE49-F238E27FC236}">
                  <a16:creationId xmlns:a16="http://schemas.microsoft.com/office/drawing/2014/main" id="{69003DB4-D1A8-4C14-9616-CEA9C284B8B0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5089652 w 356"/>
                <a:gd name="T3" fmla="*/ 1851256 h 368"/>
                <a:gd name="T4" fmla="*/ 17900690 w 356"/>
                <a:gd name="T5" fmla="*/ 38567519 h 368"/>
                <a:gd name="T6" fmla="*/ 3945041 w 356"/>
                <a:gd name="T7" fmla="*/ 48232874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249885" name="Group 129">
            <a:extLst>
              <a:ext uri="{FF2B5EF4-FFF2-40B4-BE49-F238E27FC236}">
                <a16:creationId xmlns:a16="http://schemas.microsoft.com/office/drawing/2014/main" id="{02DD31F9-DC8A-479A-A4EE-40F0B61B8EF2}"/>
              </a:ext>
            </a:extLst>
          </p:cNvPr>
          <p:cNvGrpSpPr>
            <a:grpSpLocks/>
          </p:cNvGrpSpPr>
          <p:nvPr/>
        </p:nvGrpSpPr>
        <p:grpSpPr bwMode="auto">
          <a:xfrm>
            <a:off x="6129338" y="2749550"/>
            <a:ext cx="434975" cy="349250"/>
            <a:chOff x="-44" y="1473"/>
            <a:chExt cx="981" cy="1105"/>
          </a:xfrm>
        </p:grpSpPr>
        <p:pic>
          <p:nvPicPr>
            <p:cNvPr id="249889" name="Picture 130" descr="desktop_computer_stylized_medium">
              <a:extLst>
                <a:ext uri="{FF2B5EF4-FFF2-40B4-BE49-F238E27FC236}">
                  <a16:creationId xmlns:a16="http://schemas.microsoft.com/office/drawing/2014/main" id="{05A40564-2D23-4DD7-89A8-47DA4B27E93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49890" name="Freeform 131">
              <a:extLst>
                <a:ext uri="{FF2B5EF4-FFF2-40B4-BE49-F238E27FC236}">
                  <a16:creationId xmlns:a16="http://schemas.microsoft.com/office/drawing/2014/main" id="{ED451E18-560C-4B24-B7A4-F0A64C51897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5089652 w 356"/>
                <a:gd name="T3" fmla="*/ 1851256 h 368"/>
                <a:gd name="T4" fmla="*/ 17900690 w 356"/>
                <a:gd name="T5" fmla="*/ 38567519 h 368"/>
                <a:gd name="T6" fmla="*/ 3945041 w 356"/>
                <a:gd name="T7" fmla="*/ 48232874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249886" name="Group 132">
            <a:extLst>
              <a:ext uri="{FF2B5EF4-FFF2-40B4-BE49-F238E27FC236}">
                <a16:creationId xmlns:a16="http://schemas.microsoft.com/office/drawing/2014/main" id="{20F0DFA0-7F72-45E6-8AF8-5141314E6122}"/>
              </a:ext>
            </a:extLst>
          </p:cNvPr>
          <p:cNvGrpSpPr>
            <a:grpSpLocks/>
          </p:cNvGrpSpPr>
          <p:nvPr/>
        </p:nvGrpSpPr>
        <p:grpSpPr bwMode="auto">
          <a:xfrm>
            <a:off x="7185025" y="2989263"/>
            <a:ext cx="325438" cy="261937"/>
            <a:chOff x="-44" y="1473"/>
            <a:chExt cx="981" cy="1105"/>
          </a:xfrm>
        </p:grpSpPr>
        <p:pic>
          <p:nvPicPr>
            <p:cNvPr id="249887" name="Picture 133" descr="desktop_computer_stylized_medium">
              <a:extLst>
                <a:ext uri="{FF2B5EF4-FFF2-40B4-BE49-F238E27FC236}">
                  <a16:creationId xmlns:a16="http://schemas.microsoft.com/office/drawing/2014/main" id="{B7DBBC9C-B4B8-4D30-ABC3-555DCE3EF9D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49888" name="Freeform 134">
              <a:extLst>
                <a:ext uri="{FF2B5EF4-FFF2-40B4-BE49-F238E27FC236}">
                  <a16:creationId xmlns:a16="http://schemas.microsoft.com/office/drawing/2014/main" id="{1BDF8CF9-1C16-4C3B-9455-7DD61013C69C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5089652 w 356"/>
                <a:gd name="T3" fmla="*/ 1851256 h 368"/>
                <a:gd name="T4" fmla="*/ 17900690 w 356"/>
                <a:gd name="T5" fmla="*/ 38567519 h 368"/>
                <a:gd name="T6" fmla="*/ 3945041 w 356"/>
                <a:gd name="T7" fmla="*/ 48232874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8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8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8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8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06" name="Rectangle 7">
            <a:extLst>
              <a:ext uri="{FF2B5EF4-FFF2-40B4-BE49-F238E27FC236}">
                <a16:creationId xmlns:a16="http://schemas.microsoft.com/office/drawing/2014/main" id="{570FFFF3-4232-418B-91DB-3DB45B1B470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251907" name="Rectangle 8">
            <a:extLst>
              <a:ext uri="{FF2B5EF4-FFF2-40B4-BE49-F238E27FC236}">
                <a16:creationId xmlns:a16="http://schemas.microsoft.com/office/drawing/2014/main" id="{328452F4-322D-4557-8A5A-20DF4BF60A4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2-</a:t>
            </a:r>
            <a:fld id="{3CA798A5-3C91-4DF1-BD71-2E5D0956A2C9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78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251908" name="Rectangle 2">
            <a:extLst>
              <a:ext uri="{FF2B5EF4-FFF2-40B4-BE49-F238E27FC236}">
                <a16:creationId xmlns:a16="http://schemas.microsoft.com/office/drawing/2014/main" id="{2E490CB6-A8FF-401D-AAFC-76B3F61B528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98450" y="160338"/>
            <a:ext cx="8491538" cy="849312"/>
          </a:xfrm>
        </p:spPr>
        <p:txBody>
          <a:bodyPr/>
          <a:lstStyle/>
          <a:p>
            <a:r>
              <a:rPr lang="en-US" altLang="zh-TW" sz="3600" dirty="0">
                <a:ea typeface="ＭＳ Ｐゴシック" panose="020B0600070205080204" pitchFamily="34" charset="-128"/>
              </a:rPr>
              <a:t>BitTorrent: requesting file chunks</a:t>
            </a:r>
          </a:p>
        </p:txBody>
      </p:sp>
      <p:sp>
        <p:nvSpPr>
          <p:cNvPr id="251909" name="Rectangle 4">
            <a:extLst>
              <a:ext uri="{FF2B5EF4-FFF2-40B4-BE49-F238E27FC236}">
                <a16:creationId xmlns:a16="http://schemas.microsoft.com/office/drawing/2014/main" id="{331AF658-7FC5-48E3-8B13-C236DDF84CA3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231775" y="1477963"/>
            <a:ext cx="4206875" cy="3768725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i="1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requesting chunks:</a:t>
            </a:r>
          </a:p>
          <a:p>
            <a:r>
              <a:rPr lang="en-US" altLang="zh-TW" sz="2400" dirty="0">
                <a:ea typeface="ＭＳ Ｐゴシック" panose="020B0600070205080204" pitchFamily="34" charset="-128"/>
              </a:rPr>
              <a:t>at any given time, different peers have different subsets of file chunks</a:t>
            </a:r>
          </a:p>
          <a:p>
            <a:r>
              <a:rPr lang="en-US" altLang="zh-TW" sz="2400" dirty="0">
                <a:ea typeface="ＭＳ Ｐゴシック" panose="020B0600070205080204" pitchFamily="34" charset="-128"/>
              </a:rPr>
              <a:t>periodically, Alice asks each peer for </a:t>
            </a:r>
            <a:r>
              <a:rPr lang="en-US" altLang="zh-TW" sz="24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list of chunks </a:t>
            </a:r>
            <a:r>
              <a:rPr lang="en-US" altLang="zh-TW" sz="2400" dirty="0">
                <a:ea typeface="ＭＳ Ｐゴシック" panose="020B0600070205080204" pitchFamily="34" charset="-128"/>
              </a:rPr>
              <a:t>that they have</a:t>
            </a:r>
          </a:p>
          <a:p>
            <a:r>
              <a:rPr lang="en-US" altLang="zh-TW" sz="2400" dirty="0">
                <a:ea typeface="ＭＳ Ｐゴシック" panose="020B0600070205080204" pitchFamily="34" charset="-128"/>
              </a:rPr>
              <a:t>Alice requests missing chunks from peers, </a:t>
            </a:r>
            <a:r>
              <a:rPr lang="en-US" altLang="zh-TW" sz="24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rarest first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zh-TW" sz="2400" dirty="0">
                <a:ea typeface="ＭＳ Ｐゴシック" panose="020B0600070205080204" pitchFamily="34" charset="-128"/>
              </a:rPr>
              <a:t>=&gt; rarest chunks get more quickly redistributed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zh-TW" sz="2400" dirty="0">
                <a:ea typeface="ＭＳ Ｐゴシック" panose="020B0600070205080204" pitchFamily="34" charset="-128"/>
              </a:rPr>
              <a:t>=&gt; </a:t>
            </a:r>
            <a:r>
              <a:rPr lang="en-US" altLang="zh-TW" sz="24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(roughly) equalize the numbers of copies of each chunk in the torrent</a:t>
            </a:r>
          </a:p>
        </p:txBody>
      </p:sp>
      <p:pic>
        <p:nvPicPr>
          <p:cNvPr id="251911" name="Picture 10" descr="underline_base">
            <a:extLst>
              <a:ext uri="{FF2B5EF4-FFF2-40B4-BE49-F238E27FC236}">
                <a16:creationId xmlns:a16="http://schemas.microsoft.com/office/drawing/2014/main" id="{51E7D2F6-9E2C-48A6-A1C1-EEC748E40117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850" y="812800"/>
            <a:ext cx="7769225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7343146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90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90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90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90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06" name="Rectangle 7">
            <a:extLst>
              <a:ext uri="{FF2B5EF4-FFF2-40B4-BE49-F238E27FC236}">
                <a16:creationId xmlns:a16="http://schemas.microsoft.com/office/drawing/2014/main" id="{570FFFF3-4232-418B-91DB-3DB45B1B470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251907" name="Rectangle 8">
            <a:extLst>
              <a:ext uri="{FF2B5EF4-FFF2-40B4-BE49-F238E27FC236}">
                <a16:creationId xmlns:a16="http://schemas.microsoft.com/office/drawing/2014/main" id="{328452F4-322D-4557-8A5A-20DF4BF60A4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2-</a:t>
            </a:r>
            <a:fld id="{3CA798A5-3C91-4DF1-BD71-2E5D0956A2C9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79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251908" name="Rectangle 2">
            <a:extLst>
              <a:ext uri="{FF2B5EF4-FFF2-40B4-BE49-F238E27FC236}">
                <a16:creationId xmlns:a16="http://schemas.microsoft.com/office/drawing/2014/main" id="{2E490CB6-A8FF-401D-AAFC-76B3F61B528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98450" y="160338"/>
            <a:ext cx="8491538" cy="849312"/>
          </a:xfrm>
        </p:spPr>
        <p:txBody>
          <a:bodyPr/>
          <a:lstStyle/>
          <a:p>
            <a:r>
              <a:rPr lang="en-US" altLang="zh-TW" sz="3600" dirty="0">
                <a:ea typeface="ＭＳ Ｐゴシック" panose="020B0600070205080204" pitchFamily="34" charset="-128"/>
              </a:rPr>
              <a:t>BitTorrent: sending file chunks</a:t>
            </a:r>
          </a:p>
        </p:txBody>
      </p:sp>
      <p:sp>
        <p:nvSpPr>
          <p:cNvPr id="251910" name="Rectangle 6">
            <a:extLst>
              <a:ext uri="{FF2B5EF4-FFF2-40B4-BE49-F238E27FC236}">
                <a16:creationId xmlns:a16="http://schemas.microsoft.com/office/drawing/2014/main" id="{DF0319FD-7A61-4740-9C59-5797DF8C86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3322" y="1425575"/>
            <a:ext cx="4521200" cy="411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zh-TW" i="1" dirty="0">
                <a:solidFill>
                  <a:srgbClr val="0070C0"/>
                </a:solidFill>
              </a:rPr>
              <a:t>sending chunks:</a:t>
            </a:r>
            <a:endParaRPr lang="en-US" altLang="zh-TW" i="1" dirty="0">
              <a:solidFill>
                <a:srgbClr val="CC0000"/>
              </a:solidFill>
            </a:endParaRPr>
          </a:p>
          <a:p>
            <a:pPr>
              <a:buSzPct val="75000"/>
            </a:pPr>
            <a:r>
              <a:rPr lang="en-US" altLang="zh-TW" sz="2400" dirty="0"/>
              <a:t>(</a:t>
            </a:r>
            <a:r>
              <a:rPr lang="en-US" altLang="zh-TW" sz="2400" i="1" dirty="0">
                <a:solidFill>
                  <a:srgbClr val="CC0000"/>
                </a:solidFill>
              </a:rPr>
              <a:t>tit-for-tat</a:t>
            </a:r>
            <a:r>
              <a:rPr lang="en-US" altLang="zh-TW" sz="2400" dirty="0"/>
              <a:t>) Alice </a:t>
            </a:r>
            <a:r>
              <a:rPr lang="en-US" altLang="zh-TW" sz="2400" dirty="0">
                <a:solidFill>
                  <a:srgbClr val="0070C0"/>
                </a:solidFill>
              </a:rPr>
              <a:t>sends chunks to those four peers currently sending her chunks </a:t>
            </a:r>
            <a:r>
              <a:rPr lang="en-US" altLang="zh-TW" sz="2400" i="1" dirty="0">
                <a:solidFill>
                  <a:srgbClr val="0070C0"/>
                </a:solidFill>
              </a:rPr>
              <a:t>at highest rate</a:t>
            </a:r>
            <a:r>
              <a:rPr lang="en-US" altLang="zh-TW" sz="2400" dirty="0">
                <a:solidFill>
                  <a:srgbClr val="0070C0"/>
                </a:solidFill>
              </a:rPr>
              <a:t> </a:t>
            </a:r>
          </a:p>
          <a:p>
            <a:pPr lvl="1"/>
            <a:r>
              <a:rPr lang="en-US" altLang="zh-TW" sz="2000" dirty="0"/>
              <a:t>other peers are choked by Alice (do not receive chunks from her)</a:t>
            </a:r>
          </a:p>
          <a:p>
            <a:pPr lvl="1"/>
            <a:r>
              <a:rPr lang="en-US" altLang="zh-TW" sz="2000" dirty="0"/>
              <a:t>re-evaluate top 4 every10 secs</a:t>
            </a:r>
          </a:p>
          <a:p>
            <a:pPr>
              <a:buSzPct val="75000"/>
            </a:pPr>
            <a:r>
              <a:rPr lang="en-US" altLang="zh-TW" sz="2400" dirty="0"/>
              <a:t>(</a:t>
            </a:r>
            <a:r>
              <a:rPr lang="en-US" altLang="zh-TW" sz="2400" i="1" dirty="0">
                <a:solidFill>
                  <a:srgbClr val="CC0000"/>
                </a:solidFill>
              </a:rPr>
              <a:t>randomization</a:t>
            </a:r>
            <a:r>
              <a:rPr lang="en-US" altLang="zh-TW" sz="2400" dirty="0"/>
              <a:t>) every 30 secs: </a:t>
            </a:r>
            <a:r>
              <a:rPr lang="en-US" altLang="zh-TW" sz="2400" dirty="0">
                <a:solidFill>
                  <a:srgbClr val="0070C0"/>
                </a:solidFill>
              </a:rPr>
              <a:t>randomly select another peer</a:t>
            </a:r>
            <a:r>
              <a:rPr lang="en-US" altLang="zh-TW" sz="2400" dirty="0"/>
              <a:t>, starts sending chunks</a:t>
            </a:r>
          </a:p>
          <a:p>
            <a:pPr lvl="1"/>
            <a:r>
              <a:rPr lang="ja-JP" altLang="en-US" sz="2000" dirty="0"/>
              <a:t>“</a:t>
            </a:r>
            <a:r>
              <a:rPr lang="en-US" altLang="ja-JP" sz="2000" dirty="0"/>
              <a:t>optimistically unchoke</a:t>
            </a:r>
            <a:r>
              <a:rPr lang="ja-JP" altLang="en-US" sz="2000" dirty="0"/>
              <a:t>”</a:t>
            </a:r>
            <a:r>
              <a:rPr lang="en-US" altLang="ja-JP" sz="2000" dirty="0"/>
              <a:t> this peer</a:t>
            </a:r>
          </a:p>
          <a:p>
            <a:pPr lvl="1"/>
            <a:r>
              <a:rPr lang="en-US" altLang="zh-TW" sz="2000" dirty="0"/>
              <a:t>newly chosen peer may join top 4</a:t>
            </a:r>
          </a:p>
          <a:p>
            <a:pPr>
              <a:lnSpc>
                <a:spcPct val="100000"/>
              </a:lnSpc>
              <a:buSzTx/>
              <a:buFont typeface="Wingdings" panose="05000000000000000000" pitchFamily="2" charset="2"/>
              <a:buChar char="§"/>
            </a:pPr>
            <a:endParaRPr lang="en-US" altLang="zh-TW" sz="2000" dirty="0"/>
          </a:p>
        </p:txBody>
      </p:sp>
      <p:pic>
        <p:nvPicPr>
          <p:cNvPr id="251911" name="Picture 10" descr="underline_base">
            <a:extLst>
              <a:ext uri="{FF2B5EF4-FFF2-40B4-BE49-F238E27FC236}">
                <a16:creationId xmlns:a16="http://schemas.microsoft.com/office/drawing/2014/main" id="{51E7D2F6-9E2C-48A6-A1C1-EEC748E40117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850" y="812800"/>
            <a:ext cx="7769225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9426060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9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9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9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9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9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9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9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954" name="Rectangle 7">
            <a:extLst>
              <a:ext uri="{FF2B5EF4-FFF2-40B4-BE49-F238E27FC236}">
                <a16:creationId xmlns:a16="http://schemas.microsoft.com/office/drawing/2014/main" id="{1A190F46-9BAD-4545-A149-867DABC382D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253955" name="Rectangle 8">
            <a:extLst>
              <a:ext uri="{FF2B5EF4-FFF2-40B4-BE49-F238E27FC236}">
                <a16:creationId xmlns:a16="http://schemas.microsoft.com/office/drawing/2014/main" id="{D528433A-D71A-45F7-874C-813F45AD3A6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2-</a:t>
            </a:r>
            <a:fld id="{BF9AAB5C-8C3D-4FAF-9AC3-EF30E9025DCE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80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253956" name="Rectangle 2">
            <a:extLst>
              <a:ext uri="{FF2B5EF4-FFF2-40B4-BE49-F238E27FC236}">
                <a16:creationId xmlns:a16="http://schemas.microsoft.com/office/drawing/2014/main" id="{62D64A02-E3FA-4A3B-80DA-CB14478B151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82600" y="0"/>
            <a:ext cx="7772400" cy="1143000"/>
          </a:xfrm>
        </p:spPr>
        <p:txBody>
          <a:bodyPr/>
          <a:lstStyle/>
          <a:p>
            <a:r>
              <a:rPr lang="en-US" altLang="zh-TW">
                <a:ea typeface="ＭＳ Ｐゴシック" panose="020B0600070205080204" pitchFamily="34" charset="-128"/>
              </a:rPr>
              <a:t>BitTorrent: tit-for-tat</a:t>
            </a:r>
          </a:p>
        </p:txBody>
      </p:sp>
      <p:pic>
        <p:nvPicPr>
          <p:cNvPr id="253957" name="Picture 13" descr="Alice">
            <a:extLst>
              <a:ext uri="{FF2B5EF4-FFF2-40B4-BE49-F238E27FC236}">
                <a16:creationId xmlns:a16="http://schemas.microsoft.com/office/drawing/2014/main" id="{7FC5DDAC-A4C2-4524-9FE6-D7962750FA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89313" y="4962525"/>
            <a:ext cx="561975" cy="6937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53958" name="Line 15">
            <a:extLst>
              <a:ext uri="{FF2B5EF4-FFF2-40B4-BE49-F238E27FC236}">
                <a16:creationId xmlns:a16="http://schemas.microsoft.com/office/drawing/2014/main" id="{38E0041F-1EA4-48AE-AC7F-A07DCE360885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1473200" y="3968750"/>
            <a:ext cx="1473200" cy="5969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>
            <a:spAutoFit/>
          </a:bodyPr>
          <a:lstStyle/>
          <a:p>
            <a:endParaRPr lang="zh-HK" altLang="en-US"/>
          </a:p>
        </p:txBody>
      </p:sp>
      <p:sp>
        <p:nvSpPr>
          <p:cNvPr id="253959" name="Line 16">
            <a:extLst>
              <a:ext uri="{FF2B5EF4-FFF2-40B4-BE49-F238E27FC236}">
                <a16:creationId xmlns:a16="http://schemas.microsoft.com/office/drawing/2014/main" id="{AEE9DF4A-A9C3-40E7-AC17-E80D4C1D447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954213" y="4794250"/>
            <a:ext cx="965200" cy="3810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>
            <a:spAutoFit/>
          </a:bodyPr>
          <a:lstStyle/>
          <a:p>
            <a:endParaRPr lang="zh-HK" altLang="en-US"/>
          </a:p>
        </p:txBody>
      </p:sp>
      <p:sp>
        <p:nvSpPr>
          <p:cNvPr id="253960" name="Line 17">
            <a:extLst>
              <a:ext uri="{FF2B5EF4-FFF2-40B4-BE49-F238E27FC236}">
                <a16:creationId xmlns:a16="http://schemas.microsoft.com/office/drawing/2014/main" id="{DD96F76D-CDEB-4179-86EF-B1388C496EE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628900" y="4908550"/>
            <a:ext cx="596900" cy="10414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>
            <a:spAutoFit/>
          </a:bodyPr>
          <a:lstStyle/>
          <a:p>
            <a:endParaRPr lang="zh-HK" altLang="en-US"/>
          </a:p>
        </p:txBody>
      </p:sp>
      <p:sp>
        <p:nvSpPr>
          <p:cNvPr id="253961" name="Line 18">
            <a:extLst>
              <a:ext uri="{FF2B5EF4-FFF2-40B4-BE49-F238E27FC236}">
                <a16:creationId xmlns:a16="http://schemas.microsoft.com/office/drawing/2014/main" id="{25C797F4-4331-48BD-B19A-07B66A59D0F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511800" y="3092450"/>
            <a:ext cx="419100" cy="6477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>
            <a:spAutoFit/>
          </a:bodyPr>
          <a:lstStyle/>
          <a:p>
            <a:endParaRPr lang="zh-HK" altLang="en-US"/>
          </a:p>
        </p:txBody>
      </p:sp>
      <p:sp>
        <p:nvSpPr>
          <p:cNvPr id="253962" name="Line 20">
            <a:extLst>
              <a:ext uri="{FF2B5EF4-FFF2-40B4-BE49-F238E27FC236}">
                <a16:creationId xmlns:a16="http://schemas.microsoft.com/office/drawing/2014/main" id="{A923A48C-A2D3-4B43-A957-9881365112A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613400" y="3676650"/>
            <a:ext cx="787400" cy="3048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>
            <a:spAutoFit/>
          </a:bodyPr>
          <a:lstStyle/>
          <a:p>
            <a:endParaRPr lang="zh-HK" altLang="en-US"/>
          </a:p>
        </p:txBody>
      </p:sp>
      <p:sp>
        <p:nvSpPr>
          <p:cNvPr id="253963" name="Line 21">
            <a:extLst>
              <a:ext uri="{FF2B5EF4-FFF2-40B4-BE49-F238E27FC236}">
                <a16:creationId xmlns:a16="http://schemas.microsoft.com/office/drawing/2014/main" id="{BDFB6FDD-2624-47B5-8C44-F7B7E5A8E4AA}"/>
              </a:ext>
            </a:extLst>
          </p:cNvPr>
          <p:cNvSpPr>
            <a:spLocks noChangeShapeType="1"/>
          </p:cNvSpPr>
          <p:nvPr/>
        </p:nvSpPr>
        <p:spPr bwMode="auto">
          <a:xfrm>
            <a:off x="5613400" y="4146550"/>
            <a:ext cx="596900" cy="3175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>
            <a:spAutoFit/>
          </a:bodyPr>
          <a:lstStyle/>
          <a:p>
            <a:endParaRPr lang="zh-HK" altLang="en-US"/>
          </a:p>
        </p:txBody>
      </p:sp>
      <p:pic>
        <p:nvPicPr>
          <p:cNvPr id="253964" name="Picture 22" descr="Bob">
            <a:extLst>
              <a:ext uri="{FF2B5EF4-FFF2-40B4-BE49-F238E27FC236}">
                <a16:creationId xmlns:a16="http://schemas.microsoft.com/office/drawing/2014/main" id="{85168B86-8412-461F-AF5F-AD40C5ADE0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9988" y="4391025"/>
            <a:ext cx="676275" cy="690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66263" name="Line 23">
            <a:extLst>
              <a:ext uri="{FF2B5EF4-FFF2-40B4-BE49-F238E27FC236}">
                <a16:creationId xmlns:a16="http://schemas.microsoft.com/office/drawing/2014/main" id="{206B3F6D-3AEA-466B-A1DC-ACA21B9C7DC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530600" y="3943350"/>
            <a:ext cx="1435100" cy="482600"/>
          </a:xfrm>
          <a:prstGeom prst="line">
            <a:avLst/>
          </a:prstGeom>
          <a:noFill/>
          <a:ln w="25400">
            <a:solidFill>
              <a:srgbClr val="CC0000"/>
            </a:solidFill>
            <a:prstDash val="sysDot"/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>
            <a:spAutoFit/>
          </a:bodyPr>
          <a:lstStyle/>
          <a:p>
            <a:endParaRPr lang="zh-HK" altLang="en-US"/>
          </a:p>
        </p:txBody>
      </p:sp>
      <p:sp>
        <p:nvSpPr>
          <p:cNvPr id="266264" name="Line 24">
            <a:extLst>
              <a:ext uri="{FF2B5EF4-FFF2-40B4-BE49-F238E27FC236}">
                <a16:creationId xmlns:a16="http://schemas.microsoft.com/office/drawing/2014/main" id="{F706BA29-527C-4BF3-81D8-713452DCFAD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543300" y="4032250"/>
            <a:ext cx="1397000" cy="469900"/>
          </a:xfrm>
          <a:prstGeom prst="line">
            <a:avLst/>
          </a:prstGeom>
          <a:noFill/>
          <a:ln w="25400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lIns="0" tIns="0" rIns="0" bIns="0">
            <a:spAutoFit/>
          </a:bodyPr>
          <a:lstStyle/>
          <a:p>
            <a:endParaRPr lang="zh-HK" altLang="en-US"/>
          </a:p>
        </p:txBody>
      </p:sp>
      <p:sp>
        <p:nvSpPr>
          <p:cNvPr id="266265" name="Line 25">
            <a:extLst>
              <a:ext uri="{FF2B5EF4-FFF2-40B4-BE49-F238E27FC236}">
                <a16:creationId xmlns:a16="http://schemas.microsoft.com/office/drawing/2014/main" id="{14A37FC1-F09C-4FC0-B1B9-8588358D9CC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581400" y="4133850"/>
            <a:ext cx="1371600" cy="482600"/>
          </a:xfrm>
          <a:prstGeom prst="line">
            <a:avLst/>
          </a:prstGeom>
          <a:noFill/>
          <a:ln w="25400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lIns="0" tIns="0" rIns="0" bIns="0">
            <a:spAutoFit/>
          </a:bodyPr>
          <a:lstStyle/>
          <a:p>
            <a:endParaRPr lang="zh-HK" altLang="en-US"/>
          </a:p>
        </p:txBody>
      </p:sp>
      <p:sp>
        <p:nvSpPr>
          <p:cNvPr id="266266" name="Text Box 26">
            <a:extLst>
              <a:ext uri="{FF2B5EF4-FFF2-40B4-BE49-F238E27FC236}">
                <a16:creationId xmlns:a16="http://schemas.microsoft.com/office/drawing/2014/main" id="{5845DEA3-E495-4DA2-8804-BC9E3FCDB4C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1375" y="1320800"/>
            <a:ext cx="406400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/>
              <a:t>(1) Alice </a:t>
            </a:r>
            <a:r>
              <a:rPr lang="ja-JP" altLang="en-US" sz="2000"/>
              <a:t>“</a:t>
            </a:r>
            <a:r>
              <a:rPr lang="en-US" altLang="ja-JP" sz="2000"/>
              <a:t>optimistically unchokes</a:t>
            </a:r>
            <a:r>
              <a:rPr lang="ja-JP" altLang="en-US" sz="2000"/>
              <a:t>”</a:t>
            </a:r>
            <a:r>
              <a:rPr lang="en-US" altLang="ja-JP" sz="2000"/>
              <a:t> Bob</a:t>
            </a:r>
            <a:endParaRPr lang="en-US" altLang="zh-TW" sz="2000"/>
          </a:p>
        </p:txBody>
      </p:sp>
      <p:sp>
        <p:nvSpPr>
          <p:cNvPr id="266267" name="Text Box 27">
            <a:extLst>
              <a:ext uri="{FF2B5EF4-FFF2-40B4-BE49-F238E27FC236}">
                <a16:creationId xmlns:a16="http://schemas.microsoft.com/office/drawing/2014/main" id="{75777AC2-A547-450D-9277-F34117225C0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8038" y="1663700"/>
            <a:ext cx="710247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dirty="0"/>
              <a:t>(2) </a:t>
            </a:r>
            <a:r>
              <a:rPr lang="en-US" altLang="zh-TW" sz="2000" dirty="0">
                <a:solidFill>
                  <a:srgbClr val="0070C0"/>
                </a:solidFill>
              </a:rPr>
              <a:t>Alice becomes one of Bob</a:t>
            </a:r>
            <a:r>
              <a:rPr lang="ja-JP" altLang="en-US" sz="2000" dirty="0">
                <a:solidFill>
                  <a:srgbClr val="0070C0"/>
                </a:solidFill>
              </a:rPr>
              <a:t>’</a:t>
            </a:r>
            <a:r>
              <a:rPr lang="en-US" altLang="ja-JP" sz="2000" dirty="0">
                <a:solidFill>
                  <a:srgbClr val="0070C0"/>
                </a:solidFill>
              </a:rPr>
              <a:t>s top-four providers</a:t>
            </a:r>
            <a:r>
              <a:rPr lang="en-US" altLang="ja-JP" sz="2000" dirty="0"/>
              <a:t>; Bob reciprocates</a:t>
            </a:r>
            <a:endParaRPr lang="en-US" altLang="zh-TW" sz="2000" dirty="0"/>
          </a:p>
        </p:txBody>
      </p:sp>
      <p:sp>
        <p:nvSpPr>
          <p:cNvPr id="266268" name="Text Box 28">
            <a:extLst>
              <a:ext uri="{FF2B5EF4-FFF2-40B4-BE49-F238E27FC236}">
                <a16:creationId xmlns:a16="http://schemas.microsoft.com/office/drawing/2014/main" id="{C178F03E-0087-4E7C-96D9-DBBA607B30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0100" y="2019300"/>
            <a:ext cx="5300938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dirty="0"/>
              <a:t>(3) </a:t>
            </a:r>
            <a:r>
              <a:rPr lang="en-US" altLang="zh-TW" sz="2000" dirty="0">
                <a:solidFill>
                  <a:srgbClr val="0070C0"/>
                </a:solidFill>
              </a:rPr>
              <a:t>Bob becomes one of Alice</a:t>
            </a:r>
            <a:r>
              <a:rPr lang="ja-JP" altLang="en-US" sz="2000" dirty="0">
                <a:solidFill>
                  <a:srgbClr val="0070C0"/>
                </a:solidFill>
              </a:rPr>
              <a:t>’</a:t>
            </a:r>
            <a:r>
              <a:rPr lang="en-US" altLang="ja-JP" sz="2000" dirty="0">
                <a:solidFill>
                  <a:srgbClr val="0070C0"/>
                </a:solidFill>
              </a:rPr>
              <a:t>s top-four providers</a:t>
            </a:r>
            <a:endParaRPr lang="en-US" altLang="zh-TW" sz="2000" dirty="0">
              <a:solidFill>
                <a:srgbClr val="0070C0"/>
              </a:solidFill>
            </a:endParaRPr>
          </a:p>
        </p:txBody>
      </p:sp>
      <p:sp>
        <p:nvSpPr>
          <p:cNvPr id="266269" name="Text Box 29">
            <a:extLst>
              <a:ext uri="{FF2B5EF4-FFF2-40B4-BE49-F238E27FC236}">
                <a16:creationId xmlns:a16="http://schemas.microsoft.com/office/drawing/2014/main" id="{8E716AF7-487B-4527-A235-17FAEB755A7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40313" y="5335588"/>
            <a:ext cx="3590925" cy="720725"/>
          </a:xfrm>
          <a:prstGeom prst="rect">
            <a:avLst/>
          </a:prstGeom>
          <a:noFill/>
          <a:ln w="19050">
            <a:solidFill>
              <a:srgbClr val="CC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i="1" dirty="0"/>
              <a:t>higher upload rate,</a:t>
            </a:r>
            <a:r>
              <a:rPr lang="en-US" altLang="zh-TW" sz="2000" dirty="0"/>
              <a:t> find better trading partners, get file faster !</a:t>
            </a:r>
          </a:p>
        </p:txBody>
      </p:sp>
      <p:pic>
        <p:nvPicPr>
          <p:cNvPr id="253972" name="Picture 36" descr="underline_base">
            <a:extLst>
              <a:ext uri="{FF2B5EF4-FFF2-40B4-BE49-F238E27FC236}">
                <a16:creationId xmlns:a16="http://schemas.microsoft.com/office/drawing/2014/main" id="{08EF2A99-2012-4A8C-BC2E-62348E16B7C2}"/>
              </a:ext>
            </a:extLst>
          </p:cNvPr>
          <p:cNvPicPr>
            <a:picLocks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338" y="865188"/>
            <a:ext cx="50276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253973" name="Group 52">
            <a:extLst>
              <a:ext uri="{FF2B5EF4-FFF2-40B4-BE49-F238E27FC236}">
                <a16:creationId xmlns:a16="http://schemas.microsoft.com/office/drawing/2014/main" id="{DAF6B1BC-A92E-4C96-B16B-49EEC7DD0149}"/>
              </a:ext>
            </a:extLst>
          </p:cNvPr>
          <p:cNvGrpSpPr>
            <a:grpSpLocks/>
          </p:cNvGrpSpPr>
          <p:nvPr/>
        </p:nvGrpSpPr>
        <p:grpSpPr bwMode="auto">
          <a:xfrm>
            <a:off x="1214438" y="4799013"/>
            <a:ext cx="762000" cy="752475"/>
            <a:chOff x="-44" y="1473"/>
            <a:chExt cx="981" cy="1105"/>
          </a:xfrm>
        </p:grpSpPr>
        <p:pic>
          <p:nvPicPr>
            <p:cNvPr id="254005" name="Picture 53" descr="desktop_computer_stylized_medium">
              <a:extLst>
                <a:ext uri="{FF2B5EF4-FFF2-40B4-BE49-F238E27FC236}">
                  <a16:creationId xmlns:a16="http://schemas.microsoft.com/office/drawing/2014/main" id="{0F3EC01B-35A2-4B33-B543-2FA926BFB91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54006" name="Freeform 54">
              <a:extLst>
                <a:ext uri="{FF2B5EF4-FFF2-40B4-BE49-F238E27FC236}">
                  <a16:creationId xmlns:a16="http://schemas.microsoft.com/office/drawing/2014/main" id="{63E1B262-FADA-42EC-839C-3A8FFA6AF3D6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5089652 w 356"/>
                <a:gd name="T3" fmla="*/ 1851256 h 368"/>
                <a:gd name="T4" fmla="*/ 17900690 w 356"/>
                <a:gd name="T5" fmla="*/ 38567519 h 368"/>
                <a:gd name="T6" fmla="*/ 3945041 w 356"/>
                <a:gd name="T7" fmla="*/ 48232874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253974" name="Group 55">
            <a:extLst>
              <a:ext uri="{FF2B5EF4-FFF2-40B4-BE49-F238E27FC236}">
                <a16:creationId xmlns:a16="http://schemas.microsoft.com/office/drawing/2014/main" id="{4AC7306B-C800-4FA6-A3A5-14A60BB7C53C}"/>
              </a:ext>
            </a:extLst>
          </p:cNvPr>
          <p:cNvGrpSpPr>
            <a:grpSpLocks/>
          </p:cNvGrpSpPr>
          <p:nvPr/>
        </p:nvGrpSpPr>
        <p:grpSpPr bwMode="auto">
          <a:xfrm>
            <a:off x="1909763" y="5561013"/>
            <a:ext cx="762000" cy="752475"/>
            <a:chOff x="-44" y="1473"/>
            <a:chExt cx="981" cy="1105"/>
          </a:xfrm>
        </p:grpSpPr>
        <p:pic>
          <p:nvPicPr>
            <p:cNvPr id="254003" name="Picture 56" descr="desktop_computer_stylized_medium">
              <a:extLst>
                <a:ext uri="{FF2B5EF4-FFF2-40B4-BE49-F238E27FC236}">
                  <a16:creationId xmlns:a16="http://schemas.microsoft.com/office/drawing/2014/main" id="{71972CFB-6FC1-4A96-AA96-95B71EAF865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54004" name="Freeform 57">
              <a:extLst>
                <a:ext uri="{FF2B5EF4-FFF2-40B4-BE49-F238E27FC236}">
                  <a16:creationId xmlns:a16="http://schemas.microsoft.com/office/drawing/2014/main" id="{E7F6CF5F-DB32-4CC3-9695-B7886B942D99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5089652 w 356"/>
                <a:gd name="T3" fmla="*/ 1851256 h 368"/>
                <a:gd name="T4" fmla="*/ 17900690 w 356"/>
                <a:gd name="T5" fmla="*/ 38567519 h 368"/>
                <a:gd name="T6" fmla="*/ 3945041 w 356"/>
                <a:gd name="T7" fmla="*/ 48232874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253975" name="Group 58">
            <a:extLst>
              <a:ext uri="{FF2B5EF4-FFF2-40B4-BE49-F238E27FC236}">
                <a16:creationId xmlns:a16="http://schemas.microsoft.com/office/drawing/2014/main" id="{61541D17-DF4C-425E-9CC9-256A50DA918F}"/>
              </a:ext>
            </a:extLst>
          </p:cNvPr>
          <p:cNvGrpSpPr>
            <a:grpSpLocks/>
          </p:cNvGrpSpPr>
          <p:nvPr/>
        </p:nvGrpSpPr>
        <p:grpSpPr bwMode="auto">
          <a:xfrm>
            <a:off x="728663" y="3678238"/>
            <a:ext cx="762000" cy="752475"/>
            <a:chOff x="-44" y="1473"/>
            <a:chExt cx="981" cy="1105"/>
          </a:xfrm>
        </p:grpSpPr>
        <p:pic>
          <p:nvPicPr>
            <p:cNvPr id="254001" name="Picture 59" descr="desktop_computer_stylized_medium">
              <a:extLst>
                <a:ext uri="{FF2B5EF4-FFF2-40B4-BE49-F238E27FC236}">
                  <a16:creationId xmlns:a16="http://schemas.microsoft.com/office/drawing/2014/main" id="{938CA6ED-691B-4D5B-8185-DBFFE3B8376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54002" name="Freeform 60">
              <a:extLst>
                <a:ext uri="{FF2B5EF4-FFF2-40B4-BE49-F238E27FC236}">
                  <a16:creationId xmlns:a16="http://schemas.microsoft.com/office/drawing/2014/main" id="{D15B71B5-2AC7-4831-A43B-4C4D7A27832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5089652 w 356"/>
                <a:gd name="T3" fmla="*/ 1851256 h 368"/>
                <a:gd name="T4" fmla="*/ 17900690 w 356"/>
                <a:gd name="T5" fmla="*/ 38567519 h 368"/>
                <a:gd name="T6" fmla="*/ 3945041 w 356"/>
                <a:gd name="T7" fmla="*/ 48232874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253976" name="Group 61">
            <a:extLst>
              <a:ext uri="{FF2B5EF4-FFF2-40B4-BE49-F238E27FC236}">
                <a16:creationId xmlns:a16="http://schemas.microsoft.com/office/drawing/2014/main" id="{60034A47-6C41-437B-AD0F-49AB7C22469B}"/>
              </a:ext>
            </a:extLst>
          </p:cNvPr>
          <p:cNvGrpSpPr>
            <a:grpSpLocks/>
          </p:cNvGrpSpPr>
          <p:nvPr/>
        </p:nvGrpSpPr>
        <p:grpSpPr bwMode="auto">
          <a:xfrm>
            <a:off x="2692400" y="4211638"/>
            <a:ext cx="762000" cy="752475"/>
            <a:chOff x="-44" y="1473"/>
            <a:chExt cx="981" cy="1105"/>
          </a:xfrm>
        </p:grpSpPr>
        <p:pic>
          <p:nvPicPr>
            <p:cNvPr id="253999" name="Picture 62" descr="desktop_computer_stylized_medium">
              <a:extLst>
                <a:ext uri="{FF2B5EF4-FFF2-40B4-BE49-F238E27FC236}">
                  <a16:creationId xmlns:a16="http://schemas.microsoft.com/office/drawing/2014/main" id="{7BB91E7F-2598-41BF-B9DA-ED1F9135C33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54000" name="Freeform 63">
              <a:extLst>
                <a:ext uri="{FF2B5EF4-FFF2-40B4-BE49-F238E27FC236}">
                  <a16:creationId xmlns:a16="http://schemas.microsoft.com/office/drawing/2014/main" id="{E8495F84-65B4-4B7E-BCA4-D4FD79106440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5089652 w 356"/>
                <a:gd name="T3" fmla="*/ 1851256 h 368"/>
                <a:gd name="T4" fmla="*/ 17900690 w 356"/>
                <a:gd name="T5" fmla="*/ 38567519 h 368"/>
                <a:gd name="T6" fmla="*/ 3945041 w 356"/>
                <a:gd name="T7" fmla="*/ 48232874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253977" name="Group 64">
            <a:extLst>
              <a:ext uri="{FF2B5EF4-FFF2-40B4-BE49-F238E27FC236}">
                <a16:creationId xmlns:a16="http://schemas.microsoft.com/office/drawing/2014/main" id="{36748E01-B77D-4928-A764-7E21213AE6C0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6219825" y="4135438"/>
            <a:ext cx="762000" cy="752475"/>
            <a:chOff x="-44" y="1473"/>
            <a:chExt cx="981" cy="1105"/>
          </a:xfrm>
        </p:grpSpPr>
        <p:pic>
          <p:nvPicPr>
            <p:cNvPr id="253997" name="Picture 65" descr="desktop_computer_stylized_medium">
              <a:extLst>
                <a:ext uri="{FF2B5EF4-FFF2-40B4-BE49-F238E27FC236}">
                  <a16:creationId xmlns:a16="http://schemas.microsoft.com/office/drawing/2014/main" id="{E09B5B74-F8BB-4C4D-BC04-23AD7F4352A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53998" name="Freeform 66">
              <a:extLst>
                <a:ext uri="{FF2B5EF4-FFF2-40B4-BE49-F238E27FC236}">
                  <a16:creationId xmlns:a16="http://schemas.microsoft.com/office/drawing/2014/main" id="{2F43F377-1B23-4660-AE84-60F4A7A1AAE2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5089652 w 356"/>
                <a:gd name="T3" fmla="*/ 1851256 h 368"/>
                <a:gd name="T4" fmla="*/ 17900690 w 356"/>
                <a:gd name="T5" fmla="*/ 38567519 h 368"/>
                <a:gd name="T6" fmla="*/ 3945041 w 356"/>
                <a:gd name="T7" fmla="*/ 48232874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253978" name="Group 67">
            <a:extLst>
              <a:ext uri="{FF2B5EF4-FFF2-40B4-BE49-F238E27FC236}">
                <a16:creationId xmlns:a16="http://schemas.microsoft.com/office/drawing/2014/main" id="{FC12A1FD-3B8F-4FF6-A551-84D61CF36B10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6370638" y="3297238"/>
            <a:ext cx="762000" cy="752475"/>
            <a:chOff x="-44" y="1473"/>
            <a:chExt cx="981" cy="1105"/>
          </a:xfrm>
        </p:grpSpPr>
        <p:pic>
          <p:nvPicPr>
            <p:cNvPr id="253995" name="Picture 68" descr="desktop_computer_stylized_medium">
              <a:extLst>
                <a:ext uri="{FF2B5EF4-FFF2-40B4-BE49-F238E27FC236}">
                  <a16:creationId xmlns:a16="http://schemas.microsoft.com/office/drawing/2014/main" id="{DFA54F41-D16A-430F-8924-4F829B910E1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53996" name="Freeform 69">
              <a:extLst>
                <a:ext uri="{FF2B5EF4-FFF2-40B4-BE49-F238E27FC236}">
                  <a16:creationId xmlns:a16="http://schemas.microsoft.com/office/drawing/2014/main" id="{079249CB-2557-4176-BC79-7C9BC9B2316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5089652 w 356"/>
                <a:gd name="T3" fmla="*/ 1851256 h 368"/>
                <a:gd name="T4" fmla="*/ 17900690 w 356"/>
                <a:gd name="T5" fmla="*/ 38567519 h 368"/>
                <a:gd name="T6" fmla="*/ 3945041 w 356"/>
                <a:gd name="T7" fmla="*/ 48232874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253979" name="Group 70">
            <a:extLst>
              <a:ext uri="{FF2B5EF4-FFF2-40B4-BE49-F238E27FC236}">
                <a16:creationId xmlns:a16="http://schemas.microsoft.com/office/drawing/2014/main" id="{042D3A7D-9278-4C34-B8B6-5BEBB240FE8E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5978525" y="2676525"/>
            <a:ext cx="762000" cy="752475"/>
            <a:chOff x="-44" y="1473"/>
            <a:chExt cx="981" cy="1105"/>
          </a:xfrm>
        </p:grpSpPr>
        <p:pic>
          <p:nvPicPr>
            <p:cNvPr id="253993" name="Picture 71" descr="desktop_computer_stylized_medium">
              <a:extLst>
                <a:ext uri="{FF2B5EF4-FFF2-40B4-BE49-F238E27FC236}">
                  <a16:creationId xmlns:a16="http://schemas.microsoft.com/office/drawing/2014/main" id="{0E370937-E1F5-4442-A098-0C070D452FD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53994" name="Freeform 72">
              <a:extLst>
                <a:ext uri="{FF2B5EF4-FFF2-40B4-BE49-F238E27FC236}">
                  <a16:creationId xmlns:a16="http://schemas.microsoft.com/office/drawing/2014/main" id="{78C20189-6686-48A7-8530-F2724D35852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5089652 w 356"/>
                <a:gd name="T3" fmla="*/ 1851256 h 368"/>
                <a:gd name="T4" fmla="*/ 17900690 w 356"/>
                <a:gd name="T5" fmla="*/ 38567519 h 368"/>
                <a:gd name="T6" fmla="*/ 3945041 w 356"/>
                <a:gd name="T7" fmla="*/ 48232874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253980" name="Group 74">
            <a:extLst>
              <a:ext uri="{FF2B5EF4-FFF2-40B4-BE49-F238E27FC236}">
                <a16:creationId xmlns:a16="http://schemas.microsoft.com/office/drawing/2014/main" id="{07FE98BD-D406-410E-B15B-74AAEA1F8720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5056188" y="3667125"/>
            <a:ext cx="762000" cy="752475"/>
            <a:chOff x="-44" y="1473"/>
            <a:chExt cx="981" cy="1105"/>
          </a:xfrm>
        </p:grpSpPr>
        <p:pic>
          <p:nvPicPr>
            <p:cNvPr id="253991" name="Picture 75" descr="desktop_computer_stylized_medium">
              <a:extLst>
                <a:ext uri="{FF2B5EF4-FFF2-40B4-BE49-F238E27FC236}">
                  <a16:creationId xmlns:a16="http://schemas.microsoft.com/office/drawing/2014/main" id="{28DC6581-730C-46F0-9C14-2A9CB718B74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53992" name="Freeform 76">
              <a:extLst>
                <a:ext uri="{FF2B5EF4-FFF2-40B4-BE49-F238E27FC236}">
                  <a16:creationId xmlns:a16="http://schemas.microsoft.com/office/drawing/2014/main" id="{4F570605-77F6-42BF-A149-65A0ED4494D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5089652 w 356"/>
                <a:gd name="T3" fmla="*/ 1851256 h 368"/>
                <a:gd name="T4" fmla="*/ 17900690 w 356"/>
                <a:gd name="T5" fmla="*/ 38567519 h 368"/>
                <a:gd name="T6" fmla="*/ 3945041 w 356"/>
                <a:gd name="T7" fmla="*/ 48232874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10" name="Group 80">
            <a:extLst>
              <a:ext uri="{FF2B5EF4-FFF2-40B4-BE49-F238E27FC236}">
                <a16:creationId xmlns:a16="http://schemas.microsoft.com/office/drawing/2014/main" id="{BF70CD7C-E2F4-49BB-861C-26A5F34ACEFF}"/>
              </a:ext>
            </a:extLst>
          </p:cNvPr>
          <p:cNvGrpSpPr>
            <a:grpSpLocks/>
          </p:cNvGrpSpPr>
          <p:nvPr/>
        </p:nvGrpSpPr>
        <p:grpSpPr bwMode="auto">
          <a:xfrm>
            <a:off x="4835525" y="2501900"/>
            <a:ext cx="762000" cy="1177925"/>
            <a:chOff x="4746" y="1528"/>
            <a:chExt cx="480" cy="742"/>
          </a:xfrm>
        </p:grpSpPr>
        <p:sp>
          <p:nvSpPr>
            <p:cNvPr id="253987" name="Line 50">
              <a:extLst>
                <a:ext uri="{FF2B5EF4-FFF2-40B4-BE49-F238E27FC236}">
                  <a16:creationId xmlns:a16="http://schemas.microsoft.com/office/drawing/2014/main" id="{8EC3E471-DF73-442A-8ADC-678DD245AD5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64" y="1962"/>
              <a:ext cx="2" cy="308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253988" name="Group 77">
              <a:extLst>
                <a:ext uri="{FF2B5EF4-FFF2-40B4-BE49-F238E27FC236}">
                  <a16:creationId xmlns:a16="http://schemas.microsoft.com/office/drawing/2014/main" id="{7D29E58E-8785-4D99-B72D-F4C202F2656B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4746" y="1528"/>
              <a:ext cx="480" cy="474"/>
              <a:chOff x="-44" y="1473"/>
              <a:chExt cx="981" cy="1105"/>
            </a:xfrm>
          </p:grpSpPr>
          <p:pic>
            <p:nvPicPr>
              <p:cNvPr id="253989" name="Picture 78" descr="desktop_computer_stylized_medium">
                <a:extLst>
                  <a:ext uri="{FF2B5EF4-FFF2-40B4-BE49-F238E27FC236}">
                    <a16:creationId xmlns:a16="http://schemas.microsoft.com/office/drawing/2014/main" id="{8ACD4954-97AD-44EF-8FFB-779998A51A2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-44" y="1473"/>
                <a:ext cx="981" cy="11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53990" name="Freeform 79">
                <a:extLst>
                  <a:ext uri="{FF2B5EF4-FFF2-40B4-BE49-F238E27FC236}">
                    <a16:creationId xmlns:a16="http://schemas.microsoft.com/office/drawing/2014/main" id="{76DD02A9-B4FD-43E1-AF6F-35A5AF1955DF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374" y="1579"/>
                <a:ext cx="477" cy="506"/>
              </a:xfrm>
              <a:custGeom>
                <a:avLst/>
                <a:gdLst>
                  <a:gd name="T0" fmla="*/ 0 w 356"/>
                  <a:gd name="T1" fmla="*/ 0 h 368"/>
                  <a:gd name="T2" fmla="*/ 15089652 w 356"/>
                  <a:gd name="T3" fmla="*/ 1851256 h 368"/>
                  <a:gd name="T4" fmla="*/ 17900690 w 356"/>
                  <a:gd name="T5" fmla="*/ 38567519 h 368"/>
                  <a:gd name="T6" fmla="*/ 3945041 w 356"/>
                  <a:gd name="T7" fmla="*/ 48232874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</p:grpSp>
      <p:grpSp>
        <p:nvGrpSpPr>
          <p:cNvPr id="12" name="Group 87">
            <a:extLst>
              <a:ext uri="{FF2B5EF4-FFF2-40B4-BE49-F238E27FC236}">
                <a16:creationId xmlns:a16="http://schemas.microsoft.com/office/drawing/2014/main" id="{3FDC2A87-87F7-4A84-B24A-36D878EF4E3A}"/>
              </a:ext>
            </a:extLst>
          </p:cNvPr>
          <p:cNvGrpSpPr>
            <a:grpSpLocks/>
          </p:cNvGrpSpPr>
          <p:nvPr/>
        </p:nvGrpSpPr>
        <p:grpSpPr bwMode="auto">
          <a:xfrm>
            <a:off x="1925638" y="2990850"/>
            <a:ext cx="1112837" cy="1219200"/>
            <a:chOff x="4779" y="2386"/>
            <a:chExt cx="701" cy="768"/>
          </a:xfrm>
        </p:grpSpPr>
        <p:sp>
          <p:nvSpPr>
            <p:cNvPr id="253983" name="Line 46">
              <a:extLst>
                <a:ext uri="{FF2B5EF4-FFF2-40B4-BE49-F238E27FC236}">
                  <a16:creationId xmlns:a16="http://schemas.microsoft.com/office/drawing/2014/main" id="{31881314-9620-453A-A0C2-2C320C1E6DF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39" y="2812"/>
              <a:ext cx="241" cy="342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253984" name="Group 84">
              <a:extLst>
                <a:ext uri="{FF2B5EF4-FFF2-40B4-BE49-F238E27FC236}">
                  <a16:creationId xmlns:a16="http://schemas.microsoft.com/office/drawing/2014/main" id="{0A6EE9B0-3AE2-47FF-A2D0-D7FC1FB02FC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79" y="2386"/>
              <a:ext cx="480" cy="474"/>
              <a:chOff x="-44" y="1473"/>
              <a:chExt cx="981" cy="1105"/>
            </a:xfrm>
          </p:grpSpPr>
          <p:pic>
            <p:nvPicPr>
              <p:cNvPr id="253985" name="Picture 85" descr="desktop_computer_stylized_medium">
                <a:extLst>
                  <a:ext uri="{FF2B5EF4-FFF2-40B4-BE49-F238E27FC236}">
                    <a16:creationId xmlns:a16="http://schemas.microsoft.com/office/drawing/2014/main" id="{F805D2B4-1E07-4B31-A364-03F7A300BD9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-44" y="1473"/>
                <a:ext cx="981" cy="11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53986" name="Freeform 86">
                <a:extLst>
                  <a:ext uri="{FF2B5EF4-FFF2-40B4-BE49-F238E27FC236}">
                    <a16:creationId xmlns:a16="http://schemas.microsoft.com/office/drawing/2014/main" id="{B856C5C2-C79A-479A-9629-76634C0CDB56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374" y="1579"/>
                <a:ext cx="477" cy="506"/>
              </a:xfrm>
              <a:custGeom>
                <a:avLst/>
                <a:gdLst>
                  <a:gd name="T0" fmla="*/ 0 w 356"/>
                  <a:gd name="T1" fmla="*/ 0 h 368"/>
                  <a:gd name="T2" fmla="*/ 15089652 w 356"/>
                  <a:gd name="T3" fmla="*/ 1851256 h 368"/>
                  <a:gd name="T4" fmla="*/ 17900690 w 356"/>
                  <a:gd name="T5" fmla="*/ 38567519 h 368"/>
                  <a:gd name="T6" fmla="*/ 3945041 w 356"/>
                  <a:gd name="T7" fmla="*/ 48232874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662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2662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2662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2662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 nodeType="clickPar">
                      <p:stCondLst>
                        <p:cond delay="indefinite"/>
                      </p:stCondLst>
                      <p:childTnLst>
                        <p:par>
                          <p:cTn id="2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2662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2662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3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34" dur="500"/>
                                        <p:tgtEl>
                                          <p:spTgt spid="2662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6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 nodeType="clickPar">
                      <p:stCondLst>
                        <p:cond delay="indefinite"/>
                      </p:stCondLst>
                      <p:childTnLst>
                        <p:par>
                          <p:cTn id="3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2662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266" grpId="0"/>
      <p:bldP spid="266267" grpId="0"/>
      <p:bldP spid="266268" grpId="0"/>
      <p:bldP spid="266269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537" name="Picture 11" descr="underline_base">
            <a:extLst>
              <a:ext uri="{FF2B5EF4-FFF2-40B4-BE49-F238E27FC236}">
                <a16:creationId xmlns:a16="http://schemas.microsoft.com/office/drawing/2014/main" id="{A12A157A-49C6-4BA2-BA19-2F2CA8860525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663" y="1068388"/>
            <a:ext cx="41132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93538" name="Rectangle 7">
            <a:extLst>
              <a:ext uri="{FF2B5EF4-FFF2-40B4-BE49-F238E27FC236}">
                <a16:creationId xmlns:a16="http://schemas.microsoft.com/office/drawing/2014/main" id="{9375FB91-BBFD-4CDB-AEF6-12C6161E5C9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193539" name="Rectangle 8">
            <a:extLst>
              <a:ext uri="{FF2B5EF4-FFF2-40B4-BE49-F238E27FC236}">
                <a16:creationId xmlns:a16="http://schemas.microsoft.com/office/drawing/2014/main" id="{2E090E02-C911-4818-948B-CAC5BA43602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200">
                <a:latin typeface="Tahoma" panose="020B0604030504040204" pitchFamily="34" charset="0"/>
              </a:rPr>
              <a:t>2-</a:t>
            </a:r>
            <a:fld id="{2E8AF2F7-5C9C-4026-B820-33094B21D6F1}" type="slidenum">
              <a:rPr lang="en-US" altLang="en-US" sz="120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81</a:t>
            </a:fld>
            <a:endParaRPr lang="en-US" altLang="en-US" sz="1200">
              <a:latin typeface="Tahoma" panose="020B0604030504040204" pitchFamily="34" charset="0"/>
            </a:endParaRPr>
          </a:p>
        </p:txBody>
      </p:sp>
      <p:sp>
        <p:nvSpPr>
          <p:cNvPr id="193540" name="Rectangle 2">
            <a:extLst>
              <a:ext uri="{FF2B5EF4-FFF2-40B4-BE49-F238E27FC236}">
                <a16:creationId xmlns:a16="http://schemas.microsoft.com/office/drawing/2014/main" id="{1A0B960C-3EBF-4E39-8E10-4E242CAC86E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>
                <a:ea typeface="ＭＳ Ｐゴシック" panose="020B0600070205080204" pitchFamily="34" charset="-128"/>
              </a:rPr>
              <a:t>Chapter 2: outline</a:t>
            </a:r>
          </a:p>
        </p:txBody>
      </p:sp>
      <p:sp>
        <p:nvSpPr>
          <p:cNvPr id="50180" name="Rectangle 3">
            <a:extLst>
              <a:ext uri="{FF2B5EF4-FFF2-40B4-BE49-F238E27FC236}">
                <a16:creationId xmlns:a16="http://schemas.microsoft.com/office/drawing/2014/main" id="{35584944-40BD-554B-A1F5-C98C5F1315E5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33400" y="1611313"/>
            <a:ext cx="3810000" cy="4648200"/>
          </a:xfrm>
        </p:spPr>
        <p:txBody>
          <a:bodyPr/>
          <a:lstStyle/>
          <a:p>
            <a:pPr marL="512763" indent="-512763">
              <a:lnSpc>
                <a:spcPct val="100000"/>
              </a:lnSpc>
              <a:buFont typeface="Wingdings" charset="0"/>
              <a:buNone/>
              <a:defRPr/>
            </a:pPr>
            <a:r>
              <a:rPr lang="en-US" dirty="0">
                <a:latin typeface="Gill Sans MT" charset="0"/>
              </a:rPr>
              <a:t>2.1 principles of network applications</a:t>
            </a:r>
          </a:p>
          <a:p>
            <a:pPr marL="512763" indent="-512763">
              <a:lnSpc>
                <a:spcPct val="100000"/>
              </a:lnSpc>
              <a:buFont typeface="Wingdings" charset="0"/>
              <a:buNone/>
              <a:defRPr/>
            </a:pPr>
            <a:r>
              <a:rPr lang="en-US" dirty="0">
                <a:latin typeface="Gill Sans MT" charset="0"/>
              </a:rPr>
              <a:t>2.2 Web and HTTP</a:t>
            </a:r>
          </a:p>
          <a:p>
            <a:pPr marL="512763" indent="-512763">
              <a:lnSpc>
                <a:spcPct val="100000"/>
              </a:lnSpc>
              <a:buFont typeface="Wingdings" charset="0"/>
              <a:buNone/>
              <a:defRPr/>
            </a:pPr>
            <a:r>
              <a:rPr lang="en-US" dirty="0">
                <a:latin typeface="Gill Sans MT" charset="0"/>
              </a:rPr>
              <a:t>2.3 electronic mail</a:t>
            </a:r>
          </a:p>
          <a:p>
            <a:pPr marL="738188" lvl="1" indent="-287338">
              <a:lnSpc>
                <a:spcPct val="100000"/>
              </a:lnSpc>
              <a:buFont typeface="Arial"/>
              <a:buChar char="•"/>
              <a:defRPr/>
            </a:pPr>
            <a:r>
              <a:rPr lang="en-US" dirty="0">
                <a:latin typeface="Gill Sans MT" charset="0"/>
              </a:rPr>
              <a:t>SMTP, POP3, IMAP</a:t>
            </a:r>
          </a:p>
          <a:p>
            <a:pPr marL="512763" indent="-512763">
              <a:lnSpc>
                <a:spcPct val="100000"/>
              </a:lnSpc>
              <a:buFont typeface="Wingdings" charset="0"/>
              <a:buNone/>
              <a:defRPr/>
            </a:pPr>
            <a:r>
              <a:rPr lang="en-US" dirty="0">
                <a:latin typeface="Gill Sans MT" charset="0"/>
              </a:rPr>
              <a:t>2.4 DNS</a:t>
            </a:r>
          </a:p>
          <a:p>
            <a:pPr marL="457200" indent="-457200">
              <a:buFont typeface="Wingdings" charset="2"/>
              <a:buChar char="§"/>
              <a:defRPr/>
            </a:pPr>
            <a:endParaRPr lang="en-US" sz="2400" dirty="0">
              <a:latin typeface="Gill Sans MT" charset="0"/>
            </a:endParaRPr>
          </a:p>
        </p:txBody>
      </p:sp>
      <p:sp>
        <p:nvSpPr>
          <p:cNvPr id="193542" name="Rectangle 4">
            <a:extLst>
              <a:ext uri="{FF2B5EF4-FFF2-40B4-BE49-F238E27FC236}">
                <a16:creationId xmlns:a16="http://schemas.microsoft.com/office/drawing/2014/main" id="{115871F9-2F44-4461-BBCC-4F991073F475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4673600" y="1600200"/>
            <a:ext cx="3876675" cy="4648200"/>
          </a:xfrm>
        </p:spPr>
        <p:txBody>
          <a:bodyPr/>
          <a:lstStyle/>
          <a:p>
            <a:pPr marL="512763" indent="-512763">
              <a:lnSpc>
                <a:spcPct val="100000"/>
              </a:lnSpc>
              <a:buFont typeface="Wingdings" panose="05000000000000000000" pitchFamily="2" charset="2"/>
              <a:buNone/>
            </a:pPr>
            <a:r>
              <a:rPr lang="en-US" altLang="en-US">
                <a:ea typeface="ＭＳ Ｐゴシック" panose="020B0600070205080204" pitchFamily="34" charset="-128"/>
              </a:rPr>
              <a:t>2.5 P2P applications</a:t>
            </a:r>
          </a:p>
          <a:p>
            <a:pPr marL="512763" indent="-512763">
              <a:lnSpc>
                <a:spcPct val="100000"/>
              </a:lnSpc>
              <a:buFont typeface="Wingdings" panose="05000000000000000000" pitchFamily="2" charset="2"/>
              <a:buNone/>
            </a:pPr>
            <a:r>
              <a:rPr lang="en-US" altLang="en-US">
                <a:solidFill>
                  <a:srgbClr val="CC0000"/>
                </a:solidFill>
                <a:ea typeface="ＭＳ Ｐゴシック" panose="020B0600070205080204" pitchFamily="34" charset="-128"/>
              </a:rPr>
              <a:t>2.6 video streaming and content distribution networks (CDNs)</a:t>
            </a:r>
          </a:p>
          <a:p>
            <a:pPr marL="512763" indent="-512763">
              <a:lnSpc>
                <a:spcPct val="100000"/>
              </a:lnSpc>
              <a:buFont typeface="Wingdings" panose="05000000000000000000" pitchFamily="2" charset="2"/>
              <a:buNone/>
            </a:pPr>
            <a:r>
              <a:rPr lang="en-US" altLang="en-US">
                <a:ea typeface="ＭＳ Ｐゴシック" panose="020B0600070205080204" pitchFamily="34" charset="-128"/>
              </a:rPr>
              <a:t>2.7 socket programming with UDP and TCP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5585" name="Picture 5">
            <a:extLst>
              <a:ext uri="{FF2B5EF4-FFF2-40B4-BE49-F238E27FC236}">
                <a16:creationId xmlns:a16="http://schemas.microsoft.com/office/drawing/2014/main" id="{43962CD5-67E0-4119-8542-C45E6F9BDB7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2238" y="4164013"/>
            <a:ext cx="2671762" cy="1495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95586" name="Rectangle 7">
            <a:extLst>
              <a:ext uri="{FF2B5EF4-FFF2-40B4-BE49-F238E27FC236}">
                <a16:creationId xmlns:a16="http://schemas.microsoft.com/office/drawing/2014/main" id="{F2212AED-6EC6-49FD-A432-CBCB754465D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6924675" y="6454775"/>
            <a:ext cx="1547813" cy="30003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195587" name="Rectangle 8">
            <a:extLst>
              <a:ext uri="{FF2B5EF4-FFF2-40B4-BE49-F238E27FC236}">
                <a16:creationId xmlns:a16="http://schemas.microsoft.com/office/drawing/2014/main" id="{6F51BF62-ABE7-40F3-83CD-F57E5E1F1B6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200">
                <a:latin typeface="Tahoma" panose="020B0604030504040204" pitchFamily="34" charset="0"/>
              </a:rPr>
              <a:t>2-</a:t>
            </a:r>
            <a:fld id="{7BBA9656-166B-4120-9897-174C03BB42C3}" type="slidenum">
              <a:rPr lang="en-US" altLang="en-US" sz="120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82</a:t>
            </a:fld>
            <a:endParaRPr lang="en-US" altLang="en-US" sz="1200">
              <a:latin typeface="Tahoma" panose="020B0604030504040204" pitchFamily="34" charset="0"/>
            </a:endParaRPr>
          </a:p>
        </p:txBody>
      </p:sp>
      <p:sp>
        <p:nvSpPr>
          <p:cNvPr id="195588" name="Rectangle 2">
            <a:extLst>
              <a:ext uri="{FF2B5EF4-FFF2-40B4-BE49-F238E27FC236}">
                <a16:creationId xmlns:a16="http://schemas.microsoft.com/office/drawing/2014/main" id="{281A1D89-7DBC-489B-85FD-6B7770CC0F5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11163" y="0"/>
            <a:ext cx="7772400" cy="1143000"/>
          </a:xfrm>
        </p:spPr>
        <p:txBody>
          <a:bodyPr/>
          <a:lstStyle/>
          <a:p>
            <a:r>
              <a:rPr lang="en-US" altLang="en-US" sz="4000">
                <a:ea typeface="ＭＳ Ｐゴシック" panose="020B0600070205080204" pitchFamily="34" charset="-128"/>
              </a:rPr>
              <a:t>Video Streaming and CDNs: context</a:t>
            </a:r>
          </a:p>
        </p:txBody>
      </p:sp>
      <p:pic>
        <p:nvPicPr>
          <p:cNvPr id="195589" name="Picture 50" descr="underline_base">
            <a:extLst>
              <a:ext uri="{FF2B5EF4-FFF2-40B4-BE49-F238E27FC236}">
                <a16:creationId xmlns:a16="http://schemas.microsoft.com/office/drawing/2014/main" id="{61B3DE8F-3091-4D9D-9530-DCDA0AE0DF9A}"/>
              </a:ext>
            </a:extLst>
          </p:cNvPr>
          <p:cNvPicPr>
            <a:picLocks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125" y="817563"/>
            <a:ext cx="7537450" cy="225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5590" name="Picture 2">
            <a:extLst>
              <a:ext uri="{FF2B5EF4-FFF2-40B4-BE49-F238E27FC236}">
                <a16:creationId xmlns:a16="http://schemas.microsoft.com/office/drawing/2014/main" id="{387F8627-D89F-44A5-86EC-FF9B3C53B05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94513" y="1974850"/>
            <a:ext cx="1779587" cy="1104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5591" name="Picture 3">
            <a:extLst>
              <a:ext uri="{FF2B5EF4-FFF2-40B4-BE49-F238E27FC236}">
                <a16:creationId xmlns:a16="http://schemas.microsoft.com/office/drawing/2014/main" id="{FDB2CFB3-44AD-4925-AA1B-43853B8CC36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54875" y="3038475"/>
            <a:ext cx="1227138" cy="569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5592" name="Picture 4">
            <a:extLst>
              <a:ext uri="{FF2B5EF4-FFF2-40B4-BE49-F238E27FC236}">
                <a16:creationId xmlns:a16="http://schemas.microsoft.com/office/drawing/2014/main" id="{9FC788B3-2358-4AB5-8B9A-C3EB19CC2E4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61225" y="3870325"/>
            <a:ext cx="1211263" cy="401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95593" name="Rectangle 43">
            <a:extLst>
              <a:ext uri="{FF2B5EF4-FFF2-40B4-BE49-F238E27FC236}">
                <a16:creationId xmlns:a16="http://schemas.microsoft.com/office/drawing/2014/main" id="{4D750984-2AF8-49AE-865E-55E51EEB70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9425" y="1620838"/>
            <a:ext cx="6219825" cy="4821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681038" indent="-223838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lvl="1">
              <a:lnSpc>
                <a:spcPct val="100000"/>
              </a:lnSpc>
            </a:pPr>
            <a:r>
              <a:rPr lang="en-US" altLang="en-US" sz="2000" dirty="0">
                <a:latin typeface="Arial" panose="020B0604020202020204" pitchFamily="34" charset="0"/>
              </a:rPr>
              <a:t>Netflix, YouTube: 37%, 16% of downstream residential ISP traffic</a:t>
            </a:r>
          </a:p>
          <a:p>
            <a:pPr lvl="1">
              <a:lnSpc>
                <a:spcPct val="100000"/>
              </a:lnSpc>
            </a:pPr>
            <a:r>
              <a:rPr lang="en-US" altLang="en-US" sz="2000" dirty="0">
                <a:latin typeface="Arial" panose="020B0604020202020204" pitchFamily="34" charset="0"/>
              </a:rPr>
              <a:t>~1B YouTube users, ~75M Netflix users</a:t>
            </a:r>
          </a:p>
          <a:p>
            <a:pPr>
              <a:lnSpc>
                <a:spcPct val="100000"/>
              </a:lnSpc>
            </a:pPr>
            <a:r>
              <a:rPr lang="en-US" altLang="en-US" sz="2400" dirty="0">
                <a:latin typeface="Arial" panose="020B0604020202020204" pitchFamily="34" charset="0"/>
              </a:rPr>
              <a:t>challenge:  </a:t>
            </a:r>
          </a:p>
          <a:p>
            <a:pPr lvl="1">
              <a:lnSpc>
                <a:spcPct val="100000"/>
              </a:lnSpc>
            </a:pPr>
            <a:r>
              <a:rPr lang="en-US" altLang="en-US" sz="2000" dirty="0">
                <a:solidFill>
                  <a:srgbClr val="0070C0"/>
                </a:solidFill>
                <a:latin typeface="Arial" panose="020B0604020202020204" pitchFamily="34" charset="0"/>
              </a:rPr>
              <a:t>Scale</a:t>
            </a:r>
            <a:r>
              <a:rPr lang="en-US" altLang="en-US" sz="2000" dirty="0">
                <a:latin typeface="Arial" panose="020B0604020202020204" pitchFamily="34" charset="0"/>
              </a:rPr>
              <a:t>: - how to reach ~1B users?</a:t>
            </a:r>
            <a:endParaRPr lang="en-US" altLang="en-US" sz="1600" dirty="0">
              <a:latin typeface="Arial" panose="020B0604020202020204" pitchFamily="34" charset="0"/>
            </a:endParaRPr>
          </a:p>
          <a:p>
            <a:pPr lvl="2"/>
            <a:r>
              <a:rPr lang="en-US" altLang="en-US" sz="1600" dirty="0">
                <a:latin typeface="Arial" panose="020B0604020202020204" pitchFamily="34" charset="0"/>
              </a:rPr>
              <a:t>single mega-video server won’t work (why?)</a:t>
            </a:r>
          </a:p>
          <a:p>
            <a:pPr lvl="1">
              <a:lnSpc>
                <a:spcPct val="100000"/>
              </a:lnSpc>
            </a:pPr>
            <a:r>
              <a:rPr lang="en-US" altLang="en-US" sz="2000" dirty="0">
                <a:solidFill>
                  <a:srgbClr val="0070C0"/>
                </a:solidFill>
                <a:latin typeface="Arial" panose="020B0604020202020204" pitchFamily="34" charset="0"/>
              </a:rPr>
              <a:t>Heterogeneity</a:t>
            </a:r>
            <a:r>
              <a:rPr lang="en-US" altLang="en-US" sz="2000" dirty="0">
                <a:latin typeface="Arial" panose="020B0604020202020204" pitchFamily="34" charset="0"/>
              </a:rPr>
              <a:t>: different users have different capabilities (e.g., wired versus mobile; bandwidth rich versus bandwidth poor)</a:t>
            </a:r>
          </a:p>
          <a:p>
            <a:pPr>
              <a:lnSpc>
                <a:spcPct val="100000"/>
              </a:lnSpc>
            </a:pPr>
            <a:r>
              <a:rPr lang="en-US" altLang="en-US" sz="2400" i="1" dirty="0">
                <a:solidFill>
                  <a:srgbClr val="CC0000"/>
                </a:solidFill>
                <a:latin typeface="Arial" panose="020B0604020202020204" pitchFamily="34" charset="0"/>
              </a:rPr>
              <a:t>solution: </a:t>
            </a:r>
            <a:r>
              <a:rPr lang="en-US" altLang="en-US" sz="2400" dirty="0">
                <a:latin typeface="Arial" panose="020B0604020202020204" pitchFamily="34" charset="0"/>
              </a:rPr>
              <a:t>distributed, application-level infrastructure</a:t>
            </a:r>
          </a:p>
        </p:txBody>
      </p:sp>
      <p:sp>
        <p:nvSpPr>
          <p:cNvPr id="195594" name="Rectangle 43">
            <a:extLst>
              <a:ext uri="{FF2B5EF4-FFF2-40B4-BE49-F238E27FC236}">
                <a16:creationId xmlns:a16="http://schemas.microsoft.com/office/drawing/2014/main" id="{E254DEC6-BD00-4071-8CBB-E2DF71598F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7513" y="1211263"/>
            <a:ext cx="7535862" cy="4821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</a:pPr>
            <a:r>
              <a:rPr lang="en-US" altLang="en-US" sz="2400" dirty="0">
                <a:latin typeface="Arial" panose="020B0604020202020204" pitchFamily="34" charset="0"/>
              </a:rPr>
              <a:t>video traffic: major consumer of Internet bandwidth</a:t>
            </a:r>
          </a:p>
        </p:txBody>
      </p:sp>
      <p:pic>
        <p:nvPicPr>
          <p:cNvPr id="195595" name="Picture 6">
            <a:extLst>
              <a:ext uri="{FF2B5EF4-FFF2-40B4-BE49-F238E27FC236}">
                <a16:creationId xmlns:a16="http://schemas.microsoft.com/office/drawing/2014/main" id="{8780ADB4-8773-4EB2-90AF-25AFA8BF925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2175" y="5300663"/>
            <a:ext cx="1501775" cy="708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633" name="Rectangle 3">
            <a:extLst>
              <a:ext uri="{FF2B5EF4-FFF2-40B4-BE49-F238E27FC236}">
                <a16:creationId xmlns:a16="http://schemas.microsoft.com/office/drawing/2014/main" id="{8321A117-086C-408D-B4C7-B2AA69CD79D0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385763" y="1339850"/>
            <a:ext cx="3957637" cy="4908550"/>
          </a:xfrm>
        </p:spPr>
        <p:txBody>
          <a:bodyPr/>
          <a:lstStyle/>
          <a:p>
            <a:r>
              <a:rPr lang="en-US" altLang="en-US" sz="24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digital image</a:t>
            </a:r>
            <a:r>
              <a:rPr lang="en-US" altLang="en-US" sz="2400" dirty="0">
                <a:ea typeface="ＭＳ Ｐゴシック" panose="020B0600070205080204" pitchFamily="34" charset="-128"/>
              </a:rPr>
              <a:t>: array of pixels</a:t>
            </a:r>
          </a:p>
          <a:p>
            <a:pPr lvl="1"/>
            <a:r>
              <a:rPr lang="en-US" altLang="en-US" dirty="0">
                <a:ea typeface="ＭＳ Ｐゴシック" panose="020B0600070205080204" pitchFamily="34" charset="-128"/>
              </a:rPr>
              <a:t>each pixel represented by bits</a:t>
            </a:r>
            <a:endParaRPr lang="en-US" altLang="en-US" sz="2400" dirty="0">
              <a:ea typeface="ＭＳ Ｐゴシック" panose="020B0600070205080204" pitchFamily="34" charset="-128"/>
            </a:endParaRPr>
          </a:p>
          <a:p>
            <a:r>
              <a:rPr lang="en-US" altLang="en-US" sz="24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video</a:t>
            </a:r>
            <a:r>
              <a:rPr lang="en-US" altLang="en-US" sz="2400" dirty="0">
                <a:ea typeface="ＭＳ Ｐゴシック" panose="020B0600070205080204" pitchFamily="34" charset="-128"/>
              </a:rPr>
              <a:t>: sequence of images displayed at constant rate</a:t>
            </a:r>
          </a:p>
          <a:p>
            <a:pPr lvl="1"/>
            <a:r>
              <a:rPr lang="en-US" altLang="en-US" dirty="0">
                <a:ea typeface="ＭＳ Ｐゴシック" panose="020B0600070205080204" pitchFamily="34" charset="-128"/>
              </a:rPr>
              <a:t>e.g., 24 images/sec</a:t>
            </a:r>
          </a:p>
          <a:p>
            <a:r>
              <a:rPr lang="en-US" altLang="en-US" sz="2400" dirty="0">
                <a:ea typeface="ＭＳ Ｐゴシック" panose="020B0600070205080204" pitchFamily="34" charset="-128"/>
              </a:rPr>
              <a:t>coding: use redundancy </a:t>
            </a:r>
            <a:r>
              <a:rPr lang="en-US" altLang="en-US" sz="2400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within</a:t>
            </a:r>
            <a:r>
              <a:rPr lang="en-US" altLang="en-US" sz="2400" dirty="0">
                <a:ea typeface="ＭＳ Ｐゴシック" panose="020B0600070205080204" pitchFamily="34" charset="-128"/>
              </a:rPr>
              <a:t> and </a:t>
            </a:r>
            <a:r>
              <a:rPr lang="en-US" altLang="en-US" sz="2400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between</a:t>
            </a:r>
            <a:r>
              <a:rPr lang="en-US" altLang="en-US" sz="2400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 </a:t>
            </a:r>
            <a:r>
              <a:rPr lang="en-US" altLang="en-US" sz="2400" dirty="0">
                <a:ea typeface="ＭＳ Ｐゴシック" panose="020B0600070205080204" pitchFamily="34" charset="-128"/>
              </a:rPr>
              <a:t>images to </a:t>
            </a:r>
            <a:r>
              <a:rPr lang="en-US" altLang="en-US" sz="24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decrease # bits used to encode image</a:t>
            </a:r>
          </a:p>
          <a:p>
            <a:pPr lvl="1"/>
            <a:r>
              <a:rPr lang="en-US" altLang="en-US" dirty="0">
                <a:ea typeface="ＭＳ Ｐゴシック" panose="020B0600070205080204" pitchFamily="34" charset="-128"/>
              </a:rPr>
              <a:t>spatial (within image)</a:t>
            </a:r>
          </a:p>
          <a:p>
            <a:pPr lvl="1"/>
            <a:r>
              <a:rPr lang="en-US" altLang="en-US" dirty="0">
                <a:ea typeface="ＭＳ Ｐゴシック" panose="020B0600070205080204" pitchFamily="34" charset="-128"/>
              </a:rPr>
              <a:t>temporal (from one image to next)</a:t>
            </a: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BB4D35EB-BFB5-4642-8BDB-9EF8F824A87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106363"/>
            <a:ext cx="4975225" cy="1143000"/>
          </a:xfrm>
        </p:spPr>
        <p:txBody>
          <a:bodyPr/>
          <a:lstStyle/>
          <a:p>
            <a:pPr>
              <a:defRPr/>
            </a:pPr>
            <a:r>
              <a:rPr lang="en-US" dirty="0">
                <a:latin typeface="Gill Sans MT" charset="0"/>
                <a:cs typeface="+mj-cs"/>
              </a:rPr>
              <a:t>Multimedia: video</a:t>
            </a:r>
          </a:p>
        </p:txBody>
      </p:sp>
      <p:pic>
        <p:nvPicPr>
          <p:cNvPr id="197635" name="Picture 23" descr="underline_base">
            <a:extLst>
              <a:ext uri="{FF2B5EF4-FFF2-40B4-BE49-F238E27FC236}">
                <a16:creationId xmlns:a16="http://schemas.microsoft.com/office/drawing/2014/main" id="{DBAA1F00-A1F7-4FB8-B01D-10FE8D959E5C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7050" y="974725"/>
            <a:ext cx="41132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7639" name="Picture 4">
            <a:extLst>
              <a:ext uri="{FF2B5EF4-FFF2-40B4-BE49-F238E27FC236}">
                <a16:creationId xmlns:a16="http://schemas.microsoft.com/office/drawing/2014/main" id="{B6C0B3D8-DDEF-4DB8-9A67-7288F2954C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7789" y="1749425"/>
            <a:ext cx="1642671" cy="18605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97640" name="Group 15">
            <a:extLst>
              <a:ext uri="{FF2B5EF4-FFF2-40B4-BE49-F238E27FC236}">
                <a16:creationId xmlns:a16="http://schemas.microsoft.com/office/drawing/2014/main" id="{CD7B2194-9F81-4E24-8112-92BEB90423E4}"/>
              </a:ext>
            </a:extLst>
          </p:cNvPr>
          <p:cNvGrpSpPr>
            <a:grpSpLocks/>
          </p:cNvGrpSpPr>
          <p:nvPr/>
        </p:nvGrpSpPr>
        <p:grpSpPr bwMode="auto">
          <a:xfrm>
            <a:off x="5344934" y="295275"/>
            <a:ext cx="3274430" cy="1730347"/>
            <a:chOff x="5345311" y="524250"/>
            <a:chExt cx="3274238" cy="1730214"/>
          </a:xfrm>
        </p:grpSpPr>
        <p:sp>
          <p:nvSpPr>
            <p:cNvPr id="197646" name="TextBox 5">
              <a:extLst>
                <a:ext uri="{FF2B5EF4-FFF2-40B4-BE49-F238E27FC236}">
                  <a16:creationId xmlns:a16="http://schemas.microsoft.com/office/drawing/2014/main" id="{F61A617A-807A-4059-B1C5-8E31828FC11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45311" y="1789936"/>
              <a:ext cx="1856071" cy="3693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r>
                <a:rPr lang="en-US" altLang="en-US" sz="1800">
                  <a:solidFill>
                    <a:srgbClr val="CC0000"/>
                  </a:solidFill>
                  <a:latin typeface="Arial Narrow" panose="020B0606020202030204" pitchFamily="34" charset="0"/>
                </a:rPr>
                <a:t>……………………..</a:t>
              </a:r>
            </a:p>
          </p:txBody>
        </p:sp>
        <p:sp>
          <p:nvSpPr>
            <p:cNvPr id="197647" name="TextBox 8">
              <a:extLst>
                <a:ext uri="{FF2B5EF4-FFF2-40B4-BE49-F238E27FC236}">
                  <a16:creationId xmlns:a16="http://schemas.microsoft.com/office/drawing/2014/main" id="{A0D32FEB-59FD-4F02-A863-8B10977AE9F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08125" y="524250"/>
              <a:ext cx="2811424" cy="11695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r>
                <a:rPr lang="en-US" altLang="en-US" sz="1400" i="1">
                  <a:solidFill>
                    <a:srgbClr val="CC0000"/>
                  </a:solidFill>
                  <a:latin typeface="Arial" panose="020B0604020202020204" pitchFamily="34" charset="0"/>
                </a:rPr>
                <a:t>spatial coding example: </a:t>
              </a:r>
              <a:r>
                <a:rPr lang="en-US" altLang="en-US" sz="1400">
                  <a:latin typeface="Arial" panose="020B0604020202020204" pitchFamily="34" charset="0"/>
                </a:rPr>
                <a:t>instead of sending</a:t>
              </a:r>
              <a:r>
                <a:rPr lang="en-US" altLang="en-US" sz="1400" i="1">
                  <a:latin typeface="Arial" panose="020B0604020202020204" pitchFamily="34" charset="0"/>
                </a:rPr>
                <a:t> N </a:t>
              </a:r>
              <a:r>
                <a:rPr lang="en-US" altLang="en-US" sz="1400">
                  <a:latin typeface="Arial" panose="020B0604020202020204" pitchFamily="34" charset="0"/>
                </a:rPr>
                <a:t>values of same color (all purple), send only two values: color  value (</a:t>
              </a:r>
              <a:r>
                <a:rPr lang="en-US" altLang="en-US" sz="1400" i="1">
                  <a:latin typeface="Arial" panose="020B0604020202020204" pitchFamily="34" charset="0"/>
                </a:rPr>
                <a:t>purple)  and number of repeated values (</a:t>
              </a:r>
              <a:r>
                <a:rPr lang="en-US" altLang="en-US" sz="1400">
                  <a:latin typeface="Arial" panose="020B0604020202020204" pitchFamily="34" charset="0"/>
                </a:rPr>
                <a:t>N)</a:t>
              </a:r>
            </a:p>
          </p:txBody>
        </p:sp>
        <p:sp>
          <p:nvSpPr>
            <p:cNvPr id="197648" name="TextBox 13">
              <a:extLst>
                <a:ext uri="{FF2B5EF4-FFF2-40B4-BE49-F238E27FC236}">
                  <a16:creationId xmlns:a16="http://schemas.microsoft.com/office/drawing/2014/main" id="{EFFDCC4E-E9D3-49A8-817B-FE7D2E41265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54771" y="1885160"/>
              <a:ext cx="1803448" cy="3693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r>
                <a:rPr lang="en-US" altLang="en-US" sz="1800">
                  <a:solidFill>
                    <a:srgbClr val="CC0000"/>
                  </a:solidFill>
                  <a:latin typeface="Arial Narrow" panose="020B0606020202030204" pitchFamily="34" charset="0"/>
                </a:rPr>
                <a:t>……………….…….</a:t>
              </a:r>
            </a:p>
          </p:txBody>
        </p:sp>
        <p:cxnSp>
          <p:nvCxnSpPr>
            <p:cNvPr id="197649" name="Straight Connector 10">
              <a:extLst>
                <a:ext uri="{FF2B5EF4-FFF2-40B4-BE49-F238E27FC236}">
                  <a16:creationId xmlns:a16="http://schemas.microsoft.com/office/drawing/2014/main" id="{04635484-F92C-4D8F-84B4-A11D5FAAB41B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5565603" y="756253"/>
              <a:ext cx="313958" cy="1155782"/>
            </a:xfrm>
            <a:prstGeom prst="line">
              <a:avLst/>
            </a:prstGeom>
            <a:noFill/>
            <a:ln w="9525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197641" name="TextBox 17">
            <a:extLst>
              <a:ext uri="{FF2B5EF4-FFF2-40B4-BE49-F238E27FC236}">
                <a16:creationId xmlns:a16="http://schemas.microsoft.com/office/drawing/2014/main" id="{19967ACD-173C-46D6-8605-E28F74422C0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23546" y="3654665"/>
            <a:ext cx="933284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en-US" sz="1800" dirty="0">
                <a:solidFill>
                  <a:srgbClr val="CC0000"/>
                </a:solidFill>
                <a:latin typeface="Arial" panose="020B0604020202020204" pitchFamily="34" charset="0"/>
              </a:rPr>
              <a:t>frame</a:t>
            </a:r>
            <a:r>
              <a:rPr lang="en-US" altLang="en-US" sz="1800" i="1" dirty="0">
                <a:solidFill>
                  <a:srgbClr val="CC0000"/>
                </a:solidFill>
                <a:latin typeface="Arial" panose="020B0604020202020204" pitchFamily="34" charset="0"/>
              </a:rPr>
              <a:t> </a:t>
            </a:r>
            <a:r>
              <a:rPr lang="en-US" altLang="en-US" sz="1800" i="1" dirty="0" err="1">
                <a:solidFill>
                  <a:srgbClr val="CC0000"/>
                </a:solidFill>
                <a:latin typeface="Arial" panose="020B0604020202020204" pitchFamily="34" charset="0"/>
              </a:rPr>
              <a:t>i</a:t>
            </a:r>
            <a:endParaRPr lang="en-US" altLang="en-US" sz="1800" i="1" dirty="0">
              <a:solidFill>
                <a:srgbClr val="CC0000"/>
              </a:solidFill>
              <a:latin typeface="Arial" panose="020B0604020202020204" pitchFamily="34" charset="0"/>
            </a:endParaRPr>
          </a:p>
        </p:txBody>
      </p:sp>
      <p:sp>
        <p:nvSpPr>
          <p:cNvPr id="197642" name="TextBox 23">
            <a:extLst>
              <a:ext uri="{FF2B5EF4-FFF2-40B4-BE49-F238E27FC236}">
                <a16:creationId xmlns:a16="http://schemas.microsoft.com/office/drawing/2014/main" id="{7844F293-4CCD-4A6C-A873-3497FF6AE7A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51376" y="5611091"/>
            <a:ext cx="1196762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en-US" sz="1800" dirty="0">
                <a:solidFill>
                  <a:srgbClr val="CC0000"/>
                </a:solidFill>
                <a:latin typeface="Arial" panose="020B0604020202020204" pitchFamily="34" charset="0"/>
              </a:rPr>
              <a:t>frame</a:t>
            </a:r>
            <a:r>
              <a:rPr lang="en-US" altLang="en-US" sz="1800" i="1" dirty="0">
                <a:solidFill>
                  <a:srgbClr val="CC0000"/>
                </a:solidFill>
                <a:latin typeface="Arial" panose="020B0604020202020204" pitchFamily="34" charset="0"/>
              </a:rPr>
              <a:t> i+1</a:t>
            </a:r>
          </a:p>
        </p:txBody>
      </p:sp>
      <p:sp>
        <p:nvSpPr>
          <p:cNvPr id="197643" name="TextBox 26">
            <a:extLst>
              <a:ext uri="{FF2B5EF4-FFF2-40B4-BE49-F238E27FC236}">
                <a16:creationId xmlns:a16="http://schemas.microsoft.com/office/drawing/2014/main" id="{17D7E423-47EC-407A-8D9A-7E44A7F944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38637" y="4857750"/>
            <a:ext cx="2277657" cy="1169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en-US" sz="1400" i="1" dirty="0">
                <a:solidFill>
                  <a:srgbClr val="CC0000"/>
                </a:solidFill>
                <a:latin typeface="Arial" panose="020B0604020202020204" pitchFamily="34" charset="0"/>
              </a:rPr>
              <a:t>temporal coding example: </a:t>
            </a:r>
            <a:r>
              <a:rPr lang="en-US" altLang="en-US" sz="1400" dirty="0">
                <a:latin typeface="Arial" panose="020B0604020202020204" pitchFamily="34" charset="0"/>
              </a:rPr>
              <a:t>instead of sending complete frame at i+1, send only differences from frame </a:t>
            </a:r>
            <a:r>
              <a:rPr lang="en-US" altLang="en-US" sz="1400" dirty="0" err="1">
                <a:latin typeface="Arial" panose="020B0604020202020204" pitchFamily="34" charset="0"/>
              </a:rPr>
              <a:t>i</a:t>
            </a:r>
            <a:endParaRPr lang="en-US" altLang="en-US" sz="1400" dirty="0">
              <a:latin typeface="Arial" panose="020B0604020202020204" pitchFamily="34" charset="0"/>
            </a:endParaRPr>
          </a:p>
        </p:txBody>
      </p:sp>
      <p:cxnSp>
        <p:nvCxnSpPr>
          <p:cNvPr id="197644" name="Straight Connector 28">
            <a:extLst>
              <a:ext uri="{FF2B5EF4-FFF2-40B4-BE49-F238E27FC236}">
                <a16:creationId xmlns:a16="http://schemas.microsoft.com/office/drawing/2014/main" id="{A9EFBCCF-76CA-4C45-B31F-95E3DE21792D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5972226" y="4021445"/>
            <a:ext cx="1012880" cy="1783949"/>
          </a:xfrm>
          <a:prstGeom prst="line">
            <a:avLst/>
          </a:prstGeom>
          <a:noFill/>
          <a:ln w="9525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pic>
        <p:nvPicPr>
          <p:cNvPr id="197645" name="Picture 4">
            <a:extLst>
              <a:ext uri="{FF2B5EF4-FFF2-40B4-BE49-F238E27FC236}">
                <a16:creationId xmlns:a16="http://schemas.microsoft.com/office/drawing/2014/main" id="{0146E93D-821C-46DC-8687-1DF81DF745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2390" y="3806720"/>
            <a:ext cx="1642671" cy="18605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97637" name="Rectangle 7">
            <a:extLst>
              <a:ext uri="{FF2B5EF4-FFF2-40B4-BE49-F238E27FC236}">
                <a16:creationId xmlns:a16="http://schemas.microsoft.com/office/drawing/2014/main" id="{9CD608A1-A361-4456-A4AE-9BAAA770E08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6924675" y="6454775"/>
            <a:ext cx="1547813" cy="30003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197638" name="Rectangle 8">
            <a:extLst>
              <a:ext uri="{FF2B5EF4-FFF2-40B4-BE49-F238E27FC236}">
                <a16:creationId xmlns:a16="http://schemas.microsoft.com/office/drawing/2014/main" id="{5D20A1A2-D1FE-41E6-A522-42D1130792A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200">
                <a:latin typeface="Tahoma" panose="020B0604030504040204" pitchFamily="34" charset="0"/>
              </a:rPr>
              <a:t>2-</a:t>
            </a:r>
            <a:fld id="{D2EB7D25-4CBA-49B9-873C-82A7B69E5F34}" type="slidenum">
              <a:rPr lang="en-US" altLang="en-US" sz="120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83</a:t>
            </a:fld>
            <a:endParaRPr lang="en-US" altLang="en-US" sz="1200"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7641" grpId="0"/>
      <p:bldP spid="197642" grpId="0"/>
      <p:bldP spid="197643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2">
            <a:extLst>
              <a:ext uri="{FF2B5EF4-FFF2-40B4-BE49-F238E27FC236}">
                <a16:creationId xmlns:a16="http://schemas.microsoft.com/office/drawing/2014/main" id="{36DF6015-0E91-724E-BAFF-FF6F82B1E52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106363"/>
            <a:ext cx="4975225" cy="1143000"/>
          </a:xfrm>
        </p:spPr>
        <p:txBody>
          <a:bodyPr/>
          <a:lstStyle/>
          <a:p>
            <a:pPr>
              <a:defRPr/>
            </a:pPr>
            <a:r>
              <a:rPr lang="en-US" dirty="0">
                <a:latin typeface="Gill Sans MT" charset="0"/>
                <a:cs typeface="+mj-cs"/>
              </a:rPr>
              <a:t>Multimedia: video</a:t>
            </a:r>
          </a:p>
        </p:txBody>
      </p:sp>
      <p:pic>
        <p:nvPicPr>
          <p:cNvPr id="199682" name="Picture 23" descr="underline_base">
            <a:extLst>
              <a:ext uri="{FF2B5EF4-FFF2-40B4-BE49-F238E27FC236}">
                <a16:creationId xmlns:a16="http://schemas.microsoft.com/office/drawing/2014/main" id="{F393EF3A-324F-4CE1-B78D-24B2F38633D6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7050" y="974725"/>
            <a:ext cx="41132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99683" name="Rectangle 4">
            <a:extLst>
              <a:ext uri="{FF2B5EF4-FFF2-40B4-BE49-F238E27FC236}">
                <a16:creationId xmlns:a16="http://schemas.microsoft.com/office/drawing/2014/main" id="{1D1387AA-343B-4925-BA86-FB45A08658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8450" y="1228725"/>
            <a:ext cx="8026400" cy="4908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r>
              <a:rPr lang="en-US" altLang="zh-HK" sz="2400" kern="0" dirty="0">
                <a:solidFill>
                  <a:srgbClr val="333333"/>
                </a:solidFill>
                <a:effectLst/>
                <a:ea typeface="新細明體" panose="02020500000000000000" pitchFamily="18" charset="-120"/>
                <a:cs typeface="ArialMT"/>
              </a:rPr>
              <a:t>We can also use </a:t>
            </a:r>
            <a:r>
              <a:rPr lang="en-US" altLang="zh-HK" sz="2400" kern="0" dirty="0">
                <a:solidFill>
                  <a:srgbClr val="FF0000"/>
                </a:solidFill>
                <a:effectLst/>
                <a:ea typeface="新細明體" panose="02020500000000000000" pitchFamily="18" charset="-120"/>
                <a:cs typeface="ArialMT"/>
              </a:rPr>
              <a:t>compression</a:t>
            </a:r>
            <a:r>
              <a:rPr lang="en-US" altLang="zh-HK" sz="2400" kern="0" dirty="0">
                <a:solidFill>
                  <a:srgbClr val="333333"/>
                </a:solidFill>
                <a:effectLst/>
                <a:ea typeface="新細明體" panose="02020500000000000000" pitchFamily="18" charset="-120"/>
                <a:cs typeface="ArialMT"/>
              </a:rPr>
              <a:t> to </a:t>
            </a:r>
            <a:r>
              <a:rPr lang="en-US" altLang="zh-HK" sz="2400" kern="0" dirty="0">
                <a:solidFill>
                  <a:srgbClr val="0070C0"/>
                </a:solidFill>
                <a:effectLst/>
                <a:ea typeface="新細明體" panose="02020500000000000000" pitchFamily="18" charset="-120"/>
                <a:cs typeface="ArialMT"/>
              </a:rPr>
              <a:t>create multiple versions of the same video, each at a different quality level</a:t>
            </a:r>
            <a:r>
              <a:rPr lang="en-US" altLang="zh-HK" sz="2400" kern="0" dirty="0">
                <a:solidFill>
                  <a:srgbClr val="333333"/>
                </a:solidFill>
                <a:effectLst/>
                <a:ea typeface="新細明體" panose="02020500000000000000" pitchFamily="18" charset="-120"/>
                <a:cs typeface="ArialMT"/>
              </a:rPr>
              <a:t>. </a:t>
            </a:r>
          </a:p>
          <a:p>
            <a:pPr lvl="1"/>
            <a:r>
              <a:rPr lang="en-US" altLang="zh-HK" sz="2000" kern="0" dirty="0">
                <a:solidFill>
                  <a:srgbClr val="333333"/>
                </a:solidFill>
                <a:effectLst/>
                <a:ea typeface="新細明體" panose="02020500000000000000" pitchFamily="18" charset="-120"/>
                <a:cs typeface="ArialMT"/>
              </a:rPr>
              <a:t>E.g. three versions of the same video, at rates of 300 kbps, 1 Mbps, and 3 Mbps. </a:t>
            </a:r>
          </a:p>
          <a:p>
            <a:r>
              <a:rPr lang="en-US" altLang="zh-HK" sz="2400" kern="0" dirty="0">
                <a:solidFill>
                  <a:srgbClr val="0070C0"/>
                </a:solidFill>
                <a:effectLst/>
                <a:ea typeface="新細明體" panose="02020500000000000000" pitchFamily="18" charset="-120"/>
                <a:cs typeface="ArialMT"/>
              </a:rPr>
              <a:t>Users can then decide which version they want to watch as a function of their current available bandwidth</a:t>
            </a:r>
            <a:r>
              <a:rPr lang="en-US" altLang="zh-HK" sz="2400" kern="0" dirty="0">
                <a:solidFill>
                  <a:srgbClr val="333333"/>
                </a:solidFill>
                <a:effectLst/>
                <a:ea typeface="新細明體" panose="02020500000000000000" pitchFamily="18" charset="-120"/>
                <a:cs typeface="ArialMT"/>
              </a:rPr>
              <a:t>. </a:t>
            </a:r>
          </a:p>
          <a:p>
            <a:pPr lvl="1"/>
            <a:r>
              <a:rPr lang="en-US" altLang="zh-HK" kern="0" dirty="0">
                <a:solidFill>
                  <a:srgbClr val="333333"/>
                </a:solidFill>
                <a:ea typeface="新細明體" panose="02020500000000000000" pitchFamily="18" charset="-120"/>
                <a:cs typeface="ArialMT"/>
              </a:rPr>
              <a:t>E.g., H</a:t>
            </a:r>
            <a:r>
              <a:rPr lang="en-US" altLang="zh-HK" kern="0" dirty="0">
                <a:solidFill>
                  <a:srgbClr val="333333"/>
                </a:solidFill>
                <a:effectLst/>
                <a:ea typeface="新細明體" panose="02020500000000000000" pitchFamily="18" charset="-120"/>
                <a:cs typeface="ArialMT"/>
              </a:rPr>
              <a:t>igh-speed Internet connections: 3 Mbps version.</a:t>
            </a:r>
          </a:p>
          <a:p>
            <a:pPr lvl="1"/>
            <a:r>
              <a:rPr lang="en-US" altLang="zh-HK" kern="0" dirty="0">
                <a:solidFill>
                  <a:srgbClr val="333333"/>
                </a:solidFill>
                <a:ea typeface="新細明體" panose="02020500000000000000" pitchFamily="18" charset="-120"/>
                <a:cs typeface="ArialMT"/>
              </a:rPr>
              <a:t>E.g., </a:t>
            </a:r>
            <a:r>
              <a:rPr lang="en-US" altLang="zh-HK" kern="0" dirty="0">
                <a:solidFill>
                  <a:srgbClr val="333333"/>
                </a:solidFill>
                <a:effectLst/>
                <a:ea typeface="新細明體" panose="02020500000000000000" pitchFamily="18" charset="-120"/>
                <a:cs typeface="ArialMT"/>
              </a:rPr>
              <a:t>3G with a smartphone: 300 kbps version.</a:t>
            </a:r>
            <a:r>
              <a:rPr lang="en-US" altLang="zh-HK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 </a:t>
            </a:r>
            <a:endParaRPr lang="zh-TW" altLang="zh-HK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endParaRPr lang="en-US" altLang="en-US" dirty="0"/>
          </a:p>
        </p:txBody>
      </p:sp>
      <p:sp>
        <p:nvSpPr>
          <p:cNvPr id="199685" name="Rectangle 7">
            <a:extLst>
              <a:ext uri="{FF2B5EF4-FFF2-40B4-BE49-F238E27FC236}">
                <a16:creationId xmlns:a16="http://schemas.microsoft.com/office/drawing/2014/main" id="{AB2B11C2-6143-4E53-8CF6-B080D25C8F7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6924675" y="6454775"/>
            <a:ext cx="1547813" cy="30003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199686" name="Rectangle 8">
            <a:extLst>
              <a:ext uri="{FF2B5EF4-FFF2-40B4-BE49-F238E27FC236}">
                <a16:creationId xmlns:a16="http://schemas.microsoft.com/office/drawing/2014/main" id="{C22C0CB4-9F6B-4861-953F-F904EB66987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200">
                <a:latin typeface="Tahoma" panose="020B0604030504040204" pitchFamily="34" charset="0"/>
              </a:rPr>
              <a:t>2-</a:t>
            </a:r>
            <a:fld id="{1249F857-240C-4715-98F4-37C64D4BD9E5}" type="slidenum">
              <a:rPr lang="en-US" altLang="en-US" sz="120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84</a:t>
            </a:fld>
            <a:endParaRPr lang="en-US" altLang="en-US" sz="1200"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6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6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68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777" name="Rectangle 2">
            <a:extLst>
              <a:ext uri="{FF2B5EF4-FFF2-40B4-BE49-F238E27FC236}">
                <a16:creationId xmlns:a16="http://schemas.microsoft.com/office/drawing/2014/main" id="{F10CF543-3664-4877-9912-8AD3EA6C946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61950" y="228600"/>
            <a:ext cx="8172450" cy="871538"/>
          </a:xfrm>
        </p:spPr>
        <p:txBody>
          <a:bodyPr/>
          <a:lstStyle/>
          <a:p>
            <a:r>
              <a:rPr lang="en-US" altLang="en-US" dirty="0">
                <a:ea typeface="ＭＳ Ｐゴシック" panose="020B0600070205080204" pitchFamily="34" charset="-128"/>
              </a:rPr>
              <a:t>HTTP Streaming</a:t>
            </a:r>
          </a:p>
        </p:txBody>
      </p:sp>
      <p:sp>
        <p:nvSpPr>
          <p:cNvPr id="203778" name="Rectangle 3">
            <a:extLst>
              <a:ext uri="{FF2B5EF4-FFF2-40B4-BE49-F238E27FC236}">
                <a16:creationId xmlns:a16="http://schemas.microsoft.com/office/drawing/2014/main" id="{4B0773C2-8D27-4C21-AF3A-6D9A01714EF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00075" y="1381125"/>
            <a:ext cx="7772400" cy="5053013"/>
          </a:xfrm>
        </p:spPr>
        <p:txBody>
          <a:bodyPr/>
          <a:lstStyle/>
          <a:p>
            <a:r>
              <a:rPr lang="en-US" altLang="en-US" dirty="0">
                <a:ea typeface="ＭＳ Ｐゴシック" panose="020B0600070205080204" pitchFamily="34" charset="-128"/>
              </a:rPr>
              <a:t>In </a:t>
            </a:r>
            <a:r>
              <a:rPr lang="en-US" altLang="en-US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HTTP streaming</a:t>
            </a:r>
            <a:r>
              <a:rPr lang="en-US" altLang="en-US" dirty="0">
                <a:ea typeface="ＭＳ Ｐゴシック" panose="020B0600070205080204" pitchFamily="34" charset="-128"/>
              </a:rPr>
              <a:t>, the video is simply stored at an HTTP server as an ordinary file with a specific URL.</a:t>
            </a:r>
          </a:p>
          <a:p>
            <a:r>
              <a:rPr lang="en-US" altLang="en-US" dirty="0">
                <a:ea typeface="ＭＳ Ｐゴシック" panose="020B0600070205080204" pitchFamily="34" charset="-128"/>
              </a:rPr>
              <a:t>When a user wants to see the video, the client establishes a TCP connection with the server and issues an </a:t>
            </a:r>
            <a:r>
              <a:rPr lang="en-US" altLang="en-US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HTTP GET</a:t>
            </a:r>
            <a:r>
              <a:rPr lang="en-US" altLang="en-US" dirty="0">
                <a:ea typeface="ＭＳ Ｐゴシック" panose="020B0600070205080204" pitchFamily="34" charset="-128"/>
              </a:rPr>
              <a:t> request for that URL. </a:t>
            </a:r>
          </a:p>
          <a:p>
            <a:r>
              <a:rPr lang="en-US" altLang="en-US" dirty="0">
                <a:ea typeface="ＭＳ Ｐゴシック" panose="020B0600070205080204" pitchFamily="34" charset="-128"/>
              </a:rPr>
              <a:t>The server then sends the video file, within an </a:t>
            </a:r>
            <a:r>
              <a:rPr lang="en-US" altLang="en-US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HTTP response</a:t>
            </a:r>
            <a:r>
              <a:rPr lang="en-US" altLang="en-US" dirty="0">
                <a:ea typeface="ＭＳ Ｐゴシック" panose="020B0600070205080204" pitchFamily="34" charset="-128"/>
              </a:rPr>
              <a:t> message.</a:t>
            </a:r>
          </a:p>
          <a:p>
            <a:r>
              <a:rPr lang="en-US" altLang="zh-HK" dirty="0"/>
              <a:t>Has been extensively deployed in practice (for example, by </a:t>
            </a:r>
            <a:r>
              <a:rPr lang="en-US" altLang="zh-HK" dirty="0">
                <a:solidFill>
                  <a:srgbClr val="0070C0"/>
                </a:solidFill>
              </a:rPr>
              <a:t>YouTube </a:t>
            </a:r>
            <a:r>
              <a:rPr lang="en-US" altLang="zh-HK" dirty="0"/>
              <a:t>since its inception</a:t>
            </a:r>
            <a:r>
              <a:rPr lang="en-US" altLang="zh-HK" dirty="0">
                <a:solidFill>
                  <a:srgbClr val="0070C0"/>
                </a:solidFill>
              </a:rPr>
              <a:t>.</a:t>
            </a:r>
            <a:endParaRPr lang="en-US" altLang="en-US" dirty="0">
              <a:solidFill>
                <a:srgbClr val="0070C0"/>
              </a:solidFill>
              <a:ea typeface="ＭＳ Ｐゴシック" panose="020B0600070205080204" pitchFamily="34" charset="-128"/>
            </a:endParaRPr>
          </a:p>
          <a:p>
            <a:pPr lvl="1"/>
            <a:endParaRPr lang="en-US" altLang="en-US" dirty="0">
              <a:solidFill>
                <a:srgbClr val="0070C0"/>
              </a:solidFill>
              <a:ea typeface="ＭＳ Ｐゴシック" panose="020B0600070205080204" pitchFamily="34" charset="-128"/>
            </a:endParaRPr>
          </a:p>
        </p:txBody>
      </p:sp>
      <p:pic>
        <p:nvPicPr>
          <p:cNvPr id="203779" name="Picture 17" descr="underline_base">
            <a:extLst>
              <a:ext uri="{FF2B5EF4-FFF2-40B4-BE49-F238E27FC236}">
                <a16:creationId xmlns:a16="http://schemas.microsoft.com/office/drawing/2014/main" id="{1915DFFD-F34C-4EE4-9A64-A22741358086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163" y="957263"/>
            <a:ext cx="68564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3780" name="Rectangle 7">
            <a:extLst>
              <a:ext uri="{FF2B5EF4-FFF2-40B4-BE49-F238E27FC236}">
                <a16:creationId xmlns:a16="http://schemas.microsoft.com/office/drawing/2014/main" id="{CB9159AD-366D-45D6-B4AE-FE17C320F99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6924675" y="6454775"/>
            <a:ext cx="1547813" cy="30003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203781" name="Rectangle 8">
            <a:extLst>
              <a:ext uri="{FF2B5EF4-FFF2-40B4-BE49-F238E27FC236}">
                <a16:creationId xmlns:a16="http://schemas.microsoft.com/office/drawing/2014/main" id="{77BC9319-73CE-4E97-864F-06BED500E65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200">
                <a:latin typeface="Tahoma" panose="020B0604030504040204" pitchFamily="34" charset="0"/>
              </a:rPr>
              <a:t>2-</a:t>
            </a:r>
            <a:fld id="{02635201-145E-4005-A94E-539AF91F1791}" type="slidenum">
              <a:rPr lang="en-US" altLang="en-US" sz="120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85</a:t>
            </a:fld>
            <a:endParaRPr lang="en-US" altLang="en-US" sz="1200"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2508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1729" name="Group 2">
            <a:extLst>
              <a:ext uri="{FF2B5EF4-FFF2-40B4-BE49-F238E27FC236}">
                <a16:creationId xmlns:a16="http://schemas.microsoft.com/office/drawing/2014/main" id="{580B01B5-5F3F-41BA-B5F0-13EBD1242ED0}"/>
              </a:ext>
            </a:extLst>
          </p:cNvPr>
          <p:cNvGrpSpPr>
            <a:grpSpLocks/>
          </p:cNvGrpSpPr>
          <p:nvPr/>
        </p:nvGrpSpPr>
        <p:grpSpPr bwMode="auto">
          <a:xfrm>
            <a:off x="5640388" y="2125663"/>
            <a:ext cx="2109787" cy="1582737"/>
            <a:chOff x="1842724" y="2867233"/>
            <a:chExt cx="5649912" cy="3416300"/>
          </a:xfrm>
        </p:grpSpPr>
        <p:sp>
          <p:nvSpPr>
            <p:cNvPr id="201784" name="AutoShape 99">
              <a:extLst>
                <a:ext uri="{FF2B5EF4-FFF2-40B4-BE49-F238E27FC236}">
                  <a16:creationId xmlns:a16="http://schemas.microsoft.com/office/drawing/2014/main" id="{4B5A5A2C-43D3-47F1-A4F2-2AC11F1F83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42724" y="2867233"/>
              <a:ext cx="5649912" cy="768350"/>
            </a:xfrm>
            <a:prstGeom prst="triangle">
              <a:avLst>
                <a:gd name="adj" fmla="val 50000"/>
              </a:avLst>
            </a:pr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en-US" altLang="en-US" sz="2000">
                <a:latin typeface="Arial" panose="020B0604020202020204" pitchFamily="34" charset="0"/>
              </a:endParaRPr>
            </a:p>
          </p:txBody>
        </p:sp>
        <p:sp>
          <p:nvSpPr>
            <p:cNvPr id="201785" name="Rectangle 87">
              <a:extLst>
                <a:ext uri="{FF2B5EF4-FFF2-40B4-BE49-F238E27FC236}">
                  <a16:creationId xmlns:a16="http://schemas.microsoft.com/office/drawing/2014/main" id="{1A515455-C129-4F19-BC7C-55CD7EF474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77699" y="3621296"/>
              <a:ext cx="4781550" cy="2662237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en-US" altLang="en-US" sz="2000">
                <a:latin typeface="Arial" panose="020B0604020202020204" pitchFamily="34" charset="0"/>
              </a:endParaRPr>
            </a:p>
          </p:txBody>
        </p:sp>
      </p:grpSp>
      <p:grpSp>
        <p:nvGrpSpPr>
          <p:cNvPr id="201730" name="Group 249">
            <a:extLst>
              <a:ext uri="{FF2B5EF4-FFF2-40B4-BE49-F238E27FC236}">
                <a16:creationId xmlns:a16="http://schemas.microsoft.com/office/drawing/2014/main" id="{F2163579-77FF-4154-A93E-E528A474715A}"/>
              </a:ext>
            </a:extLst>
          </p:cNvPr>
          <p:cNvGrpSpPr>
            <a:grpSpLocks/>
          </p:cNvGrpSpPr>
          <p:nvPr/>
        </p:nvGrpSpPr>
        <p:grpSpPr bwMode="auto">
          <a:xfrm>
            <a:off x="1900238" y="2686050"/>
            <a:ext cx="427037" cy="785813"/>
            <a:chOff x="4140" y="429"/>
            <a:chExt cx="1425" cy="2396"/>
          </a:xfrm>
        </p:grpSpPr>
        <p:sp>
          <p:nvSpPr>
            <p:cNvPr id="201752" name="Freeform 250">
              <a:extLst>
                <a:ext uri="{FF2B5EF4-FFF2-40B4-BE49-F238E27FC236}">
                  <a16:creationId xmlns:a16="http://schemas.microsoft.com/office/drawing/2014/main" id="{07B34F0C-E714-4521-B695-7F31F9B50A5F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5 w 354"/>
                <a:gd name="T1" fmla="*/ 0 h 2742"/>
                <a:gd name="T2" fmla="*/ 24 w 354"/>
                <a:gd name="T3" fmla="*/ 38 h 2742"/>
                <a:gd name="T4" fmla="*/ 24 w 354"/>
                <a:gd name="T5" fmla="*/ 295 h 2742"/>
                <a:gd name="T6" fmla="*/ 0 w 354"/>
                <a:gd name="T7" fmla="*/ 309 h 2742"/>
                <a:gd name="T8" fmla="*/ 5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01753" name="Rectangle 251">
              <a:extLst>
                <a:ext uri="{FF2B5EF4-FFF2-40B4-BE49-F238E27FC236}">
                  <a16:creationId xmlns:a16="http://schemas.microsoft.com/office/drawing/2014/main" id="{12632B2F-B26E-480E-B9B0-6ED94343F4E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4" y="429"/>
              <a:ext cx="1049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en-US" altLang="en-US" sz="2000">
                <a:latin typeface="Arial" panose="020B0604020202020204" pitchFamily="34" charset="0"/>
              </a:endParaRPr>
            </a:p>
          </p:txBody>
        </p:sp>
        <p:sp>
          <p:nvSpPr>
            <p:cNvPr id="201754" name="Freeform 252">
              <a:extLst>
                <a:ext uri="{FF2B5EF4-FFF2-40B4-BE49-F238E27FC236}">
                  <a16:creationId xmlns:a16="http://schemas.microsoft.com/office/drawing/2014/main" id="{A562EB1D-CC1D-4A41-A9A7-4D5537A5016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14 w 211"/>
                <a:gd name="T3" fmla="*/ 25 h 2537"/>
                <a:gd name="T4" fmla="*/ 2 w 211"/>
                <a:gd name="T5" fmla="*/ 282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01755" name="Freeform 253">
              <a:extLst>
                <a:ext uri="{FF2B5EF4-FFF2-40B4-BE49-F238E27FC236}">
                  <a16:creationId xmlns:a16="http://schemas.microsoft.com/office/drawing/2014/main" id="{D8136ADA-7A63-4E2A-8BCA-D5069B3260BF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3 w 328"/>
                <a:gd name="T3" fmla="*/ 15 h 226"/>
                <a:gd name="T4" fmla="*/ 23 w 328"/>
                <a:gd name="T5" fmla="*/ 27 h 226"/>
                <a:gd name="T6" fmla="*/ 0 w 328"/>
                <a:gd name="T7" fmla="*/ 11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01756" name="Rectangle 254">
              <a:extLst>
                <a:ext uri="{FF2B5EF4-FFF2-40B4-BE49-F238E27FC236}">
                  <a16:creationId xmlns:a16="http://schemas.microsoft.com/office/drawing/2014/main" id="{816DF865-D959-4911-B56C-6C98B6BBAF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695"/>
              <a:ext cx="593" cy="44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en-US" altLang="en-US" sz="2000">
                <a:latin typeface="Arial" panose="020B0604020202020204" pitchFamily="34" charset="0"/>
              </a:endParaRPr>
            </a:p>
          </p:txBody>
        </p:sp>
        <p:grpSp>
          <p:nvGrpSpPr>
            <p:cNvPr id="201757" name="Group 255">
              <a:extLst>
                <a:ext uri="{FF2B5EF4-FFF2-40B4-BE49-F238E27FC236}">
                  <a16:creationId xmlns:a16="http://schemas.microsoft.com/office/drawing/2014/main" id="{8B5E3B8F-A4D1-4A8B-8231-0FA49E90015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01782" name="AutoShape 256">
                <a:extLst>
                  <a:ext uri="{FF2B5EF4-FFF2-40B4-BE49-F238E27FC236}">
                    <a16:creationId xmlns:a16="http://schemas.microsoft.com/office/drawing/2014/main" id="{BE6197DE-82CA-44B7-93D1-24EC7616BA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4" y="2566"/>
                <a:ext cx="727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en-US" altLang="en-US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01783" name="AutoShape 257">
                <a:extLst>
                  <a:ext uri="{FF2B5EF4-FFF2-40B4-BE49-F238E27FC236}">
                    <a16:creationId xmlns:a16="http://schemas.microsoft.com/office/drawing/2014/main" id="{6BB7868B-6D23-4456-B7BE-1C0082B6E2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7" y="2580"/>
                <a:ext cx="694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en-US" altLang="en-US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01758" name="Rectangle 258">
              <a:extLst>
                <a:ext uri="{FF2B5EF4-FFF2-40B4-BE49-F238E27FC236}">
                  <a16:creationId xmlns:a16="http://schemas.microsoft.com/office/drawing/2014/main" id="{27A8FCEA-5165-43A7-A2F4-7ABBCCAC64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5" y="1020"/>
              <a:ext cx="593" cy="4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en-US" altLang="en-US" sz="2000">
                <a:latin typeface="Arial" panose="020B0604020202020204" pitchFamily="34" charset="0"/>
              </a:endParaRPr>
            </a:p>
          </p:txBody>
        </p:sp>
        <p:grpSp>
          <p:nvGrpSpPr>
            <p:cNvPr id="201759" name="Group 259">
              <a:extLst>
                <a:ext uri="{FF2B5EF4-FFF2-40B4-BE49-F238E27FC236}">
                  <a16:creationId xmlns:a16="http://schemas.microsoft.com/office/drawing/2014/main" id="{2D3FFD13-AC1D-4FBD-B5DC-A06390B58B8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01780" name="AutoShape 260">
                <a:extLst>
                  <a:ext uri="{FF2B5EF4-FFF2-40B4-BE49-F238E27FC236}">
                    <a16:creationId xmlns:a16="http://schemas.microsoft.com/office/drawing/2014/main" id="{3A7CD51D-FB5C-4C2A-8E23-8C166944737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7" y="2569"/>
                <a:ext cx="721" cy="136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en-US" altLang="en-US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01781" name="AutoShape 261">
                <a:extLst>
                  <a:ext uri="{FF2B5EF4-FFF2-40B4-BE49-F238E27FC236}">
                    <a16:creationId xmlns:a16="http://schemas.microsoft.com/office/drawing/2014/main" id="{EF8F62EB-59F7-4ED0-A98F-FFB4256220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4"/>
                <a:ext cx="687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en-US" altLang="en-US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01760" name="Rectangle 262">
              <a:extLst>
                <a:ext uri="{FF2B5EF4-FFF2-40B4-BE49-F238E27FC236}">
                  <a16:creationId xmlns:a16="http://schemas.microsoft.com/office/drawing/2014/main" id="{A45EB314-1D1C-4EE4-BC3E-2ABA92D0FB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9" y="1358"/>
              <a:ext cx="593" cy="44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en-US" altLang="en-US" sz="2000">
                <a:latin typeface="Arial" panose="020B0604020202020204" pitchFamily="34" charset="0"/>
              </a:endParaRPr>
            </a:p>
          </p:txBody>
        </p:sp>
        <p:sp>
          <p:nvSpPr>
            <p:cNvPr id="201761" name="Rectangle 263">
              <a:extLst>
                <a:ext uri="{FF2B5EF4-FFF2-40B4-BE49-F238E27FC236}">
                  <a16:creationId xmlns:a16="http://schemas.microsoft.com/office/drawing/2014/main" id="{292A80B5-10BA-47D2-81EB-B557F621CB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5" y="1654"/>
              <a:ext cx="599" cy="4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en-US" altLang="en-US" sz="2000">
                <a:latin typeface="Arial" panose="020B0604020202020204" pitchFamily="34" charset="0"/>
              </a:endParaRPr>
            </a:p>
          </p:txBody>
        </p:sp>
        <p:grpSp>
          <p:nvGrpSpPr>
            <p:cNvPr id="201762" name="Group 264">
              <a:extLst>
                <a:ext uri="{FF2B5EF4-FFF2-40B4-BE49-F238E27FC236}">
                  <a16:creationId xmlns:a16="http://schemas.microsoft.com/office/drawing/2014/main" id="{1F721946-0A1E-431A-AB6C-20EAF7643D2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01778" name="AutoShape 265">
                <a:extLst>
                  <a:ext uri="{FF2B5EF4-FFF2-40B4-BE49-F238E27FC236}">
                    <a16:creationId xmlns:a16="http://schemas.microsoft.com/office/drawing/2014/main" id="{77E1F846-D1C0-43A0-A9B6-EEE93DC798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70"/>
                <a:ext cx="719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en-US" altLang="en-US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01779" name="AutoShape 266">
                <a:extLst>
                  <a:ext uri="{FF2B5EF4-FFF2-40B4-BE49-F238E27FC236}">
                    <a16:creationId xmlns:a16="http://schemas.microsoft.com/office/drawing/2014/main" id="{5C2B7059-1A8A-4892-9EAE-9EDD70F931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8"/>
                <a:ext cx="693" cy="102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en-US" altLang="en-US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01763" name="Freeform 267">
              <a:extLst>
                <a:ext uri="{FF2B5EF4-FFF2-40B4-BE49-F238E27FC236}">
                  <a16:creationId xmlns:a16="http://schemas.microsoft.com/office/drawing/2014/main" id="{6D880EEB-8A34-456A-A06D-3B8231A37988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3 w 328"/>
                <a:gd name="T3" fmla="*/ 14 h 226"/>
                <a:gd name="T4" fmla="*/ 23 w 328"/>
                <a:gd name="T5" fmla="*/ 25 h 226"/>
                <a:gd name="T6" fmla="*/ 0 w 328"/>
                <a:gd name="T7" fmla="*/ 10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201764" name="Group 268">
              <a:extLst>
                <a:ext uri="{FF2B5EF4-FFF2-40B4-BE49-F238E27FC236}">
                  <a16:creationId xmlns:a16="http://schemas.microsoft.com/office/drawing/2014/main" id="{8DD8677D-9911-47C3-BC29-8A6ECC357D0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201776" name="AutoShape 269">
                <a:extLst>
                  <a:ext uri="{FF2B5EF4-FFF2-40B4-BE49-F238E27FC236}">
                    <a16:creationId xmlns:a16="http://schemas.microsoft.com/office/drawing/2014/main" id="{23E42EBE-E133-4E83-88CC-782A9661CA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4" y="2570"/>
                <a:ext cx="726" cy="136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en-US" altLang="en-US" sz="2000">
                  <a:latin typeface="Arial" panose="020B0604020202020204" pitchFamily="34" charset="0"/>
                </a:endParaRPr>
              </a:p>
            </p:txBody>
          </p:sp>
          <p:sp>
            <p:nvSpPr>
              <p:cNvPr id="201777" name="AutoShape 270">
                <a:extLst>
                  <a:ext uri="{FF2B5EF4-FFF2-40B4-BE49-F238E27FC236}">
                    <a16:creationId xmlns:a16="http://schemas.microsoft.com/office/drawing/2014/main" id="{707ACDC9-1B09-4119-B96E-60260A56AA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7" y="2585"/>
                <a:ext cx="693" cy="106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chemeClr val="accent2"/>
                  </a:buClr>
                  <a:buSzPct val="85000"/>
                  <a:buFont typeface="ZapfDingbats" pitchFamily="82" charset="2"/>
                  <a:buNone/>
                </a:pPr>
                <a:endParaRPr lang="en-US" altLang="en-US" sz="20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01765" name="Rectangle 271">
              <a:extLst>
                <a:ext uri="{FF2B5EF4-FFF2-40B4-BE49-F238E27FC236}">
                  <a16:creationId xmlns:a16="http://schemas.microsoft.com/office/drawing/2014/main" id="{C247DAA5-DC1B-4C6F-ADEC-F7DCD27BD7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2" y="429"/>
              <a:ext cx="64" cy="2290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en-US" altLang="en-US" sz="2000">
                <a:latin typeface="Arial" panose="020B0604020202020204" pitchFamily="34" charset="0"/>
              </a:endParaRPr>
            </a:p>
          </p:txBody>
        </p:sp>
        <p:sp>
          <p:nvSpPr>
            <p:cNvPr id="201766" name="Freeform 272">
              <a:extLst>
                <a:ext uri="{FF2B5EF4-FFF2-40B4-BE49-F238E27FC236}">
                  <a16:creationId xmlns:a16="http://schemas.microsoft.com/office/drawing/2014/main" id="{9C32C27E-8160-4FD6-B1A2-0EBB5CE3CE92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1 w 296"/>
                <a:gd name="T3" fmla="*/ 15 h 256"/>
                <a:gd name="T4" fmla="*/ 21 w 296"/>
                <a:gd name="T5" fmla="*/ 28 h 256"/>
                <a:gd name="T6" fmla="*/ 0 w 296"/>
                <a:gd name="T7" fmla="*/ 10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01767" name="Freeform 273">
              <a:extLst>
                <a:ext uri="{FF2B5EF4-FFF2-40B4-BE49-F238E27FC236}">
                  <a16:creationId xmlns:a16="http://schemas.microsoft.com/office/drawing/2014/main" id="{C1633F0F-4267-4417-9E66-83EC9D3C8EA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2 w 304"/>
                <a:gd name="T3" fmla="*/ 19 h 288"/>
                <a:gd name="T4" fmla="*/ 20 w 304"/>
                <a:gd name="T5" fmla="*/ 33 h 288"/>
                <a:gd name="T6" fmla="*/ 2 w 304"/>
                <a:gd name="T7" fmla="*/ 14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01768" name="Oval 274">
              <a:extLst>
                <a:ext uri="{FF2B5EF4-FFF2-40B4-BE49-F238E27FC236}">
                  <a16:creationId xmlns:a16="http://schemas.microsoft.com/office/drawing/2014/main" id="{B1319566-CE5A-41D4-802C-D9B80722443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7" y="2612"/>
              <a:ext cx="48" cy="97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en-US" altLang="en-US" sz="2000">
                <a:latin typeface="Arial" panose="020B0604020202020204" pitchFamily="34" charset="0"/>
              </a:endParaRPr>
            </a:p>
          </p:txBody>
        </p:sp>
        <p:sp>
          <p:nvSpPr>
            <p:cNvPr id="201769" name="Freeform 275">
              <a:extLst>
                <a:ext uri="{FF2B5EF4-FFF2-40B4-BE49-F238E27FC236}">
                  <a16:creationId xmlns:a16="http://schemas.microsoft.com/office/drawing/2014/main" id="{CA96EE22-187F-4D18-AFA9-BD8221BF6096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13 h 240"/>
                <a:gd name="T2" fmla="*/ 2 w 306"/>
                <a:gd name="T3" fmla="*/ 28 h 240"/>
                <a:gd name="T4" fmla="*/ 22 w 306"/>
                <a:gd name="T5" fmla="*/ 13 h 240"/>
                <a:gd name="T6" fmla="*/ 21 w 306"/>
                <a:gd name="T7" fmla="*/ 0 h 240"/>
                <a:gd name="T8" fmla="*/ 0 w 306"/>
                <a:gd name="T9" fmla="*/ 1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01770" name="AutoShape 276">
              <a:extLst>
                <a:ext uri="{FF2B5EF4-FFF2-40B4-BE49-F238E27FC236}">
                  <a16:creationId xmlns:a16="http://schemas.microsoft.com/office/drawing/2014/main" id="{D4F24030-6E66-4DE7-B583-E1CE7B75B2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80"/>
              <a:ext cx="1203" cy="145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en-US" altLang="en-US" sz="2000">
                <a:latin typeface="Arial" panose="020B0604020202020204" pitchFamily="34" charset="0"/>
              </a:endParaRPr>
            </a:p>
          </p:txBody>
        </p:sp>
        <p:sp>
          <p:nvSpPr>
            <p:cNvPr id="201771" name="AutoShape 277">
              <a:extLst>
                <a:ext uri="{FF2B5EF4-FFF2-40B4-BE49-F238E27FC236}">
                  <a16:creationId xmlns:a16="http://schemas.microsoft.com/office/drawing/2014/main" id="{467CA80F-6933-48E9-B8EC-A0274EB07F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4" y="2709"/>
              <a:ext cx="1075" cy="82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en-US" altLang="en-US" sz="2000">
                <a:latin typeface="Arial" panose="020B0604020202020204" pitchFamily="34" charset="0"/>
              </a:endParaRPr>
            </a:p>
          </p:txBody>
        </p:sp>
        <p:sp>
          <p:nvSpPr>
            <p:cNvPr id="201772" name="Oval 278">
              <a:extLst>
                <a:ext uri="{FF2B5EF4-FFF2-40B4-BE49-F238E27FC236}">
                  <a16:creationId xmlns:a16="http://schemas.microsoft.com/office/drawing/2014/main" id="{E2FD807C-735C-4251-8563-08946F1C44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10" y="2380"/>
              <a:ext cx="159" cy="145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en-US" altLang="en-US" sz="2000">
                <a:latin typeface="Arial" panose="020B0604020202020204" pitchFamily="34" charset="0"/>
              </a:endParaRPr>
            </a:p>
          </p:txBody>
        </p:sp>
        <p:sp>
          <p:nvSpPr>
            <p:cNvPr id="201773" name="Oval 279">
              <a:extLst>
                <a:ext uri="{FF2B5EF4-FFF2-40B4-BE49-F238E27FC236}">
                  <a16:creationId xmlns:a16="http://schemas.microsoft.com/office/drawing/2014/main" id="{AE5AE4AB-090E-4BEF-8027-EAFF902594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4" y="2385"/>
              <a:ext cx="164" cy="14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en-US" altLang="en-US" sz="2000">
                <a:solidFill>
                  <a:srgbClr val="FF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201774" name="Oval 280">
              <a:extLst>
                <a:ext uri="{FF2B5EF4-FFF2-40B4-BE49-F238E27FC236}">
                  <a16:creationId xmlns:a16="http://schemas.microsoft.com/office/drawing/2014/main" id="{AA816BA1-0AA2-4E7C-A2A9-D085C50984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4" y="2380"/>
              <a:ext cx="154" cy="140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en-US" altLang="en-US" sz="2000">
                <a:latin typeface="Arial" panose="020B0604020202020204" pitchFamily="34" charset="0"/>
              </a:endParaRPr>
            </a:p>
          </p:txBody>
        </p:sp>
        <p:sp>
          <p:nvSpPr>
            <p:cNvPr id="201775" name="Rectangle 281">
              <a:extLst>
                <a:ext uri="{FF2B5EF4-FFF2-40B4-BE49-F238E27FC236}">
                  <a16:creationId xmlns:a16="http://schemas.microsoft.com/office/drawing/2014/main" id="{3E8C4AC4-85C6-4550-9BE3-02ADAE7BFA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2" y="1838"/>
              <a:ext cx="85" cy="760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en-US" altLang="en-US" sz="2000">
                <a:latin typeface="Arial" panose="020B0604020202020204" pitchFamily="34" charset="0"/>
              </a:endParaRPr>
            </a:p>
          </p:txBody>
        </p:sp>
      </p:grpSp>
      <p:sp>
        <p:nvSpPr>
          <p:cNvPr id="201731" name="Rectangle 2">
            <a:extLst>
              <a:ext uri="{FF2B5EF4-FFF2-40B4-BE49-F238E27FC236}">
                <a16:creationId xmlns:a16="http://schemas.microsoft.com/office/drawing/2014/main" id="{A941666C-F20B-4A94-9C5F-2646BD86829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39725" y="117475"/>
            <a:ext cx="7772400" cy="1143000"/>
          </a:xfrm>
        </p:spPr>
        <p:txBody>
          <a:bodyPr/>
          <a:lstStyle/>
          <a:p>
            <a:r>
              <a:rPr lang="en-US" altLang="en-US" dirty="0">
                <a:ea typeface="ＭＳ Ｐゴシック" panose="020B0600070205080204" pitchFamily="34" charset="-128"/>
              </a:rPr>
              <a:t>HTTP Streaming </a:t>
            </a:r>
          </a:p>
        </p:txBody>
      </p:sp>
      <p:grpSp>
        <p:nvGrpSpPr>
          <p:cNvPr id="201732" name="Group 134">
            <a:extLst>
              <a:ext uri="{FF2B5EF4-FFF2-40B4-BE49-F238E27FC236}">
                <a16:creationId xmlns:a16="http://schemas.microsoft.com/office/drawing/2014/main" id="{D1735D57-2E1B-4E12-A35A-7FC444F1711A}"/>
              </a:ext>
            </a:extLst>
          </p:cNvPr>
          <p:cNvGrpSpPr>
            <a:grpSpLocks/>
          </p:cNvGrpSpPr>
          <p:nvPr/>
        </p:nvGrpSpPr>
        <p:grpSpPr bwMode="auto">
          <a:xfrm>
            <a:off x="1473200" y="2317750"/>
            <a:ext cx="1281113" cy="363538"/>
            <a:chOff x="3621" y="3265"/>
            <a:chExt cx="1776" cy="744"/>
          </a:xfrm>
        </p:grpSpPr>
        <p:pic>
          <p:nvPicPr>
            <p:cNvPr id="201748" name="Picture 135" descr="reellogo">
              <a:extLst>
                <a:ext uri="{FF2B5EF4-FFF2-40B4-BE49-F238E27FC236}">
                  <a16:creationId xmlns:a16="http://schemas.microsoft.com/office/drawing/2014/main" id="{C014F9C0-8D73-4C11-B5BB-2591DD5ABCC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21" y="3265"/>
              <a:ext cx="1776" cy="7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01749" name="Freeform 136">
              <a:extLst>
                <a:ext uri="{FF2B5EF4-FFF2-40B4-BE49-F238E27FC236}">
                  <a16:creationId xmlns:a16="http://schemas.microsoft.com/office/drawing/2014/main" id="{AF78538D-4F70-49B4-BEA0-7CEA3B29D5B0}"/>
                </a:ext>
              </a:extLst>
            </p:cNvPr>
            <p:cNvSpPr>
              <a:spLocks/>
            </p:cNvSpPr>
            <p:nvPr/>
          </p:nvSpPr>
          <p:spPr bwMode="auto">
            <a:xfrm>
              <a:off x="3971" y="3288"/>
              <a:ext cx="1402" cy="439"/>
            </a:xfrm>
            <a:custGeom>
              <a:avLst/>
              <a:gdLst>
                <a:gd name="T0" fmla="*/ 0 w 1401"/>
                <a:gd name="T1" fmla="*/ 6 h 438"/>
                <a:gd name="T2" fmla="*/ 27 w 1401"/>
                <a:gd name="T3" fmla="*/ 391 h 438"/>
                <a:gd name="T4" fmla="*/ 114 w 1401"/>
                <a:gd name="T5" fmla="*/ 388 h 438"/>
                <a:gd name="T6" fmla="*/ 132 w 1401"/>
                <a:gd name="T7" fmla="*/ 364 h 438"/>
                <a:gd name="T8" fmla="*/ 210 w 1401"/>
                <a:gd name="T9" fmla="*/ 409 h 438"/>
                <a:gd name="T10" fmla="*/ 450 w 1401"/>
                <a:gd name="T11" fmla="*/ 391 h 438"/>
                <a:gd name="T12" fmla="*/ 486 w 1401"/>
                <a:gd name="T13" fmla="*/ 400 h 438"/>
                <a:gd name="T14" fmla="*/ 690 w 1401"/>
                <a:gd name="T15" fmla="*/ 424 h 438"/>
                <a:gd name="T16" fmla="*/ 1081 w 1401"/>
                <a:gd name="T17" fmla="*/ 445 h 438"/>
                <a:gd name="T18" fmla="*/ 1408 w 1401"/>
                <a:gd name="T19" fmla="*/ 427 h 438"/>
                <a:gd name="T20" fmla="*/ 1399 w 1401"/>
                <a:gd name="T21" fmla="*/ 165 h 438"/>
                <a:gd name="T22" fmla="*/ 291 w 1401"/>
                <a:gd name="T23" fmla="*/ 0 h 438"/>
                <a:gd name="T24" fmla="*/ 0 w 1401"/>
                <a:gd name="T25" fmla="*/ 6 h 438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w 1401"/>
                <a:gd name="T40" fmla="*/ 0 h 438"/>
                <a:gd name="T41" fmla="*/ 1401 w 1401"/>
                <a:gd name="T42" fmla="*/ 438 h 438"/>
              </a:gdLst>
              <a:ahLst/>
              <a:cxnLst>
                <a:cxn ang="T26">
                  <a:pos x="T0" y="T1"/>
                </a:cxn>
                <a:cxn ang="T27">
                  <a:pos x="T2" y="T3"/>
                </a:cxn>
                <a:cxn ang="T28">
                  <a:pos x="T4" y="T5"/>
                </a:cxn>
                <a:cxn ang="T29">
                  <a:pos x="T6" y="T7"/>
                </a:cxn>
                <a:cxn ang="T30">
                  <a:pos x="T8" y="T9"/>
                </a:cxn>
                <a:cxn ang="T31">
                  <a:pos x="T10" y="T11"/>
                </a:cxn>
                <a:cxn ang="T32">
                  <a:pos x="T12" y="T13"/>
                </a:cxn>
                <a:cxn ang="T33">
                  <a:pos x="T14" y="T15"/>
                </a:cxn>
                <a:cxn ang="T34">
                  <a:pos x="T16" y="T17"/>
                </a:cxn>
                <a:cxn ang="T35">
                  <a:pos x="T18" y="T19"/>
                </a:cxn>
                <a:cxn ang="T36">
                  <a:pos x="T20" y="T21"/>
                </a:cxn>
                <a:cxn ang="T37">
                  <a:pos x="T22" y="T23"/>
                </a:cxn>
                <a:cxn ang="T38">
                  <a:pos x="T24" y="T25"/>
                </a:cxn>
              </a:cxnLst>
              <a:rect l="T39" t="T40" r="T41" b="T42"/>
              <a:pathLst>
                <a:path w="1401" h="438">
                  <a:moveTo>
                    <a:pt x="0" y="6"/>
                  </a:moveTo>
                  <a:lnTo>
                    <a:pt x="27" y="384"/>
                  </a:lnTo>
                  <a:lnTo>
                    <a:pt x="114" y="381"/>
                  </a:lnTo>
                  <a:lnTo>
                    <a:pt x="132" y="357"/>
                  </a:lnTo>
                  <a:lnTo>
                    <a:pt x="210" y="402"/>
                  </a:lnTo>
                  <a:lnTo>
                    <a:pt x="450" y="384"/>
                  </a:lnTo>
                  <a:lnTo>
                    <a:pt x="486" y="393"/>
                  </a:lnTo>
                  <a:lnTo>
                    <a:pt x="690" y="417"/>
                  </a:lnTo>
                  <a:lnTo>
                    <a:pt x="1074" y="438"/>
                  </a:lnTo>
                  <a:lnTo>
                    <a:pt x="1401" y="420"/>
                  </a:lnTo>
                  <a:lnTo>
                    <a:pt x="1392" y="165"/>
                  </a:lnTo>
                  <a:lnTo>
                    <a:pt x="291" y="0"/>
                  </a:lnTo>
                  <a:lnTo>
                    <a:pt x="0" y="6"/>
                  </a:ln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chemeClr val="bg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201750" name="Freeform 137">
              <a:extLst>
                <a:ext uri="{FF2B5EF4-FFF2-40B4-BE49-F238E27FC236}">
                  <a16:creationId xmlns:a16="http://schemas.microsoft.com/office/drawing/2014/main" id="{24B98801-A8BC-48CD-8FC5-94BB6578A9CF}"/>
                </a:ext>
              </a:extLst>
            </p:cNvPr>
            <p:cNvSpPr>
              <a:spLocks/>
            </p:cNvSpPr>
            <p:nvPr/>
          </p:nvSpPr>
          <p:spPr bwMode="auto">
            <a:xfrm>
              <a:off x="4242" y="3860"/>
              <a:ext cx="999" cy="120"/>
            </a:xfrm>
            <a:custGeom>
              <a:avLst/>
              <a:gdLst>
                <a:gd name="T0" fmla="*/ 0 w 999"/>
                <a:gd name="T1" fmla="*/ 6 h 123"/>
                <a:gd name="T2" fmla="*/ 717 w 999"/>
                <a:gd name="T3" fmla="*/ 12 h 123"/>
                <a:gd name="T4" fmla="*/ 744 w 999"/>
                <a:gd name="T5" fmla="*/ 29 h 123"/>
                <a:gd name="T6" fmla="*/ 801 w 999"/>
                <a:gd name="T7" fmla="*/ 35 h 123"/>
                <a:gd name="T8" fmla="*/ 876 w 999"/>
                <a:gd name="T9" fmla="*/ 6 h 123"/>
                <a:gd name="T10" fmla="*/ 933 w 999"/>
                <a:gd name="T11" fmla="*/ 0 h 123"/>
                <a:gd name="T12" fmla="*/ 981 w 999"/>
                <a:gd name="T13" fmla="*/ 15 h 123"/>
                <a:gd name="T14" fmla="*/ 999 w 999"/>
                <a:gd name="T15" fmla="*/ 44 h 123"/>
                <a:gd name="T16" fmla="*/ 987 w 999"/>
                <a:gd name="T17" fmla="*/ 102 h 123"/>
                <a:gd name="T18" fmla="*/ 18 w 999"/>
                <a:gd name="T19" fmla="*/ 100 h 123"/>
                <a:gd name="T20" fmla="*/ 0 w 999"/>
                <a:gd name="T21" fmla="*/ 6 h 123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w 999"/>
                <a:gd name="T34" fmla="*/ 0 h 123"/>
                <a:gd name="T35" fmla="*/ 999 w 999"/>
                <a:gd name="T36" fmla="*/ 123 h 123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T33" t="T34" r="T35" b="T36"/>
              <a:pathLst>
                <a:path w="999" h="123">
                  <a:moveTo>
                    <a:pt x="0" y="6"/>
                  </a:moveTo>
                  <a:lnTo>
                    <a:pt x="717" y="12"/>
                  </a:lnTo>
                  <a:lnTo>
                    <a:pt x="744" y="36"/>
                  </a:lnTo>
                  <a:lnTo>
                    <a:pt x="801" y="42"/>
                  </a:lnTo>
                  <a:lnTo>
                    <a:pt x="876" y="6"/>
                  </a:lnTo>
                  <a:lnTo>
                    <a:pt x="933" y="0"/>
                  </a:lnTo>
                  <a:lnTo>
                    <a:pt x="981" y="15"/>
                  </a:lnTo>
                  <a:lnTo>
                    <a:pt x="999" y="51"/>
                  </a:lnTo>
                  <a:lnTo>
                    <a:pt x="987" y="123"/>
                  </a:lnTo>
                  <a:lnTo>
                    <a:pt x="18" y="120"/>
                  </a:lnTo>
                  <a:lnTo>
                    <a:pt x="0" y="6"/>
                  </a:ln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chemeClr val="bg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zh-HK" altLang="en-US"/>
            </a:p>
          </p:txBody>
        </p:sp>
        <p:pic>
          <p:nvPicPr>
            <p:cNvPr id="201751" name="Picture 138" descr="video1">
              <a:extLst>
                <a:ext uri="{FF2B5EF4-FFF2-40B4-BE49-F238E27FC236}">
                  <a16:creationId xmlns:a16="http://schemas.microsoft.com/office/drawing/2014/main" id="{01BF492B-1AD0-40B6-89FE-481BEC29701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83" y="3400"/>
              <a:ext cx="889" cy="46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pic>
        <p:nvPicPr>
          <p:cNvPr id="201733" name="Picture 20" descr="underline_base">
            <a:extLst>
              <a:ext uri="{FF2B5EF4-FFF2-40B4-BE49-F238E27FC236}">
                <a16:creationId xmlns:a16="http://schemas.microsoft.com/office/drawing/2014/main" id="{7760C571-22D6-440C-BFBA-B822B12D5331}"/>
              </a:ext>
            </a:extLst>
          </p:cNvPr>
          <p:cNvPicPr>
            <a:picLocks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4813" y="946150"/>
            <a:ext cx="54848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201734" name="Group 349">
            <a:extLst>
              <a:ext uri="{FF2B5EF4-FFF2-40B4-BE49-F238E27FC236}">
                <a16:creationId xmlns:a16="http://schemas.microsoft.com/office/drawing/2014/main" id="{3D002C07-C262-43B2-99BD-148B564B6340}"/>
              </a:ext>
            </a:extLst>
          </p:cNvPr>
          <p:cNvGrpSpPr>
            <a:grpSpLocks/>
          </p:cNvGrpSpPr>
          <p:nvPr/>
        </p:nvGrpSpPr>
        <p:grpSpPr bwMode="auto">
          <a:xfrm>
            <a:off x="6399213" y="2905125"/>
            <a:ext cx="677862" cy="663575"/>
            <a:chOff x="4437" y="1472"/>
            <a:chExt cx="427" cy="418"/>
          </a:xfrm>
        </p:grpSpPr>
        <p:sp>
          <p:nvSpPr>
            <p:cNvPr id="201744" name="Rectangle 350">
              <a:extLst>
                <a:ext uri="{FF2B5EF4-FFF2-40B4-BE49-F238E27FC236}">
                  <a16:creationId xmlns:a16="http://schemas.microsoft.com/office/drawing/2014/main" id="{A1E19A9C-680B-4C3D-9D0A-4160A147D5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3" y="1475"/>
              <a:ext cx="421" cy="361"/>
            </a:xfrm>
            <a:prstGeom prst="rect">
              <a:avLst/>
            </a:prstGeom>
            <a:gradFill rotWithShape="0">
              <a:gsLst>
                <a:gs pos="0">
                  <a:srgbClr val="475E76"/>
                </a:gs>
                <a:gs pos="50000">
                  <a:srgbClr val="99CCFF"/>
                </a:gs>
                <a:gs pos="100000">
                  <a:srgbClr val="475E76"/>
                </a:gs>
              </a:gsLst>
              <a:lin ang="5400000" scaled="1"/>
            </a:gradFill>
            <a:ln w="19050">
              <a:solidFill>
                <a:srgbClr val="5F5F5F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en-US" altLang="en-US" sz="2000">
                <a:latin typeface="Arial" panose="020B0604020202020204" pitchFamily="34" charset="0"/>
              </a:endParaRPr>
            </a:p>
          </p:txBody>
        </p:sp>
        <p:sp>
          <p:nvSpPr>
            <p:cNvPr id="201745" name="Rectangle 351">
              <a:extLst>
                <a:ext uri="{FF2B5EF4-FFF2-40B4-BE49-F238E27FC236}">
                  <a16:creationId xmlns:a16="http://schemas.microsoft.com/office/drawing/2014/main" id="{C0CB9B3D-72CF-4BF0-AAE5-B53E19CE99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67" y="1837"/>
              <a:ext cx="179" cy="23"/>
            </a:xfrm>
            <a:prstGeom prst="rect">
              <a:avLst/>
            </a:prstGeom>
            <a:solidFill>
              <a:srgbClr val="5F5F5F"/>
            </a:solidFill>
            <a:ln w="19050">
              <a:solidFill>
                <a:srgbClr val="5F5F5F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en-US" altLang="en-US" sz="2000">
                <a:latin typeface="Arial" panose="020B0604020202020204" pitchFamily="34" charset="0"/>
              </a:endParaRPr>
            </a:p>
          </p:txBody>
        </p:sp>
        <p:sp>
          <p:nvSpPr>
            <p:cNvPr id="201746" name="Rectangle 352">
              <a:extLst>
                <a:ext uri="{FF2B5EF4-FFF2-40B4-BE49-F238E27FC236}">
                  <a16:creationId xmlns:a16="http://schemas.microsoft.com/office/drawing/2014/main" id="{F44DC85A-0644-47B5-ACF0-5741BD42E8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2" y="1866"/>
              <a:ext cx="414" cy="24"/>
            </a:xfrm>
            <a:prstGeom prst="rect">
              <a:avLst/>
            </a:prstGeom>
            <a:solidFill>
              <a:schemeClr val="tx2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en-US" altLang="en-US" sz="2000">
                <a:latin typeface="Arial" panose="020B0604020202020204" pitchFamily="34" charset="0"/>
              </a:endParaRPr>
            </a:p>
          </p:txBody>
        </p:sp>
        <p:sp>
          <p:nvSpPr>
            <p:cNvPr id="201747" name="Rectangle 353">
              <a:extLst>
                <a:ext uri="{FF2B5EF4-FFF2-40B4-BE49-F238E27FC236}">
                  <a16:creationId xmlns:a16="http://schemas.microsoft.com/office/drawing/2014/main" id="{5B09C0B7-7B7D-485E-B80A-7A44EB7828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37" y="1472"/>
              <a:ext cx="423" cy="356"/>
            </a:xfrm>
            <a:prstGeom prst="rect">
              <a:avLst/>
            </a:prstGeom>
            <a:noFill/>
            <a:ln w="19050">
              <a:solidFill>
                <a:schemeClr val="accent2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endParaRPr lang="en-US" altLang="en-US" sz="2000">
                <a:latin typeface="Arial" panose="020B0604020202020204" pitchFamily="34" charset="0"/>
              </a:endParaRPr>
            </a:p>
          </p:txBody>
        </p:sp>
      </p:grpSp>
      <p:sp>
        <p:nvSpPr>
          <p:cNvPr id="201735" name="TextBox 1">
            <a:extLst>
              <a:ext uri="{FF2B5EF4-FFF2-40B4-BE49-F238E27FC236}">
                <a16:creationId xmlns:a16="http://schemas.microsoft.com/office/drawing/2014/main" id="{1557FD47-E2FE-4351-8084-5024DC9B391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4513" y="1497013"/>
            <a:ext cx="2749550" cy="522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en-US">
                <a:latin typeface="Arial" panose="020B0604020202020204" pitchFamily="34" charset="0"/>
              </a:rPr>
              <a:t>simple scenario</a:t>
            </a:r>
            <a:r>
              <a:rPr lang="en-US" altLang="en-US" sz="2000">
                <a:latin typeface="Arial" panose="020B0604020202020204" pitchFamily="34" charset="0"/>
              </a:rPr>
              <a:t>:</a:t>
            </a:r>
          </a:p>
        </p:txBody>
      </p:sp>
      <p:sp>
        <p:nvSpPr>
          <p:cNvPr id="201736" name="Freeform 1287">
            <a:extLst>
              <a:ext uri="{FF2B5EF4-FFF2-40B4-BE49-F238E27FC236}">
                <a16:creationId xmlns:a16="http://schemas.microsoft.com/office/drawing/2014/main" id="{7F45C318-DDF1-431D-AC88-FE4F3A055B21}"/>
              </a:ext>
            </a:extLst>
          </p:cNvPr>
          <p:cNvSpPr>
            <a:spLocks/>
          </p:cNvSpPr>
          <p:nvPr/>
        </p:nvSpPr>
        <p:spPr bwMode="auto">
          <a:xfrm>
            <a:off x="2908300" y="2346325"/>
            <a:ext cx="2320925" cy="1228725"/>
          </a:xfrm>
          <a:custGeom>
            <a:avLst/>
            <a:gdLst>
              <a:gd name="T0" fmla="*/ 2147483646 w 1036"/>
              <a:gd name="T1" fmla="*/ 2147483646 h 675"/>
              <a:gd name="T2" fmla="*/ 2147483646 w 1036"/>
              <a:gd name="T3" fmla="*/ 2147483646 h 675"/>
              <a:gd name="T4" fmla="*/ 2147483646 w 1036"/>
              <a:gd name="T5" fmla="*/ 2147483646 h 675"/>
              <a:gd name="T6" fmla="*/ 2147483646 w 1036"/>
              <a:gd name="T7" fmla="*/ 2147483646 h 675"/>
              <a:gd name="T8" fmla="*/ 2147483646 w 1036"/>
              <a:gd name="T9" fmla="*/ 2147483646 h 675"/>
              <a:gd name="T10" fmla="*/ 2147483646 w 1036"/>
              <a:gd name="T11" fmla="*/ 2147483646 h 675"/>
              <a:gd name="T12" fmla="*/ 2147483646 w 1036"/>
              <a:gd name="T13" fmla="*/ 2147483646 h 675"/>
              <a:gd name="T14" fmla="*/ 2147483646 w 1036"/>
              <a:gd name="T15" fmla="*/ 2147483646 h 675"/>
              <a:gd name="T16" fmla="*/ 2147483646 w 1036"/>
              <a:gd name="T17" fmla="*/ 2147483646 h 675"/>
              <a:gd name="T18" fmla="*/ 2147483646 w 1036"/>
              <a:gd name="T19" fmla="*/ 2147483646 h 675"/>
              <a:gd name="T20" fmla="*/ 2147483646 w 1036"/>
              <a:gd name="T21" fmla="*/ 2147483646 h 675"/>
              <a:gd name="T22" fmla="*/ 2147483646 w 1036"/>
              <a:gd name="T23" fmla="*/ 2147483646 h 675"/>
              <a:gd name="T24" fmla="*/ 2147483646 w 1036"/>
              <a:gd name="T25" fmla="*/ 2147483646 h 675"/>
              <a:gd name="T26" fmla="*/ 2147483646 w 1036"/>
              <a:gd name="T27" fmla="*/ 2147483646 h 675"/>
              <a:gd name="T28" fmla="*/ 2147483646 w 1036"/>
              <a:gd name="T29" fmla="*/ 2147483646 h 675"/>
              <a:gd name="T30" fmla="*/ 2147483646 w 1036"/>
              <a:gd name="T31" fmla="*/ 2147483646 h 675"/>
              <a:gd name="T32" fmla="*/ 2147483646 w 1036"/>
              <a:gd name="T33" fmla="*/ 2147483646 h 675"/>
              <a:gd name="T34" fmla="*/ 2147483646 w 1036"/>
              <a:gd name="T35" fmla="*/ 2147483646 h 675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w 1036"/>
              <a:gd name="T55" fmla="*/ 0 h 675"/>
              <a:gd name="T56" fmla="*/ 1036 w 1036"/>
              <a:gd name="T57" fmla="*/ 675 h 675"/>
            </a:gdLst>
            <a:ahLst/>
            <a:cxnLst>
              <a:cxn ang="T36">
                <a:pos x="T0" y="T1"/>
              </a:cxn>
              <a:cxn ang="T37">
                <a:pos x="T2" y="T3"/>
              </a:cxn>
              <a:cxn ang="T38">
                <a:pos x="T4" y="T5"/>
              </a:cxn>
              <a:cxn ang="T39">
                <a:pos x="T6" y="T7"/>
              </a:cxn>
              <a:cxn ang="T40">
                <a:pos x="T8" y="T9"/>
              </a:cxn>
              <a:cxn ang="T41">
                <a:pos x="T10" y="T11"/>
              </a:cxn>
              <a:cxn ang="T42">
                <a:pos x="T12" y="T13"/>
              </a:cxn>
              <a:cxn ang="T43">
                <a:pos x="T14" y="T15"/>
              </a:cxn>
              <a:cxn ang="T44">
                <a:pos x="T16" y="T17"/>
              </a:cxn>
              <a:cxn ang="T45">
                <a:pos x="T18" y="T19"/>
              </a:cxn>
              <a:cxn ang="T46">
                <a:pos x="T20" y="T21"/>
              </a:cxn>
              <a:cxn ang="T47">
                <a:pos x="T22" y="T23"/>
              </a:cxn>
              <a:cxn ang="T48">
                <a:pos x="T24" y="T25"/>
              </a:cxn>
              <a:cxn ang="T49">
                <a:pos x="T26" y="T27"/>
              </a:cxn>
              <a:cxn ang="T50">
                <a:pos x="T28" y="T29"/>
              </a:cxn>
              <a:cxn ang="T51">
                <a:pos x="T30" y="T31"/>
              </a:cxn>
              <a:cxn ang="T52">
                <a:pos x="T32" y="T33"/>
              </a:cxn>
              <a:cxn ang="T53">
                <a:pos x="T34" y="T35"/>
              </a:cxn>
            </a:cxnLst>
            <a:rect l="T54" t="T55" r="T56" b="T57"/>
            <a:pathLst>
              <a:path w="1036" h="675">
                <a:moveTo>
                  <a:pt x="648" y="11"/>
                </a:moveTo>
                <a:cubicBezTo>
                  <a:pt x="584" y="19"/>
                  <a:pt x="464" y="33"/>
                  <a:pt x="390" y="53"/>
                </a:cubicBezTo>
                <a:cubicBezTo>
                  <a:pt x="316" y="73"/>
                  <a:pt x="246" y="100"/>
                  <a:pt x="206" y="129"/>
                </a:cubicBezTo>
                <a:cubicBezTo>
                  <a:pt x="166" y="158"/>
                  <a:pt x="183" y="201"/>
                  <a:pt x="152" y="229"/>
                </a:cubicBezTo>
                <a:cubicBezTo>
                  <a:pt x="121" y="257"/>
                  <a:pt x="44" y="259"/>
                  <a:pt x="22" y="297"/>
                </a:cubicBezTo>
                <a:cubicBezTo>
                  <a:pt x="0" y="335"/>
                  <a:pt x="0" y="427"/>
                  <a:pt x="18" y="459"/>
                </a:cubicBezTo>
                <a:cubicBezTo>
                  <a:pt x="36" y="491"/>
                  <a:pt x="59" y="484"/>
                  <a:pt x="132" y="489"/>
                </a:cubicBezTo>
                <a:cubicBezTo>
                  <a:pt x="205" y="494"/>
                  <a:pt x="380" y="478"/>
                  <a:pt x="458" y="489"/>
                </a:cubicBezTo>
                <a:cubicBezTo>
                  <a:pt x="536" y="500"/>
                  <a:pt x="549" y="527"/>
                  <a:pt x="598" y="555"/>
                </a:cubicBezTo>
                <a:cubicBezTo>
                  <a:pt x="647" y="583"/>
                  <a:pt x="707" y="639"/>
                  <a:pt x="752" y="657"/>
                </a:cubicBezTo>
                <a:cubicBezTo>
                  <a:pt x="797" y="675"/>
                  <a:pt x="837" y="670"/>
                  <a:pt x="870" y="661"/>
                </a:cubicBezTo>
                <a:cubicBezTo>
                  <a:pt x="903" y="652"/>
                  <a:pt x="932" y="639"/>
                  <a:pt x="952" y="603"/>
                </a:cubicBezTo>
                <a:cubicBezTo>
                  <a:pt x="972" y="567"/>
                  <a:pt x="981" y="497"/>
                  <a:pt x="992" y="445"/>
                </a:cubicBezTo>
                <a:cubicBezTo>
                  <a:pt x="1003" y="393"/>
                  <a:pt x="1013" y="347"/>
                  <a:pt x="1018" y="291"/>
                </a:cubicBezTo>
                <a:cubicBezTo>
                  <a:pt x="1023" y="235"/>
                  <a:pt x="1036" y="153"/>
                  <a:pt x="1022" y="107"/>
                </a:cubicBezTo>
                <a:cubicBezTo>
                  <a:pt x="1008" y="61"/>
                  <a:pt x="975" y="34"/>
                  <a:pt x="934" y="17"/>
                </a:cubicBezTo>
                <a:cubicBezTo>
                  <a:pt x="893" y="0"/>
                  <a:pt x="824" y="4"/>
                  <a:pt x="776" y="3"/>
                </a:cubicBezTo>
                <a:cubicBezTo>
                  <a:pt x="728" y="2"/>
                  <a:pt x="712" y="3"/>
                  <a:pt x="648" y="11"/>
                </a:cubicBezTo>
                <a:close/>
              </a:path>
            </a:pathLst>
          </a:custGeom>
          <a:solidFill>
            <a:srgbClr val="00CC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cxnSp>
        <p:nvCxnSpPr>
          <p:cNvPr id="201737" name="Straight Connector 45">
            <a:extLst>
              <a:ext uri="{FF2B5EF4-FFF2-40B4-BE49-F238E27FC236}">
                <a16:creationId xmlns:a16="http://schemas.microsoft.com/office/drawing/2014/main" id="{9C41803A-3DB1-4AA4-BA54-0B929161E5D4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549525" y="2911475"/>
            <a:ext cx="1241425" cy="0"/>
          </a:xfrm>
          <a:prstGeom prst="line">
            <a:avLst/>
          </a:prstGeom>
          <a:noFill/>
          <a:ln w="31750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01738" name="Straight Connector 46">
            <a:extLst>
              <a:ext uri="{FF2B5EF4-FFF2-40B4-BE49-F238E27FC236}">
                <a16:creationId xmlns:a16="http://schemas.microsoft.com/office/drawing/2014/main" id="{25D3885F-CAE6-489D-ABAB-D28D7AF86ADE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560888" y="2941638"/>
            <a:ext cx="1531937" cy="0"/>
          </a:xfrm>
          <a:prstGeom prst="line">
            <a:avLst/>
          </a:prstGeom>
          <a:noFill/>
          <a:ln w="31750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01739" name="TextBox 64">
            <a:extLst>
              <a:ext uri="{FF2B5EF4-FFF2-40B4-BE49-F238E27FC236}">
                <a16:creationId xmlns:a16="http://schemas.microsoft.com/office/drawing/2014/main" id="{09D82ABF-A039-4A25-BAAF-5D8310CD209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68425" y="3611563"/>
            <a:ext cx="1652588" cy="701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en-US" sz="1800">
                <a:solidFill>
                  <a:srgbClr val="000000"/>
                </a:solidFill>
                <a:latin typeface="Arial" panose="020B0604020202020204" pitchFamily="34" charset="0"/>
              </a:rPr>
              <a:t>video server</a:t>
            </a:r>
          </a:p>
          <a:p>
            <a:pPr algn="ctr"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en-US" sz="1800">
                <a:solidFill>
                  <a:srgbClr val="000000"/>
                </a:solidFill>
                <a:latin typeface="Arial" panose="020B0604020202020204" pitchFamily="34" charset="0"/>
              </a:rPr>
              <a:t>(stored video)</a:t>
            </a:r>
            <a:endParaRPr lang="en-US" altLang="en-US" sz="1800" i="1">
              <a:solidFill>
                <a:srgbClr val="CC0000"/>
              </a:solidFill>
              <a:latin typeface="Arial" panose="020B0604020202020204" pitchFamily="34" charset="0"/>
            </a:endParaRPr>
          </a:p>
        </p:txBody>
      </p:sp>
      <p:sp>
        <p:nvSpPr>
          <p:cNvPr id="201740" name="TextBox 64">
            <a:extLst>
              <a:ext uri="{FF2B5EF4-FFF2-40B4-BE49-F238E27FC236}">
                <a16:creationId xmlns:a16="http://schemas.microsoft.com/office/drawing/2014/main" id="{9A508D9A-AD94-40F2-88AE-C0AD389728B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15075" y="3719513"/>
            <a:ext cx="766763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en-US" sz="1800">
                <a:solidFill>
                  <a:srgbClr val="000000"/>
                </a:solidFill>
                <a:latin typeface="Arial" panose="020B0604020202020204" pitchFamily="34" charset="0"/>
              </a:rPr>
              <a:t>client</a:t>
            </a:r>
            <a:endParaRPr lang="en-US" altLang="en-US" sz="1800" i="1">
              <a:solidFill>
                <a:srgbClr val="CC0000"/>
              </a:solidFill>
              <a:latin typeface="Arial" panose="020B0604020202020204" pitchFamily="34" charset="0"/>
            </a:endParaRPr>
          </a:p>
        </p:txBody>
      </p:sp>
      <p:sp>
        <p:nvSpPr>
          <p:cNvPr id="201741" name="TextBox 64">
            <a:extLst>
              <a:ext uri="{FF2B5EF4-FFF2-40B4-BE49-F238E27FC236}">
                <a16:creationId xmlns:a16="http://schemas.microsoft.com/office/drawing/2014/main" id="{08DA7A2E-77EA-4594-B78B-046E60A7B43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62350" y="3175000"/>
            <a:ext cx="919163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en-US" sz="1600">
                <a:solidFill>
                  <a:srgbClr val="000000"/>
                </a:solidFill>
                <a:latin typeface="Arial" panose="020B0604020202020204" pitchFamily="34" charset="0"/>
              </a:rPr>
              <a:t>Internet</a:t>
            </a:r>
            <a:endParaRPr lang="en-US" altLang="en-US" sz="1800" i="1">
              <a:solidFill>
                <a:srgbClr val="CC0000"/>
              </a:solidFill>
              <a:latin typeface="Arial" panose="020B0604020202020204" pitchFamily="34" charset="0"/>
            </a:endParaRPr>
          </a:p>
        </p:txBody>
      </p:sp>
      <p:sp>
        <p:nvSpPr>
          <p:cNvPr id="201742" name="Rectangle 7">
            <a:extLst>
              <a:ext uri="{FF2B5EF4-FFF2-40B4-BE49-F238E27FC236}">
                <a16:creationId xmlns:a16="http://schemas.microsoft.com/office/drawing/2014/main" id="{3AA0887A-1F18-48D2-800E-0BE20C9B025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6924675" y="6454775"/>
            <a:ext cx="1547813" cy="30003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201743" name="Rectangle 8">
            <a:extLst>
              <a:ext uri="{FF2B5EF4-FFF2-40B4-BE49-F238E27FC236}">
                <a16:creationId xmlns:a16="http://schemas.microsoft.com/office/drawing/2014/main" id="{D5218981-BF85-4F64-9C97-8A00B3B5D5A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200">
                <a:latin typeface="Tahoma" panose="020B0604030504040204" pitchFamily="34" charset="0"/>
              </a:rPr>
              <a:t>2-</a:t>
            </a:r>
            <a:fld id="{1F6CEB4B-E527-42E8-A97B-A60D5DB3CDD4}" type="slidenum">
              <a:rPr lang="en-US" altLang="en-US" sz="120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86</a:t>
            </a:fld>
            <a:endParaRPr lang="en-US" altLang="en-US" sz="1200">
              <a:latin typeface="Tahoma" panose="020B0604030504040204" pitchFamily="34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BCB2E576-01C7-798F-DE86-89703DA197CE}"/>
              </a:ext>
            </a:extLst>
          </p:cNvPr>
          <p:cNvSpPr txBox="1"/>
          <p:nvPr/>
        </p:nvSpPr>
        <p:spPr>
          <a:xfrm>
            <a:off x="476593" y="5502434"/>
            <a:ext cx="877191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zh-HK" u="sng" dirty="0">
                <a:solidFill>
                  <a:srgbClr val="FF0000"/>
                </a:solidFill>
                <a:latin typeface="ArialMT"/>
              </a:rPr>
              <a:t>S</a:t>
            </a:r>
            <a:r>
              <a:rPr lang="en-US" altLang="zh-HK" sz="2000" b="0" i="0" u="sng" strike="noStrike" baseline="0" dirty="0">
                <a:solidFill>
                  <a:srgbClr val="FF0000"/>
                </a:solidFill>
                <a:latin typeface="ArialMT"/>
              </a:rPr>
              <a:t>hortcoming</a:t>
            </a:r>
            <a:r>
              <a:rPr lang="en-US" altLang="zh-HK" sz="2000" b="0" i="0" u="none" strike="noStrike" baseline="0" dirty="0">
                <a:solidFill>
                  <a:srgbClr val="333333"/>
                </a:solidFill>
                <a:latin typeface="ArialMT"/>
              </a:rPr>
              <a:t>: All clients receive the </a:t>
            </a:r>
            <a:r>
              <a:rPr lang="en-US" altLang="zh-HK" sz="2000" b="0" i="0" u="none" strike="noStrike" baseline="0" dirty="0">
                <a:solidFill>
                  <a:srgbClr val="FF0000"/>
                </a:solidFill>
                <a:latin typeface="ArialMT"/>
              </a:rPr>
              <a:t>same encoding </a:t>
            </a:r>
            <a:r>
              <a:rPr lang="en-US" altLang="zh-HK" sz="2000" b="0" i="0" u="none" strike="noStrike" baseline="0" dirty="0">
                <a:solidFill>
                  <a:srgbClr val="333333"/>
                </a:solidFill>
                <a:latin typeface="ArialMT"/>
              </a:rPr>
              <a:t>of the video, </a:t>
            </a:r>
          </a:p>
          <a:p>
            <a:pPr algn="l"/>
            <a:r>
              <a:rPr lang="en-US" altLang="zh-HK" sz="2000" b="0" i="0" u="none" strike="noStrike" baseline="0" dirty="0">
                <a:solidFill>
                  <a:srgbClr val="333333"/>
                </a:solidFill>
                <a:latin typeface="ArialMT"/>
              </a:rPr>
              <a:t>despite the </a:t>
            </a:r>
            <a:r>
              <a:rPr lang="en-US" altLang="zh-HK" sz="2000" b="0" i="0" u="none" strike="noStrike" baseline="0" dirty="0">
                <a:solidFill>
                  <a:srgbClr val="0070C0"/>
                </a:solidFill>
                <a:latin typeface="ArialMT"/>
              </a:rPr>
              <a:t>large variations in the amount of bandwidth</a:t>
            </a:r>
            <a:r>
              <a:rPr lang="en-US" altLang="zh-HK" sz="2000" b="0" i="0" u="none" strike="noStrike" baseline="0" dirty="0">
                <a:solidFill>
                  <a:srgbClr val="333333"/>
                </a:solidFill>
                <a:latin typeface="ArialMT"/>
              </a:rPr>
              <a:t> available to a client,</a:t>
            </a:r>
          </a:p>
          <a:p>
            <a:pPr algn="l"/>
            <a:r>
              <a:rPr lang="en-US" altLang="zh-HK" sz="2000" b="0" i="0" u="none" strike="noStrike" baseline="0" dirty="0">
                <a:solidFill>
                  <a:srgbClr val="333333"/>
                </a:solidFill>
                <a:latin typeface="ArialMT"/>
              </a:rPr>
              <a:t>both </a:t>
            </a:r>
            <a:r>
              <a:rPr lang="en-US" altLang="zh-HK" sz="2000" b="0" i="0" u="none" strike="noStrike" baseline="0" dirty="0">
                <a:solidFill>
                  <a:srgbClr val="0070C0"/>
                </a:solidFill>
                <a:latin typeface="ArialMT"/>
              </a:rPr>
              <a:t>across different clients </a:t>
            </a:r>
            <a:r>
              <a:rPr lang="en-US" altLang="zh-HK" sz="2000" b="0" i="0" u="none" strike="noStrike" baseline="0" dirty="0">
                <a:solidFill>
                  <a:srgbClr val="333333"/>
                </a:solidFill>
                <a:latin typeface="ArialMT"/>
              </a:rPr>
              <a:t>and also </a:t>
            </a:r>
            <a:r>
              <a:rPr lang="en-US" altLang="zh-HK" sz="2000" b="0" i="0" u="none" strike="noStrike" baseline="0" dirty="0">
                <a:solidFill>
                  <a:srgbClr val="0070C0"/>
                </a:solidFill>
                <a:latin typeface="ArialMT"/>
              </a:rPr>
              <a:t>over time for the same client</a:t>
            </a:r>
            <a:r>
              <a:rPr lang="en-US" altLang="zh-HK" sz="2000" b="0" i="0" u="none" strike="noStrike" baseline="0" dirty="0">
                <a:solidFill>
                  <a:srgbClr val="333333"/>
                </a:solidFill>
                <a:latin typeface="ArialMT"/>
              </a:rPr>
              <a:t>.</a:t>
            </a:r>
            <a:endParaRPr lang="zh-HK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777" name="Rectangle 2">
            <a:extLst>
              <a:ext uri="{FF2B5EF4-FFF2-40B4-BE49-F238E27FC236}">
                <a16:creationId xmlns:a16="http://schemas.microsoft.com/office/drawing/2014/main" id="{F10CF543-3664-4877-9912-8AD3EA6C946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61950" y="228600"/>
            <a:ext cx="8172450" cy="871538"/>
          </a:xfrm>
        </p:spPr>
        <p:txBody>
          <a:bodyPr/>
          <a:lstStyle/>
          <a:p>
            <a:r>
              <a:rPr lang="en-US" altLang="en-US">
                <a:ea typeface="ＭＳ Ｐゴシック" panose="020B0600070205080204" pitchFamily="34" charset="-128"/>
              </a:rPr>
              <a:t>Streaming multimedia: DASH</a:t>
            </a:r>
          </a:p>
        </p:txBody>
      </p:sp>
      <p:sp>
        <p:nvSpPr>
          <p:cNvPr id="203778" name="Rectangle 3">
            <a:extLst>
              <a:ext uri="{FF2B5EF4-FFF2-40B4-BE49-F238E27FC236}">
                <a16:creationId xmlns:a16="http://schemas.microsoft.com/office/drawing/2014/main" id="{4B0773C2-8D27-4C21-AF3A-6D9A01714EF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00075" y="1381125"/>
            <a:ext cx="7772400" cy="5053013"/>
          </a:xfrm>
        </p:spPr>
        <p:txBody>
          <a:bodyPr/>
          <a:lstStyle/>
          <a:p>
            <a:r>
              <a:rPr lang="en-US" altLang="en-US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DASH: D</a:t>
            </a:r>
            <a:r>
              <a:rPr lang="en-US" altLang="en-US" dirty="0">
                <a:ea typeface="ＭＳ Ｐゴシック" panose="020B0600070205080204" pitchFamily="34" charset="-128"/>
              </a:rPr>
              <a:t>ynamic, </a:t>
            </a:r>
            <a:r>
              <a:rPr lang="en-US" altLang="en-US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A</a:t>
            </a:r>
            <a:r>
              <a:rPr lang="en-US" altLang="en-US" dirty="0">
                <a:ea typeface="ＭＳ Ｐゴシック" panose="020B0600070205080204" pitchFamily="34" charset="-128"/>
              </a:rPr>
              <a:t>daptive </a:t>
            </a:r>
            <a:r>
              <a:rPr lang="en-US" altLang="en-US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S</a:t>
            </a:r>
            <a:r>
              <a:rPr lang="en-US" altLang="en-US" dirty="0">
                <a:ea typeface="ＭＳ Ｐゴシック" panose="020B0600070205080204" pitchFamily="34" charset="-128"/>
              </a:rPr>
              <a:t>treaming over </a:t>
            </a:r>
            <a:r>
              <a:rPr lang="en-US" altLang="en-US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H</a:t>
            </a:r>
            <a:r>
              <a:rPr lang="en-US" altLang="en-US" dirty="0">
                <a:ea typeface="ＭＳ Ｐゴシック" panose="020B0600070205080204" pitchFamily="34" charset="-128"/>
              </a:rPr>
              <a:t>TTP</a:t>
            </a:r>
          </a:p>
          <a:p>
            <a:r>
              <a:rPr lang="en-US" altLang="en-US" i="1" dirty="0">
                <a:solidFill>
                  <a:srgbClr val="000099"/>
                </a:solidFill>
                <a:ea typeface="ＭＳ Ｐゴシック" panose="020B0600070205080204" pitchFamily="34" charset="-128"/>
              </a:rPr>
              <a:t>server:</a:t>
            </a:r>
          </a:p>
          <a:p>
            <a:pPr lvl="1"/>
            <a:r>
              <a:rPr lang="en-US" altLang="en-US" dirty="0">
                <a:ea typeface="ＭＳ Ｐゴシック" panose="020B0600070205080204" pitchFamily="34" charset="-128"/>
              </a:rPr>
              <a:t>divides video file into </a:t>
            </a:r>
            <a:r>
              <a:rPr lang="en-US" altLang="en-US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multiple chunks</a:t>
            </a:r>
          </a:p>
          <a:p>
            <a:pPr lvl="1"/>
            <a:r>
              <a:rPr lang="en-US" altLang="en-US" dirty="0">
                <a:ea typeface="ＭＳ Ｐゴシック" panose="020B0600070205080204" pitchFamily="34" charset="-128"/>
              </a:rPr>
              <a:t>each chunk stored, </a:t>
            </a:r>
            <a:r>
              <a:rPr lang="en-US" altLang="en-US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encoded at different rates </a:t>
            </a:r>
          </a:p>
          <a:p>
            <a:pPr lvl="1"/>
            <a:r>
              <a:rPr lang="en-US" altLang="en-US" i="1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manifest file</a:t>
            </a:r>
            <a:r>
              <a:rPr lang="en-US" altLang="en-US" i="1" dirty="0">
                <a:solidFill>
                  <a:srgbClr val="000099"/>
                </a:solidFill>
                <a:ea typeface="ＭＳ Ｐゴシック" panose="020B0600070205080204" pitchFamily="34" charset="-128"/>
              </a:rPr>
              <a:t>: </a:t>
            </a:r>
            <a:r>
              <a:rPr lang="en-US" altLang="en-US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provides URLs for different chunks</a:t>
            </a:r>
          </a:p>
        </p:txBody>
      </p:sp>
      <p:pic>
        <p:nvPicPr>
          <p:cNvPr id="203779" name="Picture 17" descr="underline_base">
            <a:extLst>
              <a:ext uri="{FF2B5EF4-FFF2-40B4-BE49-F238E27FC236}">
                <a16:creationId xmlns:a16="http://schemas.microsoft.com/office/drawing/2014/main" id="{1915DFFD-F34C-4EE4-9A64-A22741358086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163" y="957263"/>
            <a:ext cx="68564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3780" name="Rectangle 7">
            <a:extLst>
              <a:ext uri="{FF2B5EF4-FFF2-40B4-BE49-F238E27FC236}">
                <a16:creationId xmlns:a16="http://schemas.microsoft.com/office/drawing/2014/main" id="{CB9159AD-366D-45D6-B4AE-FE17C320F99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6924675" y="6454775"/>
            <a:ext cx="1547813" cy="30003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203781" name="Rectangle 8">
            <a:extLst>
              <a:ext uri="{FF2B5EF4-FFF2-40B4-BE49-F238E27FC236}">
                <a16:creationId xmlns:a16="http://schemas.microsoft.com/office/drawing/2014/main" id="{77BC9319-73CE-4E97-864F-06BED500E65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200">
                <a:latin typeface="Tahoma" panose="020B0604030504040204" pitchFamily="34" charset="0"/>
              </a:rPr>
              <a:t>2-</a:t>
            </a:r>
            <a:fld id="{02635201-145E-4005-A94E-539AF91F1791}" type="slidenum">
              <a:rPr lang="en-US" altLang="en-US" sz="120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87</a:t>
            </a:fld>
            <a:endParaRPr lang="en-US" altLang="en-US" sz="1200"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7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7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7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7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825" name="Rectangle 2">
            <a:extLst>
              <a:ext uri="{FF2B5EF4-FFF2-40B4-BE49-F238E27FC236}">
                <a16:creationId xmlns:a16="http://schemas.microsoft.com/office/drawing/2014/main" id="{22C62C5A-D830-4EE1-83A8-EC7FA0B2A8A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61950" y="228600"/>
            <a:ext cx="8172450" cy="871538"/>
          </a:xfrm>
        </p:spPr>
        <p:txBody>
          <a:bodyPr/>
          <a:lstStyle/>
          <a:p>
            <a:r>
              <a:rPr lang="en-US" altLang="en-US">
                <a:ea typeface="ＭＳ Ｐゴシック" panose="020B0600070205080204" pitchFamily="34" charset="-128"/>
              </a:rPr>
              <a:t>Streaming multimedia: DASH</a:t>
            </a:r>
          </a:p>
        </p:txBody>
      </p:sp>
      <p:sp>
        <p:nvSpPr>
          <p:cNvPr id="205826" name="Rectangle 3">
            <a:extLst>
              <a:ext uri="{FF2B5EF4-FFF2-40B4-BE49-F238E27FC236}">
                <a16:creationId xmlns:a16="http://schemas.microsoft.com/office/drawing/2014/main" id="{F42CB49A-FB18-47FC-A5AF-8D64025FED8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00075" y="1198243"/>
            <a:ext cx="7772400" cy="5053013"/>
          </a:xfrm>
        </p:spPr>
        <p:txBody>
          <a:bodyPr/>
          <a:lstStyle/>
          <a:p>
            <a:r>
              <a:rPr lang="en-US" altLang="en-US" i="1" dirty="0">
                <a:solidFill>
                  <a:srgbClr val="000099"/>
                </a:solidFill>
                <a:ea typeface="ＭＳ Ｐゴシック" panose="020B0600070205080204" pitchFamily="34" charset="-128"/>
              </a:rPr>
              <a:t>client:</a:t>
            </a:r>
          </a:p>
          <a:p>
            <a:pPr lvl="1"/>
            <a:r>
              <a:rPr lang="en-US" altLang="en-US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periodically measures server-to-client bandwidth</a:t>
            </a:r>
          </a:p>
          <a:p>
            <a:pPr lvl="1"/>
            <a:r>
              <a:rPr lang="en-US" altLang="en-US" dirty="0">
                <a:ea typeface="ＭＳ Ｐゴシック" panose="020B0600070205080204" pitchFamily="34" charset="-128"/>
              </a:rPr>
              <a:t>consulting manifest, requests one chunk at a time </a:t>
            </a:r>
          </a:p>
          <a:p>
            <a:pPr lvl="2"/>
            <a:r>
              <a:rPr lang="en-US" altLang="en-US" sz="2400" dirty="0">
                <a:solidFill>
                  <a:srgbClr val="0070C0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rPr>
              <a:t>chooses maximum coding rate sustainable</a:t>
            </a:r>
            <a:r>
              <a:rPr lang="en-US" altLang="en-US" sz="2400" dirty="0">
                <a:latin typeface="Gill Sans MT" panose="020B0502020104020203" pitchFamily="34" charset="0"/>
                <a:ea typeface="ＭＳ Ｐゴシック" panose="020B0600070205080204" pitchFamily="34" charset="-128"/>
              </a:rPr>
              <a:t> given current bandwidth</a:t>
            </a:r>
          </a:p>
          <a:p>
            <a:pPr lvl="2"/>
            <a:r>
              <a:rPr lang="en-US" altLang="en-US" sz="2400" dirty="0">
                <a:latin typeface="Gill Sans MT" panose="020B0502020104020203" pitchFamily="34" charset="0"/>
                <a:ea typeface="ＭＳ Ｐゴシック" panose="020B0600070205080204" pitchFamily="34" charset="-128"/>
              </a:rPr>
              <a:t>can choose different coding rates at </a:t>
            </a:r>
            <a:r>
              <a:rPr lang="en-US" altLang="en-US" sz="2400" dirty="0">
                <a:solidFill>
                  <a:srgbClr val="0070C0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rPr>
              <a:t>different points in time</a:t>
            </a:r>
            <a:r>
              <a:rPr lang="en-US" altLang="en-US" sz="2400" dirty="0">
                <a:latin typeface="Gill Sans MT" panose="020B0502020104020203" pitchFamily="34" charset="0"/>
                <a:ea typeface="ＭＳ Ｐゴシック" panose="020B0600070205080204" pitchFamily="34" charset="-128"/>
              </a:rPr>
              <a:t> (depending on available bandwidth at time)</a:t>
            </a:r>
            <a:endParaRPr lang="en-US" altLang="en-US" i="1" dirty="0">
              <a:solidFill>
                <a:srgbClr val="000099"/>
              </a:solidFill>
              <a:ea typeface="ＭＳ Ｐゴシック" panose="020B0600070205080204" pitchFamily="34" charset="-128"/>
            </a:endParaRPr>
          </a:p>
          <a:p>
            <a:r>
              <a:rPr lang="en-US" altLang="en-US" i="1" dirty="0">
                <a:solidFill>
                  <a:srgbClr val="000099"/>
                </a:solidFill>
                <a:ea typeface="ＭＳ Ｐゴシック" panose="020B0600070205080204" pitchFamily="34" charset="-128"/>
              </a:rPr>
              <a:t>“intelligence” </a:t>
            </a:r>
            <a:r>
              <a:rPr lang="en-US" altLang="en-US" dirty="0">
                <a:solidFill>
                  <a:srgbClr val="000099"/>
                </a:solidFill>
                <a:ea typeface="ＭＳ Ｐゴシック" panose="020B0600070205080204" pitchFamily="34" charset="-128"/>
              </a:rPr>
              <a:t>at client: </a:t>
            </a:r>
            <a:r>
              <a:rPr lang="en-US" altLang="en-US" dirty="0">
                <a:ea typeface="ＭＳ Ｐゴシック" panose="020B0600070205080204" pitchFamily="34" charset="-128"/>
              </a:rPr>
              <a:t>client determines</a:t>
            </a:r>
          </a:p>
          <a:p>
            <a:pPr lvl="1"/>
            <a:r>
              <a:rPr lang="en-US" altLang="en-US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when</a:t>
            </a:r>
            <a:r>
              <a:rPr lang="en-US" altLang="en-US" i="1" dirty="0">
                <a:solidFill>
                  <a:srgbClr val="800000"/>
                </a:solidFill>
                <a:ea typeface="ＭＳ Ｐゴシック" panose="020B0600070205080204" pitchFamily="34" charset="-128"/>
              </a:rPr>
              <a:t> </a:t>
            </a:r>
            <a:r>
              <a:rPr lang="en-US" altLang="en-US" dirty="0">
                <a:solidFill>
                  <a:srgbClr val="000000"/>
                </a:solidFill>
                <a:ea typeface="ＭＳ Ｐゴシック" panose="020B0600070205080204" pitchFamily="34" charset="-128"/>
              </a:rPr>
              <a:t>to request chunk (so that buffer starvation, or overflow does not occur)</a:t>
            </a:r>
          </a:p>
          <a:p>
            <a:pPr lvl="1"/>
            <a:r>
              <a:rPr lang="en-US" altLang="en-US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what encoding rate </a:t>
            </a:r>
            <a:r>
              <a:rPr lang="en-US" altLang="en-US" dirty="0">
                <a:solidFill>
                  <a:srgbClr val="000000"/>
                </a:solidFill>
                <a:ea typeface="ＭＳ Ｐゴシック" panose="020B0600070205080204" pitchFamily="34" charset="-128"/>
              </a:rPr>
              <a:t>to request </a:t>
            </a:r>
            <a:r>
              <a:rPr lang="en-US" altLang="en-US" dirty="0">
                <a:ea typeface="ＭＳ Ｐゴシック" panose="020B0600070205080204" pitchFamily="34" charset="-128"/>
              </a:rPr>
              <a:t>(higher quality when more bandwidth available) </a:t>
            </a:r>
            <a:endParaRPr lang="en-US" altLang="en-US" dirty="0">
              <a:solidFill>
                <a:srgbClr val="000000"/>
              </a:solidFill>
              <a:ea typeface="ＭＳ Ｐゴシック" panose="020B0600070205080204" pitchFamily="34" charset="-128"/>
            </a:endParaRPr>
          </a:p>
          <a:p>
            <a:pPr lvl="1"/>
            <a:r>
              <a:rPr lang="en-US" altLang="en-US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where</a:t>
            </a:r>
            <a:r>
              <a:rPr lang="en-US" altLang="en-US" i="1" dirty="0">
                <a:solidFill>
                  <a:srgbClr val="800000"/>
                </a:solidFill>
                <a:ea typeface="ＭＳ Ｐゴシック" panose="020B0600070205080204" pitchFamily="34" charset="-128"/>
              </a:rPr>
              <a:t> </a:t>
            </a:r>
            <a:r>
              <a:rPr lang="en-US" altLang="en-US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to request chunk </a:t>
            </a:r>
            <a:r>
              <a:rPr lang="en-US" altLang="en-US" dirty="0">
                <a:ea typeface="ＭＳ Ｐゴシック" panose="020B0600070205080204" pitchFamily="34" charset="-128"/>
              </a:rPr>
              <a:t>(can request from URL server that is “close” to client or has high available bandwidth) </a:t>
            </a:r>
          </a:p>
        </p:txBody>
      </p:sp>
      <p:pic>
        <p:nvPicPr>
          <p:cNvPr id="205827" name="Picture 17" descr="underline_base">
            <a:extLst>
              <a:ext uri="{FF2B5EF4-FFF2-40B4-BE49-F238E27FC236}">
                <a16:creationId xmlns:a16="http://schemas.microsoft.com/office/drawing/2014/main" id="{D140C70F-8DF2-49FA-9E43-31D9A591063B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163" y="957263"/>
            <a:ext cx="68564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5828" name="Rectangle 7">
            <a:extLst>
              <a:ext uri="{FF2B5EF4-FFF2-40B4-BE49-F238E27FC236}">
                <a16:creationId xmlns:a16="http://schemas.microsoft.com/office/drawing/2014/main" id="{B7495C49-0947-48EB-A8BA-19321C3331D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6924675" y="6454775"/>
            <a:ext cx="1547813" cy="30003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205829" name="Rectangle 8">
            <a:extLst>
              <a:ext uri="{FF2B5EF4-FFF2-40B4-BE49-F238E27FC236}">
                <a16:creationId xmlns:a16="http://schemas.microsoft.com/office/drawing/2014/main" id="{7AFD7F78-74C1-4AB0-8236-8C3159E99CC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200">
                <a:latin typeface="Tahoma" panose="020B0604030504040204" pitchFamily="34" charset="0"/>
              </a:rPr>
              <a:t>2-</a:t>
            </a:r>
            <a:fld id="{BAE4956F-1C38-49ED-84E2-993461F9FB9D}" type="slidenum">
              <a:rPr lang="en-US" altLang="en-US" sz="120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88</a:t>
            </a:fld>
            <a:endParaRPr lang="en-US" altLang="en-US" sz="1200"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8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8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8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8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873" name="Rectangle 2">
            <a:extLst>
              <a:ext uri="{FF2B5EF4-FFF2-40B4-BE49-F238E27FC236}">
                <a16:creationId xmlns:a16="http://schemas.microsoft.com/office/drawing/2014/main" id="{39E2EEE1-F736-4175-B680-986CA5515CD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61950" y="228600"/>
            <a:ext cx="8172450" cy="871538"/>
          </a:xfrm>
        </p:spPr>
        <p:txBody>
          <a:bodyPr/>
          <a:lstStyle/>
          <a:p>
            <a:r>
              <a:rPr lang="en-US" altLang="en-US">
                <a:ea typeface="ＭＳ Ｐゴシック" panose="020B0600070205080204" pitchFamily="34" charset="-128"/>
              </a:rPr>
              <a:t>Content distribution networks</a:t>
            </a:r>
          </a:p>
        </p:txBody>
      </p:sp>
      <p:sp>
        <p:nvSpPr>
          <p:cNvPr id="207874" name="Rectangle 3">
            <a:extLst>
              <a:ext uri="{FF2B5EF4-FFF2-40B4-BE49-F238E27FC236}">
                <a16:creationId xmlns:a16="http://schemas.microsoft.com/office/drawing/2014/main" id="{B125A207-2EBC-4816-B0F3-00F8C1ACAE9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00075" y="1381125"/>
            <a:ext cx="7772400" cy="5053013"/>
          </a:xfrm>
        </p:spPr>
        <p:txBody>
          <a:bodyPr/>
          <a:lstStyle/>
          <a:p>
            <a:pPr marL="287338" indent="-287338"/>
            <a:r>
              <a:rPr lang="en-US" altLang="en-US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challenge: </a:t>
            </a:r>
            <a:r>
              <a:rPr lang="en-US" altLang="en-US" dirty="0">
                <a:solidFill>
                  <a:srgbClr val="000000"/>
                </a:solidFill>
                <a:ea typeface="ＭＳ Ｐゴシック" panose="020B0600070205080204" pitchFamily="34" charset="-128"/>
              </a:rPr>
              <a:t>how to stream content (selected from millions of videos) to hundreds of thousands of </a:t>
            </a:r>
            <a:r>
              <a:rPr lang="en-US" altLang="en-US" i="1" dirty="0">
                <a:solidFill>
                  <a:srgbClr val="000000"/>
                </a:solidFill>
                <a:ea typeface="ＭＳ Ｐゴシック" panose="020B0600070205080204" pitchFamily="34" charset="-128"/>
              </a:rPr>
              <a:t>simultaneous</a:t>
            </a:r>
            <a:r>
              <a:rPr lang="en-US" altLang="en-US" dirty="0">
                <a:solidFill>
                  <a:srgbClr val="000000"/>
                </a:solidFill>
                <a:ea typeface="ＭＳ Ｐゴシック" panose="020B0600070205080204" pitchFamily="34" charset="-128"/>
              </a:rPr>
              <a:t> users?</a:t>
            </a:r>
          </a:p>
          <a:p>
            <a:pPr marL="287338" indent="-287338"/>
            <a:endParaRPr lang="en-US" altLang="en-US" dirty="0">
              <a:solidFill>
                <a:srgbClr val="000000"/>
              </a:solidFill>
              <a:ea typeface="ＭＳ Ｐゴシック" panose="020B0600070205080204" pitchFamily="34" charset="-128"/>
            </a:endParaRPr>
          </a:p>
          <a:p>
            <a:pPr marL="287338" indent="-287338"/>
            <a:r>
              <a:rPr lang="en-US" altLang="en-US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option 1: </a:t>
            </a:r>
            <a:r>
              <a:rPr lang="en-US" altLang="en-US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single, large “mega-server”</a:t>
            </a:r>
          </a:p>
          <a:p>
            <a:pPr marL="681038" lvl="1" indent="-223838"/>
            <a:r>
              <a:rPr lang="en-US" altLang="en-US" dirty="0">
                <a:solidFill>
                  <a:srgbClr val="000000"/>
                </a:solidFill>
                <a:ea typeface="ＭＳ Ｐゴシック" panose="020B0600070205080204" pitchFamily="34" charset="-128"/>
              </a:rPr>
              <a:t>single point of failure</a:t>
            </a:r>
          </a:p>
          <a:p>
            <a:pPr marL="681038" lvl="1" indent="-223838"/>
            <a:r>
              <a:rPr lang="en-US" altLang="en-US" dirty="0">
                <a:solidFill>
                  <a:srgbClr val="000000"/>
                </a:solidFill>
                <a:ea typeface="ＭＳ Ｐゴシック" panose="020B0600070205080204" pitchFamily="34" charset="-128"/>
              </a:rPr>
              <a:t>point of network congestion</a:t>
            </a:r>
          </a:p>
          <a:p>
            <a:pPr marL="681038" lvl="1" indent="-223838"/>
            <a:r>
              <a:rPr lang="en-US" altLang="en-US" dirty="0">
                <a:solidFill>
                  <a:srgbClr val="000000"/>
                </a:solidFill>
                <a:ea typeface="ＭＳ Ｐゴシック" panose="020B0600070205080204" pitchFamily="34" charset="-128"/>
              </a:rPr>
              <a:t>long path to distant clients</a:t>
            </a:r>
          </a:p>
          <a:p>
            <a:pPr marL="681038" lvl="1" indent="-223838"/>
            <a:r>
              <a:rPr lang="en-US" altLang="en-US" dirty="0">
                <a:solidFill>
                  <a:srgbClr val="000000"/>
                </a:solidFill>
                <a:ea typeface="ＭＳ Ｐゴシック" panose="020B0600070205080204" pitchFamily="34" charset="-128"/>
              </a:rPr>
              <a:t>multiple copies of video sent over outgoing link</a:t>
            </a:r>
          </a:p>
          <a:p>
            <a:pPr marL="681038" lvl="1" indent="-223838">
              <a:buFont typeface="Arial" panose="020B0604020202020204" pitchFamily="34" charset="0"/>
              <a:buNone/>
            </a:pPr>
            <a:endParaRPr lang="en-US" altLang="en-US" dirty="0">
              <a:solidFill>
                <a:srgbClr val="000000"/>
              </a:solidFill>
              <a:ea typeface="ＭＳ Ｐゴシック" panose="020B0600070205080204" pitchFamily="34" charset="-128"/>
            </a:endParaRPr>
          </a:p>
          <a:p>
            <a:pPr marL="287338" indent="-287338">
              <a:buFont typeface="Wingdings" panose="05000000000000000000" pitchFamily="2" charset="2"/>
              <a:buNone/>
            </a:pPr>
            <a:r>
              <a:rPr lang="en-US" altLang="en-US" dirty="0">
                <a:solidFill>
                  <a:srgbClr val="000000"/>
                </a:solidFill>
                <a:ea typeface="ＭＳ Ｐゴシック" panose="020B0600070205080204" pitchFamily="34" charset="-128"/>
              </a:rPr>
              <a:t>….quite simply: this solution </a:t>
            </a:r>
            <a:r>
              <a:rPr lang="en-US" altLang="en-US" i="1" dirty="0" err="1">
                <a:solidFill>
                  <a:srgbClr val="CC0000"/>
                </a:solidFill>
                <a:ea typeface="ＭＳ Ｐゴシック" panose="020B0600070205080204" pitchFamily="34" charset="-128"/>
              </a:rPr>
              <a:t>doesn</a:t>
            </a:r>
            <a:r>
              <a:rPr lang="fr-FR" altLang="en-US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’</a:t>
            </a:r>
            <a:r>
              <a:rPr lang="en-US" altLang="ja-JP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t scale</a:t>
            </a:r>
          </a:p>
          <a:p>
            <a:pPr marL="681038" lvl="1" indent="-223838"/>
            <a:endParaRPr lang="en-US" altLang="en-US" dirty="0">
              <a:solidFill>
                <a:srgbClr val="000000"/>
              </a:solidFill>
              <a:ea typeface="ＭＳ Ｐゴシック" panose="020B0600070205080204" pitchFamily="34" charset="-128"/>
            </a:endParaRPr>
          </a:p>
          <a:p>
            <a:pPr marL="287338" indent="-287338"/>
            <a:endParaRPr lang="en-US" altLang="en-US" dirty="0">
              <a:solidFill>
                <a:srgbClr val="000000"/>
              </a:solidFill>
              <a:ea typeface="ＭＳ Ｐゴシック" panose="020B0600070205080204" pitchFamily="34" charset="-128"/>
            </a:endParaRPr>
          </a:p>
          <a:p>
            <a:pPr marL="287338" indent="-287338"/>
            <a:endParaRPr lang="en-US" altLang="en-US" dirty="0">
              <a:solidFill>
                <a:srgbClr val="000000"/>
              </a:solidFill>
              <a:ea typeface="ＭＳ Ｐゴシック" panose="020B0600070205080204" pitchFamily="34" charset="-128"/>
            </a:endParaRPr>
          </a:p>
        </p:txBody>
      </p:sp>
      <p:pic>
        <p:nvPicPr>
          <p:cNvPr id="207875" name="Picture 17" descr="underline_base">
            <a:extLst>
              <a:ext uri="{FF2B5EF4-FFF2-40B4-BE49-F238E27FC236}">
                <a16:creationId xmlns:a16="http://schemas.microsoft.com/office/drawing/2014/main" id="{80A18F99-65C3-4D35-AC63-E70332090CFB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163" y="957263"/>
            <a:ext cx="68564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7876" name="Rectangle 7">
            <a:extLst>
              <a:ext uri="{FF2B5EF4-FFF2-40B4-BE49-F238E27FC236}">
                <a16:creationId xmlns:a16="http://schemas.microsoft.com/office/drawing/2014/main" id="{1FB3D97B-C874-4466-8D4C-5699691D2D4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6924675" y="6454775"/>
            <a:ext cx="1547813" cy="30003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207877" name="Rectangle 8">
            <a:extLst>
              <a:ext uri="{FF2B5EF4-FFF2-40B4-BE49-F238E27FC236}">
                <a16:creationId xmlns:a16="http://schemas.microsoft.com/office/drawing/2014/main" id="{92488B15-4275-4C07-B111-CDFF74395D4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200">
                <a:latin typeface="Tahoma" panose="020B0604030504040204" pitchFamily="34" charset="0"/>
              </a:rPr>
              <a:t>2-</a:t>
            </a:r>
            <a:fld id="{DDBA7D35-E4A8-4700-B43F-C600F897F2F5}" type="slidenum">
              <a:rPr lang="en-US" altLang="en-US" sz="120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89</a:t>
            </a:fld>
            <a:endParaRPr lang="en-US" altLang="en-US" sz="1200"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8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8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8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8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8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8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921" name="Rectangle 2">
            <a:extLst>
              <a:ext uri="{FF2B5EF4-FFF2-40B4-BE49-F238E27FC236}">
                <a16:creationId xmlns:a16="http://schemas.microsoft.com/office/drawing/2014/main" id="{5DEABE0D-0196-4199-9570-4EF67B8FCF7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61950" y="228600"/>
            <a:ext cx="8172450" cy="871538"/>
          </a:xfrm>
        </p:spPr>
        <p:txBody>
          <a:bodyPr/>
          <a:lstStyle/>
          <a:p>
            <a:r>
              <a:rPr lang="en-US" altLang="en-US">
                <a:ea typeface="ＭＳ Ｐゴシック" panose="020B0600070205080204" pitchFamily="34" charset="-128"/>
              </a:rPr>
              <a:t>Content distribution networks</a:t>
            </a:r>
          </a:p>
        </p:txBody>
      </p:sp>
      <p:sp>
        <p:nvSpPr>
          <p:cNvPr id="209922" name="Rectangle 3">
            <a:extLst>
              <a:ext uri="{FF2B5EF4-FFF2-40B4-BE49-F238E27FC236}">
                <a16:creationId xmlns:a16="http://schemas.microsoft.com/office/drawing/2014/main" id="{FA3B19D9-1A1B-4418-833A-06C19E6C962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00075" y="1381125"/>
            <a:ext cx="7772400" cy="5053013"/>
          </a:xfrm>
        </p:spPr>
        <p:txBody>
          <a:bodyPr/>
          <a:lstStyle/>
          <a:p>
            <a:r>
              <a:rPr lang="en-US" altLang="en-US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option 2: </a:t>
            </a:r>
            <a:r>
              <a:rPr lang="en-US" altLang="en-US" dirty="0">
                <a:solidFill>
                  <a:srgbClr val="000000"/>
                </a:solidFill>
                <a:ea typeface="ＭＳ Ｐゴシック" panose="020B0600070205080204" pitchFamily="34" charset="-128"/>
              </a:rPr>
              <a:t>store/serve </a:t>
            </a:r>
            <a:r>
              <a:rPr lang="en-US" altLang="en-US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multiple copies</a:t>
            </a:r>
            <a:r>
              <a:rPr lang="en-US" altLang="en-US" dirty="0">
                <a:solidFill>
                  <a:srgbClr val="000000"/>
                </a:solidFill>
                <a:ea typeface="ＭＳ Ｐゴシック" panose="020B0600070205080204" pitchFamily="34" charset="-128"/>
              </a:rPr>
              <a:t> of videos at </a:t>
            </a:r>
            <a:r>
              <a:rPr lang="en-US" altLang="en-US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multiple geographically distributed sites</a:t>
            </a:r>
          </a:p>
          <a:p>
            <a:r>
              <a:rPr lang="en-US" altLang="en-US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CDN </a:t>
            </a:r>
            <a:r>
              <a:rPr lang="en-US" altLang="en-US" dirty="0">
                <a:ea typeface="ＭＳ Ｐゴシック" panose="020B0600070205080204" pitchFamily="34" charset="-128"/>
              </a:rPr>
              <a:t>typically adopts one of two different </a:t>
            </a:r>
            <a:r>
              <a:rPr lang="en-US" altLang="en-US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server placement</a:t>
            </a:r>
            <a:r>
              <a:rPr lang="en-US" altLang="en-US" dirty="0">
                <a:ea typeface="ＭＳ Ｐゴシック" panose="020B0600070205080204" pitchFamily="34" charset="-128"/>
              </a:rPr>
              <a:t> philosophies:</a:t>
            </a:r>
          </a:p>
          <a:p>
            <a:pPr lvl="1"/>
            <a:r>
              <a:rPr lang="en-US" altLang="en-US" i="1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enter deep</a:t>
            </a:r>
            <a:r>
              <a:rPr lang="en-US" altLang="en-US" i="1" dirty="0">
                <a:solidFill>
                  <a:srgbClr val="000099"/>
                </a:solidFill>
                <a:ea typeface="ＭＳ Ｐゴシック" panose="020B0600070205080204" pitchFamily="34" charset="-128"/>
              </a:rPr>
              <a:t>: </a:t>
            </a:r>
            <a:r>
              <a:rPr lang="en-US" altLang="en-US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push CDN servers deep into many access networks</a:t>
            </a:r>
            <a:r>
              <a:rPr lang="en-US" altLang="en-US" dirty="0">
                <a:solidFill>
                  <a:srgbClr val="000000"/>
                </a:solidFill>
                <a:ea typeface="ＭＳ Ｐゴシック" panose="020B0600070205080204" pitchFamily="34" charset="-128"/>
              </a:rPr>
              <a:t> </a:t>
            </a:r>
          </a:p>
          <a:p>
            <a:pPr lvl="2">
              <a:lnSpc>
                <a:spcPts val="2000"/>
              </a:lnSpc>
            </a:pPr>
            <a:r>
              <a:rPr lang="en-US" altLang="en-US" dirty="0">
                <a:solidFill>
                  <a:srgbClr val="000000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rPr>
              <a:t>close to users</a:t>
            </a:r>
          </a:p>
          <a:p>
            <a:pPr lvl="2">
              <a:lnSpc>
                <a:spcPts val="2000"/>
              </a:lnSpc>
            </a:pPr>
            <a:r>
              <a:rPr lang="en-US" altLang="en-US" dirty="0">
                <a:solidFill>
                  <a:srgbClr val="000000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rPr>
              <a:t>used by Akamai, 1700 locations</a:t>
            </a:r>
          </a:p>
          <a:p>
            <a:pPr lvl="1"/>
            <a:r>
              <a:rPr lang="en-US" altLang="en-US" i="1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bring home</a:t>
            </a:r>
            <a:r>
              <a:rPr lang="en-US" altLang="en-US" i="1" dirty="0">
                <a:solidFill>
                  <a:srgbClr val="000099"/>
                </a:solidFill>
                <a:ea typeface="ＭＳ Ｐゴシック" panose="020B0600070205080204" pitchFamily="34" charset="-128"/>
              </a:rPr>
              <a:t>: </a:t>
            </a:r>
            <a:r>
              <a:rPr lang="en-US" altLang="en-US" dirty="0">
                <a:solidFill>
                  <a:srgbClr val="000000"/>
                </a:solidFill>
                <a:ea typeface="ＭＳ Ｐゴシック" panose="020B0600070205080204" pitchFamily="34" charset="-128"/>
              </a:rPr>
              <a:t>smaller number (10’s) of larger clusters in </a:t>
            </a:r>
            <a:r>
              <a:rPr lang="en-US" altLang="en-US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Internet Exchange Points (IXPs)</a:t>
            </a:r>
            <a:r>
              <a:rPr lang="en-US" altLang="en-US" dirty="0">
                <a:solidFill>
                  <a:srgbClr val="000000"/>
                </a:solidFill>
                <a:ea typeface="ＭＳ Ｐゴシック" panose="020B0600070205080204" pitchFamily="34" charset="-128"/>
              </a:rPr>
              <a:t> near (but not within) access networks</a:t>
            </a:r>
          </a:p>
          <a:p>
            <a:pPr lvl="2"/>
            <a:r>
              <a:rPr lang="en-US" altLang="en-US" dirty="0">
                <a:solidFill>
                  <a:srgbClr val="000000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rPr>
              <a:t>used by Limelight</a:t>
            </a:r>
            <a:endParaRPr lang="en-US" altLang="en-US" i="1" dirty="0">
              <a:solidFill>
                <a:srgbClr val="CC0000"/>
              </a:solidFill>
              <a:latin typeface="Gill Sans MT" panose="020B0502020104020203" pitchFamily="34" charset="0"/>
              <a:ea typeface="ＭＳ Ｐゴシック" panose="020B0600070205080204" pitchFamily="34" charset="-128"/>
            </a:endParaRPr>
          </a:p>
          <a:p>
            <a:pPr lvl="1"/>
            <a:endParaRPr lang="en-US" altLang="en-US" dirty="0">
              <a:solidFill>
                <a:srgbClr val="000000"/>
              </a:solidFill>
              <a:ea typeface="ＭＳ Ｐゴシック" panose="020B0600070205080204" pitchFamily="34" charset="-128"/>
            </a:endParaRPr>
          </a:p>
          <a:p>
            <a:endParaRPr lang="en-US" altLang="en-US" dirty="0">
              <a:solidFill>
                <a:srgbClr val="000000"/>
              </a:solidFill>
              <a:ea typeface="ＭＳ Ｐゴシック" panose="020B0600070205080204" pitchFamily="34" charset="-128"/>
            </a:endParaRPr>
          </a:p>
          <a:p>
            <a:endParaRPr lang="en-US" altLang="en-US" dirty="0">
              <a:solidFill>
                <a:srgbClr val="000000"/>
              </a:solidFill>
              <a:ea typeface="ＭＳ Ｐゴシック" panose="020B0600070205080204" pitchFamily="34" charset="-128"/>
            </a:endParaRPr>
          </a:p>
        </p:txBody>
      </p:sp>
      <p:pic>
        <p:nvPicPr>
          <p:cNvPr id="209923" name="Picture 17" descr="underline_base">
            <a:extLst>
              <a:ext uri="{FF2B5EF4-FFF2-40B4-BE49-F238E27FC236}">
                <a16:creationId xmlns:a16="http://schemas.microsoft.com/office/drawing/2014/main" id="{0188E172-A2C9-4DFC-A624-323FEDC0B5A9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163" y="957263"/>
            <a:ext cx="68564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9924" name="Rectangle 7">
            <a:extLst>
              <a:ext uri="{FF2B5EF4-FFF2-40B4-BE49-F238E27FC236}">
                <a16:creationId xmlns:a16="http://schemas.microsoft.com/office/drawing/2014/main" id="{5219FC6C-D2BA-479E-BD70-40298411365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6924675" y="6454775"/>
            <a:ext cx="1547813" cy="30003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209925" name="Rectangle 8">
            <a:extLst>
              <a:ext uri="{FF2B5EF4-FFF2-40B4-BE49-F238E27FC236}">
                <a16:creationId xmlns:a16="http://schemas.microsoft.com/office/drawing/2014/main" id="{A3A5941F-D42C-4403-B773-D918D6C0EA0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200">
                <a:latin typeface="Tahoma" panose="020B0604030504040204" pitchFamily="34" charset="0"/>
              </a:rPr>
              <a:t>2-</a:t>
            </a:r>
            <a:fld id="{3A9AAB59-A142-451D-9E24-D48056CFA61D}" type="slidenum">
              <a:rPr lang="en-US" altLang="en-US" sz="120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90</a:t>
            </a:fld>
            <a:endParaRPr lang="en-US" altLang="en-US" sz="1200"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9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9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92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92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92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92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Rectangle 2">
            <a:extLst>
              <a:ext uri="{FF2B5EF4-FFF2-40B4-BE49-F238E27FC236}">
                <a16:creationId xmlns:a16="http://schemas.microsoft.com/office/drawing/2014/main" id="{9CA76F3A-DB68-4685-A2E4-7B1C8BFD50C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255588" y="165100"/>
            <a:ext cx="8096250" cy="650875"/>
          </a:xfrm>
        </p:spPr>
        <p:txBody>
          <a:bodyPr/>
          <a:lstStyle/>
          <a:p>
            <a:pPr eaLnBrk="1" hangingPunct="1"/>
            <a:r>
              <a:rPr lang="en-US" altLang="zh-TW" sz="3600">
                <a:ea typeface="ＭＳ Ｐゴシック" panose="020B0600070205080204" pitchFamily="34" charset="-128"/>
              </a:rPr>
              <a:t>Internet structure: network of networks</a:t>
            </a:r>
            <a:endParaRPr lang="en-US" altLang="zh-TW">
              <a:ea typeface="ＭＳ Ｐゴシック" panose="020B0600070205080204" pitchFamily="34" charset="-128"/>
            </a:endParaRPr>
          </a:p>
        </p:txBody>
      </p:sp>
      <p:pic>
        <p:nvPicPr>
          <p:cNvPr id="80899" name="Picture 76" descr="underline_base">
            <a:extLst>
              <a:ext uri="{FF2B5EF4-FFF2-40B4-BE49-F238E27FC236}">
                <a16:creationId xmlns:a16="http://schemas.microsoft.com/office/drawing/2014/main" id="{F17CD28F-C56B-400D-BF97-1FAADACB4682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025" y="674688"/>
            <a:ext cx="7769225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80900" name="Group 5">
            <a:extLst>
              <a:ext uri="{FF2B5EF4-FFF2-40B4-BE49-F238E27FC236}">
                <a16:creationId xmlns:a16="http://schemas.microsoft.com/office/drawing/2014/main" id="{42460F9F-5403-47E9-B3A2-1F44355153DC}"/>
              </a:ext>
            </a:extLst>
          </p:cNvPr>
          <p:cNvGrpSpPr>
            <a:grpSpLocks/>
          </p:cNvGrpSpPr>
          <p:nvPr/>
        </p:nvGrpSpPr>
        <p:grpSpPr bwMode="auto">
          <a:xfrm>
            <a:off x="450850" y="1849438"/>
            <a:ext cx="8437563" cy="4559300"/>
            <a:chOff x="154891" y="1905681"/>
            <a:chExt cx="8436427" cy="4559651"/>
          </a:xfrm>
        </p:grpSpPr>
        <p:grpSp>
          <p:nvGrpSpPr>
            <p:cNvPr id="81193" name="Group 2">
              <a:extLst>
                <a:ext uri="{FF2B5EF4-FFF2-40B4-BE49-F238E27FC236}">
                  <a16:creationId xmlns:a16="http://schemas.microsoft.com/office/drawing/2014/main" id="{470C6F3F-357C-4A38-84C7-1F48212C544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529396" y="2297655"/>
              <a:ext cx="648422" cy="418253"/>
              <a:chOff x="3053396" y="4304255"/>
              <a:chExt cx="648422" cy="418253"/>
            </a:xfrm>
          </p:grpSpPr>
          <p:sp>
            <p:nvSpPr>
              <p:cNvPr id="81245" name="Freeform 84">
                <a:extLst>
                  <a:ext uri="{FF2B5EF4-FFF2-40B4-BE49-F238E27FC236}">
                    <a16:creationId xmlns:a16="http://schemas.microsoft.com/office/drawing/2014/main" id="{5F074ED2-3111-4149-B47A-0A89C3F3BE2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246" name="TextBox 1">
                <a:extLst>
                  <a:ext uri="{FF2B5EF4-FFF2-40B4-BE49-F238E27FC236}">
                    <a16:creationId xmlns:a16="http://schemas.microsoft.com/office/drawing/2014/main" id="{24DAB371-7E65-414A-BD99-838A2A517E1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81194" name="Group 131">
              <a:extLst>
                <a:ext uri="{FF2B5EF4-FFF2-40B4-BE49-F238E27FC236}">
                  <a16:creationId xmlns:a16="http://schemas.microsoft.com/office/drawing/2014/main" id="{4F406206-2462-4F9C-900D-A59644411F3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3696" y="3097755"/>
              <a:ext cx="648422" cy="418253"/>
              <a:chOff x="3053396" y="4304255"/>
              <a:chExt cx="648422" cy="418253"/>
            </a:xfrm>
          </p:grpSpPr>
          <p:sp>
            <p:nvSpPr>
              <p:cNvPr id="81243" name="Freeform 84">
                <a:extLst>
                  <a:ext uri="{FF2B5EF4-FFF2-40B4-BE49-F238E27FC236}">
                    <a16:creationId xmlns:a16="http://schemas.microsoft.com/office/drawing/2014/main" id="{7CEED58A-A923-4754-A4A8-409B6B8825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244" name="TextBox 133">
                <a:extLst>
                  <a:ext uri="{FF2B5EF4-FFF2-40B4-BE49-F238E27FC236}">
                    <a16:creationId xmlns:a16="http://schemas.microsoft.com/office/drawing/2014/main" id="{21471D43-4D96-4EB8-B822-494FB5ECADA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81195" name="Group 135">
              <a:extLst>
                <a:ext uri="{FF2B5EF4-FFF2-40B4-BE49-F238E27FC236}">
                  <a16:creationId xmlns:a16="http://schemas.microsoft.com/office/drawing/2014/main" id="{9BF2EF4A-6E2E-4592-9425-72161E18511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037896" y="2551655"/>
              <a:ext cx="648422" cy="418253"/>
              <a:chOff x="3053396" y="4304255"/>
              <a:chExt cx="648422" cy="418253"/>
            </a:xfrm>
          </p:grpSpPr>
          <p:sp>
            <p:nvSpPr>
              <p:cNvPr id="81241" name="Freeform 84">
                <a:extLst>
                  <a:ext uri="{FF2B5EF4-FFF2-40B4-BE49-F238E27FC236}">
                    <a16:creationId xmlns:a16="http://schemas.microsoft.com/office/drawing/2014/main" id="{4AB91528-3CFB-453D-A224-160168466D6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242" name="TextBox 137">
                <a:extLst>
                  <a:ext uri="{FF2B5EF4-FFF2-40B4-BE49-F238E27FC236}">
                    <a16:creationId xmlns:a16="http://schemas.microsoft.com/office/drawing/2014/main" id="{667AC504-16DC-4C5B-B7D9-829F9A29B9D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81196" name="Group 138">
              <a:extLst>
                <a:ext uri="{FF2B5EF4-FFF2-40B4-BE49-F238E27FC236}">
                  <a16:creationId xmlns:a16="http://schemas.microsoft.com/office/drawing/2014/main" id="{B71F7343-9B5D-4C6B-965E-0D99B800B9B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45196" y="5409155"/>
              <a:ext cx="648422" cy="418253"/>
              <a:chOff x="3053396" y="4304255"/>
              <a:chExt cx="648422" cy="418253"/>
            </a:xfrm>
          </p:grpSpPr>
          <p:sp>
            <p:nvSpPr>
              <p:cNvPr id="81239" name="Freeform 84">
                <a:extLst>
                  <a:ext uri="{FF2B5EF4-FFF2-40B4-BE49-F238E27FC236}">
                    <a16:creationId xmlns:a16="http://schemas.microsoft.com/office/drawing/2014/main" id="{979C5982-085F-4A4F-B08E-17E1D8B85D5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240" name="TextBox 140">
                <a:extLst>
                  <a:ext uri="{FF2B5EF4-FFF2-40B4-BE49-F238E27FC236}">
                    <a16:creationId xmlns:a16="http://schemas.microsoft.com/office/drawing/2014/main" id="{9190C657-12E9-4F01-96FC-8144C82B1E4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81197" name="Group 141">
              <a:extLst>
                <a:ext uri="{FF2B5EF4-FFF2-40B4-BE49-F238E27FC236}">
                  <a16:creationId xmlns:a16="http://schemas.microsoft.com/office/drawing/2014/main" id="{5544C0D2-1693-4EE9-A281-46C598D6063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26096" y="4786855"/>
              <a:ext cx="648422" cy="418253"/>
              <a:chOff x="3053396" y="4304255"/>
              <a:chExt cx="648422" cy="418253"/>
            </a:xfrm>
          </p:grpSpPr>
          <p:sp>
            <p:nvSpPr>
              <p:cNvPr id="81237" name="Freeform 84">
                <a:extLst>
                  <a:ext uri="{FF2B5EF4-FFF2-40B4-BE49-F238E27FC236}">
                    <a16:creationId xmlns:a16="http://schemas.microsoft.com/office/drawing/2014/main" id="{D71D05D2-2761-452F-A972-3BB248370AF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238" name="TextBox 143">
                <a:extLst>
                  <a:ext uri="{FF2B5EF4-FFF2-40B4-BE49-F238E27FC236}">
                    <a16:creationId xmlns:a16="http://schemas.microsoft.com/office/drawing/2014/main" id="{1ADDFCEC-4BFB-49CD-831E-AD225CB5E37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81198" name="Group 144">
              <a:extLst>
                <a:ext uri="{FF2B5EF4-FFF2-40B4-BE49-F238E27FC236}">
                  <a16:creationId xmlns:a16="http://schemas.microsoft.com/office/drawing/2014/main" id="{931FB7FB-563D-4A84-9E30-FB10BB3F44F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97496" y="4126455"/>
              <a:ext cx="648422" cy="418253"/>
              <a:chOff x="3053396" y="4304255"/>
              <a:chExt cx="648422" cy="418253"/>
            </a:xfrm>
          </p:grpSpPr>
          <p:sp>
            <p:nvSpPr>
              <p:cNvPr id="81235" name="Freeform 84">
                <a:extLst>
                  <a:ext uri="{FF2B5EF4-FFF2-40B4-BE49-F238E27FC236}">
                    <a16:creationId xmlns:a16="http://schemas.microsoft.com/office/drawing/2014/main" id="{0FEA9B12-90C5-4542-9248-E586D29845D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236" name="TextBox 146">
                <a:extLst>
                  <a:ext uri="{FF2B5EF4-FFF2-40B4-BE49-F238E27FC236}">
                    <a16:creationId xmlns:a16="http://schemas.microsoft.com/office/drawing/2014/main" id="{75AEE9C1-52E8-4E1A-97E2-B761BD769BB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81199" name="Group 147">
              <a:extLst>
                <a:ext uri="{FF2B5EF4-FFF2-40B4-BE49-F238E27FC236}">
                  <a16:creationId xmlns:a16="http://schemas.microsoft.com/office/drawing/2014/main" id="{33AFD10D-8100-4E6F-A87A-C615A4971DE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787196" y="2983455"/>
              <a:ext cx="648422" cy="418253"/>
              <a:chOff x="3053396" y="4304255"/>
              <a:chExt cx="648422" cy="418253"/>
            </a:xfrm>
          </p:grpSpPr>
          <p:sp>
            <p:nvSpPr>
              <p:cNvPr id="81233" name="Freeform 84">
                <a:extLst>
                  <a:ext uri="{FF2B5EF4-FFF2-40B4-BE49-F238E27FC236}">
                    <a16:creationId xmlns:a16="http://schemas.microsoft.com/office/drawing/2014/main" id="{7B200F71-6838-40FE-9950-69CE77ED741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234" name="TextBox 149">
                <a:extLst>
                  <a:ext uri="{FF2B5EF4-FFF2-40B4-BE49-F238E27FC236}">
                    <a16:creationId xmlns:a16="http://schemas.microsoft.com/office/drawing/2014/main" id="{AB402212-0FAE-4F73-AFFA-9CB3C4E4077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81200" name="Group 150">
              <a:extLst>
                <a:ext uri="{FF2B5EF4-FFF2-40B4-BE49-F238E27FC236}">
                  <a16:creationId xmlns:a16="http://schemas.microsoft.com/office/drawing/2014/main" id="{A7945145-F56E-4838-9CB4-5063C7F02F1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29596" y="2056355"/>
              <a:ext cx="648422" cy="418253"/>
              <a:chOff x="3053396" y="4304255"/>
              <a:chExt cx="648422" cy="418253"/>
            </a:xfrm>
          </p:grpSpPr>
          <p:sp>
            <p:nvSpPr>
              <p:cNvPr id="81231" name="Freeform 84">
                <a:extLst>
                  <a:ext uri="{FF2B5EF4-FFF2-40B4-BE49-F238E27FC236}">
                    <a16:creationId xmlns:a16="http://schemas.microsoft.com/office/drawing/2014/main" id="{8B440D4B-D4E6-4EBE-9D17-CCDDA46821F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232" name="TextBox 152">
                <a:extLst>
                  <a:ext uri="{FF2B5EF4-FFF2-40B4-BE49-F238E27FC236}">
                    <a16:creationId xmlns:a16="http://schemas.microsoft.com/office/drawing/2014/main" id="{A0BC1E95-18DE-4CA4-802B-8E1566CBC26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81201" name="Group 153">
              <a:extLst>
                <a:ext uri="{FF2B5EF4-FFF2-40B4-BE49-F238E27FC236}">
                  <a16:creationId xmlns:a16="http://schemas.microsoft.com/office/drawing/2014/main" id="{B03A6625-86A6-4967-A876-39AF93BF6EF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54696" y="2704055"/>
              <a:ext cx="648422" cy="418253"/>
              <a:chOff x="3053396" y="4304255"/>
              <a:chExt cx="648422" cy="418253"/>
            </a:xfrm>
          </p:grpSpPr>
          <p:sp>
            <p:nvSpPr>
              <p:cNvPr id="81229" name="Freeform 84">
                <a:extLst>
                  <a:ext uri="{FF2B5EF4-FFF2-40B4-BE49-F238E27FC236}">
                    <a16:creationId xmlns:a16="http://schemas.microsoft.com/office/drawing/2014/main" id="{E8004B00-34C0-4E16-96FD-27434728FF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230" name="TextBox 155">
                <a:extLst>
                  <a:ext uri="{FF2B5EF4-FFF2-40B4-BE49-F238E27FC236}">
                    <a16:creationId xmlns:a16="http://schemas.microsoft.com/office/drawing/2014/main" id="{342419F8-3BAC-4A9B-B3D6-3313193C648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81202" name="Group 156">
              <a:extLst>
                <a:ext uri="{FF2B5EF4-FFF2-40B4-BE49-F238E27FC236}">
                  <a16:creationId xmlns:a16="http://schemas.microsoft.com/office/drawing/2014/main" id="{09CC63FB-C7E3-443A-9BAA-56BBFF86197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043996" y="2030955"/>
              <a:ext cx="648422" cy="418253"/>
              <a:chOff x="3053396" y="4304255"/>
              <a:chExt cx="648422" cy="418253"/>
            </a:xfrm>
          </p:grpSpPr>
          <p:sp>
            <p:nvSpPr>
              <p:cNvPr id="81227" name="Freeform 84">
                <a:extLst>
                  <a:ext uri="{FF2B5EF4-FFF2-40B4-BE49-F238E27FC236}">
                    <a16:creationId xmlns:a16="http://schemas.microsoft.com/office/drawing/2014/main" id="{06400C62-FBF3-46A2-99B4-1E8DE2C0543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228" name="TextBox 158">
                <a:extLst>
                  <a:ext uri="{FF2B5EF4-FFF2-40B4-BE49-F238E27FC236}">
                    <a16:creationId xmlns:a16="http://schemas.microsoft.com/office/drawing/2014/main" id="{AE2589B3-FB1D-4A1F-B144-C2DBF7CC5D6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81203" name="Group 160">
              <a:extLst>
                <a:ext uri="{FF2B5EF4-FFF2-40B4-BE49-F238E27FC236}">
                  <a16:creationId xmlns:a16="http://schemas.microsoft.com/office/drawing/2014/main" id="{4AFAB9BF-97F8-46E1-B65C-0BE1CB17D7D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104696" y="5663155"/>
              <a:ext cx="648422" cy="418253"/>
              <a:chOff x="3053396" y="4304255"/>
              <a:chExt cx="648422" cy="418253"/>
            </a:xfrm>
          </p:grpSpPr>
          <p:sp>
            <p:nvSpPr>
              <p:cNvPr id="81225" name="Freeform 84">
                <a:extLst>
                  <a:ext uri="{FF2B5EF4-FFF2-40B4-BE49-F238E27FC236}">
                    <a16:creationId xmlns:a16="http://schemas.microsoft.com/office/drawing/2014/main" id="{A4709E2A-5EE8-4CD1-9D74-A49BC9B7A43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226" name="TextBox 162">
                <a:extLst>
                  <a:ext uri="{FF2B5EF4-FFF2-40B4-BE49-F238E27FC236}">
                    <a16:creationId xmlns:a16="http://schemas.microsoft.com/office/drawing/2014/main" id="{087EB797-D494-4658-8DD4-4A013A90BE3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81204" name="Group 163">
              <a:extLst>
                <a:ext uri="{FF2B5EF4-FFF2-40B4-BE49-F238E27FC236}">
                  <a16:creationId xmlns:a16="http://schemas.microsoft.com/office/drawing/2014/main" id="{C42E0910-1AA8-416D-AB96-4EEE2EC8490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942896" y="5015455"/>
              <a:ext cx="648422" cy="418253"/>
              <a:chOff x="3053396" y="4304255"/>
              <a:chExt cx="648422" cy="418253"/>
            </a:xfrm>
          </p:grpSpPr>
          <p:sp>
            <p:nvSpPr>
              <p:cNvPr id="81223" name="Freeform 84">
                <a:extLst>
                  <a:ext uri="{FF2B5EF4-FFF2-40B4-BE49-F238E27FC236}">
                    <a16:creationId xmlns:a16="http://schemas.microsoft.com/office/drawing/2014/main" id="{83AC1374-1A66-494E-B37B-38CA17AB7CD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224" name="TextBox 165">
                <a:extLst>
                  <a:ext uri="{FF2B5EF4-FFF2-40B4-BE49-F238E27FC236}">
                    <a16:creationId xmlns:a16="http://schemas.microsoft.com/office/drawing/2014/main" id="{A418D7DA-3CBB-4996-9EE2-C868C2C4F5E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81205" name="Group 166">
              <a:extLst>
                <a:ext uri="{FF2B5EF4-FFF2-40B4-BE49-F238E27FC236}">
                  <a16:creationId xmlns:a16="http://schemas.microsoft.com/office/drawing/2014/main" id="{FDF5743D-0DA4-4782-84AA-FDC3F354082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714296" y="4101055"/>
              <a:ext cx="648422" cy="418253"/>
              <a:chOff x="3053396" y="4304255"/>
              <a:chExt cx="648422" cy="418253"/>
            </a:xfrm>
          </p:grpSpPr>
          <p:sp>
            <p:nvSpPr>
              <p:cNvPr id="81221" name="Freeform 84">
                <a:extLst>
                  <a:ext uri="{FF2B5EF4-FFF2-40B4-BE49-F238E27FC236}">
                    <a16:creationId xmlns:a16="http://schemas.microsoft.com/office/drawing/2014/main" id="{6CACC76A-4A15-47FB-96EB-5BEE0C40ECB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222" name="TextBox 168">
                <a:extLst>
                  <a:ext uri="{FF2B5EF4-FFF2-40B4-BE49-F238E27FC236}">
                    <a16:creationId xmlns:a16="http://schemas.microsoft.com/office/drawing/2014/main" id="{3F131045-810B-483C-926A-39BBE6DF7A2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81206" name="Group 169">
              <a:extLst>
                <a:ext uri="{FF2B5EF4-FFF2-40B4-BE49-F238E27FC236}">
                  <a16:creationId xmlns:a16="http://schemas.microsoft.com/office/drawing/2014/main" id="{773ED4B9-48E1-4E05-A0FE-3EDFBB150D0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869496" y="5904455"/>
              <a:ext cx="648422" cy="418253"/>
              <a:chOff x="3053396" y="4304255"/>
              <a:chExt cx="648422" cy="418253"/>
            </a:xfrm>
          </p:grpSpPr>
          <p:sp>
            <p:nvSpPr>
              <p:cNvPr id="81219" name="Freeform 84">
                <a:extLst>
                  <a:ext uri="{FF2B5EF4-FFF2-40B4-BE49-F238E27FC236}">
                    <a16:creationId xmlns:a16="http://schemas.microsoft.com/office/drawing/2014/main" id="{309F1C01-3196-4786-A136-E0000BD43F0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220" name="TextBox 171">
                <a:extLst>
                  <a:ext uri="{FF2B5EF4-FFF2-40B4-BE49-F238E27FC236}">
                    <a16:creationId xmlns:a16="http://schemas.microsoft.com/office/drawing/2014/main" id="{52FBFC57-DEEC-4768-B7BB-AB52C607A3E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81207" name="Group 172">
              <a:extLst>
                <a:ext uri="{FF2B5EF4-FFF2-40B4-BE49-F238E27FC236}">
                  <a16:creationId xmlns:a16="http://schemas.microsoft.com/office/drawing/2014/main" id="{86AE298D-BF4F-47E0-96C0-BB7BF2A4439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55096" y="6044155"/>
              <a:ext cx="648422" cy="418253"/>
              <a:chOff x="3053396" y="4304255"/>
              <a:chExt cx="648422" cy="418253"/>
            </a:xfrm>
          </p:grpSpPr>
          <p:sp>
            <p:nvSpPr>
              <p:cNvPr id="81217" name="Freeform 84">
                <a:extLst>
                  <a:ext uri="{FF2B5EF4-FFF2-40B4-BE49-F238E27FC236}">
                    <a16:creationId xmlns:a16="http://schemas.microsoft.com/office/drawing/2014/main" id="{57FBBE39-4B41-48E3-8661-01C6E37922E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218" name="TextBox 174">
                <a:extLst>
                  <a:ext uri="{FF2B5EF4-FFF2-40B4-BE49-F238E27FC236}">
                    <a16:creationId xmlns:a16="http://schemas.microsoft.com/office/drawing/2014/main" id="{25CDE36D-8936-4120-AD94-573F369349D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81208" name="Group 175">
              <a:extLst>
                <a:ext uri="{FF2B5EF4-FFF2-40B4-BE49-F238E27FC236}">
                  <a16:creationId xmlns:a16="http://schemas.microsoft.com/office/drawing/2014/main" id="{61614811-C726-4F09-A46F-0645817F5D3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35896" y="5891755"/>
              <a:ext cx="648422" cy="418253"/>
              <a:chOff x="3053396" y="4304255"/>
              <a:chExt cx="648422" cy="418253"/>
            </a:xfrm>
          </p:grpSpPr>
          <p:sp>
            <p:nvSpPr>
              <p:cNvPr id="81215" name="Freeform 84">
                <a:extLst>
                  <a:ext uri="{FF2B5EF4-FFF2-40B4-BE49-F238E27FC236}">
                    <a16:creationId xmlns:a16="http://schemas.microsoft.com/office/drawing/2014/main" id="{78D760E8-D302-49BA-BE31-AC52FD69C09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216" name="TextBox 177">
                <a:extLst>
                  <a:ext uri="{FF2B5EF4-FFF2-40B4-BE49-F238E27FC236}">
                    <a16:creationId xmlns:a16="http://schemas.microsoft.com/office/drawing/2014/main" id="{DD08AE3B-6C99-4AE4-8689-0CDB2083E1B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sp>
          <p:nvSpPr>
            <p:cNvPr id="81209" name="TextBox 4">
              <a:extLst>
                <a:ext uri="{FF2B5EF4-FFF2-40B4-BE49-F238E27FC236}">
                  <a16:creationId xmlns:a16="http://schemas.microsoft.com/office/drawing/2014/main" id="{AE39F058-41FB-468D-B878-F9EBB3235E9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053502">
              <a:off x="5143500" y="1955800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>
                  <a:solidFill>
                    <a:srgbClr val="0000FF"/>
                  </a:solidFill>
                  <a:latin typeface="Arial" panose="020B0604020202020204" pitchFamily="34" charset="0"/>
                </a:rPr>
                <a:t>…</a:t>
              </a:r>
            </a:p>
          </p:txBody>
        </p:sp>
        <p:sp>
          <p:nvSpPr>
            <p:cNvPr id="81210" name="TextBox 179">
              <a:extLst>
                <a:ext uri="{FF2B5EF4-FFF2-40B4-BE49-F238E27FC236}">
                  <a16:creationId xmlns:a16="http://schemas.microsoft.com/office/drawing/2014/main" id="{D2B03E94-8395-4D03-9CDA-2271BE35E9D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2829263">
              <a:off x="7429500" y="3429000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>
                  <a:solidFill>
                    <a:srgbClr val="0000FF"/>
                  </a:solidFill>
                  <a:latin typeface="Arial" panose="020B0604020202020204" pitchFamily="34" charset="0"/>
                </a:rPr>
                <a:t>…</a:t>
              </a:r>
            </a:p>
          </p:txBody>
        </p:sp>
        <p:sp>
          <p:nvSpPr>
            <p:cNvPr id="81211" name="TextBox 180">
              <a:extLst>
                <a:ext uri="{FF2B5EF4-FFF2-40B4-BE49-F238E27FC236}">
                  <a16:creationId xmlns:a16="http://schemas.microsoft.com/office/drawing/2014/main" id="{BC92B917-8070-433F-ADA9-BC00DB2650C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9845918">
              <a:off x="6098241" y="5942112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>
                  <a:solidFill>
                    <a:srgbClr val="0000FF"/>
                  </a:solidFill>
                  <a:latin typeface="Arial" panose="020B0604020202020204" pitchFamily="34" charset="0"/>
                </a:rPr>
                <a:t>…</a:t>
              </a:r>
            </a:p>
          </p:txBody>
        </p:sp>
        <p:sp>
          <p:nvSpPr>
            <p:cNvPr id="81212" name="TextBox 181">
              <a:extLst>
                <a:ext uri="{FF2B5EF4-FFF2-40B4-BE49-F238E27FC236}">
                  <a16:creationId xmlns:a16="http://schemas.microsoft.com/office/drawing/2014/main" id="{7CD799A2-495A-40C3-9E68-1D649EE5A99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9948738">
              <a:off x="1730786" y="5845469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>
                  <a:solidFill>
                    <a:srgbClr val="0000FF"/>
                  </a:solidFill>
                  <a:latin typeface="Arial" panose="020B0604020202020204" pitchFamily="34" charset="0"/>
                </a:rPr>
                <a:t>…</a:t>
              </a:r>
            </a:p>
          </p:txBody>
        </p:sp>
        <p:sp>
          <p:nvSpPr>
            <p:cNvPr id="81213" name="TextBox 182">
              <a:extLst>
                <a:ext uri="{FF2B5EF4-FFF2-40B4-BE49-F238E27FC236}">
                  <a16:creationId xmlns:a16="http://schemas.microsoft.com/office/drawing/2014/main" id="{7D9480E8-46FF-49D8-96BB-EA041A7C8BB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4992697">
              <a:off x="144631" y="3539025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>
                  <a:solidFill>
                    <a:srgbClr val="0000FF"/>
                  </a:solidFill>
                  <a:latin typeface="Arial" panose="020B0604020202020204" pitchFamily="34" charset="0"/>
                </a:rPr>
                <a:t>…</a:t>
              </a:r>
            </a:p>
          </p:txBody>
        </p:sp>
        <p:sp>
          <p:nvSpPr>
            <p:cNvPr id="81214" name="TextBox 183">
              <a:extLst>
                <a:ext uri="{FF2B5EF4-FFF2-40B4-BE49-F238E27FC236}">
                  <a16:creationId xmlns:a16="http://schemas.microsoft.com/office/drawing/2014/main" id="{F2A4F48A-6188-4CB8-8DDB-EBD7953A142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1017263">
              <a:off x="2330376" y="1905681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>
                  <a:solidFill>
                    <a:srgbClr val="0000FF"/>
                  </a:solidFill>
                  <a:latin typeface="Arial" panose="020B0604020202020204" pitchFamily="34" charset="0"/>
                </a:rPr>
                <a:t>…</a:t>
              </a:r>
            </a:p>
          </p:txBody>
        </p:sp>
      </p:grpSp>
      <p:grpSp>
        <p:nvGrpSpPr>
          <p:cNvPr id="80902" name="Group 8">
            <a:extLst>
              <a:ext uri="{FF2B5EF4-FFF2-40B4-BE49-F238E27FC236}">
                <a16:creationId xmlns:a16="http://schemas.microsoft.com/office/drawing/2014/main" id="{C9F64F22-96EC-4479-95A5-4C9E0EA05B6D}"/>
              </a:ext>
            </a:extLst>
          </p:cNvPr>
          <p:cNvGrpSpPr>
            <a:grpSpLocks/>
          </p:cNvGrpSpPr>
          <p:nvPr/>
        </p:nvGrpSpPr>
        <p:grpSpPr bwMode="auto">
          <a:xfrm>
            <a:off x="4546600" y="3746500"/>
            <a:ext cx="3225800" cy="1117600"/>
            <a:chOff x="7848600" y="2044700"/>
            <a:chExt cx="3200399" cy="1371600"/>
          </a:xfrm>
        </p:grpSpPr>
        <p:sp>
          <p:nvSpPr>
            <p:cNvPr id="81110" name="Oval 3">
              <a:extLst>
                <a:ext uri="{FF2B5EF4-FFF2-40B4-BE49-F238E27FC236}">
                  <a16:creationId xmlns:a16="http://schemas.microsoft.com/office/drawing/2014/main" id="{9CBBD2DA-08C0-461A-871D-311CE388C3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848600" y="2044700"/>
              <a:ext cx="3200399" cy="1371600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grpSp>
          <p:nvGrpSpPr>
            <p:cNvPr id="81111" name="Group 133">
              <a:extLst>
                <a:ext uri="{FF2B5EF4-FFF2-40B4-BE49-F238E27FC236}">
                  <a16:creationId xmlns:a16="http://schemas.microsoft.com/office/drawing/2014/main" id="{2001429C-9D39-4B96-ABE4-D142FF5F5B8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526482" y="2160804"/>
              <a:ext cx="532759" cy="184809"/>
              <a:chOff x="2356" y="1300"/>
              <a:chExt cx="555" cy="194"/>
            </a:xfrm>
          </p:grpSpPr>
          <p:sp>
            <p:nvSpPr>
              <p:cNvPr id="81185" name="Oval 407">
                <a:extLst>
                  <a:ext uri="{FF2B5EF4-FFF2-40B4-BE49-F238E27FC236}">
                    <a16:creationId xmlns:a16="http://schemas.microsoft.com/office/drawing/2014/main" id="{5457C828-406F-4120-A942-DC54806BE0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186" name="Rectangle 410">
                <a:extLst>
                  <a:ext uri="{FF2B5EF4-FFF2-40B4-BE49-F238E27FC236}">
                    <a16:creationId xmlns:a16="http://schemas.microsoft.com/office/drawing/2014/main" id="{1C4A77F2-7D4B-4200-96D0-238C813B0F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187" name="Oval 411">
                <a:extLst>
                  <a:ext uri="{FF2B5EF4-FFF2-40B4-BE49-F238E27FC236}">
                    <a16:creationId xmlns:a16="http://schemas.microsoft.com/office/drawing/2014/main" id="{B830C9A7-940C-4E11-B071-7053F88F61E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1188" name="Group 137">
                <a:extLst>
                  <a:ext uri="{FF2B5EF4-FFF2-40B4-BE49-F238E27FC236}">
                    <a16:creationId xmlns:a16="http://schemas.microsoft.com/office/drawing/2014/main" id="{B520984D-AE04-4D9B-810D-2ED0D98999D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1191" name="Freeform 138">
                  <a:extLst>
                    <a:ext uri="{FF2B5EF4-FFF2-40B4-BE49-F238E27FC236}">
                      <a16:creationId xmlns:a16="http://schemas.microsoft.com/office/drawing/2014/main" id="{801705DC-52DD-424D-9C29-C1015A19B1F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1192" name="Freeform 139">
                  <a:extLst>
                    <a:ext uri="{FF2B5EF4-FFF2-40B4-BE49-F238E27FC236}">
                      <a16:creationId xmlns:a16="http://schemas.microsoft.com/office/drawing/2014/main" id="{69B80756-964F-4300-8845-444DF8F75DE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1189" name="Line 140">
                <a:extLst>
                  <a:ext uri="{FF2B5EF4-FFF2-40B4-BE49-F238E27FC236}">
                    <a16:creationId xmlns:a16="http://schemas.microsoft.com/office/drawing/2014/main" id="{12526B55-4BBB-4EFA-8C33-861C88FA51A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7" y="1362"/>
                <a:ext cx="0" cy="8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190" name="Line 141">
                <a:extLst>
                  <a:ext uri="{FF2B5EF4-FFF2-40B4-BE49-F238E27FC236}">
                    <a16:creationId xmlns:a16="http://schemas.microsoft.com/office/drawing/2014/main" id="{50DE5A88-2D4F-4F30-85DA-BE1F241F91C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8" y="1364"/>
                <a:ext cx="0" cy="8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cxnSp>
          <p:nvCxnSpPr>
            <p:cNvPr id="81112" name="Straight Connector 10">
              <a:extLst>
                <a:ext uri="{FF2B5EF4-FFF2-40B4-BE49-F238E27FC236}">
                  <a16:creationId xmlns:a16="http://schemas.microsoft.com/office/drawing/2014/main" id="{CC0D4F06-B0B1-4775-8715-EA4854044C1F}"/>
                </a:ext>
              </a:extLst>
            </p:cNvPr>
            <p:cNvCxnSpPr>
              <a:cxnSpLocks noChangeShapeType="1"/>
              <a:stCxn id="81190" idx="0"/>
            </p:cNvCxnSpPr>
            <p:nvPr/>
          </p:nvCxnSpPr>
          <p:spPr bwMode="auto">
            <a:xfrm>
              <a:off x="9055401" y="2220819"/>
              <a:ext cx="975377" cy="13653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1113" name="Straight Connector 297">
              <a:extLst>
                <a:ext uri="{FF2B5EF4-FFF2-40B4-BE49-F238E27FC236}">
                  <a16:creationId xmlns:a16="http://schemas.microsoft.com/office/drawing/2014/main" id="{11FDB85F-2D8B-4519-A9E0-7A9B4BDE7F23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9522191" y="2583188"/>
              <a:ext cx="120745" cy="8339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1114" name="Straight Connector 298">
              <a:extLst>
                <a:ext uri="{FF2B5EF4-FFF2-40B4-BE49-F238E27FC236}">
                  <a16:creationId xmlns:a16="http://schemas.microsoft.com/office/drawing/2014/main" id="{BF7DED2F-1C99-4603-B375-1716D6CA2C2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9323081" y="2786992"/>
              <a:ext cx="243358" cy="4562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1115" name="Straight Connector 299">
              <a:extLst>
                <a:ext uri="{FF2B5EF4-FFF2-40B4-BE49-F238E27FC236}">
                  <a16:creationId xmlns:a16="http://schemas.microsoft.com/office/drawing/2014/main" id="{257A9F56-2849-4386-9D52-87A6E1D441E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9028147" y="2611644"/>
              <a:ext cx="192778" cy="10958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1116" name="Straight Connector 300">
              <a:extLst>
                <a:ext uri="{FF2B5EF4-FFF2-40B4-BE49-F238E27FC236}">
                  <a16:creationId xmlns:a16="http://schemas.microsoft.com/office/drawing/2014/main" id="{96EBBFAD-FC03-4A07-9BD4-90A815B3693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8729859" y="2909476"/>
              <a:ext cx="192778" cy="10958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1117" name="Straight Connector 301">
              <a:extLst>
                <a:ext uri="{FF2B5EF4-FFF2-40B4-BE49-F238E27FC236}">
                  <a16:creationId xmlns:a16="http://schemas.microsoft.com/office/drawing/2014/main" id="{5EFB7FA4-00E9-4DBE-96EC-CAC068874525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9537887" y="2836224"/>
              <a:ext cx="252969" cy="25294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1118" name="Straight Connector 302">
              <a:extLst>
                <a:ext uri="{FF2B5EF4-FFF2-40B4-BE49-F238E27FC236}">
                  <a16:creationId xmlns:a16="http://schemas.microsoft.com/office/drawing/2014/main" id="{9A4E91CF-49CB-462A-811A-CF4192470C5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10029359" y="2822067"/>
              <a:ext cx="354959" cy="124390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1119" name="Straight Connector 303">
              <a:extLst>
                <a:ext uri="{FF2B5EF4-FFF2-40B4-BE49-F238E27FC236}">
                  <a16:creationId xmlns:a16="http://schemas.microsoft.com/office/drawing/2014/main" id="{BA37FE20-7B36-43F4-B415-7836C7F3CEB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10015190" y="2475242"/>
              <a:ext cx="283363" cy="19566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1120" name="Straight Connector 304">
              <a:extLst>
                <a:ext uri="{FF2B5EF4-FFF2-40B4-BE49-F238E27FC236}">
                  <a16:creationId xmlns:a16="http://schemas.microsoft.com/office/drawing/2014/main" id="{97C2F70B-5B2B-47FF-9CE4-56FAEE1B8C22}"/>
                </a:ext>
              </a:extLst>
            </p:cNvPr>
            <p:cNvCxnSpPr>
              <a:cxnSpLocks noChangeShapeType="1"/>
              <a:endCxn id="81185" idx="4"/>
            </p:cNvCxnSpPr>
            <p:nvPr/>
          </p:nvCxnSpPr>
          <p:spPr bwMode="auto">
            <a:xfrm flipH="1" flipV="1">
              <a:off x="8791902" y="2345614"/>
              <a:ext cx="410984" cy="87180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81121" name="TextBox 39958">
              <a:extLst>
                <a:ext uri="{FF2B5EF4-FFF2-40B4-BE49-F238E27FC236}">
                  <a16:creationId xmlns:a16="http://schemas.microsoft.com/office/drawing/2014/main" id="{318D155F-61DF-4B0F-B3BD-6C395BD7455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58081" y="2471291"/>
              <a:ext cx="886407" cy="4910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 i="1">
                  <a:latin typeface="Arial" panose="020B0604020202020204" pitchFamily="34" charset="0"/>
                </a:rPr>
                <a:t>ISP B</a:t>
              </a:r>
            </a:p>
          </p:txBody>
        </p:sp>
        <p:grpSp>
          <p:nvGrpSpPr>
            <p:cNvPr id="81122" name="Group 133">
              <a:extLst>
                <a:ext uri="{FF2B5EF4-FFF2-40B4-BE49-F238E27FC236}">
                  <a16:creationId xmlns:a16="http://schemas.microsoft.com/office/drawing/2014/main" id="{A922B54E-0F97-4741-B35F-BEC5C558AAA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555206" y="2650627"/>
              <a:ext cx="532759" cy="184809"/>
              <a:chOff x="2356" y="1300"/>
              <a:chExt cx="555" cy="194"/>
            </a:xfrm>
          </p:grpSpPr>
          <p:sp>
            <p:nvSpPr>
              <p:cNvPr id="81177" name="Oval 407">
                <a:extLst>
                  <a:ext uri="{FF2B5EF4-FFF2-40B4-BE49-F238E27FC236}">
                    <a16:creationId xmlns:a16="http://schemas.microsoft.com/office/drawing/2014/main" id="{025F5598-847B-4229-BF0F-37C21C0B64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178" name="Rectangle 410">
                <a:extLst>
                  <a:ext uri="{FF2B5EF4-FFF2-40B4-BE49-F238E27FC236}">
                    <a16:creationId xmlns:a16="http://schemas.microsoft.com/office/drawing/2014/main" id="{7F92A4E9-AD34-4623-B1A9-2B87A78E9D4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179" name="Oval 411">
                <a:extLst>
                  <a:ext uri="{FF2B5EF4-FFF2-40B4-BE49-F238E27FC236}">
                    <a16:creationId xmlns:a16="http://schemas.microsoft.com/office/drawing/2014/main" id="{612CC67E-E802-49BA-9F17-2AADDDF1A7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1180" name="Group 137">
                <a:extLst>
                  <a:ext uri="{FF2B5EF4-FFF2-40B4-BE49-F238E27FC236}">
                    <a16:creationId xmlns:a16="http://schemas.microsoft.com/office/drawing/2014/main" id="{6F1F4E98-1AC3-4A85-88AC-B6A31C09133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1183" name="Freeform 138">
                  <a:extLst>
                    <a:ext uri="{FF2B5EF4-FFF2-40B4-BE49-F238E27FC236}">
                      <a16:creationId xmlns:a16="http://schemas.microsoft.com/office/drawing/2014/main" id="{08A8D2B3-63C2-4AFF-9C62-B29A981855B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1184" name="Freeform 139">
                  <a:extLst>
                    <a:ext uri="{FF2B5EF4-FFF2-40B4-BE49-F238E27FC236}">
                      <a16:creationId xmlns:a16="http://schemas.microsoft.com/office/drawing/2014/main" id="{07130EC8-1937-4739-806C-112836C183F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1181" name="Line 140">
                <a:extLst>
                  <a:ext uri="{FF2B5EF4-FFF2-40B4-BE49-F238E27FC236}">
                    <a16:creationId xmlns:a16="http://schemas.microsoft.com/office/drawing/2014/main" id="{99BF1A70-5213-4606-872D-C960270AF47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1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182" name="Line 141">
                <a:extLst>
                  <a:ext uri="{FF2B5EF4-FFF2-40B4-BE49-F238E27FC236}">
                    <a16:creationId xmlns:a16="http://schemas.microsoft.com/office/drawing/2014/main" id="{CA6D2B0A-F88C-471F-8E7F-7FB487125A3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8" y="1363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1123" name="Group 133">
              <a:extLst>
                <a:ext uri="{FF2B5EF4-FFF2-40B4-BE49-F238E27FC236}">
                  <a16:creationId xmlns:a16="http://schemas.microsoft.com/office/drawing/2014/main" id="{BBB7D6C6-B4B7-42D1-86AC-6F29C36ECA8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772607" y="2725609"/>
              <a:ext cx="532759" cy="184809"/>
              <a:chOff x="2356" y="1300"/>
              <a:chExt cx="555" cy="194"/>
            </a:xfrm>
          </p:grpSpPr>
          <p:sp>
            <p:nvSpPr>
              <p:cNvPr id="81169" name="Oval 407">
                <a:extLst>
                  <a:ext uri="{FF2B5EF4-FFF2-40B4-BE49-F238E27FC236}">
                    <a16:creationId xmlns:a16="http://schemas.microsoft.com/office/drawing/2014/main" id="{1A0CC1D1-8747-4BA2-944B-86DFCFCA6B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170" name="Rectangle 410">
                <a:extLst>
                  <a:ext uri="{FF2B5EF4-FFF2-40B4-BE49-F238E27FC236}">
                    <a16:creationId xmlns:a16="http://schemas.microsoft.com/office/drawing/2014/main" id="{9B8520E4-EC82-4C2E-8588-F8DB5B5500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171" name="Oval 411">
                <a:extLst>
                  <a:ext uri="{FF2B5EF4-FFF2-40B4-BE49-F238E27FC236}">
                    <a16:creationId xmlns:a16="http://schemas.microsoft.com/office/drawing/2014/main" id="{89030283-9CBF-4C7C-BFD5-6895BAFF24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1172" name="Group 137">
                <a:extLst>
                  <a:ext uri="{FF2B5EF4-FFF2-40B4-BE49-F238E27FC236}">
                    <a16:creationId xmlns:a16="http://schemas.microsoft.com/office/drawing/2014/main" id="{88C4230A-9607-435B-AF41-177A6ED5253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1175" name="Freeform 138">
                  <a:extLst>
                    <a:ext uri="{FF2B5EF4-FFF2-40B4-BE49-F238E27FC236}">
                      <a16:creationId xmlns:a16="http://schemas.microsoft.com/office/drawing/2014/main" id="{B225F0A5-E64A-4703-BB6A-EA2570C7EBB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1176" name="Freeform 139">
                  <a:extLst>
                    <a:ext uri="{FF2B5EF4-FFF2-40B4-BE49-F238E27FC236}">
                      <a16:creationId xmlns:a16="http://schemas.microsoft.com/office/drawing/2014/main" id="{34DCB36D-B2F5-4012-BC85-0DD36167209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1173" name="Line 140">
                <a:extLst>
                  <a:ext uri="{FF2B5EF4-FFF2-40B4-BE49-F238E27FC236}">
                    <a16:creationId xmlns:a16="http://schemas.microsoft.com/office/drawing/2014/main" id="{9421A326-AA31-450B-AFA4-267CE4252F2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56"/>
                <a:ext cx="0" cy="8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174" name="Line 141">
                <a:extLst>
                  <a:ext uri="{FF2B5EF4-FFF2-40B4-BE49-F238E27FC236}">
                    <a16:creationId xmlns:a16="http://schemas.microsoft.com/office/drawing/2014/main" id="{9B796197-1968-4C77-B8B2-BAE31F93177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8" y="1358"/>
                <a:ext cx="0" cy="8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1124" name="Group 133">
              <a:extLst>
                <a:ext uri="{FF2B5EF4-FFF2-40B4-BE49-F238E27FC236}">
                  <a16:creationId xmlns:a16="http://schemas.microsoft.com/office/drawing/2014/main" id="{F4361D8D-40D4-4E5A-A107-43004DA71EC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060908" y="2428111"/>
              <a:ext cx="532759" cy="184809"/>
              <a:chOff x="2356" y="1300"/>
              <a:chExt cx="555" cy="194"/>
            </a:xfrm>
          </p:grpSpPr>
          <p:sp>
            <p:nvSpPr>
              <p:cNvPr id="81161" name="Oval 407">
                <a:extLst>
                  <a:ext uri="{FF2B5EF4-FFF2-40B4-BE49-F238E27FC236}">
                    <a16:creationId xmlns:a16="http://schemas.microsoft.com/office/drawing/2014/main" id="{AC51B766-855F-432A-898F-D73E62E0237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162" name="Rectangle 410">
                <a:extLst>
                  <a:ext uri="{FF2B5EF4-FFF2-40B4-BE49-F238E27FC236}">
                    <a16:creationId xmlns:a16="http://schemas.microsoft.com/office/drawing/2014/main" id="{5E3C8F0D-DFDB-4AF5-81AE-5776970194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163" name="Oval 411">
                <a:extLst>
                  <a:ext uri="{FF2B5EF4-FFF2-40B4-BE49-F238E27FC236}">
                    <a16:creationId xmlns:a16="http://schemas.microsoft.com/office/drawing/2014/main" id="{A2EA57A7-488C-423F-ACE5-47DB188F2DF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1164" name="Group 137">
                <a:extLst>
                  <a:ext uri="{FF2B5EF4-FFF2-40B4-BE49-F238E27FC236}">
                    <a16:creationId xmlns:a16="http://schemas.microsoft.com/office/drawing/2014/main" id="{BE0642A1-E718-4A2A-AD2F-88B133A7643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1167" name="Freeform 138">
                  <a:extLst>
                    <a:ext uri="{FF2B5EF4-FFF2-40B4-BE49-F238E27FC236}">
                      <a16:creationId xmlns:a16="http://schemas.microsoft.com/office/drawing/2014/main" id="{D9F4B30D-E041-4F3A-B64E-EA58C527CD5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1168" name="Freeform 139">
                  <a:extLst>
                    <a:ext uri="{FF2B5EF4-FFF2-40B4-BE49-F238E27FC236}">
                      <a16:creationId xmlns:a16="http://schemas.microsoft.com/office/drawing/2014/main" id="{4CDE9BCB-97DF-4624-855E-336CA208E23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1165" name="Line 140">
                <a:extLst>
                  <a:ext uri="{FF2B5EF4-FFF2-40B4-BE49-F238E27FC236}">
                    <a16:creationId xmlns:a16="http://schemas.microsoft.com/office/drawing/2014/main" id="{C5DD6151-784E-40C3-AFAA-71D2B6CD085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2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166" name="Line 141">
                <a:extLst>
                  <a:ext uri="{FF2B5EF4-FFF2-40B4-BE49-F238E27FC236}">
                    <a16:creationId xmlns:a16="http://schemas.microsoft.com/office/drawing/2014/main" id="{B7AE321D-42E4-4CE3-B40F-4FA2988D0A8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8" y="1364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1125" name="Group 133">
              <a:extLst>
                <a:ext uri="{FF2B5EF4-FFF2-40B4-BE49-F238E27FC236}">
                  <a16:creationId xmlns:a16="http://schemas.microsoft.com/office/drawing/2014/main" id="{557BCFCB-88C8-4630-ACD0-76E7BB64CA3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005281" y="2289952"/>
              <a:ext cx="532759" cy="184809"/>
              <a:chOff x="2356" y="1300"/>
              <a:chExt cx="555" cy="194"/>
            </a:xfrm>
          </p:grpSpPr>
          <p:sp>
            <p:nvSpPr>
              <p:cNvPr id="81153" name="Oval 407">
                <a:extLst>
                  <a:ext uri="{FF2B5EF4-FFF2-40B4-BE49-F238E27FC236}">
                    <a16:creationId xmlns:a16="http://schemas.microsoft.com/office/drawing/2014/main" id="{59A01D26-E2C3-4C3D-99FD-E037AE87C0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154" name="Rectangle 410">
                <a:extLst>
                  <a:ext uri="{FF2B5EF4-FFF2-40B4-BE49-F238E27FC236}">
                    <a16:creationId xmlns:a16="http://schemas.microsoft.com/office/drawing/2014/main" id="{D9FB341E-8428-405F-A988-AFF5F40B18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155" name="Oval 411">
                <a:extLst>
                  <a:ext uri="{FF2B5EF4-FFF2-40B4-BE49-F238E27FC236}">
                    <a16:creationId xmlns:a16="http://schemas.microsoft.com/office/drawing/2014/main" id="{118A527F-43D7-48D1-9397-FB18034E37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1156" name="Group 137">
                <a:extLst>
                  <a:ext uri="{FF2B5EF4-FFF2-40B4-BE49-F238E27FC236}">
                    <a16:creationId xmlns:a16="http://schemas.microsoft.com/office/drawing/2014/main" id="{A2753C62-8058-4B48-849A-DC0334BC72D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1159" name="Freeform 138">
                  <a:extLst>
                    <a:ext uri="{FF2B5EF4-FFF2-40B4-BE49-F238E27FC236}">
                      <a16:creationId xmlns:a16="http://schemas.microsoft.com/office/drawing/2014/main" id="{54A1A2DC-10DB-4276-B843-F1B39D5AB4F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1160" name="Freeform 139">
                  <a:extLst>
                    <a:ext uri="{FF2B5EF4-FFF2-40B4-BE49-F238E27FC236}">
                      <a16:creationId xmlns:a16="http://schemas.microsoft.com/office/drawing/2014/main" id="{AAC3EF91-C697-4A43-9F73-44E61AB6690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1157" name="Line 140">
                <a:extLst>
                  <a:ext uri="{FF2B5EF4-FFF2-40B4-BE49-F238E27FC236}">
                    <a16:creationId xmlns:a16="http://schemas.microsoft.com/office/drawing/2014/main" id="{B855A916-B0E0-4DF7-8FD3-34453A6AB7B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7" y="1362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158" name="Line 141">
                <a:extLst>
                  <a:ext uri="{FF2B5EF4-FFF2-40B4-BE49-F238E27FC236}">
                    <a16:creationId xmlns:a16="http://schemas.microsoft.com/office/drawing/2014/main" id="{90DDF17E-6A75-4FB0-BC4F-E2851325C8C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8" y="1364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1126" name="Group 133">
              <a:extLst>
                <a:ext uri="{FF2B5EF4-FFF2-40B4-BE49-F238E27FC236}">
                  <a16:creationId xmlns:a16="http://schemas.microsoft.com/office/drawing/2014/main" id="{5588CF54-CD41-4A40-BC28-67B60863BEB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232661" y="2882876"/>
              <a:ext cx="532759" cy="184809"/>
              <a:chOff x="2356" y="1300"/>
              <a:chExt cx="555" cy="194"/>
            </a:xfrm>
          </p:grpSpPr>
          <p:sp>
            <p:nvSpPr>
              <p:cNvPr id="81145" name="Oval 407">
                <a:extLst>
                  <a:ext uri="{FF2B5EF4-FFF2-40B4-BE49-F238E27FC236}">
                    <a16:creationId xmlns:a16="http://schemas.microsoft.com/office/drawing/2014/main" id="{37DEB053-6E69-4420-A105-CB78BA2ECC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146" name="Rectangle 410">
                <a:extLst>
                  <a:ext uri="{FF2B5EF4-FFF2-40B4-BE49-F238E27FC236}">
                    <a16:creationId xmlns:a16="http://schemas.microsoft.com/office/drawing/2014/main" id="{B3A14959-B217-46D2-AC0D-2A5E4FDB9E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147" name="Oval 411">
                <a:extLst>
                  <a:ext uri="{FF2B5EF4-FFF2-40B4-BE49-F238E27FC236}">
                    <a16:creationId xmlns:a16="http://schemas.microsoft.com/office/drawing/2014/main" id="{CB842FF6-7718-483C-8780-EDC722D1904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1148" name="Group 137">
                <a:extLst>
                  <a:ext uri="{FF2B5EF4-FFF2-40B4-BE49-F238E27FC236}">
                    <a16:creationId xmlns:a16="http://schemas.microsoft.com/office/drawing/2014/main" id="{75186C4A-CF02-44F1-BEE3-1677AA966EA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1151" name="Freeform 138">
                  <a:extLst>
                    <a:ext uri="{FF2B5EF4-FFF2-40B4-BE49-F238E27FC236}">
                      <a16:creationId xmlns:a16="http://schemas.microsoft.com/office/drawing/2014/main" id="{0232241B-488A-4CAC-B82A-182C9B4C8A2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1152" name="Freeform 139">
                  <a:extLst>
                    <a:ext uri="{FF2B5EF4-FFF2-40B4-BE49-F238E27FC236}">
                      <a16:creationId xmlns:a16="http://schemas.microsoft.com/office/drawing/2014/main" id="{B8A39390-5627-40CE-9AD3-D6B2040D2CB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1149" name="Line 140">
                <a:extLst>
                  <a:ext uri="{FF2B5EF4-FFF2-40B4-BE49-F238E27FC236}">
                    <a16:creationId xmlns:a16="http://schemas.microsoft.com/office/drawing/2014/main" id="{B5B5F177-28B0-42CE-A6B2-BA4876360B9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1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150" name="Line 141">
                <a:extLst>
                  <a:ext uri="{FF2B5EF4-FFF2-40B4-BE49-F238E27FC236}">
                    <a16:creationId xmlns:a16="http://schemas.microsoft.com/office/drawing/2014/main" id="{4B35CA06-DE1A-4712-925C-8F51250EE72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8" y="1363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1127" name="Group 133">
              <a:extLst>
                <a:ext uri="{FF2B5EF4-FFF2-40B4-BE49-F238E27FC236}">
                  <a16:creationId xmlns:a16="http://schemas.microsoft.com/office/drawing/2014/main" id="{D3AC61F1-4308-49CA-8348-AF3A86D0954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330660" y="3072767"/>
              <a:ext cx="532759" cy="184809"/>
              <a:chOff x="2356" y="1300"/>
              <a:chExt cx="555" cy="194"/>
            </a:xfrm>
          </p:grpSpPr>
          <p:sp>
            <p:nvSpPr>
              <p:cNvPr id="81137" name="Oval 407">
                <a:extLst>
                  <a:ext uri="{FF2B5EF4-FFF2-40B4-BE49-F238E27FC236}">
                    <a16:creationId xmlns:a16="http://schemas.microsoft.com/office/drawing/2014/main" id="{1DBD1663-4EBB-43E9-A35C-74A461950A4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138" name="Rectangle 410">
                <a:extLst>
                  <a:ext uri="{FF2B5EF4-FFF2-40B4-BE49-F238E27FC236}">
                    <a16:creationId xmlns:a16="http://schemas.microsoft.com/office/drawing/2014/main" id="{3F771BD8-049A-4442-AA74-B2E313A231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139" name="Oval 411">
                <a:extLst>
                  <a:ext uri="{FF2B5EF4-FFF2-40B4-BE49-F238E27FC236}">
                    <a16:creationId xmlns:a16="http://schemas.microsoft.com/office/drawing/2014/main" id="{E3FB3B0A-301D-421A-B601-17B5D7962F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1140" name="Group 137">
                <a:extLst>
                  <a:ext uri="{FF2B5EF4-FFF2-40B4-BE49-F238E27FC236}">
                    <a16:creationId xmlns:a16="http://schemas.microsoft.com/office/drawing/2014/main" id="{40AA54AD-985E-4211-BFD7-2D575F7F6AE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1143" name="Freeform 138">
                  <a:extLst>
                    <a:ext uri="{FF2B5EF4-FFF2-40B4-BE49-F238E27FC236}">
                      <a16:creationId xmlns:a16="http://schemas.microsoft.com/office/drawing/2014/main" id="{5FB2D335-9924-466A-B0BD-FC72B8568B5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1144" name="Freeform 139">
                  <a:extLst>
                    <a:ext uri="{FF2B5EF4-FFF2-40B4-BE49-F238E27FC236}">
                      <a16:creationId xmlns:a16="http://schemas.microsoft.com/office/drawing/2014/main" id="{F27CF49E-BF1B-453B-AD9D-27C24B640D0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1141" name="Line 140">
                <a:extLst>
                  <a:ext uri="{FF2B5EF4-FFF2-40B4-BE49-F238E27FC236}">
                    <a16:creationId xmlns:a16="http://schemas.microsoft.com/office/drawing/2014/main" id="{DB981C82-0E14-447F-B20C-000F9583D8B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2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142" name="Line 141">
                <a:extLst>
                  <a:ext uri="{FF2B5EF4-FFF2-40B4-BE49-F238E27FC236}">
                    <a16:creationId xmlns:a16="http://schemas.microsoft.com/office/drawing/2014/main" id="{FAA50723-E148-43FD-8D7F-DEB652CA74F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7" y="1364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1128" name="Group 133">
              <a:extLst>
                <a:ext uri="{FF2B5EF4-FFF2-40B4-BE49-F238E27FC236}">
                  <a16:creationId xmlns:a16="http://schemas.microsoft.com/office/drawing/2014/main" id="{E74E911A-EE8C-45DB-AA11-EFFE4FC5DC0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438032" y="3018963"/>
              <a:ext cx="532759" cy="184809"/>
              <a:chOff x="2356" y="1300"/>
              <a:chExt cx="555" cy="194"/>
            </a:xfrm>
          </p:grpSpPr>
          <p:sp>
            <p:nvSpPr>
              <p:cNvPr id="81129" name="Oval 407">
                <a:extLst>
                  <a:ext uri="{FF2B5EF4-FFF2-40B4-BE49-F238E27FC236}">
                    <a16:creationId xmlns:a16="http://schemas.microsoft.com/office/drawing/2014/main" id="{38709830-6571-4016-9354-1205F00DCDD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130" name="Rectangle 410">
                <a:extLst>
                  <a:ext uri="{FF2B5EF4-FFF2-40B4-BE49-F238E27FC236}">
                    <a16:creationId xmlns:a16="http://schemas.microsoft.com/office/drawing/2014/main" id="{AE8456FB-3580-480B-A781-0A7CB732B9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131" name="Oval 411">
                <a:extLst>
                  <a:ext uri="{FF2B5EF4-FFF2-40B4-BE49-F238E27FC236}">
                    <a16:creationId xmlns:a16="http://schemas.microsoft.com/office/drawing/2014/main" id="{F98F4C4A-3B21-4181-803A-3C265DADCA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1132" name="Group 137">
                <a:extLst>
                  <a:ext uri="{FF2B5EF4-FFF2-40B4-BE49-F238E27FC236}">
                    <a16:creationId xmlns:a16="http://schemas.microsoft.com/office/drawing/2014/main" id="{CD1A15EA-B133-4B2B-8ABF-A1452842D7B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1135" name="Freeform 138">
                  <a:extLst>
                    <a:ext uri="{FF2B5EF4-FFF2-40B4-BE49-F238E27FC236}">
                      <a16:creationId xmlns:a16="http://schemas.microsoft.com/office/drawing/2014/main" id="{84B3CB58-A310-46C5-BC2F-A4E64574EB1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1136" name="Freeform 139">
                  <a:extLst>
                    <a:ext uri="{FF2B5EF4-FFF2-40B4-BE49-F238E27FC236}">
                      <a16:creationId xmlns:a16="http://schemas.microsoft.com/office/drawing/2014/main" id="{67ECA2F0-9B5E-499C-892B-D8F6DB92F09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1133" name="Line 140">
                <a:extLst>
                  <a:ext uri="{FF2B5EF4-FFF2-40B4-BE49-F238E27FC236}">
                    <a16:creationId xmlns:a16="http://schemas.microsoft.com/office/drawing/2014/main" id="{B13F7F4F-B2F2-4BAF-B9C9-CAF44D2A641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7" y="1361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134" name="Line 141">
                <a:extLst>
                  <a:ext uri="{FF2B5EF4-FFF2-40B4-BE49-F238E27FC236}">
                    <a16:creationId xmlns:a16="http://schemas.microsoft.com/office/drawing/2014/main" id="{D8537AA9-0B8D-4A79-8D74-B8D1CC5887F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10" y="1363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</p:grpSp>
      <p:grpSp>
        <p:nvGrpSpPr>
          <p:cNvPr id="80903" name="Group 331">
            <a:extLst>
              <a:ext uri="{FF2B5EF4-FFF2-40B4-BE49-F238E27FC236}">
                <a16:creationId xmlns:a16="http://schemas.microsoft.com/office/drawing/2014/main" id="{B299C888-7319-4CD1-A1B3-308D5B3A1305}"/>
              </a:ext>
            </a:extLst>
          </p:cNvPr>
          <p:cNvGrpSpPr>
            <a:grpSpLocks/>
          </p:cNvGrpSpPr>
          <p:nvPr/>
        </p:nvGrpSpPr>
        <p:grpSpPr bwMode="auto">
          <a:xfrm>
            <a:off x="1803400" y="2755900"/>
            <a:ext cx="3467100" cy="1193800"/>
            <a:chOff x="7848600" y="2044700"/>
            <a:chExt cx="3200399" cy="1371600"/>
          </a:xfrm>
        </p:grpSpPr>
        <p:sp>
          <p:nvSpPr>
            <p:cNvPr id="81027" name="Oval 332">
              <a:extLst>
                <a:ext uri="{FF2B5EF4-FFF2-40B4-BE49-F238E27FC236}">
                  <a16:creationId xmlns:a16="http://schemas.microsoft.com/office/drawing/2014/main" id="{CEAE63FA-0FB8-4417-A28B-357C7EB8E7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848600" y="2044700"/>
              <a:ext cx="3200399" cy="1371600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grpSp>
          <p:nvGrpSpPr>
            <p:cNvPr id="81028" name="Group 133">
              <a:extLst>
                <a:ext uri="{FF2B5EF4-FFF2-40B4-BE49-F238E27FC236}">
                  <a16:creationId xmlns:a16="http://schemas.microsoft.com/office/drawing/2014/main" id="{4A7CF941-0685-4155-994E-954ACE6A01E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526482" y="2160804"/>
              <a:ext cx="532759" cy="184809"/>
              <a:chOff x="2356" y="1300"/>
              <a:chExt cx="555" cy="194"/>
            </a:xfrm>
          </p:grpSpPr>
          <p:sp>
            <p:nvSpPr>
              <p:cNvPr id="81102" name="Oval 407">
                <a:extLst>
                  <a:ext uri="{FF2B5EF4-FFF2-40B4-BE49-F238E27FC236}">
                    <a16:creationId xmlns:a16="http://schemas.microsoft.com/office/drawing/2014/main" id="{58A1C1D7-31B3-415B-83A8-1E1416185E1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103" name="Rectangle 410">
                <a:extLst>
                  <a:ext uri="{FF2B5EF4-FFF2-40B4-BE49-F238E27FC236}">
                    <a16:creationId xmlns:a16="http://schemas.microsoft.com/office/drawing/2014/main" id="{5D3DDF3E-C6AC-4199-B7E0-F34A2E4BBF3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104" name="Oval 411">
                <a:extLst>
                  <a:ext uri="{FF2B5EF4-FFF2-40B4-BE49-F238E27FC236}">
                    <a16:creationId xmlns:a16="http://schemas.microsoft.com/office/drawing/2014/main" id="{47553B7D-F04A-442A-AB71-376720223A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1105" name="Group 137">
                <a:extLst>
                  <a:ext uri="{FF2B5EF4-FFF2-40B4-BE49-F238E27FC236}">
                    <a16:creationId xmlns:a16="http://schemas.microsoft.com/office/drawing/2014/main" id="{0705350B-EF9A-4BE7-A525-E6E2A7B2B95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1108" name="Freeform 138">
                  <a:extLst>
                    <a:ext uri="{FF2B5EF4-FFF2-40B4-BE49-F238E27FC236}">
                      <a16:creationId xmlns:a16="http://schemas.microsoft.com/office/drawing/2014/main" id="{12941D63-9896-4727-81E8-56BB5030EB1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1109" name="Freeform 139">
                  <a:extLst>
                    <a:ext uri="{FF2B5EF4-FFF2-40B4-BE49-F238E27FC236}">
                      <a16:creationId xmlns:a16="http://schemas.microsoft.com/office/drawing/2014/main" id="{D17CA203-34BB-47BD-A1AE-0189A85D9A3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1106" name="Line 140">
                <a:extLst>
                  <a:ext uri="{FF2B5EF4-FFF2-40B4-BE49-F238E27FC236}">
                    <a16:creationId xmlns:a16="http://schemas.microsoft.com/office/drawing/2014/main" id="{A1E2A3CF-2A43-4E45-A5AD-5026539958A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2"/>
                <a:ext cx="0" cy="8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107" name="Line 141">
                <a:extLst>
                  <a:ext uri="{FF2B5EF4-FFF2-40B4-BE49-F238E27FC236}">
                    <a16:creationId xmlns:a16="http://schemas.microsoft.com/office/drawing/2014/main" id="{CF0C3B59-DF29-4769-8354-B5C563FFD2D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6" y="1364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cxnSp>
          <p:nvCxnSpPr>
            <p:cNvPr id="81029" name="Straight Connector 334">
              <a:extLst>
                <a:ext uri="{FF2B5EF4-FFF2-40B4-BE49-F238E27FC236}">
                  <a16:creationId xmlns:a16="http://schemas.microsoft.com/office/drawing/2014/main" id="{023CA378-CE4A-4C28-BB53-1E2D6E1C13CF}"/>
                </a:ext>
              </a:extLst>
            </p:cNvPr>
            <p:cNvCxnSpPr>
              <a:cxnSpLocks noChangeShapeType="1"/>
              <a:stCxn id="81107" idx="0"/>
            </p:cNvCxnSpPr>
            <p:nvPr/>
          </p:nvCxnSpPr>
          <p:spPr bwMode="auto">
            <a:xfrm>
              <a:off x="9055401" y="2220819"/>
              <a:ext cx="975377" cy="13653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1030" name="Straight Connector 335">
              <a:extLst>
                <a:ext uri="{FF2B5EF4-FFF2-40B4-BE49-F238E27FC236}">
                  <a16:creationId xmlns:a16="http://schemas.microsoft.com/office/drawing/2014/main" id="{B1A035EB-250D-4FFA-9624-C15E0F530B3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9522191" y="2583188"/>
              <a:ext cx="120745" cy="8339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1031" name="Straight Connector 336">
              <a:extLst>
                <a:ext uri="{FF2B5EF4-FFF2-40B4-BE49-F238E27FC236}">
                  <a16:creationId xmlns:a16="http://schemas.microsoft.com/office/drawing/2014/main" id="{18C463A7-218F-404B-B69A-E37979130793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9323081" y="2786992"/>
              <a:ext cx="243358" cy="4562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1032" name="Straight Connector 337">
              <a:extLst>
                <a:ext uri="{FF2B5EF4-FFF2-40B4-BE49-F238E27FC236}">
                  <a16:creationId xmlns:a16="http://schemas.microsoft.com/office/drawing/2014/main" id="{B4FCF9DF-C02D-47AE-A2B1-6FAB82DF5C1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9028147" y="2611644"/>
              <a:ext cx="192778" cy="10958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1033" name="Straight Connector 338">
              <a:extLst>
                <a:ext uri="{FF2B5EF4-FFF2-40B4-BE49-F238E27FC236}">
                  <a16:creationId xmlns:a16="http://schemas.microsoft.com/office/drawing/2014/main" id="{FBEF4485-1BBC-47EB-9280-B6E14EC608F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8729859" y="2909476"/>
              <a:ext cx="192778" cy="10958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1034" name="Straight Connector 339">
              <a:extLst>
                <a:ext uri="{FF2B5EF4-FFF2-40B4-BE49-F238E27FC236}">
                  <a16:creationId xmlns:a16="http://schemas.microsoft.com/office/drawing/2014/main" id="{FD153243-6F47-47CA-B5AC-FFBF3BADE9D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9537887" y="2836224"/>
              <a:ext cx="252969" cy="25294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1035" name="Straight Connector 340">
              <a:extLst>
                <a:ext uri="{FF2B5EF4-FFF2-40B4-BE49-F238E27FC236}">
                  <a16:creationId xmlns:a16="http://schemas.microsoft.com/office/drawing/2014/main" id="{F9627DCC-C751-44C9-ABFB-0B699249E48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10029359" y="2822067"/>
              <a:ext cx="354959" cy="124390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1036" name="Straight Connector 341">
              <a:extLst>
                <a:ext uri="{FF2B5EF4-FFF2-40B4-BE49-F238E27FC236}">
                  <a16:creationId xmlns:a16="http://schemas.microsoft.com/office/drawing/2014/main" id="{D6085010-9DA2-4D5B-BE20-65B5E584FD0A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10015190" y="2475242"/>
              <a:ext cx="283363" cy="19566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1037" name="Straight Connector 342">
              <a:extLst>
                <a:ext uri="{FF2B5EF4-FFF2-40B4-BE49-F238E27FC236}">
                  <a16:creationId xmlns:a16="http://schemas.microsoft.com/office/drawing/2014/main" id="{091733D1-5349-48B7-B50D-F598C84CF198}"/>
                </a:ext>
              </a:extLst>
            </p:cNvPr>
            <p:cNvCxnSpPr>
              <a:cxnSpLocks noChangeShapeType="1"/>
              <a:endCxn id="81102" idx="4"/>
            </p:cNvCxnSpPr>
            <p:nvPr/>
          </p:nvCxnSpPr>
          <p:spPr bwMode="auto">
            <a:xfrm flipH="1" flipV="1">
              <a:off x="8791902" y="2345614"/>
              <a:ext cx="410984" cy="87180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81038" name="TextBox 343">
              <a:extLst>
                <a:ext uri="{FF2B5EF4-FFF2-40B4-BE49-F238E27FC236}">
                  <a16:creationId xmlns:a16="http://schemas.microsoft.com/office/drawing/2014/main" id="{A0F7616D-4FB7-4EA3-A180-BB1F9149C5B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58081" y="2471292"/>
              <a:ext cx="874406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 i="1">
                  <a:latin typeface="Arial" panose="020B0604020202020204" pitchFamily="34" charset="0"/>
                </a:rPr>
                <a:t>ISP A</a:t>
              </a:r>
            </a:p>
          </p:txBody>
        </p:sp>
        <p:grpSp>
          <p:nvGrpSpPr>
            <p:cNvPr id="81039" name="Group 133">
              <a:extLst>
                <a:ext uri="{FF2B5EF4-FFF2-40B4-BE49-F238E27FC236}">
                  <a16:creationId xmlns:a16="http://schemas.microsoft.com/office/drawing/2014/main" id="{E1AD4837-7C5A-4A1A-9C7F-4396335BD94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555206" y="2650627"/>
              <a:ext cx="532759" cy="184809"/>
              <a:chOff x="2356" y="1300"/>
              <a:chExt cx="555" cy="194"/>
            </a:xfrm>
          </p:grpSpPr>
          <p:sp>
            <p:nvSpPr>
              <p:cNvPr id="81094" name="Oval 407">
                <a:extLst>
                  <a:ext uri="{FF2B5EF4-FFF2-40B4-BE49-F238E27FC236}">
                    <a16:creationId xmlns:a16="http://schemas.microsoft.com/office/drawing/2014/main" id="{38317135-E02C-49ED-B20D-237511448E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095" name="Rectangle 410">
                <a:extLst>
                  <a:ext uri="{FF2B5EF4-FFF2-40B4-BE49-F238E27FC236}">
                    <a16:creationId xmlns:a16="http://schemas.microsoft.com/office/drawing/2014/main" id="{2D3FAE65-42B8-4A64-A830-F591DF6ABE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096" name="Oval 411">
                <a:extLst>
                  <a:ext uri="{FF2B5EF4-FFF2-40B4-BE49-F238E27FC236}">
                    <a16:creationId xmlns:a16="http://schemas.microsoft.com/office/drawing/2014/main" id="{FD4BEC28-D425-4889-991D-059D02EBA09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1097" name="Group 137">
                <a:extLst>
                  <a:ext uri="{FF2B5EF4-FFF2-40B4-BE49-F238E27FC236}">
                    <a16:creationId xmlns:a16="http://schemas.microsoft.com/office/drawing/2014/main" id="{B35FFEB5-2DC0-4953-9470-3418DBF595B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1100" name="Freeform 138">
                  <a:extLst>
                    <a:ext uri="{FF2B5EF4-FFF2-40B4-BE49-F238E27FC236}">
                      <a16:creationId xmlns:a16="http://schemas.microsoft.com/office/drawing/2014/main" id="{597B27DF-9AB9-4C51-A79F-7E3C583FE0C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1101" name="Freeform 139">
                  <a:extLst>
                    <a:ext uri="{FF2B5EF4-FFF2-40B4-BE49-F238E27FC236}">
                      <a16:creationId xmlns:a16="http://schemas.microsoft.com/office/drawing/2014/main" id="{D7D2B998-D9D0-410E-96E4-661465833EB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1098" name="Line 140">
                <a:extLst>
                  <a:ext uri="{FF2B5EF4-FFF2-40B4-BE49-F238E27FC236}">
                    <a16:creationId xmlns:a16="http://schemas.microsoft.com/office/drawing/2014/main" id="{4E90E9A2-2AED-4A02-B93E-0574D43B69F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1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099" name="Line 141">
                <a:extLst>
                  <a:ext uri="{FF2B5EF4-FFF2-40B4-BE49-F238E27FC236}">
                    <a16:creationId xmlns:a16="http://schemas.microsoft.com/office/drawing/2014/main" id="{B7024178-8934-4EAB-A02E-5D2FA099FB1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6" y="1363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1040" name="Group 133">
              <a:extLst>
                <a:ext uri="{FF2B5EF4-FFF2-40B4-BE49-F238E27FC236}">
                  <a16:creationId xmlns:a16="http://schemas.microsoft.com/office/drawing/2014/main" id="{F4CD689A-8B8B-461E-919B-74F5750CBCD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772607" y="2725609"/>
              <a:ext cx="532759" cy="184809"/>
              <a:chOff x="2356" y="1300"/>
              <a:chExt cx="555" cy="194"/>
            </a:xfrm>
          </p:grpSpPr>
          <p:sp>
            <p:nvSpPr>
              <p:cNvPr id="81086" name="Oval 407">
                <a:extLst>
                  <a:ext uri="{FF2B5EF4-FFF2-40B4-BE49-F238E27FC236}">
                    <a16:creationId xmlns:a16="http://schemas.microsoft.com/office/drawing/2014/main" id="{A17A78BF-D731-4699-BAD0-12BA32464FC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087" name="Rectangle 410">
                <a:extLst>
                  <a:ext uri="{FF2B5EF4-FFF2-40B4-BE49-F238E27FC236}">
                    <a16:creationId xmlns:a16="http://schemas.microsoft.com/office/drawing/2014/main" id="{C6878E33-E0CE-47B6-AAB2-057C163981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088" name="Oval 411">
                <a:extLst>
                  <a:ext uri="{FF2B5EF4-FFF2-40B4-BE49-F238E27FC236}">
                    <a16:creationId xmlns:a16="http://schemas.microsoft.com/office/drawing/2014/main" id="{BAA8B12A-FA79-466F-A6B9-C5FD6649573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1089" name="Group 137">
                <a:extLst>
                  <a:ext uri="{FF2B5EF4-FFF2-40B4-BE49-F238E27FC236}">
                    <a16:creationId xmlns:a16="http://schemas.microsoft.com/office/drawing/2014/main" id="{7F463643-8BCD-498E-9915-2D7A94BEA83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1092" name="Freeform 138">
                  <a:extLst>
                    <a:ext uri="{FF2B5EF4-FFF2-40B4-BE49-F238E27FC236}">
                      <a16:creationId xmlns:a16="http://schemas.microsoft.com/office/drawing/2014/main" id="{358FA7C1-C493-4654-B6C4-D41693FE983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1093" name="Freeform 139">
                  <a:extLst>
                    <a:ext uri="{FF2B5EF4-FFF2-40B4-BE49-F238E27FC236}">
                      <a16:creationId xmlns:a16="http://schemas.microsoft.com/office/drawing/2014/main" id="{80FFD731-8080-47F0-9E4C-16A3B22F3EB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1090" name="Line 140">
                <a:extLst>
                  <a:ext uri="{FF2B5EF4-FFF2-40B4-BE49-F238E27FC236}">
                    <a16:creationId xmlns:a16="http://schemas.microsoft.com/office/drawing/2014/main" id="{479E8403-AB3B-4FFE-BD50-BAFD6FAFD3E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1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091" name="Line 141">
                <a:extLst>
                  <a:ext uri="{FF2B5EF4-FFF2-40B4-BE49-F238E27FC236}">
                    <a16:creationId xmlns:a16="http://schemas.microsoft.com/office/drawing/2014/main" id="{8F143974-A06E-40CF-889F-EA1C3512213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6" y="1363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1041" name="Group 133">
              <a:extLst>
                <a:ext uri="{FF2B5EF4-FFF2-40B4-BE49-F238E27FC236}">
                  <a16:creationId xmlns:a16="http://schemas.microsoft.com/office/drawing/2014/main" id="{E715A5F1-9702-43F0-B739-6AF519C42FB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060908" y="2428111"/>
              <a:ext cx="532759" cy="184809"/>
              <a:chOff x="2356" y="1300"/>
              <a:chExt cx="555" cy="194"/>
            </a:xfrm>
          </p:grpSpPr>
          <p:sp>
            <p:nvSpPr>
              <p:cNvPr id="81078" name="Oval 407">
                <a:extLst>
                  <a:ext uri="{FF2B5EF4-FFF2-40B4-BE49-F238E27FC236}">
                    <a16:creationId xmlns:a16="http://schemas.microsoft.com/office/drawing/2014/main" id="{B0029DD6-1101-4AB8-BE7F-EE2F8EBCB2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079" name="Rectangle 410">
                <a:extLst>
                  <a:ext uri="{FF2B5EF4-FFF2-40B4-BE49-F238E27FC236}">
                    <a16:creationId xmlns:a16="http://schemas.microsoft.com/office/drawing/2014/main" id="{5BB68FD9-ACA3-4482-90A1-AA7D967517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080" name="Oval 411">
                <a:extLst>
                  <a:ext uri="{FF2B5EF4-FFF2-40B4-BE49-F238E27FC236}">
                    <a16:creationId xmlns:a16="http://schemas.microsoft.com/office/drawing/2014/main" id="{CE687833-2724-4424-A565-EED8667131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1081" name="Group 137">
                <a:extLst>
                  <a:ext uri="{FF2B5EF4-FFF2-40B4-BE49-F238E27FC236}">
                    <a16:creationId xmlns:a16="http://schemas.microsoft.com/office/drawing/2014/main" id="{34449F9C-DE05-44EA-96A6-7947CB5BE2E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1084" name="Freeform 138">
                  <a:extLst>
                    <a:ext uri="{FF2B5EF4-FFF2-40B4-BE49-F238E27FC236}">
                      <a16:creationId xmlns:a16="http://schemas.microsoft.com/office/drawing/2014/main" id="{15DDAADA-7C6B-4B65-BF44-0CB1AF35E54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1085" name="Freeform 139">
                  <a:extLst>
                    <a:ext uri="{FF2B5EF4-FFF2-40B4-BE49-F238E27FC236}">
                      <a16:creationId xmlns:a16="http://schemas.microsoft.com/office/drawing/2014/main" id="{8ED0C9AF-C908-446C-906E-252B4DAB7FA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1082" name="Line 140">
                <a:extLst>
                  <a:ext uri="{FF2B5EF4-FFF2-40B4-BE49-F238E27FC236}">
                    <a16:creationId xmlns:a16="http://schemas.microsoft.com/office/drawing/2014/main" id="{6E8B3EF6-DB7E-45A8-B2EB-3C46F69ED5B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7" y="1361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083" name="Line 141">
                <a:extLst>
                  <a:ext uri="{FF2B5EF4-FFF2-40B4-BE49-F238E27FC236}">
                    <a16:creationId xmlns:a16="http://schemas.microsoft.com/office/drawing/2014/main" id="{4FB93869-D022-46FF-87F0-018A820BB83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7" y="1363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1042" name="Group 133">
              <a:extLst>
                <a:ext uri="{FF2B5EF4-FFF2-40B4-BE49-F238E27FC236}">
                  <a16:creationId xmlns:a16="http://schemas.microsoft.com/office/drawing/2014/main" id="{F335D2B4-82B0-4776-938A-62B5213D49D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005281" y="2289952"/>
              <a:ext cx="532759" cy="184809"/>
              <a:chOff x="2356" y="1300"/>
              <a:chExt cx="555" cy="194"/>
            </a:xfrm>
          </p:grpSpPr>
          <p:sp>
            <p:nvSpPr>
              <p:cNvPr id="81070" name="Oval 407">
                <a:extLst>
                  <a:ext uri="{FF2B5EF4-FFF2-40B4-BE49-F238E27FC236}">
                    <a16:creationId xmlns:a16="http://schemas.microsoft.com/office/drawing/2014/main" id="{E162A136-21E1-4D23-A4DC-D2DECBCDCB9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071" name="Rectangle 410">
                <a:extLst>
                  <a:ext uri="{FF2B5EF4-FFF2-40B4-BE49-F238E27FC236}">
                    <a16:creationId xmlns:a16="http://schemas.microsoft.com/office/drawing/2014/main" id="{3CEB090D-C82C-43DF-A789-BA719B2ED5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072" name="Oval 411">
                <a:extLst>
                  <a:ext uri="{FF2B5EF4-FFF2-40B4-BE49-F238E27FC236}">
                    <a16:creationId xmlns:a16="http://schemas.microsoft.com/office/drawing/2014/main" id="{D4E15ACF-48F7-4CB7-B4C1-EE05CFDE27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1073" name="Group 137">
                <a:extLst>
                  <a:ext uri="{FF2B5EF4-FFF2-40B4-BE49-F238E27FC236}">
                    <a16:creationId xmlns:a16="http://schemas.microsoft.com/office/drawing/2014/main" id="{8AE376F5-70A8-4F0F-92BD-2C2C850EC1F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1076" name="Freeform 138">
                  <a:extLst>
                    <a:ext uri="{FF2B5EF4-FFF2-40B4-BE49-F238E27FC236}">
                      <a16:creationId xmlns:a16="http://schemas.microsoft.com/office/drawing/2014/main" id="{6E4022A0-715A-46D8-996C-2F2A2D031EC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1077" name="Freeform 139">
                  <a:extLst>
                    <a:ext uri="{FF2B5EF4-FFF2-40B4-BE49-F238E27FC236}">
                      <a16:creationId xmlns:a16="http://schemas.microsoft.com/office/drawing/2014/main" id="{97539150-050D-4F5F-856C-41F5F84E87A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1074" name="Line 140">
                <a:extLst>
                  <a:ext uri="{FF2B5EF4-FFF2-40B4-BE49-F238E27FC236}">
                    <a16:creationId xmlns:a16="http://schemas.microsoft.com/office/drawing/2014/main" id="{B1E393B4-4724-4F65-9CED-D5F6B719934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0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075" name="Line 141">
                <a:extLst>
                  <a:ext uri="{FF2B5EF4-FFF2-40B4-BE49-F238E27FC236}">
                    <a16:creationId xmlns:a16="http://schemas.microsoft.com/office/drawing/2014/main" id="{C79207D5-470B-454B-809B-12D1B2BC419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6" y="1362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1043" name="Group 133">
              <a:extLst>
                <a:ext uri="{FF2B5EF4-FFF2-40B4-BE49-F238E27FC236}">
                  <a16:creationId xmlns:a16="http://schemas.microsoft.com/office/drawing/2014/main" id="{0B0BBD7A-40AD-4B70-B3CD-2DBE0105453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232661" y="2882876"/>
              <a:ext cx="532759" cy="184809"/>
              <a:chOff x="2356" y="1300"/>
              <a:chExt cx="555" cy="194"/>
            </a:xfrm>
          </p:grpSpPr>
          <p:sp>
            <p:nvSpPr>
              <p:cNvPr id="81062" name="Oval 407">
                <a:extLst>
                  <a:ext uri="{FF2B5EF4-FFF2-40B4-BE49-F238E27FC236}">
                    <a16:creationId xmlns:a16="http://schemas.microsoft.com/office/drawing/2014/main" id="{67838D92-C70E-4424-A06D-2131D19FAF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063" name="Rectangle 410">
                <a:extLst>
                  <a:ext uri="{FF2B5EF4-FFF2-40B4-BE49-F238E27FC236}">
                    <a16:creationId xmlns:a16="http://schemas.microsoft.com/office/drawing/2014/main" id="{E957E125-6C96-4175-876E-6B6FF105B2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064" name="Oval 411">
                <a:extLst>
                  <a:ext uri="{FF2B5EF4-FFF2-40B4-BE49-F238E27FC236}">
                    <a16:creationId xmlns:a16="http://schemas.microsoft.com/office/drawing/2014/main" id="{1E997554-3309-4B0E-8EFC-ED4B07C3F3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1065" name="Group 137">
                <a:extLst>
                  <a:ext uri="{FF2B5EF4-FFF2-40B4-BE49-F238E27FC236}">
                    <a16:creationId xmlns:a16="http://schemas.microsoft.com/office/drawing/2014/main" id="{1E12530E-06D9-433B-89CF-2BB9D3439DC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1068" name="Freeform 138">
                  <a:extLst>
                    <a:ext uri="{FF2B5EF4-FFF2-40B4-BE49-F238E27FC236}">
                      <a16:creationId xmlns:a16="http://schemas.microsoft.com/office/drawing/2014/main" id="{80BF0189-90AE-4C35-BF0F-41A5ED4FDCC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1069" name="Freeform 139">
                  <a:extLst>
                    <a:ext uri="{FF2B5EF4-FFF2-40B4-BE49-F238E27FC236}">
                      <a16:creationId xmlns:a16="http://schemas.microsoft.com/office/drawing/2014/main" id="{732FBD20-AB61-4B6A-AE64-E55AFA32A1A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1066" name="Line 140">
                <a:extLst>
                  <a:ext uri="{FF2B5EF4-FFF2-40B4-BE49-F238E27FC236}">
                    <a16:creationId xmlns:a16="http://schemas.microsoft.com/office/drawing/2014/main" id="{C51680EE-EB9D-497E-8FCF-A491484E441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2"/>
                <a:ext cx="0" cy="8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067" name="Line 141">
                <a:extLst>
                  <a:ext uri="{FF2B5EF4-FFF2-40B4-BE49-F238E27FC236}">
                    <a16:creationId xmlns:a16="http://schemas.microsoft.com/office/drawing/2014/main" id="{2263D065-CD34-44DE-996E-1E1F69BA17D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6" y="1364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1044" name="Group 133">
              <a:extLst>
                <a:ext uri="{FF2B5EF4-FFF2-40B4-BE49-F238E27FC236}">
                  <a16:creationId xmlns:a16="http://schemas.microsoft.com/office/drawing/2014/main" id="{76644E45-E9E9-44CD-BED8-B8457EFDA7D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330660" y="3072767"/>
              <a:ext cx="532759" cy="184809"/>
              <a:chOff x="2356" y="1300"/>
              <a:chExt cx="555" cy="194"/>
            </a:xfrm>
          </p:grpSpPr>
          <p:sp>
            <p:nvSpPr>
              <p:cNvPr id="81054" name="Oval 407">
                <a:extLst>
                  <a:ext uri="{FF2B5EF4-FFF2-40B4-BE49-F238E27FC236}">
                    <a16:creationId xmlns:a16="http://schemas.microsoft.com/office/drawing/2014/main" id="{65677F9C-948C-4410-B5C6-00CDA44F3EF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055" name="Rectangle 410">
                <a:extLst>
                  <a:ext uri="{FF2B5EF4-FFF2-40B4-BE49-F238E27FC236}">
                    <a16:creationId xmlns:a16="http://schemas.microsoft.com/office/drawing/2014/main" id="{731FBDAD-7900-4D30-A685-41E0DCABA8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056" name="Oval 411">
                <a:extLst>
                  <a:ext uri="{FF2B5EF4-FFF2-40B4-BE49-F238E27FC236}">
                    <a16:creationId xmlns:a16="http://schemas.microsoft.com/office/drawing/2014/main" id="{761FEC02-8297-44F5-AB6D-7E2E37164B5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1057" name="Group 137">
                <a:extLst>
                  <a:ext uri="{FF2B5EF4-FFF2-40B4-BE49-F238E27FC236}">
                    <a16:creationId xmlns:a16="http://schemas.microsoft.com/office/drawing/2014/main" id="{3955C303-CA89-450A-A72C-BA5571E95FE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1060" name="Freeform 138">
                  <a:extLst>
                    <a:ext uri="{FF2B5EF4-FFF2-40B4-BE49-F238E27FC236}">
                      <a16:creationId xmlns:a16="http://schemas.microsoft.com/office/drawing/2014/main" id="{2D80DA23-B233-4B61-8C66-73F4728051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1061" name="Freeform 139">
                  <a:extLst>
                    <a:ext uri="{FF2B5EF4-FFF2-40B4-BE49-F238E27FC236}">
                      <a16:creationId xmlns:a16="http://schemas.microsoft.com/office/drawing/2014/main" id="{54B2F9BF-9EA7-4FE3-84F0-F541596A399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1058" name="Line 140">
                <a:extLst>
                  <a:ext uri="{FF2B5EF4-FFF2-40B4-BE49-F238E27FC236}">
                    <a16:creationId xmlns:a16="http://schemas.microsoft.com/office/drawing/2014/main" id="{85977DF0-6744-4201-98B1-74AF19F7BE1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7" y="1362"/>
                <a:ext cx="0" cy="8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059" name="Line 141">
                <a:extLst>
                  <a:ext uri="{FF2B5EF4-FFF2-40B4-BE49-F238E27FC236}">
                    <a16:creationId xmlns:a16="http://schemas.microsoft.com/office/drawing/2014/main" id="{4B4AD76C-AA58-4933-8CC3-F02C61534AA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7" y="1364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1045" name="Group 133">
              <a:extLst>
                <a:ext uri="{FF2B5EF4-FFF2-40B4-BE49-F238E27FC236}">
                  <a16:creationId xmlns:a16="http://schemas.microsoft.com/office/drawing/2014/main" id="{AB1BA8A4-5C40-4A49-BA28-D790FD88553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438032" y="3018963"/>
              <a:ext cx="532759" cy="184809"/>
              <a:chOff x="2356" y="1300"/>
              <a:chExt cx="555" cy="194"/>
            </a:xfrm>
          </p:grpSpPr>
          <p:sp>
            <p:nvSpPr>
              <p:cNvPr id="81046" name="Oval 407">
                <a:extLst>
                  <a:ext uri="{FF2B5EF4-FFF2-40B4-BE49-F238E27FC236}">
                    <a16:creationId xmlns:a16="http://schemas.microsoft.com/office/drawing/2014/main" id="{3D18F71F-2B80-488B-B115-7F66A0F7DE7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047" name="Rectangle 410">
                <a:extLst>
                  <a:ext uri="{FF2B5EF4-FFF2-40B4-BE49-F238E27FC236}">
                    <a16:creationId xmlns:a16="http://schemas.microsoft.com/office/drawing/2014/main" id="{9950FF8D-D1E0-424B-AF9E-56E3D652AF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048" name="Oval 411">
                <a:extLst>
                  <a:ext uri="{FF2B5EF4-FFF2-40B4-BE49-F238E27FC236}">
                    <a16:creationId xmlns:a16="http://schemas.microsoft.com/office/drawing/2014/main" id="{D96D91A0-4BCE-4ECD-9920-013A3BB2C0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1049" name="Group 137">
                <a:extLst>
                  <a:ext uri="{FF2B5EF4-FFF2-40B4-BE49-F238E27FC236}">
                    <a16:creationId xmlns:a16="http://schemas.microsoft.com/office/drawing/2014/main" id="{ACF71936-1182-4FCD-B244-9FECC84872A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1052" name="Freeform 138">
                  <a:extLst>
                    <a:ext uri="{FF2B5EF4-FFF2-40B4-BE49-F238E27FC236}">
                      <a16:creationId xmlns:a16="http://schemas.microsoft.com/office/drawing/2014/main" id="{45F964C6-892C-46A7-A836-5010DC6D56C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1053" name="Freeform 139">
                  <a:extLst>
                    <a:ext uri="{FF2B5EF4-FFF2-40B4-BE49-F238E27FC236}">
                      <a16:creationId xmlns:a16="http://schemas.microsoft.com/office/drawing/2014/main" id="{3B0C3495-3403-4494-B9D9-B68BAD3E2E1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1050" name="Line 140">
                <a:extLst>
                  <a:ext uri="{FF2B5EF4-FFF2-40B4-BE49-F238E27FC236}">
                    <a16:creationId xmlns:a16="http://schemas.microsoft.com/office/drawing/2014/main" id="{C9FA880E-1DDB-4F69-ACA3-2BFCFDE1FA0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7" y="1361"/>
                <a:ext cx="0" cy="7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051" name="Line 141">
                <a:extLst>
                  <a:ext uri="{FF2B5EF4-FFF2-40B4-BE49-F238E27FC236}">
                    <a16:creationId xmlns:a16="http://schemas.microsoft.com/office/drawing/2014/main" id="{78532F6A-6506-409D-9FEF-FB0EA6551D8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7" y="1363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</p:grpSp>
      <p:grpSp>
        <p:nvGrpSpPr>
          <p:cNvPr id="80904" name="Group 416">
            <a:extLst>
              <a:ext uri="{FF2B5EF4-FFF2-40B4-BE49-F238E27FC236}">
                <a16:creationId xmlns:a16="http://schemas.microsoft.com/office/drawing/2014/main" id="{12456537-3193-4EBF-8703-2DC81066A909}"/>
              </a:ext>
            </a:extLst>
          </p:cNvPr>
          <p:cNvGrpSpPr>
            <a:grpSpLocks/>
          </p:cNvGrpSpPr>
          <p:nvPr/>
        </p:nvGrpSpPr>
        <p:grpSpPr bwMode="auto">
          <a:xfrm>
            <a:off x="1498600" y="4165600"/>
            <a:ext cx="3086100" cy="1168400"/>
            <a:chOff x="7848600" y="2044700"/>
            <a:chExt cx="3200399" cy="1371600"/>
          </a:xfrm>
        </p:grpSpPr>
        <p:sp>
          <p:nvSpPr>
            <p:cNvPr id="80944" name="Oval 417">
              <a:extLst>
                <a:ext uri="{FF2B5EF4-FFF2-40B4-BE49-F238E27FC236}">
                  <a16:creationId xmlns:a16="http://schemas.microsoft.com/office/drawing/2014/main" id="{97D120BD-E52B-4F66-A641-25BC7D3D79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848600" y="2044700"/>
              <a:ext cx="3200399" cy="1371600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grpSp>
          <p:nvGrpSpPr>
            <p:cNvPr id="80945" name="Group 133">
              <a:extLst>
                <a:ext uri="{FF2B5EF4-FFF2-40B4-BE49-F238E27FC236}">
                  <a16:creationId xmlns:a16="http://schemas.microsoft.com/office/drawing/2014/main" id="{F12D07F8-EAE0-4F95-ACA1-672D5F62EB4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526482" y="2160804"/>
              <a:ext cx="532759" cy="184809"/>
              <a:chOff x="2356" y="1300"/>
              <a:chExt cx="555" cy="194"/>
            </a:xfrm>
          </p:grpSpPr>
          <p:sp>
            <p:nvSpPr>
              <p:cNvPr id="81019" name="Oval 492">
                <a:extLst>
                  <a:ext uri="{FF2B5EF4-FFF2-40B4-BE49-F238E27FC236}">
                    <a16:creationId xmlns:a16="http://schemas.microsoft.com/office/drawing/2014/main" id="{B3B02D0A-FEFB-4296-9FC1-1948E4960B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020" name="Rectangle 410">
                <a:extLst>
                  <a:ext uri="{FF2B5EF4-FFF2-40B4-BE49-F238E27FC236}">
                    <a16:creationId xmlns:a16="http://schemas.microsoft.com/office/drawing/2014/main" id="{007C7F59-70DC-4918-9FB3-4A3D93AF08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021" name="Oval 411">
                <a:extLst>
                  <a:ext uri="{FF2B5EF4-FFF2-40B4-BE49-F238E27FC236}">
                    <a16:creationId xmlns:a16="http://schemas.microsoft.com/office/drawing/2014/main" id="{C51CD248-B5D3-40FE-8E02-34197308F7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1022" name="Group 137">
                <a:extLst>
                  <a:ext uri="{FF2B5EF4-FFF2-40B4-BE49-F238E27FC236}">
                    <a16:creationId xmlns:a16="http://schemas.microsoft.com/office/drawing/2014/main" id="{D3FED076-C86D-4938-8BF4-E12D632FC8D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1025" name="Freeform 138">
                  <a:extLst>
                    <a:ext uri="{FF2B5EF4-FFF2-40B4-BE49-F238E27FC236}">
                      <a16:creationId xmlns:a16="http://schemas.microsoft.com/office/drawing/2014/main" id="{189842EB-783F-4FBD-AD73-99769F1F335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1026" name="Freeform 139">
                  <a:extLst>
                    <a:ext uri="{FF2B5EF4-FFF2-40B4-BE49-F238E27FC236}">
                      <a16:creationId xmlns:a16="http://schemas.microsoft.com/office/drawing/2014/main" id="{9788FF70-6823-4086-9C32-C5B6C24BD53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1023" name="Line 140">
                <a:extLst>
                  <a:ext uri="{FF2B5EF4-FFF2-40B4-BE49-F238E27FC236}">
                    <a16:creationId xmlns:a16="http://schemas.microsoft.com/office/drawing/2014/main" id="{DB3445F2-AB92-4063-A344-5D46391A9AE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0"/>
                <a:ext cx="0" cy="8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024" name="Line 141">
                <a:extLst>
                  <a:ext uri="{FF2B5EF4-FFF2-40B4-BE49-F238E27FC236}">
                    <a16:creationId xmlns:a16="http://schemas.microsoft.com/office/drawing/2014/main" id="{CDA1B571-0B6D-4965-8DD0-7665E39A397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7" y="1362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cxnSp>
          <p:nvCxnSpPr>
            <p:cNvPr id="80946" name="Straight Connector 419">
              <a:extLst>
                <a:ext uri="{FF2B5EF4-FFF2-40B4-BE49-F238E27FC236}">
                  <a16:creationId xmlns:a16="http://schemas.microsoft.com/office/drawing/2014/main" id="{64494D9A-4716-4909-9914-CAA35E794850}"/>
                </a:ext>
              </a:extLst>
            </p:cNvPr>
            <p:cNvCxnSpPr>
              <a:cxnSpLocks noChangeShapeType="1"/>
              <a:stCxn id="81024" idx="0"/>
            </p:cNvCxnSpPr>
            <p:nvPr/>
          </p:nvCxnSpPr>
          <p:spPr bwMode="auto">
            <a:xfrm>
              <a:off x="9055401" y="2220819"/>
              <a:ext cx="975377" cy="13653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0947" name="Straight Connector 420">
              <a:extLst>
                <a:ext uri="{FF2B5EF4-FFF2-40B4-BE49-F238E27FC236}">
                  <a16:creationId xmlns:a16="http://schemas.microsoft.com/office/drawing/2014/main" id="{D31EFDA0-26DC-4F64-BD27-D80B1A74E6F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9522191" y="2583188"/>
              <a:ext cx="120745" cy="8339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0948" name="Straight Connector 421">
              <a:extLst>
                <a:ext uri="{FF2B5EF4-FFF2-40B4-BE49-F238E27FC236}">
                  <a16:creationId xmlns:a16="http://schemas.microsoft.com/office/drawing/2014/main" id="{065A00A8-C9EA-44B2-890A-59BD3252DC54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9323081" y="2786992"/>
              <a:ext cx="243358" cy="4562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0949" name="Straight Connector 422">
              <a:extLst>
                <a:ext uri="{FF2B5EF4-FFF2-40B4-BE49-F238E27FC236}">
                  <a16:creationId xmlns:a16="http://schemas.microsoft.com/office/drawing/2014/main" id="{04F26ECE-532F-4034-AEDD-FBF34A8A2CC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9028147" y="2611644"/>
              <a:ext cx="192778" cy="10958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0950" name="Straight Connector 423">
              <a:extLst>
                <a:ext uri="{FF2B5EF4-FFF2-40B4-BE49-F238E27FC236}">
                  <a16:creationId xmlns:a16="http://schemas.microsoft.com/office/drawing/2014/main" id="{6F1F9D77-4F18-46EA-99E0-43902092D60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8729859" y="2909476"/>
              <a:ext cx="192778" cy="10958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0951" name="Straight Connector 424">
              <a:extLst>
                <a:ext uri="{FF2B5EF4-FFF2-40B4-BE49-F238E27FC236}">
                  <a16:creationId xmlns:a16="http://schemas.microsoft.com/office/drawing/2014/main" id="{0D491497-9C51-45B2-9419-F3B2C62FF807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9537887" y="2836224"/>
              <a:ext cx="252969" cy="25294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0952" name="Straight Connector 425">
              <a:extLst>
                <a:ext uri="{FF2B5EF4-FFF2-40B4-BE49-F238E27FC236}">
                  <a16:creationId xmlns:a16="http://schemas.microsoft.com/office/drawing/2014/main" id="{D4F678B1-5AFB-4293-926B-D862651D8653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10029359" y="2822067"/>
              <a:ext cx="354959" cy="124390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0953" name="Straight Connector 426">
              <a:extLst>
                <a:ext uri="{FF2B5EF4-FFF2-40B4-BE49-F238E27FC236}">
                  <a16:creationId xmlns:a16="http://schemas.microsoft.com/office/drawing/2014/main" id="{EEAD2DF8-F25C-492B-993F-ED0C6C8F2024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10015190" y="2475242"/>
              <a:ext cx="283363" cy="19566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0954" name="Straight Connector 427">
              <a:extLst>
                <a:ext uri="{FF2B5EF4-FFF2-40B4-BE49-F238E27FC236}">
                  <a16:creationId xmlns:a16="http://schemas.microsoft.com/office/drawing/2014/main" id="{203D46AB-C007-4718-BC3C-2DE4BEEC574F}"/>
                </a:ext>
              </a:extLst>
            </p:cNvPr>
            <p:cNvCxnSpPr>
              <a:cxnSpLocks noChangeShapeType="1"/>
              <a:endCxn id="81019" idx="4"/>
            </p:cNvCxnSpPr>
            <p:nvPr/>
          </p:nvCxnSpPr>
          <p:spPr bwMode="auto">
            <a:xfrm flipH="1" flipV="1">
              <a:off x="8791902" y="2345614"/>
              <a:ext cx="410984" cy="87180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80955" name="TextBox 428">
              <a:extLst>
                <a:ext uri="{FF2B5EF4-FFF2-40B4-BE49-F238E27FC236}">
                  <a16:creationId xmlns:a16="http://schemas.microsoft.com/office/drawing/2014/main" id="{248C2BDA-2A0D-479F-99EA-CB23ABE7A25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58081" y="2471292"/>
              <a:ext cx="876536" cy="46969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 i="1">
                  <a:latin typeface="Arial" panose="020B0604020202020204" pitchFamily="34" charset="0"/>
                </a:rPr>
                <a:t>ISP C</a:t>
              </a:r>
            </a:p>
          </p:txBody>
        </p:sp>
        <p:grpSp>
          <p:nvGrpSpPr>
            <p:cNvPr id="80956" name="Group 133">
              <a:extLst>
                <a:ext uri="{FF2B5EF4-FFF2-40B4-BE49-F238E27FC236}">
                  <a16:creationId xmlns:a16="http://schemas.microsoft.com/office/drawing/2014/main" id="{84C23CDD-DEAB-4DA5-923D-CCC7F5B4812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555206" y="2650627"/>
              <a:ext cx="532759" cy="184809"/>
              <a:chOff x="2356" y="1300"/>
              <a:chExt cx="555" cy="194"/>
            </a:xfrm>
          </p:grpSpPr>
          <p:sp>
            <p:nvSpPr>
              <p:cNvPr id="81011" name="Oval 407">
                <a:extLst>
                  <a:ext uri="{FF2B5EF4-FFF2-40B4-BE49-F238E27FC236}">
                    <a16:creationId xmlns:a16="http://schemas.microsoft.com/office/drawing/2014/main" id="{CDAD2C74-6581-427B-97BF-5DF306E2A7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012" name="Rectangle 410">
                <a:extLst>
                  <a:ext uri="{FF2B5EF4-FFF2-40B4-BE49-F238E27FC236}">
                    <a16:creationId xmlns:a16="http://schemas.microsoft.com/office/drawing/2014/main" id="{485DEA11-3AE9-4D1A-BB3E-53EAF0D5BBF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013" name="Oval 411">
                <a:extLst>
                  <a:ext uri="{FF2B5EF4-FFF2-40B4-BE49-F238E27FC236}">
                    <a16:creationId xmlns:a16="http://schemas.microsoft.com/office/drawing/2014/main" id="{EFC71EB1-7F54-4C85-A322-BB0E7BBDCB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1014" name="Group 137">
                <a:extLst>
                  <a:ext uri="{FF2B5EF4-FFF2-40B4-BE49-F238E27FC236}">
                    <a16:creationId xmlns:a16="http://schemas.microsoft.com/office/drawing/2014/main" id="{6B118741-1EBA-46A9-8068-F75967D4B75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1017" name="Freeform 138">
                  <a:extLst>
                    <a:ext uri="{FF2B5EF4-FFF2-40B4-BE49-F238E27FC236}">
                      <a16:creationId xmlns:a16="http://schemas.microsoft.com/office/drawing/2014/main" id="{F464B3B6-870E-4ABD-AD1D-22C911005CA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1018" name="Freeform 139">
                  <a:extLst>
                    <a:ext uri="{FF2B5EF4-FFF2-40B4-BE49-F238E27FC236}">
                      <a16:creationId xmlns:a16="http://schemas.microsoft.com/office/drawing/2014/main" id="{3D3B39E5-E89E-4E78-BC35-CB78E0620AE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1015" name="Line 140">
                <a:extLst>
                  <a:ext uri="{FF2B5EF4-FFF2-40B4-BE49-F238E27FC236}">
                    <a16:creationId xmlns:a16="http://schemas.microsoft.com/office/drawing/2014/main" id="{BE5900D6-8AD3-42D4-A021-338CDFEA088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0"/>
                <a:ext cx="0" cy="8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016" name="Line 141">
                <a:extLst>
                  <a:ext uri="{FF2B5EF4-FFF2-40B4-BE49-F238E27FC236}">
                    <a16:creationId xmlns:a16="http://schemas.microsoft.com/office/drawing/2014/main" id="{B2929856-AFAD-4741-94C4-36F384635C5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7" y="1362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0957" name="Group 133">
              <a:extLst>
                <a:ext uri="{FF2B5EF4-FFF2-40B4-BE49-F238E27FC236}">
                  <a16:creationId xmlns:a16="http://schemas.microsoft.com/office/drawing/2014/main" id="{D7988433-A936-420B-BD04-DA562CC848D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772607" y="2725609"/>
              <a:ext cx="532759" cy="184809"/>
              <a:chOff x="2356" y="1300"/>
              <a:chExt cx="555" cy="194"/>
            </a:xfrm>
          </p:grpSpPr>
          <p:sp>
            <p:nvSpPr>
              <p:cNvPr id="81003" name="Oval 407">
                <a:extLst>
                  <a:ext uri="{FF2B5EF4-FFF2-40B4-BE49-F238E27FC236}">
                    <a16:creationId xmlns:a16="http://schemas.microsoft.com/office/drawing/2014/main" id="{09E13CD1-8661-45A8-A3D8-BFCE8757EE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004" name="Rectangle 410">
                <a:extLst>
                  <a:ext uri="{FF2B5EF4-FFF2-40B4-BE49-F238E27FC236}">
                    <a16:creationId xmlns:a16="http://schemas.microsoft.com/office/drawing/2014/main" id="{7FF775CF-9580-4556-AA11-C0194E83A3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005" name="Oval 411">
                <a:extLst>
                  <a:ext uri="{FF2B5EF4-FFF2-40B4-BE49-F238E27FC236}">
                    <a16:creationId xmlns:a16="http://schemas.microsoft.com/office/drawing/2014/main" id="{1761CFF6-3358-4760-9D18-625C285FD39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1006" name="Group 137">
                <a:extLst>
                  <a:ext uri="{FF2B5EF4-FFF2-40B4-BE49-F238E27FC236}">
                    <a16:creationId xmlns:a16="http://schemas.microsoft.com/office/drawing/2014/main" id="{7777CA68-07E6-462A-B322-ECE0799E4A8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1009" name="Freeform 138">
                  <a:extLst>
                    <a:ext uri="{FF2B5EF4-FFF2-40B4-BE49-F238E27FC236}">
                      <a16:creationId xmlns:a16="http://schemas.microsoft.com/office/drawing/2014/main" id="{4E004370-AD60-442C-929E-38B958252B8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1010" name="Freeform 139">
                  <a:extLst>
                    <a:ext uri="{FF2B5EF4-FFF2-40B4-BE49-F238E27FC236}">
                      <a16:creationId xmlns:a16="http://schemas.microsoft.com/office/drawing/2014/main" id="{C1BA6892-5D20-4246-87A7-71E50631B59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1007" name="Line 140">
                <a:extLst>
                  <a:ext uri="{FF2B5EF4-FFF2-40B4-BE49-F238E27FC236}">
                    <a16:creationId xmlns:a16="http://schemas.microsoft.com/office/drawing/2014/main" id="{61F8BD56-4DA7-4809-A400-78A4F3EBB5C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7" y="1360"/>
                <a:ext cx="0" cy="8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008" name="Line 141">
                <a:extLst>
                  <a:ext uri="{FF2B5EF4-FFF2-40B4-BE49-F238E27FC236}">
                    <a16:creationId xmlns:a16="http://schemas.microsoft.com/office/drawing/2014/main" id="{0391A060-808E-4817-86FA-1760B0B4C32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8" y="1362"/>
                <a:ext cx="0" cy="8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0958" name="Group 133">
              <a:extLst>
                <a:ext uri="{FF2B5EF4-FFF2-40B4-BE49-F238E27FC236}">
                  <a16:creationId xmlns:a16="http://schemas.microsoft.com/office/drawing/2014/main" id="{F80A5412-8FBD-4E3B-B23E-D88CAD047AF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060908" y="2428111"/>
              <a:ext cx="532759" cy="184809"/>
              <a:chOff x="2356" y="1300"/>
              <a:chExt cx="555" cy="194"/>
            </a:xfrm>
          </p:grpSpPr>
          <p:sp>
            <p:nvSpPr>
              <p:cNvPr id="80995" name="Oval 407">
                <a:extLst>
                  <a:ext uri="{FF2B5EF4-FFF2-40B4-BE49-F238E27FC236}">
                    <a16:creationId xmlns:a16="http://schemas.microsoft.com/office/drawing/2014/main" id="{A5339E57-9374-495D-BA75-D33E85AC73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0996" name="Rectangle 410">
                <a:extLst>
                  <a:ext uri="{FF2B5EF4-FFF2-40B4-BE49-F238E27FC236}">
                    <a16:creationId xmlns:a16="http://schemas.microsoft.com/office/drawing/2014/main" id="{ABEA5642-24A1-4640-8F23-7B3665119F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0997" name="Oval 411">
                <a:extLst>
                  <a:ext uri="{FF2B5EF4-FFF2-40B4-BE49-F238E27FC236}">
                    <a16:creationId xmlns:a16="http://schemas.microsoft.com/office/drawing/2014/main" id="{098F844D-6628-4302-816B-661214E4BE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0998" name="Group 137">
                <a:extLst>
                  <a:ext uri="{FF2B5EF4-FFF2-40B4-BE49-F238E27FC236}">
                    <a16:creationId xmlns:a16="http://schemas.microsoft.com/office/drawing/2014/main" id="{5E7FFFCD-175C-4DF5-91F1-DE078E8ACCB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1001" name="Freeform 138">
                  <a:extLst>
                    <a:ext uri="{FF2B5EF4-FFF2-40B4-BE49-F238E27FC236}">
                      <a16:creationId xmlns:a16="http://schemas.microsoft.com/office/drawing/2014/main" id="{EC987649-7BBB-4F6E-83E9-745CBA2C836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1002" name="Freeform 139">
                  <a:extLst>
                    <a:ext uri="{FF2B5EF4-FFF2-40B4-BE49-F238E27FC236}">
                      <a16:creationId xmlns:a16="http://schemas.microsoft.com/office/drawing/2014/main" id="{B2172E12-AD4D-4A3F-8DCC-46AE397EE39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0999" name="Line 140">
                <a:extLst>
                  <a:ext uri="{FF2B5EF4-FFF2-40B4-BE49-F238E27FC236}">
                    <a16:creationId xmlns:a16="http://schemas.microsoft.com/office/drawing/2014/main" id="{A600BA69-3DA9-4894-A5FC-A53F3CFF262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7" y="1361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000" name="Line 141">
                <a:extLst>
                  <a:ext uri="{FF2B5EF4-FFF2-40B4-BE49-F238E27FC236}">
                    <a16:creationId xmlns:a16="http://schemas.microsoft.com/office/drawing/2014/main" id="{72F6128A-B678-476A-AFE7-EA520A3592E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8" y="1363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0959" name="Group 133">
              <a:extLst>
                <a:ext uri="{FF2B5EF4-FFF2-40B4-BE49-F238E27FC236}">
                  <a16:creationId xmlns:a16="http://schemas.microsoft.com/office/drawing/2014/main" id="{58559983-1D7B-4AAF-9E5C-6E4C7196440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005281" y="2289952"/>
              <a:ext cx="532759" cy="184809"/>
              <a:chOff x="2356" y="1300"/>
              <a:chExt cx="555" cy="194"/>
            </a:xfrm>
          </p:grpSpPr>
          <p:sp>
            <p:nvSpPr>
              <p:cNvPr id="80987" name="Oval 407">
                <a:extLst>
                  <a:ext uri="{FF2B5EF4-FFF2-40B4-BE49-F238E27FC236}">
                    <a16:creationId xmlns:a16="http://schemas.microsoft.com/office/drawing/2014/main" id="{608D2136-C6B3-4F9E-BFC6-1E6DEBF0B5E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0988" name="Rectangle 410">
                <a:extLst>
                  <a:ext uri="{FF2B5EF4-FFF2-40B4-BE49-F238E27FC236}">
                    <a16:creationId xmlns:a16="http://schemas.microsoft.com/office/drawing/2014/main" id="{8E61AAB1-5E62-4BE4-84DA-EA3B3F96E7F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0989" name="Oval 411">
                <a:extLst>
                  <a:ext uri="{FF2B5EF4-FFF2-40B4-BE49-F238E27FC236}">
                    <a16:creationId xmlns:a16="http://schemas.microsoft.com/office/drawing/2014/main" id="{E263A34A-D57B-4431-9EEE-E9FAA6445B4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0990" name="Group 137">
                <a:extLst>
                  <a:ext uri="{FF2B5EF4-FFF2-40B4-BE49-F238E27FC236}">
                    <a16:creationId xmlns:a16="http://schemas.microsoft.com/office/drawing/2014/main" id="{3B62B0F0-D1D9-4C2B-BEF2-B01FCD92550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0993" name="Freeform 138">
                  <a:extLst>
                    <a:ext uri="{FF2B5EF4-FFF2-40B4-BE49-F238E27FC236}">
                      <a16:creationId xmlns:a16="http://schemas.microsoft.com/office/drawing/2014/main" id="{95C59D62-A405-46BD-B4FD-0907EA01A04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0994" name="Freeform 139">
                  <a:extLst>
                    <a:ext uri="{FF2B5EF4-FFF2-40B4-BE49-F238E27FC236}">
                      <a16:creationId xmlns:a16="http://schemas.microsoft.com/office/drawing/2014/main" id="{B0CAFA54-DC91-4A3A-99F7-260A5348239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0991" name="Line 140">
                <a:extLst>
                  <a:ext uri="{FF2B5EF4-FFF2-40B4-BE49-F238E27FC236}">
                    <a16:creationId xmlns:a16="http://schemas.microsoft.com/office/drawing/2014/main" id="{BF9B7509-61F0-4420-AF12-E9461D05514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1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0992" name="Line 141">
                <a:extLst>
                  <a:ext uri="{FF2B5EF4-FFF2-40B4-BE49-F238E27FC236}">
                    <a16:creationId xmlns:a16="http://schemas.microsoft.com/office/drawing/2014/main" id="{E3FBDECF-DB02-4594-88E7-C5851DF15BF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8" y="1363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0960" name="Group 133">
              <a:extLst>
                <a:ext uri="{FF2B5EF4-FFF2-40B4-BE49-F238E27FC236}">
                  <a16:creationId xmlns:a16="http://schemas.microsoft.com/office/drawing/2014/main" id="{EB3348EB-F816-4365-8772-78FA1AC15D9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232661" y="2882876"/>
              <a:ext cx="532759" cy="184809"/>
              <a:chOff x="2356" y="1300"/>
              <a:chExt cx="555" cy="194"/>
            </a:xfrm>
          </p:grpSpPr>
          <p:sp>
            <p:nvSpPr>
              <p:cNvPr id="80979" name="Oval 407">
                <a:extLst>
                  <a:ext uri="{FF2B5EF4-FFF2-40B4-BE49-F238E27FC236}">
                    <a16:creationId xmlns:a16="http://schemas.microsoft.com/office/drawing/2014/main" id="{49753A4A-921E-49DC-8C04-2462DEC58C3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0980" name="Rectangle 410">
                <a:extLst>
                  <a:ext uri="{FF2B5EF4-FFF2-40B4-BE49-F238E27FC236}">
                    <a16:creationId xmlns:a16="http://schemas.microsoft.com/office/drawing/2014/main" id="{54332739-3475-484C-A00C-ADAEFC76EE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0981" name="Oval 411">
                <a:extLst>
                  <a:ext uri="{FF2B5EF4-FFF2-40B4-BE49-F238E27FC236}">
                    <a16:creationId xmlns:a16="http://schemas.microsoft.com/office/drawing/2014/main" id="{ECA742C3-B9C1-4163-B27A-606D103B203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0982" name="Group 137">
                <a:extLst>
                  <a:ext uri="{FF2B5EF4-FFF2-40B4-BE49-F238E27FC236}">
                    <a16:creationId xmlns:a16="http://schemas.microsoft.com/office/drawing/2014/main" id="{DB73264D-5778-4A3B-83A4-CFFD76702C8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0985" name="Freeform 138">
                  <a:extLst>
                    <a:ext uri="{FF2B5EF4-FFF2-40B4-BE49-F238E27FC236}">
                      <a16:creationId xmlns:a16="http://schemas.microsoft.com/office/drawing/2014/main" id="{137B5C00-25E1-4D53-81DB-60686C01829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0986" name="Freeform 139">
                  <a:extLst>
                    <a:ext uri="{FF2B5EF4-FFF2-40B4-BE49-F238E27FC236}">
                      <a16:creationId xmlns:a16="http://schemas.microsoft.com/office/drawing/2014/main" id="{4E6E2E29-A564-4B2B-9D68-EDC6A2EEE9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0983" name="Line 140">
                <a:extLst>
                  <a:ext uri="{FF2B5EF4-FFF2-40B4-BE49-F238E27FC236}">
                    <a16:creationId xmlns:a16="http://schemas.microsoft.com/office/drawing/2014/main" id="{E19395EE-68EE-41E2-ABD7-567672AE234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7" y="1361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0984" name="Line 141">
                <a:extLst>
                  <a:ext uri="{FF2B5EF4-FFF2-40B4-BE49-F238E27FC236}">
                    <a16:creationId xmlns:a16="http://schemas.microsoft.com/office/drawing/2014/main" id="{143DA37E-2981-4BBA-9DFB-1CBF5DED2D7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8" y="1363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0961" name="Group 133">
              <a:extLst>
                <a:ext uri="{FF2B5EF4-FFF2-40B4-BE49-F238E27FC236}">
                  <a16:creationId xmlns:a16="http://schemas.microsoft.com/office/drawing/2014/main" id="{02F65BA1-99FC-4B25-B14E-DECE4A91692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330660" y="3072767"/>
              <a:ext cx="532759" cy="184809"/>
              <a:chOff x="2356" y="1300"/>
              <a:chExt cx="555" cy="194"/>
            </a:xfrm>
          </p:grpSpPr>
          <p:sp>
            <p:nvSpPr>
              <p:cNvPr id="80971" name="Oval 407">
                <a:extLst>
                  <a:ext uri="{FF2B5EF4-FFF2-40B4-BE49-F238E27FC236}">
                    <a16:creationId xmlns:a16="http://schemas.microsoft.com/office/drawing/2014/main" id="{B189F2E1-A0D4-4A87-BAD9-E83D2EC8A46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0972" name="Rectangle 410">
                <a:extLst>
                  <a:ext uri="{FF2B5EF4-FFF2-40B4-BE49-F238E27FC236}">
                    <a16:creationId xmlns:a16="http://schemas.microsoft.com/office/drawing/2014/main" id="{34CECE57-AEE8-4654-A0E6-CD13CEFC74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0973" name="Oval 411">
                <a:extLst>
                  <a:ext uri="{FF2B5EF4-FFF2-40B4-BE49-F238E27FC236}">
                    <a16:creationId xmlns:a16="http://schemas.microsoft.com/office/drawing/2014/main" id="{DF6BA8A6-B87C-4F5A-A0D8-851DE6E015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0974" name="Group 137">
                <a:extLst>
                  <a:ext uri="{FF2B5EF4-FFF2-40B4-BE49-F238E27FC236}">
                    <a16:creationId xmlns:a16="http://schemas.microsoft.com/office/drawing/2014/main" id="{2FF0D926-99FF-4606-92DD-0FB12359A50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0977" name="Freeform 138">
                  <a:extLst>
                    <a:ext uri="{FF2B5EF4-FFF2-40B4-BE49-F238E27FC236}">
                      <a16:creationId xmlns:a16="http://schemas.microsoft.com/office/drawing/2014/main" id="{7FF17C8C-CB32-456C-828D-02719AB5B28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0978" name="Freeform 139">
                  <a:extLst>
                    <a:ext uri="{FF2B5EF4-FFF2-40B4-BE49-F238E27FC236}">
                      <a16:creationId xmlns:a16="http://schemas.microsoft.com/office/drawing/2014/main" id="{CF7B0F25-B4A4-4648-8A65-6CBFD260E91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0975" name="Line 140">
                <a:extLst>
                  <a:ext uri="{FF2B5EF4-FFF2-40B4-BE49-F238E27FC236}">
                    <a16:creationId xmlns:a16="http://schemas.microsoft.com/office/drawing/2014/main" id="{567F5799-09B4-4F3D-92E3-41DEB5A9F75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7" y="1361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0976" name="Line 141">
                <a:extLst>
                  <a:ext uri="{FF2B5EF4-FFF2-40B4-BE49-F238E27FC236}">
                    <a16:creationId xmlns:a16="http://schemas.microsoft.com/office/drawing/2014/main" id="{AA4827D3-A600-4495-88CF-4431D7DB046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8" y="1363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0962" name="Group 133">
              <a:extLst>
                <a:ext uri="{FF2B5EF4-FFF2-40B4-BE49-F238E27FC236}">
                  <a16:creationId xmlns:a16="http://schemas.microsoft.com/office/drawing/2014/main" id="{559F5785-9FD3-4FA2-85A2-ED363F0C440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438032" y="3018963"/>
              <a:ext cx="532759" cy="184809"/>
              <a:chOff x="2356" y="1300"/>
              <a:chExt cx="555" cy="194"/>
            </a:xfrm>
          </p:grpSpPr>
          <p:sp>
            <p:nvSpPr>
              <p:cNvPr id="80963" name="Oval 407">
                <a:extLst>
                  <a:ext uri="{FF2B5EF4-FFF2-40B4-BE49-F238E27FC236}">
                    <a16:creationId xmlns:a16="http://schemas.microsoft.com/office/drawing/2014/main" id="{748C4FF8-C4C6-4B95-B592-F9EADBAF990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0964" name="Rectangle 410">
                <a:extLst>
                  <a:ext uri="{FF2B5EF4-FFF2-40B4-BE49-F238E27FC236}">
                    <a16:creationId xmlns:a16="http://schemas.microsoft.com/office/drawing/2014/main" id="{604871E3-9000-4835-9434-40A3D8C360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0965" name="Oval 411">
                <a:extLst>
                  <a:ext uri="{FF2B5EF4-FFF2-40B4-BE49-F238E27FC236}">
                    <a16:creationId xmlns:a16="http://schemas.microsoft.com/office/drawing/2014/main" id="{66AEC8D3-C53A-4B37-AE0A-7FE676A8A8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0966" name="Group 137">
                <a:extLst>
                  <a:ext uri="{FF2B5EF4-FFF2-40B4-BE49-F238E27FC236}">
                    <a16:creationId xmlns:a16="http://schemas.microsoft.com/office/drawing/2014/main" id="{4B3C84A8-2523-4C9D-903A-B43EE7C1391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0969" name="Freeform 138">
                  <a:extLst>
                    <a:ext uri="{FF2B5EF4-FFF2-40B4-BE49-F238E27FC236}">
                      <a16:creationId xmlns:a16="http://schemas.microsoft.com/office/drawing/2014/main" id="{5130F4B4-9B33-4499-95CE-1CF40F0C2E0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0970" name="Freeform 139">
                  <a:extLst>
                    <a:ext uri="{FF2B5EF4-FFF2-40B4-BE49-F238E27FC236}">
                      <a16:creationId xmlns:a16="http://schemas.microsoft.com/office/drawing/2014/main" id="{49BB000B-F1A6-4C98-AF34-AC6A188FCD7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0967" name="Line 140">
                <a:extLst>
                  <a:ext uri="{FF2B5EF4-FFF2-40B4-BE49-F238E27FC236}">
                    <a16:creationId xmlns:a16="http://schemas.microsoft.com/office/drawing/2014/main" id="{5541BF0E-B892-4635-8FE3-367D9E55900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1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0968" name="Line 141">
                <a:extLst>
                  <a:ext uri="{FF2B5EF4-FFF2-40B4-BE49-F238E27FC236}">
                    <a16:creationId xmlns:a16="http://schemas.microsoft.com/office/drawing/2014/main" id="{87D326F1-FEBE-4FF8-8EE4-1CFBA82AAA6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8" y="1363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</p:grpSp>
      <p:cxnSp>
        <p:nvCxnSpPr>
          <p:cNvPr id="80905" name="Straight Connector 12">
            <a:extLst>
              <a:ext uri="{FF2B5EF4-FFF2-40B4-BE49-F238E27FC236}">
                <a16:creationId xmlns:a16="http://schemas.microsoft.com/office/drawing/2014/main" id="{E261B044-85AF-4BF5-8DD9-91AA46835F62}"/>
              </a:ext>
            </a:extLst>
          </p:cNvPr>
          <p:cNvCxnSpPr>
            <a:cxnSpLocks noChangeShapeType="1"/>
            <a:endCxn id="81104" idx="1"/>
          </p:cNvCxnSpPr>
          <p:nvPr/>
        </p:nvCxnSpPr>
        <p:spPr bwMode="auto">
          <a:xfrm>
            <a:off x="2382838" y="2609850"/>
            <a:ext cx="238125" cy="2619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906" name="Straight Connector 500">
            <a:extLst>
              <a:ext uri="{FF2B5EF4-FFF2-40B4-BE49-F238E27FC236}">
                <a16:creationId xmlns:a16="http://schemas.microsoft.com/office/drawing/2014/main" id="{ED9D43C0-99E0-4DF6-8689-BABB2058789D}"/>
              </a:ext>
            </a:extLst>
          </p:cNvPr>
          <p:cNvCxnSpPr>
            <a:cxnSpLocks noChangeShapeType="1"/>
            <a:endCxn id="81106" idx="1"/>
          </p:cNvCxnSpPr>
          <p:nvPr/>
        </p:nvCxnSpPr>
        <p:spPr bwMode="auto">
          <a:xfrm>
            <a:off x="1638300" y="2849563"/>
            <a:ext cx="900113" cy="127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907" name="Straight Connector 501">
            <a:extLst>
              <a:ext uri="{FF2B5EF4-FFF2-40B4-BE49-F238E27FC236}">
                <a16:creationId xmlns:a16="http://schemas.microsoft.com/office/drawing/2014/main" id="{E2DEF9CE-1333-4B0F-97D6-FF025CA9180A}"/>
              </a:ext>
            </a:extLst>
          </p:cNvPr>
          <p:cNvCxnSpPr>
            <a:cxnSpLocks noChangeShapeType="1"/>
            <a:endCxn id="81102" idx="2"/>
          </p:cNvCxnSpPr>
          <p:nvPr/>
        </p:nvCxnSpPr>
        <p:spPr bwMode="auto">
          <a:xfrm flipV="1">
            <a:off x="1235075" y="2973388"/>
            <a:ext cx="1303338" cy="27781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908" name="Straight Connector 502">
            <a:extLst>
              <a:ext uri="{FF2B5EF4-FFF2-40B4-BE49-F238E27FC236}">
                <a16:creationId xmlns:a16="http://schemas.microsoft.com/office/drawing/2014/main" id="{1389865F-E144-4FC4-928F-29B9B496E3F0}"/>
              </a:ext>
            </a:extLst>
          </p:cNvPr>
          <p:cNvCxnSpPr>
            <a:cxnSpLocks noChangeShapeType="1"/>
            <a:endCxn id="81072" idx="1"/>
          </p:cNvCxnSpPr>
          <p:nvPr/>
        </p:nvCxnSpPr>
        <p:spPr bwMode="auto">
          <a:xfrm>
            <a:off x="3916363" y="2411413"/>
            <a:ext cx="307975" cy="5730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909" name="Straight Connector 503">
            <a:extLst>
              <a:ext uri="{FF2B5EF4-FFF2-40B4-BE49-F238E27FC236}">
                <a16:creationId xmlns:a16="http://schemas.microsoft.com/office/drawing/2014/main" id="{2102E885-8D71-4FCC-9FB7-0B533F2575FC}"/>
              </a:ext>
            </a:extLst>
          </p:cNvPr>
          <p:cNvCxnSpPr>
            <a:cxnSpLocks noChangeShapeType="1"/>
            <a:endCxn id="81072" idx="0"/>
          </p:cNvCxnSpPr>
          <p:nvPr/>
        </p:nvCxnSpPr>
        <p:spPr bwMode="auto">
          <a:xfrm flipH="1">
            <a:off x="4425950" y="2389188"/>
            <a:ext cx="384175" cy="5794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910" name="Straight Connector 504">
            <a:extLst>
              <a:ext uri="{FF2B5EF4-FFF2-40B4-BE49-F238E27FC236}">
                <a16:creationId xmlns:a16="http://schemas.microsoft.com/office/drawing/2014/main" id="{2F6ABAC3-DEFD-49CF-8E7E-EFF663418D92}"/>
              </a:ext>
            </a:extLst>
          </p:cNvPr>
          <p:cNvCxnSpPr>
            <a:cxnSpLocks noChangeShapeType="1"/>
            <a:endCxn id="81155" idx="0"/>
          </p:cNvCxnSpPr>
          <p:nvPr/>
        </p:nvCxnSpPr>
        <p:spPr bwMode="auto">
          <a:xfrm>
            <a:off x="6770688" y="2900363"/>
            <a:ext cx="215900" cy="10461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911" name="Straight Connector 505">
            <a:extLst>
              <a:ext uri="{FF2B5EF4-FFF2-40B4-BE49-F238E27FC236}">
                <a16:creationId xmlns:a16="http://schemas.microsoft.com/office/drawing/2014/main" id="{62EF7D23-8C95-4840-8F60-20B0FB1A2CF0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7137400" y="3251200"/>
            <a:ext cx="241300" cy="6921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912" name="Straight Connector 506">
            <a:extLst>
              <a:ext uri="{FF2B5EF4-FFF2-40B4-BE49-F238E27FC236}">
                <a16:creationId xmlns:a16="http://schemas.microsoft.com/office/drawing/2014/main" id="{343FD315-A6DC-4896-AA48-7564D19671AF}"/>
              </a:ext>
            </a:extLst>
          </p:cNvPr>
          <p:cNvCxnSpPr>
            <a:cxnSpLocks noChangeShapeType="1"/>
            <a:stCxn id="81221" idx="4"/>
            <a:endCxn id="81150" idx="0"/>
          </p:cNvCxnSpPr>
          <p:nvPr/>
        </p:nvCxnSpPr>
        <p:spPr bwMode="auto">
          <a:xfrm flipH="1">
            <a:off x="7483475" y="4229100"/>
            <a:ext cx="541338" cy="2492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913" name="Straight Connector 507">
            <a:extLst>
              <a:ext uri="{FF2B5EF4-FFF2-40B4-BE49-F238E27FC236}">
                <a16:creationId xmlns:a16="http://schemas.microsoft.com/office/drawing/2014/main" id="{ECEB757C-C3C1-414E-8466-18A08F61750C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7454900" y="4573588"/>
            <a:ext cx="796925" cy="6143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914" name="Straight Connector 508">
            <a:extLst>
              <a:ext uri="{FF2B5EF4-FFF2-40B4-BE49-F238E27FC236}">
                <a16:creationId xmlns:a16="http://schemas.microsoft.com/office/drawing/2014/main" id="{CE09E3A5-99A5-414D-8144-278928026F97}"/>
              </a:ext>
            </a:extLst>
          </p:cNvPr>
          <p:cNvCxnSpPr>
            <a:cxnSpLocks noChangeShapeType="1"/>
            <a:endCxn id="81137" idx="5"/>
          </p:cNvCxnSpPr>
          <p:nvPr/>
        </p:nvCxnSpPr>
        <p:spPr bwMode="auto">
          <a:xfrm flipH="1" flipV="1">
            <a:off x="6496050" y="4722813"/>
            <a:ext cx="1047750" cy="9667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915" name="Straight Connector 509">
            <a:extLst>
              <a:ext uri="{FF2B5EF4-FFF2-40B4-BE49-F238E27FC236}">
                <a16:creationId xmlns:a16="http://schemas.microsoft.com/office/drawing/2014/main" id="{41AB502B-ADE1-4DCB-A530-2A871B51A1FC}"/>
              </a:ext>
            </a:extLst>
          </p:cNvPr>
          <p:cNvCxnSpPr>
            <a:cxnSpLocks noChangeShapeType="1"/>
            <a:stCxn id="81219" idx="0"/>
          </p:cNvCxnSpPr>
          <p:nvPr/>
        </p:nvCxnSpPr>
        <p:spPr bwMode="auto">
          <a:xfrm flipH="1" flipV="1">
            <a:off x="5319713" y="4694238"/>
            <a:ext cx="285750" cy="11604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916" name="Straight Connector 510">
            <a:extLst>
              <a:ext uri="{FF2B5EF4-FFF2-40B4-BE49-F238E27FC236}">
                <a16:creationId xmlns:a16="http://schemas.microsoft.com/office/drawing/2014/main" id="{BAF02602-0092-4072-A2F5-1CBA34DB440F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4068763" y="5045075"/>
            <a:ext cx="371475" cy="9731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917" name="Straight Connector 511">
            <a:extLst>
              <a:ext uri="{FF2B5EF4-FFF2-40B4-BE49-F238E27FC236}">
                <a16:creationId xmlns:a16="http://schemas.microsoft.com/office/drawing/2014/main" id="{07F21C82-2785-462E-94D2-E92627344C8E}"/>
              </a:ext>
            </a:extLst>
          </p:cNvPr>
          <p:cNvCxnSpPr>
            <a:cxnSpLocks noChangeShapeType="1"/>
            <a:stCxn id="81216" idx="0"/>
          </p:cNvCxnSpPr>
          <p:nvPr/>
        </p:nvCxnSpPr>
        <p:spPr bwMode="auto">
          <a:xfrm flipH="1" flipV="1">
            <a:off x="3144838" y="5192713"/>
            <a:ext cx="244475" cy="6619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918" name="Straight Connector 512">
            <a:extLst>
              <a:ext uri="{FF2B5EF4-FFF2-40B4-BE49-F238E27FC236}">
                <a16:creationId xmlns:a16="http://schemas.microsoft.com/office/drawing/2014/main" id="{FEEA8820-5815-44A3-A617-977101AA9942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1790700" y="5160963"/>
            <a:ext cx="401638" cy="2095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919" name="Straight Connector 513">
            <a:extLst>
              <a:ext uri="{FF2B5EF4-FFF2-40B4-BE49-F238E27FC236}">
                <a16:creationId xmlns:a16="http://schemas.microsoft.com/office/drawing/2014/main" id="{85BF8092-D8CC-4B5A-A706-000F15386969}"/>
              </a:ext>
            </a:extLst>
          </p:cNvPr>
          <p:cNvCxnSpPr>
            <a:cxnSpLocks noChangeShapeType="1"/>
            <a:endCxn id="80967" idx="0"/>
          </p:cNvCxnSpPr>
          <p:nvPr/>
        </p:nvCxnSpPr>
        <p:spPr bwMode="auto">
          <a:xfrm flipV="1">
            <a:off x="1362075" y="5045075"/>
            <a:ext cx="706438" cy="444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920" name="Straight Connector 514">
            <a:extLst>
              <a:ext uri="{FF2B5EF4-FFF2-40B4-BE49-F238E27FC236}">
                <a16:creationId xmlns:a16="http://schemas.microsoft.com/office/drawing/2014/main" id="{0EA7FBC5-1FAA-44FD-AD10-1CA674EB5368}"/>
              </a:ext>
            </a:extLst>
          </p:cNvPr>
          <p:cNvCxnSpPr>
            <a:cxnSpLocks noChangeShapeType="1"/>
            <a:endCxn id="81023" idx="1"/>
          </p:cNvCxnSpPr>
          <p:nvPr/>
        </p:nvCxnSpPr>
        <p:spPr bwMode="auto">
          <a:xfrm>
            <a:off x="1155700" y="4376738"/>
            <a:ext cx="996950" cy="47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48289" name="Group 20">
            <a:extLst>
              <a:ext uri="{FF2B5EF4-FFF2-40B4-BE49-F238E27FC236}">
                <a16:creationId xmlns:a16="http://schemas.microsoft.com/office/drawing/2014/main" id="{95A80418-73D2-4D7F-ABF9-9F2E7879E88E}"/>
              </a:ext>
            </a:extLst>
          </p:cNvPr>
          <p:cNvGrpSpPr>
            <a:grpSpLocks/>
          </p:cNvGrpSpPr>
          <p:nvPr/>
        </p:nvGrpSpPr>
        <p:grpSpPr bwMode="auto">
          <a:xfrm>
            <a:off x="4713288" y="2871788"/>
            <a:ext cx="2117725" cy="1082675"/>
            <a:chOff x="4712800" y="2871032"/>
            <a:chExt cx="2117908" cy="1082781"/>
          </a:xfrm>
        </p:grpSpPr>
        <p:grpSp>
          <p:nvGrpSpPr>
            <p:cNvPr id="80939" name="Group 16">
              <a:extLst>
                <a:ext uri="{FF2B5EF4-FFF2-40B4-BE49-F238E27FC236}">
                  <a16:creationId xmlns:a16="http://schemas.microsoft.com/office/drawing/2014/main" id="{9E190DED-0995-4B76-827B-3D256D4186A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677190" y="2871032"/>
              <a:ext cx="530938" cy="338554"/>
              <a:chOff x="5573768" y="2726239"/>
              <a:chExt cx="530938" cy="338554"/>
            </a:xfrm>
          </p:grpSpPr>
          <p:sp>
            <p:nvSpPr>
              <p:cNvPr id="80942" name="Oval 14">
                <a:extLst>
                  <a:ext uri="{FF2B5EF4-FFF2-40B4-BE49-F238E27FC236}">
                    <a16:creationId xmlns:a16="http://schemas.microsoft.com/office/drawing/2014/main" id="{0035FC67-4848-47A9-A482-F7E3AA1BFF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73768" y="2751297"/>
                <a:ext cx="528092" cy="304800"/>
              </a:xfrm>
              <a:prstGeom prst="ellipse">
                <a:avLst/>
              </a:prstGeom>
              <a:solidFill>
                <a:srgbClr val="0000FF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80943" name="TextBox 15">
                <a:extLst>
                  <a:ext uri="{FF2B5EF4-FFF2-40B4-BE49-F238E27FC236}">
                    <a16:creationId xmlns:a16="http://schemas.microsoft.com/office/drawing/2014/main" id="{A65F5ED5-25EA-4F1A-8D99-2E23738CCE8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593027" y="2726239"/>
                <a:ext cx="511679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600">
                    <a:solidFill>
                      <a:schemeClr val="bg1"/>
                    </a:solidFill>
                    <a:latin typeface="Arial" panose="020B0604020202020204" pitchFamily="34" charset="0"/>
                  </a:rPr>
                  <a:t>IXP</a:t>
                </a:r>
              </a:p>
            </p:txBody>
          </p:sp>
        </p:grpSp>
        <p:cxnSp>
          <p:nvCxnSpPr>
            <p:cNvPr id="80940" name="Straight Connector 18">
              <a:extLst>
                <a:ext uri="{FF2B5EF4-FFF2-40B4-BE49-F238E27FC236}">
                  <a16:creationId xmlns:a16="http://schemas.microsoft.com/office/drawing/2014/main" id="{AF5EBD46-2DE2-43C1-AD00-31AB8C6FCAB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712800" y="3050554"/>
              <a:ext cx="964390" cy="26895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0941" name="Straight Connector 516">
              <a:extLst>
                <a:ext uri="{FF2B5EF4-FFF2-40B4-BE49-F238E27FC236}">
                  <a16:creationId xmlns:a16="http://schemas.microsoft.com/office/drawing/2014/main" id="{71128F52-5342-4EAE-A9F3-5E48CD32400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6139092" y="3168890"/>
              <a:ext cx="691616" cy="784923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48305" name="Group 39937">
            <a:extLst>
              <a:ext uri="{FF2B5EF4-FFF2-40B4-BE49-F238E27FC236}">
                <a16:creationId xmlns:a16="http://schemas.microsoft.com/office/drawing/2014/main" id="{213314BB-AD3F-4F0A-8CB8-F7D5ADBA9300}"/>
              </a:ext>
            </a:extLst>
          </p:cNvPr>
          <p:cNvGrpSpPr>
            <a:grpSpLocks/>
          </p:cNvGrpSpPr>
          <p:nvPr/>
        </p:nvGrpSpPr>
        <p:grpSpPr bwMode="auto">
          <a:xfrm>
            <a:off x="3692525" y="3789363"/>
            <a:ext cx="1538288" cy="585787"/>
            <a:chOff x="3692946" y="3789212"/>
            <a:chExt cx="1537885" cy="585306"/>
          </a:xfrm>
        </p:grpSpPr>
        <p:cxnSp>
          <p:nvCxnSpPr>
            <p:cNvPr id="80933" name="Straight Connector 515">
              <a:extLst>
                <a:ext uri="{FF2B5EF4-FFF2-40B4-BE49-F238E27FC236}">
                  <a16:creationId xmlns:a16="http://schemas.microsoft.com/office/drawing/2014/main" id="{89374407-1949-4568-997E-A1A17FF89E6E}"/>
                </a:ext>
              </a:extLst>
            </p:cNvPr>
            <p:cNvCxnSpPr>
              <a:cxnSpLocks noChangeShapeType="1"/>
              <a:stCxn id="80989" idx="0"/>
            </p:cNvCxnSpPr>
            <p:nvPr/>
          </p:nvCxnSpPr>
          <p:spPr bwMode="auto">
            <a:xfrm flipV="1">
              <a:off x="3833272" y="4233204"/>
              <a:ext cx="190444" cy="141314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grpSp>
          <p:nvGrpSpPr>
            <p:cNvPr id="80934" name="Group 518">
              <a:extLst>
                <a:ext uri="{FF2B5EF4-FFF2-40B4-BE49-F238E27FC236}">
                  <a16:creationId xmlns:a16="http://schemas.microsoft.com/office/drawing/2014/main" id="{5C62B8AF-0D75-48FC-BB62-4CD3D7CA247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32901" y="3934211"/>
              <a:ext cx="530938" cy="338554"/>
              <a:chOff x="5573768" y="2726239"/>
              <a:chExt cx="530938" cy="338554"/>
            </a:xfrm>
          </p:grpSpPr>
          <p:sp>
            <p:nvSpPr>
              <p:cNvPr id="80937" name="Oval 521">
                <a:extLst>
                  <a:ext uri="{FF2B5EF4-FFF2-40B4-BE49-F238E27FC236}">
                    <a16:creationId xmlns:a16="http://schemas.microsoft.com/office/drawing/2014/main" id="{D959B4D1-86E4-4A7E-8B74-9DC0EC3B4B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73768" y="2751297"/>
                <a:ext cx="528092" cy="304800"/>
              </a:xfrm>
              <a:prstGeom prst="ellipse">
                <a:avLst/>
              </a:prstGeom>
              <a:solidFill>
                <a:srgbClr val="0000FF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80938" name="TextBox 522">
                <a:extLst>
                  <a:ext uri="{FF2B5EF4-FFF2-40B4-BE49-F238E27FC236}">
                    <a16:creationId xmlns:a16="http://schemas.microsoft.com/office/drawing/2014/main" id="{9852361E-DF1E-4649-BD77-7725039E408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593027" y="2726239"/>
                <a:ext cx="511679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600">
                    <a:solidFill>
                      <a:schemeClr val="bg1"/>
                    </a:solidFill>
                    <a:latin typeface="Arial" panose="020B0604020202020204" pitchFamily="34" charset="0"/>
                  </a:rPr>
                  <a:t>IXP</a:t>
                </a:r>
              </a:p>
            </p:txBody>
          </p:sp>
        </p:grpSp>
        <p:cxnSp>
          <p:nvCxnSpPr>
            <p:cNvPr id="80935" name="Straight Connector 519">
              <a:extLst>
                <a:ext uri="{FF2B5EF4-FFF2-40B4-BE49-F238E27FC236}">
                  <a16:creationId xmlns:a16="http://schemas.microsoft.com/office/drawing/2014/main" id="{E0C466A0-D1EF-4EB0-A340-E1035972E77A}"/>
                </a:ext>
              </a:extLst>
            </p:cNvPr>
            <p:cNvCxnSpPr>
              <a:cxnSpLocks noChangeShapeType="1"/>
              <a:stCxn id="80937" idx="6"/>
              <a:endCxn id="81189" idx="1"/>
            </p:cNvCxnSpPr>
            <p:nvPr/>
          </p:nvCxnSpPr>
          <p:spPr bwMode="auto">
            <a:xfrm flipV="1">
              <a:off x="4460993" y="3953654"/>
              <a:ext cx="769838" cy="158015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0936" name="Straight Connector 520">
              <a:extLst>
                <a:ext uri="{FF2B5EF4-FFF2-40B4-BE49-F238E27FC236}">
                  <a16:creationId xmlns:a16="http://schemas.microsoft.com/office/drawing/2014/main" id="{6F19067D-1E99-4D11-8746-52A3708489E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3692946" y="3789212"/>
              <a:ext cx="342738" cy="204847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48321" name="Group 39939">
            <a:extLst>
              <a:ext uri="{FF2B5EF4-FFF2-40B4-BE49-F238E27FC236}">
                <a16:creationId xmlns:a16="http://schemas.microsoft.com/office/drawing/2014/main" id="{B8EFA2C8-CB62-4182-9296-B8EA3C034B8E}"/>
              </a:ext>
            </a:extLst>
          </p:cNvPr>
          <p:cNvGrpSpPr>
            <a:grpSpLocks/>
          </p:cNvGrpSpPr>
          <p:nvPr/>
        </p:nvGrpSpPr>
        <p:grpSpPr bwMode="auto">
          <a:xfrm>
            <a:off x="2406650" y="3633788"/>
            <a:ext cx="2901950" cy="1296987"/>
            <a:chOff x="2407287" y="3633041"/>
            <a:chExt cx="2900648" cy="1297685"/>
          </a:xfrm>
        </p:grpSpPr>
        <p:cxnSp>
          <p:nvCxnSpPr>
            <p:cNvPr id="80930" name="Straight Connector 7">
              <a:extLst>
                <a:ext uri="{FF2B5EF4-FFF2-40B4-BE49-F238E27FC236}">
                  <a16:creationId xmlns:a16="http://schemas.microsoft.com/office/drawing/2014/main" id="{870F8434-F5CA-4590-B16B-7C1FEA18D66F}"/>
                </a:ext>
              </a:extLst>
            </p:cNvPr>
            <p:cNvCxnSpPr>
              <a:cxnSpLocks noChangeShapeType="1"/>
              <a:stCxn id="81062" idx="5"/>
              <a:endCxn id="81187" idx="1"/>
            </p:cNvCxnSpPr>
            <p:nvPr/>
          </p:nvCxnSpPr>
          <p:spPr bwMode="auto">
            <a:xfrm>
              <a:off x="4876256" y="3633041"/>
              <a:ext cx="431679" cy="222499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0931" name="Straight Connector 415">
              <a:extLst>
                <a:ext uri="{FF2B5EF4-FFF2-40B4-BE49-F238E27FC236}">
                  <a16:creationId xmlns:a16="http://schemas.microsoft.com/office/drawing/2014/main" id="{203001B1-D0FC-46AC-8542-3B39DE4C6415}"/>
                </a:ext>
              </a:extLst>
            </p:cNvPr>
            <p:cNvCxnSpPr>
              <a:cxnSpLocks noChangeShapeType="1"/>
              <a:endCxn id="81021" idx="0"/>
            </p:cNvCxnSpPr>
            <p:nvPr/>
          </p:nvCxnSpPr>
          <p:spPr bwMode="auto">
            <a:xfrm flipH="1">
              <a:off x="2407287" y="3753131"/>
              <a:ext cx="282429" cy="511372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0932" name="Straight Connector 523">
              <a:extLst>
                <a:ext uri="{FF2B5EF4-FFF2-40B4-BE49-F238E27FC236}">
                  <a16:creationId xmlns:a16="http://schemas.microsoft.com/office/drawing/2014/main" id="{50C9D6EC-2005-4E73-95A9-192E40C6AA25}"/>
                </a:ext>
              </a:extLst>
            </p:cNvPr>
            <p:cNvCxnSpPr>
              <a:cxnSpLocks noChangeShapeType="1"/>
              <a:stCxn id="80984" idx="0"/>
            </p:cNvCxnSpPr>
            <p:nvPr/>
          </p:nvCxnSpPr>
          <p:spPr bwMode="auto">
            <a:xfrm flipV="1">
              <a:off x="4307545" y="4626270"/>
              <a:ext cx="843636" cy="304456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48329" name="Group 39945">
            <a:extLst>
              <a:ext uri="{FF2B5EF4-FFF2-40B4-BE49-F238E27FC236}">
                <a16:creationId xmlns:a16="http://schemas.microsoft.com/office/drawing/2014/main" id="{8F1AADCA-BD62-4BAA-947B-E24F31F713E1}"/>
              </a:ext>
            </a:extLst>
          </p:cNvPr>
          <p:cNvGrpSpPr>
            <a:grpSpLocks/>
          </p:cNvGrpSpPr>
          <p:nvPr/>
        </p:nvGrpSpPr>
        <p:grpSpPr bwMode="auto">
          <a:xfrm>
            <a:off x="4686300" y="4864100"/>
            <a:ext cx="1914525" cy="741363"/>
            <a:chOff x="4686300" y="4864100"/>
            <a:chExt cx="1914118" cy="740879"/>
          </a:xfrm>
        </p:grpSpPr>
        <p:sp>
          <p:nvSpPr>
            <p:cNvPr id="80928" name="TextBox 39940">
              <a:extLst>
                <a:ext uri="{FF2B5EF4-FFF2-40B4-BE49-F238E27FC236}">
                  <a16:creationId xmlns:a16="http://schemas.microsoft.com/office/drawing/2014/main" id="{EB0FE5EF-96A4-4FC3-862F-BB2BE419B68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38700" y="5143500"/>
              <a:ext cx="1761718" cy="461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400" i="1">
                  <a:solidFill>
                    <a:srgbClr val="CC0000"/>
                  </a:solidFill>
                  <a:latin typeface="Arial" panose="020B0604020202020204" pitchFamily="34" charset="0"/>
                </a:rPr>
                <a:t>peering link</a:t>
              </a:r>
            </a:p>
          </p:txBody>
        </p:sp>
        <p:cxnSp>
          <p:nvCxnSpPr>
            <p:cNvPr id="80929" name="Straight Connector 39943">
              <a:extLst>
                <a:ext uri="{FF2B5EF4-FFF2-40B4-BE49-F238E27FC236}">
                  <a16:creationId xmlns:a16="http://schemas.microsoft.com/office/drawing/2014/main" id="{6E600157-40C1-4D6A-A15D-00AC6758375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686300" y="4864100"/>
              <a:ext cx="266700" cy="419100"/>
            </a:xfrm>
            <a:prstGeom prst="line">
              <a:avLst/>
            </a:prstGeom>
            <a:noFill/>
            <a:ln w="9525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48337" name="Group 39950">
            <a:extLst>
              <a:ext uri="{FF2B5EF4-FFF2-40B4-BE49-F238E27FC236}">
                <a16:creationId xmlns:a16="http://schemas.microsoft.com/office/drawing/2014/main" id="{EFF2B642-6BCB-4B37-BAE3-6F30BC4C4DAC}"/>
              </a:ext>
            </a:extLst>
          </p:cNvPr>
          <p:cNvGrpSpPr>
            <a:grpSpLocks/>
          </p:cNvGrpSpPr>
          <p:nvPr/>
        </p:nvGrpSpPr>
        <p:grpSpPr bwMode="auto">
          <a:xfrm>
            <a:off x="5270500" y="1701800"/>
            <a:ext cx="3403600" cy="1169988"/>
            <a:chOff x="5270499" y="1701800"/>
            <a:chExt cx="3402978" cy="1169232"/>
          </a:xfrm>
        </p:grpSpPr>
        <p:sp>
          <p:nvSpPr>
            <p:cNvPr id="80926" name="TextBox 39946">
              <a:extLst>
                <a:ext uri="{FF2B5EF4-FFF2-40B4-BE49-F238E27FC236}">
                  <a16:creationId xmlns:a16="http://schemas.microsoft.com/office/drawing/2014/main" id="{4AEEB43B-CD74-4E4D-B557-430F9FCD5B3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70499" y="1701800"/>
              <a:ext cx="3402978" cy="46136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400" i="1">
                  <a:solidFill>
                    <a:srgbClr val="CC0000"/>
                  </a:solidFill>
                  <a:latin typeface="Arial" panose="020B0604020202020204" pitchFamily="34" charset="0"/>
                </a:rPr>
                <a:t>Internet exchange point</a:t>
              </a:r>
            </a:p>
          </p:txBody>
        </p:sp>
        <p:cxnSp>
          <p:nvCxnSpPr>
            <p:cNvPr id="80927" name="Straight Connector 39948">
              <a:extLst>
                <a:ext uri="{FF2B5EF4-FFF2-40B4-BE49-F238E27FC236}">
                  <a16:creationId xmlns:a16="http://schemas.microsoft.com/office/drawing/2014/main" id="{1EB6B093-D774-479D-BD3E-375A63B01953}"/>
                </a:ext>
              </a:extLst>
            </p:cNvPr>
            <p:cNvCxnSpPr>
              <a:cxnSpLocks noChangeShapeType="1"/>
              <a:endCxn id="80943" idx="0"/>
            </p:cNvCxnSpPr>
            <p:nvPr/>
          </p:nvCxnSpPr>
          <p:spPr bwMode="auto">
            <a:xfrm flipH="1">
              <a:off x="5952289" y="2159000"/>
              <a:ext cx="219911" cy="712032"/>
            </a:xfrm>
            <a:prstGeom prst="line">
              <a:avLst/>
            </a:prstGeom>
            <a:noFill/>
            <a:ln w="9525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83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83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82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483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483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3">
            <a:extLst>
              <a:ext uri="{FF2B5EF4-FFF2-40B4-BE49-F238E27FC236}">
                <a16:creationId xmlns:a16="http://schemas.microsoft.com/office/drawing/2014/main" id="{72244D22-4B07-4D36-B2F8-87D75700B0BE}"/>
              </a:ext>
            </a:extLst>
          </p:cNvPr>
          <p:cNvGrpSpPr>
            <a:grpSpLocks/>
          </p:cNvGrpSpPr>
          <p:nvPr/>
        </p:nvGrpSpPr>
        <p:grpSpPr bwMode="auto">
          <a:xfrm>
            <a:off x="1677988" y="3854450"/>
            <a:ext cx="347662" cy="681038"/>
            <a:chOff x="7923189" y="2486664"/>
            <a:chExt cx="360377" cy="884585"/>
          </a:xfrm>
        </p:grpSpPr>
        <p:pic>
          <p:nvPicPr>
            <p:cNvPr id="212606" name="Picture 3">
              <a:extLst>
                <a:ext uri="{FF2B5EF4-FFF2-40B4-BE49-F238E27FC236}">
                  <a16:creationId xmlns:a16="http://schemas.microsoft.com/office/drawing/2014/main" id="{AAF1760D-0EA2-474A-BF70-308BB037513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43998" y="2486664"/>
              <a:ext cx="239568" cy="5365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212607" name="Group 950">
              <a:extLst>
                <a:ext uri="{FF2B5EF4-FFF2-40B4-BE49-F238E27FC236}">
                  <a16:creationId xmlns:a16="http://schemas.microsoft.com/office/drawing/2014/main" id="{C657BAE1-6771-4F75-8958-0439BD2B041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923189" y="2890236"/>
              <a:ext cx="227012" cy="481013"/>
              <a:chOff x="4140" y="429"/>
              <a:chExt cx="1425" cy="2396"/>
            </a:xfrm>
          </p:grpSpPr>
          <p:sp>
            <p:nvSpPr>
              <p:cNvPr id="212608" name="Freeform 951">
                <a:extLst>
                  <a:ext uri="{FF2B5EF4-FFF2-40B4-BE49-F238E27FC236}">
                    <a16:creationId xmlns:a16="http://schemas.microsoft.com/office/drawing/2014/main" id="{C05547DB-2F16-40FA-8254-94056AC69DC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2 w 354"/>
                  <a:gd name="T1" fmla="*/ 0 h 2742"/>
                  <a:gd name="T2" fmla="*/ 4 w 354"/>
                  <a:gd name="T3" fmla="*/ 9 h 2742"/>
                  <a:gd name="T4" fmla="*/ 4 w 354"/>
                  <a:gd name="T5" fmla="*/ 69 h 2742"/>
                  <a:gd name="T6" fmla="*/ 0 w 354"/>
                  <a:gd name="T7" fmla="*/ 72 h 2742"/>
                  <a:gd name="T8" fmla="*/ 2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12609" name="Rectangle 952">
                <a:extLst>
                  <a:ext uri="{FF2B5EF4-FFF2-40B4-BE49-F238E27FC236}">
                    <a16:creationId xmlns:a16="http://schemas.microsoft.com/office/drawing/2014/main" id="{C7ED0FCC-6827-4FEF-97B6-A63F3A3AA8E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429"/>
                <a:ext cx="1046" cy="2285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610" name="Freeform 953">
                <a:extLst>
                  <a:ext uri="{FF2B5EF4-FFF2-40B4-BE49-F238E27FC236}">
                    <a16:creationId xmlns:a16="http://schemas.microsoft.com/office/drawing/2014/main" id="{0F4EEB96-9D28-472F-A7A1-47D54D745C0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2 w 211"/>
                  <a:gd name="T3" fmla="*/ 7 h 2537"/>
                  <a:gd name="T4" fmla="*/ 2 w 211"/>
                  <a:gd name="T5" fmla="*/ 65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12611" name="Freeform 954">
                <a:extLst>
                  <a:ext uri="{FF2B5EF4-FFF2-40B4-BE49-F238E27FC236}">
                    <a16:creationId xmlns:a16="http://schemas.microsoft.com/office/drawing/2014/main" id="{C3075CAB-3DC8-490F-986D-3F221C4FB5F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4 w 328"/>
                  <a:gd name="T3" fmla="*/ 4 h 226"/>
                  <a:gd name="T4" fmla="*/ 4 w 328"/>
                  <a:gd name="T5" fmla="*/ 7 h 226"/>
                  <a:gd name="T6" fmla="*/ 0 w 328"/>
                  <a:gd name="T7" fmla="*/ 3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12612" name="Rectangle 955">
                <a:extLst>
                  <a:ext uri="{FF2B5EF4-FFF2-40B4-BE49-F238E27FC236}">
                    <a16:creationId xmlns:a16="http://schemas.microsoft.com/office/drawing/2014/main" id="{3091255A-47BC-40D0-B952-6736DB9EDE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690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grpSp>
            <p:nvGrpSpPr>
              <p:cNvPr id="212613" name="Group 956">
                <a:extLst>
                  <a:ext uri="{FF2B5EF4-FFF2-40B4-BE49-F238E27FC236}">
                    <a16:creationId xmlns:a16="http://schemas.microsoft.com/office/drawing/2014/main" id="{F3C53414-0F8A-4BB8-8846-BAA7039DDF3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212638" name="AutoShape 957">
                  <a:extLst>
                    <a:ext uri="{FF2B5EF4-FFF2-40B4-BE49-F238E27FC236}">
                      <a16:creationId xmlns:a16="http://schemas.microsoft.com/office/drawing/2014/main" id="{5AAD6AFB-0894-41D9-9B23-7D137F1A910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66"/>
                  <a:ext cx="721" cy="14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12639" name="AutoShape 958">
                  <a:extLst>
                    <a:ext uri="{FF2B5EF4-FFF2-40B4-BE49-F238E27FC236}">
                      <a16:creationId xmlns:a16="http://schemas.microsoft.com/office/drawing/2014/main" id="{C6DE30FB-47E8-42C2-800D-80AD6114C25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1"/>
                  <a:ext cx="696" cy="114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212614" name="Rectangle 959">
                <a:extLst>
                  <a:ext uri="{FF2B5EF4-FFF2-40B4-BE49-F238E27FC236}">
                    <a16:creationId xmlns:a16="http://schemas.microsoft.com/office/drawing/2014/main" id="{89C98B04-99BF-44FA-9DF3-2F2B9CC750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022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grpSp>
            <p:nvGrpSpPr>
              <p:cNvPr id="212615" name="Group 960">
                <a:extLst>
                  <a:ext uri="{FF2B5EF4-FFF2-40B4-BE49-F238E27FC236}">
                    <a16:creationId xmlns:a16="http://schemas.microsoft.com/office/drawing/2014/main" id="{9490BCCC-F9E0-4B12-B0EF-8473346A1FE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212636" name="AutoShape 961">
                  <a:extLst>
                    <a:ext uri="{FF2B5EF4-FFF2-40B4-BE49-F238E27FC236}">
                      <a16:creationId xmlns:a16="http://schemas.microsoft.com/office/drawing/2014/main" id="{8346672E-C37E-4322-8BB9-541AA873B9F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2564"/>
                  <a:ext cx="721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12637" name="AutoShape 962">
                  <a:extLst>
                    <a:ext uri="{FF2B5EF4-FFF2-40B4-BE49-F238E27FC236}">
                      <a16:creationId xmlns:a16="http://schemas.microsoft.com/office/drawing/2014/main" id="{3888CCA8-6073-462C-9CE9-4DAB44D04C7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8" y="2581"/>
                  <a:ext cx="696" cy="107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212616" name="Rectangle 963">
                <a:extLst>
                  <a:ext uri="{FF2B5EF4-FFF2-40B4-BE49-F238E27FC236}">
                    <a16:creationId xmlns:a16="http://schemas.microsoft.com/office/drawing/2014/main" id="{441800A9-2D25-4AA9-B5E2-52CD58FAFC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354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617" name="Rectangle 964">
                <a:extLst>
                  <a:ext uri="{FF2B5EF4-FFF2-40B4-BE49-F238E27FC236}">
                    <a16:creationId xmlns:a16="http://schemas.microsoft.com/office/drawing/2014/main" id="{0CF734E0-0C54-4F30-A053-DF012C6DC3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30" y="1655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grpSp>
            <p:nvGrpSpPr>
              <p:cNvPr id="212618" name="Group 965">
                <a:extLst>
                  <a:ext uri="{FF2B5EF4-FFF2-40B4-BE49-F238E27FC236}">
                    <a16:creationId xmlns:a16="http://schemas.microsoft.com/office/drawing/2014/main" id="{567F96E1-06BF-4CA2-BB8F-4BDF6F2D457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212634" name="AutoShape 966">
                  <a:extLst>
                    <a:ext uri="{FF2B5EF4-FFF2-40B4-BE49-F238E27FC236}">
                      <a16:creationId xmlns:a16="http://schemas.microsoft.com/office/drawing/2014/main" id="{A70B0EE9-115F-45C6-B958-E6A2A4B2F46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8" y="2586"/>
                  <a:ext cx="720" cy="12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12635" name="AutoShape 967">
                  <a:extLst>
                    <a:ext uri="{FF2B5EF4-FFF2-40B4-BE49-F238E27FC236}">
                      <a16:creationId xmlns:a16="http://schemas.microsoft.com/office/drawing/2014/main" id="{19128A5E-0D2F-44AE-AB79-5C4B486E96D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0" y="2586"/>
                  <a:ext cx="695" cy="10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212619" name="Freeform 968">
                <a:extLst>
                  <a:ext uri="{FF2B5EF4-FFF2-40B4-BE49-F238E27FC236}">
                    <a16:creationId xmlns:a16="http://schemas.microsoft.com/office/drawing/2014/main" id="{424F7391-6CDF-47BA-8B75-ADD6F3794CE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4 w 328"/>
                  <a:gd name="T3" fmla="*/ 3 h 226"/>
                  <a:gd name="T4" fmla="*/ 4 w 328"/>
                  <a:gd name="T5" fmla="*/ 6 h 226"/>
                  <a:gd name="T6" fmla="*/ 0 w 328"/>
                  <a:gd name="T7" fmla="*/ 2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212620" name="Group 969">
                <a:extLst>
                  <a:ext uri="{FF2B5EF4-FFF2-40B4-BE49-F238E27FC236}">
                    <a16:creationId xmlns:a16="http://schemas.microsoft.com/office/drawing/2014/main" id="{7ECDABE0-EA8B-4A01-A83E-7BBA71A4EA0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212632" name="AutoShape 970">
                  <a:extLst>
                    <a:ext uri="{FF2B5EF4-FFF2-40B4-BE49-F238E27FC236}">
                      <a16:creationId xmlns:a16="http://schemas.microsoft.com/office/drawing/2014/main" id="{C4F93E79-0A70-4AD3-916A-9941B84BE24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71"/>
                  <a:ext cx="732" cy="13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12633" name="AutoShape 971">
                  <a:extLst>
                    <a:ext uri="{FF2B5EF4-FFF2-40B4-BE49-F238E27FC236}">
                      <a16:creationId xmlns:a16="http://schemas.microsoft.com/office/drawing/2014/main" id="{8750480F-121B-4F72-91D1-A9CCD309456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7"/>
                  <a:ext cx="720" cy="103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212621" name="Rectangle 972">
                <a:extLst>
                  <a:ext uri="{FF2B5EF4-FFF2-40B4-BE49-F238E27FC236}">
                    <a16:creationId xmlns:a16="http://schemas.microsoft.com/office/drawing/2014/main" id="{028DE791-FB5F-4FFC-A2C9-97400159DC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46" y="429"/>
                <a:ext cx="70" cy="2285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622" name="Freeform 973">
                <a:extLst>
                  <a:ext uri="{FF2B5EF4-FFF2-40B4-BE49-F238E27FC236}">
                    <a16:creationId xmlns:a16="http://schemas.microsoft.com/office/drawing/2014/main" id="{3934092B-95C0-4FDE-B50E-0F1DE4B4BBD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4 w 296"/>
                  <a:gd name="T3" fmla="*/ 3 h 256"/>
                  <a:gd name="T4" fmla="*/ 4 w 296"/>
                  <a:gd name="T5" fmla="*/ 6 h 256"/>
                  <a:gd name="T6" fmla="*/ 0 w 296"/>
                  <a:gd name="T7" fmla="*/ 2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12623" name="Freeform 974">
                <a:extLst>
                  <a:ext uri="{FF2B5EF4-FFF2-40B4-BE49-F238E27FC236}">
                    <a16:creationId xmlns:a16="http://schemas.microsoft.com/office/drawing/2014/main" id="{4F5359E0-6CEC-4CE4-8270-4C8CFF0E00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4 w 304"/>
                  <a:gd name="T3" fmla="*/ 5 h 288"/>
                  <a:gd name="T4" fmla="*/ 3 w 304"/>
                  <a:gd name="T5" fmla="*/ 8 h 288"/>
                  <a:gd name="T6" fmla="*/ 2 w 304"/>
                  <a:gd name="T7" fmla="*/ 3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12624" name="Oval 975">
                <a:extLst>
                  <a:ext uri="{FF2B5EF4-FFF2-40B4-BE49-F238E27FC236}">
                    <a16:creationId xmlns:a16="http://schemas.microsoft.com/office/drawing/2014/main" id="{5C2AD52A-1E34-41B3-BD34-45A524E50E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5" y="2611"/>
                <a:ext cx="50" cy="95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625" name="Freeform 976">
                <a:extLst>
                  <a:ext uri="{FF2B5EF4-FFF2-40B4-BE49-F238E27FC236}">
                    <a16:creationId xmlns:a16="http://schemas.microsoft.com/office/drawing/2014/main" id="{9E1B9269-55C0-4AFB-BA6F-F1247D2EEFA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3 h 240"/>
                  <a:gd name="T2" fmla="*/ 2 w 306"/>
                  <a:gd name="T3" fmla="*/ 7 h 240"/>
                  <a:gd name="T4" fmla="*/ 4 w 306"/>
                  <a:gd name="T5" fmla="*/ 3 h 240"/>
                  <a:gd name="T6" fmla="*/ 4 w 306"/>
                  <a:gd name="T7" fmla="*/ 0 h 240"/>
                  <a:gd name="T8" fmla="*/ 0 w 306"/>
                  <a:gd name="T9" fmla="*/ 3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12626" name="AutoShape 977">
                <a:extLst>
                  <a:ext uri="{FF2B5EF4-FFF2-40B4-BE49-F238E27FC236}">
                    <a16:creationId xmlns:a16="http://schemas.microsoft.com/office/drawing/2014/main" id="{85380B3B-3927-40E7-B6C5-EE3C643599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75"/>
                <a:ext cx="1196" cy="150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627" name="AutoShape 978">
                <a:extLst>
                  <a:ext uri="{FF2B5EF4-FFF2-40B4-BE49-F238E27FC236}">
                    <a16:creationId xmlns:a16="http://schemas.microsoft.com/office/drawing/2014/main" id="{444B8ACE-9453-4869-BEBF-A759295DAA7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2714"/>
                <a:ext cx="1066" cy="7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chemeClr val="tx2"/>
                  </a:gs>
                  <a:gs pos="100000">
                    <a:schemeClr val="bg2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628" name="Oval 979">
                <a:extLst>
                  <a:ext uri="{FF2B5EF4-FFF2-40B4-BE49-F238E27FC236}">
                    <a16:creationId xmlns:a16="http://schemas.microsoft.com/office/drawing/2014/main" id="{9CF2D0C5-C0BC-42D5-AF6C-7AFB30F0CD6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9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629" name="Oval 980">
                <a:extLst>
                  <a:ext uri="{FF2B5EF4-FFF2-40B4-BE49-F238E27FC236}">
                    <a16:creationId xmlns:a16="http://schemas.microsoft.com/office/drawing/2014/main" id="{3E1DFAFA-0DA7-4D66-B28E-5A595837F1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9" y="2382"/>
                <a:ext cx="159" cy="142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1800">
                  <a:solidFill>
                    <a:srgbClr val="FF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630" name="Oval 981">
                <a:extLst>
                  <a:ext uri="{FF2B5EF4-FFF2-40B4-BE49-F238E27FC236}">
                    <a16:creationId xmlns:a16="http://schemas.microsoft.com/office/drawing/2014/main" id="{BC5E83F4-2948-426D-BD70-BEC046FCA0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8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631" name="Rectangle 982">
                <a:extLst>
                  <a:ext uri="{FF2B5EF4-FFF2-40B4-BE49-F238E27FC236}">
                    <a16:creationId xmlns:a16="http://schemas.microsoft.com/office/drawing/2014/main" id="{CAAA9F36-A2CF-4C4F-A10B-13A580AD8A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7" y="1837"/>
                <a:ext cx="80" cy="759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</p:grpSp>
      </p:grpSp>
      <p:sp>
        <p:nvSpPr>
          <p:cNvPr id="211970" name="Rectangle 2">
            <a:extLst>
              <a:ext uri="{FF2B5EF4-FFF2-40B4-BE49-F238E27FC236}">
                <a16:creationId xmlns:a16="http://schemas.microsoft.com/office/drawing/2014/main" id="{34BF6A08-E63E-43D3-89F8-30071794E3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3238" y="258763"/>
            <a:ext cx="8462962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4000">
                <a:solidFill>
                  <a:srgbClr val="000099"/>
                </a:solidFill>
              </a:rPr>
              <a:t>Content Distribution Networks </a:t>
            </a:r>
            <a:r>
              <a:rPr lang="en-US" altLang="en-US" sz="3600">
                <a:solidFill>
                  <a:srgbClr val="000099"/>
                </a:solidFill>
              </a:rPr>
              <a:t>(CDNs)</a:t>
            </a:r>
          </a:p>
        </p:txBody>
      </p:sp>
      <p:pic>
        <p:nvPicPr>
          <p:cNvPr id="211971" name="Picture 12" descr="underline_base">
            <a:extLst>
              <a:ext uri="{FF2B5EF4-FFF2-40B4-BE49-F238E27FC236}">
                <a16:creationId xmlns:a16="http://schemas.microsoft.com/office/drawing/2014/main" id="{0A69846C-B2D0-4FD0-9EA1-7A83F7CB9545}"/>
              </a:ext>
            </a:extLst>
          </p:cNvPr>
          <p:cNvPicPr>
            <a:picLocks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4663" y="904875"/>
            <a:ext cx="8310562" cy="198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211972" name="Group 485">
            <a:extLst>
              <a:ext uri="{FF2B5EF4-FFF2-40B4-BE49-F238E27FC236}">
                <a16:creationId xmlns:a16="http://schemas.microsoft.com/office/drawing/2014/main" id="{D8A142E3-20CD-4FCB-B78C-DFD21423CD6B}"/>
              </a:ext>
            </a:extLst>
          </p:cNvPr>
          <p:cNvGrpSpPr>
            <a:grpSpLocks/>
          </p:cNvGrpSpPr>
          <p:nvPr/>
        </p:nvGrpSpPr>
        <p:grpSpPr bwMode="auto">
          <a:xfrm>
            <a:off x="1163638" y="3897313"/>
            <a:ext cx="7000875" cy="2516187"/>
            <a:chOff x="450850" y="1669617"/>
            <a:chExt cx="8386121" cy="4786198"/>
          </a:xfrm>
        </p:grpSpPr>
        <p:sp>
          <p:nvSpPr>
            <p:cNvPr id="212306" name="Freeform 84">
              <a:extLst>
                <a:ext uri="{FF2B5EF4-FFF2-40B4-BE49-F238E27FC236}">
                  <a16:creationId xmlns:a16="http://schemas.microsoft.com/office/drawing/2014/main" id="{9D511527-4CC4-48DB-9D28-96D3DCF74BF4}"/>
                </a:ext>
              </a:extLst>
            </p:cNvPr>
            <p:cNvSpPr>
              <a:spLocks/>
            </p:cNvSpPr>
            <p:nvPr/>
          </p:nvSpPr>
          <p:spPr bwMode="auto">
            <a:xfrm>
              <a:off x="1825539" y="2241382"/>
              <a:ext cx="597068" cy="418221"/>
            </a:xfrm>
            <a:custGeom>
              <a:avLst/>
              <a:gdLst>
                <a:gd name="T0" fmla="*/ 2147483646 w 1036"/>
                <a:gd name="T1" fmla="*/ 2147483646 h 675"/>
                <a:gd name="T2" fmla="*/ 2147483646 w 1036"/>
                <a:gd name="T3" fmla="*/ 2147483646 h 675"/>
                <a:gd name="T4" fmla="*/ 2147483646 w 1036"/>
                <a:gd name="T5" fmla="*/ 2147483646 h 675"/>
                <a:gd name="T6" fmla="*/ 2147483646 w 1036"/>
                <a:gd name="T7" fmla="*/ 2147483646 h 675"/>
                <a:gd name="T8" fmla="*/ 2147483646 w 1036"/>
                <a:gd name="T9" fmla="*/ 2147483646 h 675"/>
                <a:gd name="T10" fmla="*/ 2147483646 w 1036"/>
                <a:gd name="T11" fmla="*/ 2147483646 h 675"/>
                <a:gd name="T12" fmla="*/ 2147483646 w 1036"/>
                <a:gd name="T13" fmla="*/ 2147483646 h 675"/>
                <a:gd name="T14" fmla="*/ 2147483646 w 1036"/>
                <a:gd name="T15" fmla="*/ 2147483646 h 675"/>
                <a:gd name="T16" fmla="*/ 2147483646 w 1036"/>
                <a:gd name="T17" fmla="*/ 2147483646 h 675"/>
                <a:gd name="T18" fmla="*/ 2147483646 w 1036"/>
                <a:gd name="T19" fmla="*/ 2147483646 h 675"/>
                <a:gd name="T20" fmla="*/ 2147483646 w 1036"/>
                <a:gd name="T21" fmla="*/ 2147483646 h 675"/>
                <a:gd name="T22" fmla="*/ 2147483646 w 1036"/>
                <a:gd name="T23" fmla="*/ 2147483646 h 675"/>
                <a:gd name="T24" fmla="*/ 2147483646 w 1036"/>
                <a:gd name="T25" fmla="*/ 2147483646 h 675"/>
                <a:gd name="T26" fmla="*/ 2147483646 w 1036"/>
                <a:gd name="T27" fmla="*/ 2147483646 h 675"/>
                <a:gd name="T28" fmla="*/ 2147483646 w 1036"/>
                <a:gd name="T29" fmla="*/ 2147483646 h 675"/>
                <a:gd name="T30" fmla="*/ 2147483646 w 1036"/>
                <a:gd name="T31" fmla="*/ 2147483646 h 675"/>
                <a:gd name="T32" fmla="*/ 2147483646 w 1036"/>
                <a:gd name="T33" fmla="*/ 2147483646 h 675"/>
                <a:gd name="T34" fmla="*/ 2147483646 w 1036"/>
                <a:gd name="T35" fmla="*/ 2147483646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2307" name="Freeform 84">
              <a:extLst>
                <a:ext uri="{FF2B5EF4-FFF2-40B4-BE49-F238E27FC236}">
                  <a16:creationId xmlns:a16="http://schemas.microsoft.com/office/drawing/2014/main" id="{F3527BFD-DBF3-4960-832D-4949911A2BDF}"/>
                </a:ext>
              </a:extLst>
            </p:cNvPr>
            <p:cNvSpPr>
              <a:spLocks/>
            </p:cNvSpPr>
            <p:nvPr/>
          </p:nvSpPr>
          <p:spPr bwMode="auto">
            <a:xfrm>
              <a:off x="669683" y="3041420"/>
              <a:ext cx="597068" cy="418221"/>
            </a:xfrm>
            <a:custGeom>
              <a:avLst/>
              <a:gdLst>
                <a:gd name="T0" fmla="*/ 2147483646 w 1036"/>
                <a:gd name="T1" fmla="*/ 2147483646 h 675"/>
                <a:gd name="T2" fmla="*/ 2147483646 w 1036"/>
                <a:gd name="T3" fmla="*/ 2147483646 h 675"/>
                <a:gd name="T4" fmla="*/ 2147483646 w 1036"/>
                <a:gd name="T5" fmla="*/ 2147483646 h 675"/>
                <a:gd name="T6" fmla="*/ 2147483646 w 1036"/>
                <a:gd name="T7" fmla="*/ 2147483646 h 675"/>
                <a:gd name="T8" fmla="*/ 2147483646 w 1036"/>
                <a:gd name="T9" fmla="*/ 2147483646 h 675"/>
                <a:gd name="T10" fmla="*/ 2147483646 w 1036"/>
                <a:gd name="T11" fmla="*/ 2147483646 h 675"/>
                <a:gd name="T12" fmla="*/ 2147483646 w 1036"/>
                <a:gd name="T13" fmla="*/ 2147483646 h 675"/>
                <a:gd name="T14" fmla="*/ 2147483646 w 1036"/>
                <a:gd name="T15" fmla="*/ 2147483646 h 675"/>
                <a:gd name="T16" fmla="*/ 2147483646 w 1036"/>
                <a:gd name="T17" fmla="*/ 2147483646 h 675"/>
                <a:gd name="T18" fmla="*/ 2147483646 w 1036"/>
                <a:gd name="T19" fmla="*/ 2147483646 h 675"/>
                <a:gd name="T20" fmla="*/ 2147483646 w 1036"/>
                <a:gd name="T21" fmla="*/ 2147483646 h 675"/>
                <a:gd name="T22" fmla="*/ 2147483646 w 1036"/>
                <a:gd name="T23" fmla="*/ 2147483646 h 675"/>
                <a:gd name="T24" fmla="*/ 2147483646 w 1036"/>
                <a:gd name="T25" fmla="*/ 2147483646 h 675"/>
                <a:gd name="T26" fmla="*/ 2147483646 w 1036"/>
                <a:gd name="T27" fmla="*/ 2147483646 h 675"/>
                <a:gd name="T28" fmla="*/ 2147483646 w 1036"/>
                <a:gd name="T29" fmla="*/ 2147483646 h 675"/>
                <a:gd name="T30" fmla="*/ 2147483646 w 1036"/>
                <a:gd name="T31" fmla="*/ 2147483646 h 675"/>
                <a:gd name="T32" fmla="*/ 2147483646 w 1036"/>
                <a:gd name="T33" fmla="*/ 2147483646 h 675"/>
                <a:gd name="T34" fmla="*/ 2147483646 w 1036"/>
                <a:gd name="T35" fmla="*/ 2147483646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2308" name="Freeform 84">
              <a:extLst>
                <a:ext uri="{FF2B5EF4-FFF2-40B4-BE49-F238E27FC236}">
                  <a16:creationId xmlns:a16="http://schemas.microsoft.com/office/drawing/2014/main" id="{911A592E-DF28-436E-B7DE-64BB9F423282}"/>
                </a:ext>
              </a:extLst>
            </p:cNvPr>
            <p:cNvSpPr>
              <a:spLocks/>
            </p:cNvSpPr>
            <p:nvPr/>
          </p:nvSpPr>
          <p:spPr bwMode="auto">
            <a:xfrm>
              <a:off x="6334646" y="2495362"/>
              <a:ext cx="597068" cy="418221"/>
            </a:xfrm>
            <a:custGeom>
              <a:avLst/>
              <a:gdLst>
                <a:gd name="T0" fmla="*/ 2147483646 w 1036"/>
                <a:gd name="T1" fmla="*/ 2147483646 h 675"/>
                <a:gd name="T2" fmla="*/ 2147483646 w 1036"/>
                <a:gd name="T3" fmla="*/ 2147483646 h 675"/>
                <a:gd name="T4" fmla="*/ 2147483646 w 1036"/>
                <a:gd name="T5" fmla="*/ 2147483646 h 675"/>
                <a:gd name="T6" fmla="*/ 2147483646 w 1036"/>
                <a:gd name="T7" fmla="*/ 2147483646 h 675"/>
                <a:gd name="T8" fmla="*/ 2147483646 w 1036"/>
                <a:gd name="T9" fmla="*/ 2147483646 h 675"/>
                <a:gd name="T10" fmla="*/ 2147483646 w 1036"/>
                <a:gd name="T11" fmla="*/ 2147483646 h 675"/>
                <a:gd name="T12" fmla="*/ 2147483646 w 1036"/>
                <a:gd name="T13" fmla="*/ 2147483646 h 675"/>
                <a:gd name="T14" fmla="*/ 2147483646 w 1036"/>
                <a:gd name="T15" fmla="*/ 2147483646 h 675"/>
                <a:gd name="T16" fmla="*/ 2147483646 w 1036"/>
                <a:gd name="T17" fmla="*/ 2147483646 h 675"/>
                <a:gd name="T18" fmla="*/ 2147483646 w 1036"/>
                <a:gd name="T19" fmla="*/ 2147483646 h 675"/>
                <a:gd name="T20" fmla="*/ 2147483646 w 1036"/>
                <a:gd name="T21" fmla="*/ 2147483646 h 675"/>
                <a:gd name="T22" fmla="*/ 2147483646 w 1036"/>
                <a:gd name="T23" fmla="*/ 2147483646 h 675"/>
                <a:gd name="T24" fmla="*/ 2147483646 w 1036"/>
                <a:gd name="T25" fmla="*/ 2147483646 h 675"/>
                <a:gd name="T26" fmla="*/ 2147483646 w 1036"/>
                <a:gd name="T27" fmla="*/ 2147483646 h 675"/>
                <a:gd name="T28" fmla="*/ 2147483646 w 1036"/>
                <a:gd name="T29" fmla="*/ 2147483646 h 675"/>
                <a:gd name="T30" fmla="*/ 2147483646 w 1036"/>
                <a:gd name="T31" fmla="*/ 2147483646 h 675"/>
                <a:gd name="T32" fmla="*/ 2147483646 w 1036"/>
                <a:gd name="T33" fmla="*/ 2147483646 h 675"/>
                <a:gd name="T34" fmla="*/ 2147483646 w 1036"/>
                <a:gd name="T35" fmla="*/ 2147483646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2309" name="Freeform 84">
              <a:extLst>
                <a:ext uri="{FF2B5EF4-FFF2-40B4-BE49-F238E27FC236}">
                  <a16:creationId xmlns:a16="http://schemas.microsoft.com/office/drawing/2014/main" id="{10685D94-7ECB-415B-A6DD-AAF4081454B5}"/>
                </a:ext>
              </a:extLst>
            </p:cNvPr>
            <p:cNvSpPr>
              <a:spLocks/>
            </p:cNvSpPr>
            <p:nvPr/>
          </p:nvSpPr>
          <p:spPr bwMode="auto">
            <a:xfrm>
              <a:off x="1241260" y="5352642"/>
              <a:ext cx="597068" cy="418221"/>
            </a:xfrm>
            <a:custGeom>
              <a:avLst/>
              <a:gdLst>
                <a:gd name="T0" fmla="*/ 2147483646 w 1036"/>
                <a:gd name="T1" fmla="*/ 2147483646 h 675"/>
                <a:gd name="T2" fmla="*/ 2147483646 w 1036"/>
                <a:gd name="T3" fmla="*/ 2147483646 h 675"/>
                <a:gd name="T4" fmla="*/ 2147483646 w 1036"/>
                <a:gd name="T5" fmla="*/ 2147483646 h 675"/>
                <a:gd name="T6" fmla="*/ 2147483646 w 1036"/>
                <a:gd name="T7" fmla="*/ 2147483646 h 675"/>
                <a:gd name="T8" fmla="*/ 2147483646 w 1036"/>
                <a:gd name="T9" fmla="*/ 2147483646 h 675"/>
                <a:gd name="T10" fmla="*/ 2147483646 w 1036"/>
                <a:gd name="T11" fmla="*/ 2147483646 h 675"/>
                <a:gd name="T12" fmla="*/ 2147483646 w 1036"/>
                <a:gd name="T13" fmla="*/ 2147483646 h 675"/>
                <a:gd name="T14" fmla="*/ 2147483646 w 1036"/>
                <a:gd name="T15" fmla="*/ 2147483646 h 675"/>
                <a:gd name="T16" fmla="*/ 2147483646 w 1036"/>
                <a:gd name="T17" fmla="*/ 2147483646 h 675"/>
                <a:gd name="T18" fmla="*/ 2147483646 w 1036"/>
                <a:gd name="T19" fmla="*/ 2147483646 h 675"/>
                <a:gd name="T20" fmla="*/ 2147483646 w 1036"/>
                <a:gd name="T21" fmla="*/ 2147483646 h 675"/>
                <a:gd name="T22" fmla="*/ 2147483646 w 1036"/>
                <a:gd name="T23" fmla="*/ 2147483646 h 675"/>
                <a:gd name="T24" fmla="*/ 2147483646 w 1036"/>
                <a:gd name="T25" fmla="*/ 2147483646 h 675"/>
                <a:gd name="T26" fmla="*/ 2147483646 w 1036"/>
                <a:gd name="T27" fmla="*/ 2147483646 h 675"/>
                <a:gd name="T28" fmla="*/ 2147483646 w 1036"/>
                <a:gd name="T29" fmla="*/ 2147483646 h 675"/>
                <a:gd name="T30" fmla="*/ 2147483646 w 1036"/>
                <a:gd name="T31" fmla="*/ 2147483646 h 675"/>
                <a:gd name="T32" fmla="*/ 2147483646 w 1036"/>
                <a:gd name="T33" fmla="*/ 2147483646 h 675"/>
                <a:gd name="T34" fmla="*/ 2147483646 w 1036"/>
                <a:gd name="T35" fmla="*/ 2147483646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2310" name="Freeform 84">
              <a:extLst>
                <a:ext uri="{FF2B5EF4-FFF2-40B4-BE49-F238E27FC236}">
                  <a16:creationId xmlns:a16="http://schemas.microsoft.com/office/drawing/2014/main" id="{D6DB0E42-B670-404B-90DF-A52BCADFDF1F}"/>
                </a:ext>
              </a:extLst>
            </p:cNvPr>
            <p:cNvSpPr>
              <a:spLocks/>
            </p:cNvSpPr>
            <p:nvPr/>
          </p:nvSpPr>
          <p:spPr bwMode="auto">
            <a:xfrm>
              <a:off x="822104" y="4730390"/>
              <a:ext cx="597068" cy="418221"/>
            </a:xfrm>
            <a:custGeom>
              <a:avLst/>
              <a:gdLst>
                <a:gd name="T0" fmla="*/ 2147483646 w 1036"/>
                <a:gd name="T1" fmla="*/ 2147483646 h 675"/>
                <a:gd name="T2" fmla="*/ 2147483646 w 1036"/>
                <a:gd name="T3" fmla="*/ 2147483646 h 675"/>
                <a:gd name="T4" fmla="*/ 2147483646 w 1036"/>
                <a:gd name="T5" fmla="*/ 2147483646 h 675"/>
                <a:gd name="T6" fmla="*/ 2147483646 w 1036"/>
                <a:gd name="T7" fmla="*/ 2147483646 h 675"/>
                <a:gd name="T8" fmla="*/ 2147483646 w 1036"/>
                <a:gd name="T9" fmla="*/ 2147483646 h 675"/>
                <a:gd name="T10" fmla="*/ 2147483646 w 1036"/>
                <a:gd name="T11" fmla="*/ 2147483646 h 675"/>
                <a:gd name="T12" fmla="*/ 2147483646 w 1036"/>
                <a:gd name="T13" fmla="*/ 2147483646 h 675"/>
                <a:gd name="T14" fmla="*/ 2147483646 w 1036"/>
                <a:gd name="T15" fmla="*/ 2147483646 h 675"/>
                <a:gd name="T16" fmla="*/ 2147483646 w 1036"/>
                <a:gd name="T17" fmla="*/ 2147483646 h 675"/>
                <a:gd name="T18" fmla="*/ 2147483646 w 1036"/>
                <a:gd name="T19" fmla="*/ 2147483646 h 675"/>
                <a:gd name="T20" fmla="*/ 2147483646 w 1036"/>
                <a:gd name="T21" fmla="*/ 2147483646 h 675"/>
                <a:gd name="T22" fmla="*/ 2147483646 w 1036"/>
                <a:gd name="T23" fmla="*/ 2147483646 h 675"/>
                <a:gd name="T24" fmla="*/ 2147483646 w 1036"/>
                <a:gd name="T25" fmla="*/ 2147483646 h 675"/>
                <a:gd name="T26" fmla="*/ 2147483646 w 1036"/>
                <a:gd name="T27" fmla="*/ 2147483646 h 675"/>
                <a:gd name="T28" fmla="*/ 2147483646 w 1036"/>
                <a:gd name="T29" fmla="*/ 2147483646 h 675"/>
                <a:gd name="T30" fmla="*/ 2147483646 w 1036"/>
                <a:gd name="T31" fmla="*/ 2147483646 h 675"/>
                <a:gd name="T32" fmla="*/ 2147483646 w 1036"/>
                <a:gd name="T33" fmla="*/ 2147483646 h 675"/>
                <a:gd name="T34" fmla="*/ 2147483646 w 1036"/>
                <a:gd name="T35" fmla="*/ 2147483646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2311" name="Freeform 84">
              <a:extLst>
                <a:ext uri="{FF2B5EF4-FFF2-40B4-BE49-F238E27FC236}">
                  <a16:creationId xmlns:a16="http://schemas.microsoft.com/office/drawing/2014/main" id="{4D81691A-23CC-45A0-841E-69858B9BD236}"/>
                </a:ext>
              </a:extLst>
            </p:cNvPr>
            <p:cNvSpPr>
              <a:spLocks/>
            </p:cNvSpPr>
            <p:nvPr/>
          </p:nvSpPr>
          <p:spPr bwMode="auto">
            <a:xfrm>
              <a:off x="593473" y="4070041"/>
              <a:ext cx="597068" cy="418221"/>
            </a:xfrm>
            <a:custGeom>
              <a:avLst/>
              <a:gdLst>
                <a:gd name="T0" fmla="*/ 2147483646 w 1036"/>
                <a:gd name="T1" fmla="*/ 2147483646 h 675"/>
                <a:gd name="T2" fmla="*/ 2147483646 w 1036"/>
                <a:gd name="T3" fmla="*/ 2147483646 h 675"/>
                <a:gd name="T4" fmla="*/ 2147483646 w 1036"/>
                <a:gd name="T5" fmla="*/ 2147483646 h 675"/>
                <a:gd name="T6" fmla="*/ 2147483646 w 1036"/>
                <a:gd name="T7" fmla="*/ 2147483646 h 675"/>
                <a:gd name="T8" fmla="*/ 2147483646 w 1036"/>
                <a:gd name="T9" fmla="*/ 2147483646 h 675"/>
                <a:gd name="T10" fmla="*/ 2147483646 w 1036"/>
                <a:gd name="T11" fmla="*/ 2147483646 h 675"/>
                <a:gd name="T12" fmla="*/ 2147483646 w 1036"/>
                <a:gd name="T13" fmla="*/ 2147483646 h 675"/>
                <a:gd name="T14" fmla="*/ 2147483646 w 1036"/>
                <a:gd name="T15" fmla="*/ 2147483646 h 675"/>
                <a:gd name="T16" fmla="*/ 2147483646 w 1036"/>
                <a:gd name="T17" fmla="*/ 2147483646 h 675"/>
                <a:gd name="T18" fmla="*/ 2147483646 w 1036"/>
                <a:gd name="T19" fmla="*/ 2147483646 h 675"/>
                <a:gd name="T20" fmla="*/ 2147483646 w 1036"/>
                <a:gd name="T21" fmla="*/ 2147483646 h 675"/>
                <a:gd name="T22" fmla="*/ 2147483646 w 1036"/>
                <a:gd name="T23" fmla="*/ 2147483646 h 675"/>
                <a:gd name="T24" fmla="*/ 2147483646 w 1036"/>
                <a:gd name="T25" fmla="*/ 2147483646 h 675"/>
                <a:gd name="T26" fmla="*/ 2147483646 w 1036"/>
                <a:gd name="T27" fmla="*/ 2147483646 h 675"/>
                <a:gd name="T28" fmla="*/ 2147483646 w 1036"/>
                <a:gd name="T29" fmla="*/ 2147483646 h 675"/>
                <a:gd name="T30" fmla="*/ 2147483646 w 1036"/>
                <a:gd name="T31" fmla="*/ 2147483646 h 675"/>
                <a:gd name="T32" fmla="*/ 2147483646 w 1036"/>
                <a:gd name="T33" fmla="*/ 2147483646 h 675"/>
                <a:gd name="T34" fmla="*/ 2147483646 w 1036"/>
                <a:gd name="T35" fmla="*/ 2147483646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2312" name="Freeform 84">
              <a:extLst>
                <a:ext uri="{FF2B5EF4-FFF2-40B4-BE49-F238E27FC236}">
                  <a16:creationId xmlns:a16="http://schemas.microsoft.com/office/drawing/2014/main" id="{025414F1-30B4-44D0-83CF-D27EF91D6DC9}"/>
                </a:ext>
              </a:extLst>
            </p:cNvPr>
            <p:cNvSpPr>
              <a:spLocks/>
            </p:cNvSpPr>
            <p:nvPr/>
          </p:nvSpPr>
          <p:spPr bwMode="auto">
            <a:xfrm>
              <a:off x="7084047" y="2927129"/>
              <a:ext cx="597068" cy="418221"/>
            </a:xfrm>
            <a:custGeom>
              <a:avLst/>
              <a:gdLst>
                <a:gd name="T0" fmla="*/ 2147483646 w 1036"/>
                <a:gd name="T1" fmla="*/ 2147483646 h 675"/>
                <a:gd name="T2" fmla="*/ 2147483646 w 1036"/>
                <a:gd name="T3" fmla="*/ 2147483646 h 675"/>
                <a:gd name="T4" fmla="*/ 2147483646 w 1036"/>
                <a:gd name="T5" fmla="*/ 2147483646 h 675"/>
                <a:gd name="T6" fmla="*/ 2147483646 w 1036"/>
                <a:gd name="T7" fmla="*/ 2147483646 h 675"/>
                <a:gd name="T8" fmla="*/ 2147483646 w 1036"/>
                <a:gd name="T9" fmla="*/ 2147483646 h 675"/>
                <a:gd name="T10" fmla="*/ 2147483646 w 1036"/>
                <a:gd name="T11" fmla="*/ 2147483646 h 675"/>
                <a:gd name="T12" fmla="*/ 2147483646 w 1036"/>
                <a:gd name="T13" fmla="*/ 2147483646 h 675"/>
                <a:gd name="T14" fmla="*/ 2147483646 w 1036"/>
                <a:gd name="T15" fmla="*/ 2147483646 h 675"/>
                <a:gd name="T16" fmla="*/ 2147483646 w 1036"/>
                <a:gd name="T17" fmla="*/ 2147483646 h 675"/>
                <a:gd name="T18" fmla="*/ 2147483646 w 1036"/>
                <a:gd name="T19" fmla="*/ 2147483646 h 675"/>
                <a:gd name="T20" fmla="*/ 2147483646 w 1036"/>
                <a:gd name="T21" fmla="*/ 2147483646 h 675"/>
                <a:gd name="T22" fmla="*/ 2147483646 w 1036"/>
                <a:gd name="T23" fmla="*/ 2147483646 h 675"/>
                <a:gd name="T24" fmla="*/ 2147483646 w 1036"/>
                <a:gd name="T25" fmla="*/ 2147483646 h 675"/>
                <a:gd name="T26" fmla="*/ 2147483646 w 1036"/>
                <a:gd name="T27" fmla="*/ 2147483646 h 675"/>
                <a:gd name="T28" fmla="*/ 2147483646 w 1036"/>
                <a:gd name="T29" fmla="*/ 2147483646 h 675"/>
                <a:gd name="T30" fmla="*/ 2147483646 w 1036"/>
                <a:gd name="T31" fmla="*/ 2147483646 h 675"/>
                <a:gd name="T32" fmla="*/ 2147483646 w 1036"/>
                <a:gd name="T33" fmla="*/ 2147483646 h 675"/>
                <a:gd name="T34" fmla="*/ 2147483646 w 1036"/>
                <a:gd name="T35" fmla="*/ 2147483646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2313" name="Freeform 84">
              <a:extLst>
                <a:ext uri="{FF2B5EF4-FFF2-40B4-BE49-F238E27FC236}">
                  <a16:creationId xmlns:a16="http://schemas.microsoft.com/office/drawing/2014/main" id="{C22E6CE8-C8EA-44B3-A64B-F07A09C196EC}"/>
                </a:ext>
              </a:extLst>
            </p:cNvPr>
            <p:cNvSpPr>
              <a:spLocks/>
            </p:cNvSpPr>
            <p:nvPr/>
          </p:nvSpPr>
          <p:spPr bwMode="auto">
            <a:xfrm>
              <a:off x="3425955" y="2000100"/>
              <a:ext cx="597068" cy="418221"/>
            </a:xfrm>
            <a:custGeom>
              <a:avLst/>
              <a:gdLst>
                <a:gd name="T0" fmla="*/ 2147483646 w 1036"/>
                <a:gd name="T1" fmla="*/ 2147483646 h 675"/>
                <a:gd name="T2" fmla="*/ 2147483646 w 1036"/>
                <a:gd name="T3" fmla="*/ 2147483646 h 675"/>
                <a:gd name="T4" fmla="*/ 2147483646 w 1036"/>
                <a:gd name="T5" fmla="*/ 2147483646 h 675"/>
                <a:gd name="T6" fmla="*/ 2147483646 w 1036"/>
                <a:gd name="T7" fmla="*/ 2147483646 h 675"/>
                <a:gd name="T8" fmla="*/ 2147483646 w 1036"/>
                <a:gd name="T9" fmla="*/ 2147483646 h 675"/>
                <a:gd name="T10" fmla="*/ 2147483646 w 1036"/>
                <a:gd name="T11" fmla="*/ 2147483646 h 675"/>
                <a:gd name="T12" fmla="*/ 2147483646 w 1036"/>
                <a:gd name="T13" fmla="*/ 2147483646 h 675"/>
                <a:gd name="T14" fmla="*/ 2147483646 w 1036"/>
                <a:gd name="T15" fmla="*/ 2147483646 h 675"/>
                <a:gd name="T16" fmla="*/ 2147483646 w 1036"/>
                <a:gd name="T17" fmla="*/ 2147483646 h 675"/>
                <a:gd name="T18" fmla="*/ 2147483646 w 1036"/>
                <a:gd name="T19" fmla="*/ 2147483646 h 675"/>
                <a:gd name="T20" fmla="*/ 2147483646 w 1036"/>
                <a:gd name="T21" fmla="*/ 2147483646 h 675"/>
                <a:gd name="T22" fmla="*/ 2147483646 w 1036"/>
                <a:gd name="T23" fmla="*/ 2147483646 h 675"/>
                <a:gd name="T24" fmla="*/ 2147483646 w 1036"/>
                <a:gd name="T25" fmla="*/ 2147483646 h 675"/>
                <a:gd name="T26" fmla="*/ 2147483646 w 1036"/>
                <a:gd name="T27" fmla="*/ 2147483646 h 675"/>
                <a:gd name="T28" fmla="*/ 2147483646 w 1036"/>
                <a:gd name="T29" fmla="*/ 2147483646 h 675"/>
                <a:gd name="T30" fmla="*/ 2147483646 w 1036"/>
                <a:gd name="T31" fmla="*/ 2147483646 h 675"/>
                <a:gd name="T32" fmla="*/ 2147483646 w 1036"/>
                <a:gd name="T33" fmla="*/ 2147483646 h 675"/>
                <a:gd name="T34" fmla="*/ 2147483646 w 1036"/>
                <a:gd name="T35" fmla="*/ 2147483646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2314" name="Freeform 84">
              <a:extLst>
                <a:ext uri="{FF2B5EF4-FFF2-40B4-BE49-F238E27FC236}">
                  <a16:creationId xmlns:a16="http://schemas.microsoft.com/office/drawing/2014/main" id="{4FA396C5-B4F0-4AEC-8076-F9797996ED55}"/>
                </a:ext>
              </a:extLst>
            </p:cNvPr>
            <p:cNvSpPr>
              <a:spLocks/>
            </p:cNvSpPr>
            <p:nvPr/>
          </p:nvSpPr>
          <p:spPr bwMode="auto">
            <a:xfrm>
              <a:off x="1050735" y="2647751"/>
              <a:ext cx="597068" cy="418221"/>
            </a:xfrm>
            <a:custGeom>
              <a:avLst/>
              <a:gdLst>
                <a:gd name="T0" fmla="*/ 2147483646 w 1036"/>
                <a:gd name="T1" fmla="*/ 2147483646 h 675"/>
                <a:gd name="T2" fmla="*/ 2147483646 w 1036"/>
                <a:gd name="T3" fmla="*/ 2147483646 h 675"/>
                <a:gd name="T4" fmla="*/ 2147483646 w 1036"/>
                <a:gd name="T5" fmla="*/ 2147483646 h 675"/>
                <a:gd name="T6" fmla="*/ 2147483646 w 1036"/>
                <a:gd name="T7" fmla="*/ 2147483646 h 675"/>
                <a:gd name="T8" fmla="*/ 2147483646 w 1036"/>
                <a:gd name="T9" fmla="*/ 2147483646 h 675"/>
                <a:gd name="T10" fmla="*/ 2147483646 w 1036"/>
                <a:gd name="T11" fmla="*/ 2147483646 h 675"/>
                <a:gd name="T12" fmla="*/ 2147483646 w 1036"/>
                <a:gd name="T13" fmla="*/ 2147483646 h 675"/>
                <a:gd name="T14" fmla="*/ 2147483646 w 1036"/>
                <a:gd name="T15" fmla="*/ 2147483646 h 675"/>
                <a:gd name="T16" fmla="*/ 2147483646 w 1036"/>
                <a:gd name="T17" fmla="*/ 2147483646 h 675"/>
                <a:gd name="T18" fmla="*/ 2147483646 w 1036"/>
                <a:gd name="T19" fmla="*/ 2147483646 h 675"/>
                <a:gd name="T20" fmla="*/ 2147483646 w 1036"/>
                <a:gd name="T21" fmla="*/ 2147483646 h 675"/>
                <a:gd name="T22" fmla="*/ 2147483646 w 1036"/>
                <a:gd name="T23" fmla="*/ 2147483646 h 675"/>
                <a:gd name="T24" fmla="*/ 2147483646 w 1036"/>
                <a:gd name="T25" fmla="*/ 2147483646 h 675"/>
                <a:gd name="T26" fmla="*/ 2147483646 w 1036"/>
                <a:gd name="T27" fmla="*/ 2147483646 h 675"/>
                <a:gd name="T28" fmla="*/ 2147483646 w 1036"/>
                <a:gd name="T29" fmla="*/ 2147483646 h 675"/>
                <a:gd name="T30" fmla="*/ 2147483646 w 1036"/>
                <a:gd name="T31" fmla="*/ 2147483646 h 675"/>
                <a:gd name="T32" fmla="*/ 2147483646 w 1036"/>
                <a:gd name="T33" fmla="*/ 2147483646 h 675"/>
                <a:gd name="T34" fmla="*/ 2147483646 w 1036"/>
                <a:gd name="T35" fmla="*/ 2147483646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2315" name="Freeform 84">
              <a:extLst>
                <a:ext uri="{FF2B5EF4-FFF2-40B4-BE49-F238E27FC236}">
                  <a16:creationId xmlns:a16="http://schemas.microsoft.com/office/drawing/2014/main" id="{5DED0460-4496-467A-8181-489F83713798}"/>
                </a:ext>
              </a:extLst>
            </p:cNvPr>
            <p:cNvSpPr>
              <a:spLocks/>
            </p:cNvSpPr>
            <p:nvPr/>
          </p:nvSpPr>
          <p:spPr bwMode="auto">
            <a:xfrm>
              <a:off x="4340478" y="1974702"/>
              <a:ext cx="597068" cy="418221"/>
            </a:xfrm>
            <a:custGeom>
              <a:avLst/>
              <a:gdLst>
                <a:gd name="T0" fmla="*/ 2147483646 w 1036"/>
                <a:gd name="T1" fmla="*/ 2147483646 h 675"/>
                <a:gd name="T2" fmla="*/ 2147483646 w 1036"/>
                <a:gd name="T3" fmla="*/ 2147483646 h 675"/>
                <a:gd name="T4" fmla="*/ 2147483646 w 1036"/>
                <a:gd name="T5" fmla="*/ 2147483646 h 675"/>
                <a:gd name="T6" fmla="*/ 2147483646 w 1036"/>
                <a:gd name="T7" fmla="*/ 2147483646 h 675"/>
                <a:gd name="T8" fmla="*/ 2147483646 w 1036"/>
                <a:gd name="T9" fmla="*/ 2147483646 h 675"/>
                <a:gd name="T10" fmla="*/ 2147483646 w 1036"/>
                <a:gd name="T11" fmla="*/ 2147483646 h 675"/>
                <a:gd name="T12" fmla="*/ 2147483646 w 1036"/>
                <a:gd name="T13" fmla="*/ 2147483646 h 675"/>
                <a:gd name="T14" fmla="*/ 2147483646 w 1036"/>
                <a:gd name="T15" fmla="*/ 2147483646 h 675"/>
                <a:gd name="T16" fmla="*/ 2147483646 w 1036"/>
                <a:gd name="T17" fmla="*/ 2147483646 h 675"/>
                <a:gd name="T18" fmla="*/ 2147483646 w 1036"/>
                <a:gd name="T19" fmla="*/ 2147483646 h 675"/>
                <a:gd name="T20" fmla="*/ 2147483646 w 1036"/>
                <a:gd name="T21" fmla="*/ 2147483646 h 675"/>
                <a:gd name="T22" fmla="*/ 2147483646 w 1036"/>
                <a:gd name="T23" fmla="*/ 2147483646 h 675"/>
                <a:gd name="T24" fmla="*/ 2147483646 w 1036"/>
                <a:gd name="T25" fmla="*/ 2147483646 h 675"/>
                <a:gd name="T26" fmla="*/ 2147483646 w 1036"/>
                <a:gd name="T27" fmla="*/ 2147483646 h 675"/>
                <a:gd name="T28" fmla="*/ 2147483646 w 1036"/>
                <a:gd name="T29" fmla="*/ 2147483646 h 675"/>
                <a:gd name="T30" fmla="*/ 2147483646 w 1036"/>
                <a:gd name="T31" fmla="*/ 2147483646 h 675"/>
                <a:gd name="T32" fmla="*/ 2147483646 w 1036"/>
                <a:gd name="T33" fmla="*/ 2147483646 h 675"/>
                <a:gd name="T34" fmla="*/ 2147483646 w 1036"/>
                <a:gd name="T35" fmla="*/ 2147483646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2316" name="Freeform 84">
              <a:extLst>
                <a:ext uri="{FF2B5EF4-FFF2-40B4-BE49-F238E27FC236}">
                  <a16:creationId xmlns:a16="http://schemas.microsoft.com/office/drawing/2014/main" id="{BF41270E-A11E-4BBD-92BE-F0A27948BE0A}"/>
                </a:ext>
              </a:extLst>
            </p:cNvPr>
            <p:cNvSpPr>
              <a:spLocks/>
            </p:cNvSpPr>
            <p:nvPr/>
          </p:nvSpPr>
          <p:spPr bwMode="auto">
            <a:xfrm>
              <a:off x="7401590" y="5606623"/>
              <a:ext cx="597068" cy="418221"/>
            </a:xfrm>
            <a:custGeom>
              <a:avLst/>
              <a:gdLst>
                <a:gd name="T0" fmla="*/ 2147483646 w 1036"/>
                <a:gd name="T1" fmla="*/ 2147483646 h 675"/>
                <a:gd name="T2" fmla="*/ 2147483646 w 1036"/>
                <a:gd name="T3" fmla="*/ 2147483646 h 675"/>
                <a:gd name="T4" fmla="*/ 2147483646 w 1036"/>
                <a:gd name="T5" fmla="*/ 2147483646 h 675"/>
                <a:gd name="T6" fmla="*/ 2147483646 w 1036"/>
                <a:gd name="T7" fmla="*/ 2147483646 h 675"/>
                <a:gd name="T8" fmla="*/ 2147483646 w 1036"/>
                <a:gd name="T9" fmla="*/ 2147483646 h 675"/>
                <a:gd name="T10" fmla="*/ 2147483646 w 1036"/>
                <a:gd name="T11" fmla="*/ 2147483646 h 675"/>
                <a:gd name="T12" fmla="*/ 2147483646 w 1036"/>
                <a:gd name="T13" fmla="*/ 2147483646 h 675"/>
                <a:gd name="T14" fmla="*/ 2147483646 w 1036"/>
                <a:gd name="T15" fmla="*/ 2147483646 h 675"/>
                <a:gd name="T16" fmla="*/ 2147483646 w 1036"/>
                <a:gd name="T17" fmla="*/ 2147483646 h 675"/>
                <a:gd name="T18" fmla="*/ 2147483646 w 1036"/>
                <a:gd name="T19" fmla="*/ 2147483646 h 675"/>
                <a:gd name="T20" fmla="*/ 2147483646 w 1036"/>
                <a:gd name="T21" fmla="*/ 2147483646 h 675"/>
                <a:gd name="T22" fmla="*/ 2147483646 w 1036"/>
                <a:gd name="T23" fmla="*/ 2147483646 h 675"/>
                <a:gd name="T24" fmla="*/ 2147483646 w 1036"/>
                <a:gd name="T25" fmla="*/ 2147483646 h 675"/>
                <a:gd name="T26" fmla="*/ 2147483646 w 1036"/>
                <a:gd name="T27" fmla="*/ 2147483646 h 675"/>
                <a:gd name="T28" fmla="*/ 2147483646 w 1036"/>
                <a:gd name="T29" fmla="*/ 2147483646 h 675"/>
                <a:gd name="T30" fmla="*/ 2147483646 w 1036"/>
                <a:gd name="T31" fmla="*/ 2147483646 h 675"/>
                <a:gd name="T32" fmla="*/ 2147483646 w 1036"/>
                <a:gd name="T33" fmla="*/ 2147483646 h 675"/>
                <a:gd name="T34" fmla="*/ 2147483646 w 1036"/>
                <a:gd name="T35" fmla="*/ 2147483646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2317" name="Freeform 84">
              <a:extLst>
                <a:ext uri="{FF2B5EF4-FFF2-40B4-BE49-F238E27FC236}">
                  <a16:creationId xmlns:a16="http://schemas.microsoft.com/office/drawing/2014/main" id="{DE801E87-020C-4943-A00F-51866C9019B7}"/>
                </a:ext>
              </a:extLst>
            </p:cNvPr>
            <p:cNvSpPr>
              <a:spLocks/>
            </p:cNvSpPr>
            <p:nvPr/>
          </p:nvSpPr>
          <p:spPr bwMode="auto">
            <a:xfrm>
              <a:off x="8239903" y="4958973"/>
              <a:ext cx="597068" cy="418221"/>
            </a:xfrm>
            <a:custGeom>
              <a:avLst/>
              <a:gdLst>
                <a:gd name="T0" fmla="*/ 2147483646 w 1036"/>
                <a:gd name="T1" fmla="*/ 2147483646 h 675"/>
                <a:gd name="T2" fmla="*/ 2147483646 w 1036"/>
                <a:gd name="T3" fmla="*/ 2147483646 h 675"/>
                <a:gd name="T4" fmla="*/ 2147483646 w 1036"/>
                <a:gd name="T5" fmla="*/ 2147483646 h 675"/>
                <a:gd name="T6" fmla="*/ 2147483646 w 1036"/>
                <a:gd name="T7" fmla="*/ 2147483646 h 675"/>
                <a:gd name="T8" fmla="*/ 2147483646 w 1036"/>
                <a:gd name="T9" fmla="*/ 2147483646 h 675"/>
                <a:gd name="T10" fmla="*/ 2147483646 w 1036"/>
                <a:gd name="T11" fmla="*/ 2147483646 h 675"/>
                <a:gd name="T12" fmla="*/ 2147483646 w 1036"/>
                <a:gd name="T13" fmla="*/ 2147483646 h 675"/>
                <a:gd name="T14" fmla="*/ 2147483646 w 1036"/>
                <a:gd name="T15" fmla="*/ 2147483646 h 675"/>
                <a:gd name="T16" fmla="*/ 2147483646 w 1036"/>
                <a:gd name="T17" fmla="*/ 2147483646 h 675"/>
                <a:gd name="T18" fmla="*/ 2147483646 w 1036"/>
                <a:gd name="T19" fmla="*/ 2147483646 h 675"/>
                <a:gd name="T20" fmla="*/ 2147483646 w 1036"/>
                <a:gd name="T21" fmla="*/ 2147483646 h 675"/>
                <a:gd name="T22" fmla="*/ 2147483646 w 1036"/>
                <a:gd name="T23" fmla="*/ 2147483646 h 675"/>
                <a:gd name="T24" fmla="*/ 2147483646 w 1036"/>
                <a:gd name="T25" fmla="*/ 2147483646 h 675"/>
                <a:gd name="T26" fmla="*/ 2147483646 w 1036"/>
                <a:gd name="T27" fmla="*/ 2147483646 h 675"/>
                <a:gd name="T28" fmla="*/ 2147483646 w 1036"/>
                <a:gd name="T29" fmla="*/ 2147483646 h 675"/>
                <a:gd name="T30" fmla="*/ 2147483646 w 1036"/>
                <a:gd name="T31" fmla="*/ 2147483646 h 675"/>
                <a:gd name="T32" fmla="*/ 2147483646 w 1036"/>
                <a:gd name="T33" fmla="*/ 2147483646 h 675"/>
                <a:gd name="T34" fmla="*/ 2147483646 w 1036"/>
                <a:gd name="T35" fmla="*/ 2147483646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2318" name="Freeform 84">
              <a:extLst>
                <a:ext uri="{FF2B5EF4-FFF2-40B4-BE49-F238E27FC236}">
                  <a16:creationId xmlns:a16="http://schemas.microsoft.com/office/drawing/2014/main" id="{14F1F796-0D17-4A16-AB59-BE3113E7C93D}"/>
                </a:ext>
              </a:extLst>
            </p:cNvPr>
            <p:cNvSpPr>
              <a:spLocks/>
            </p:cNvSpPr>
            <p:nvPr/>
          </p:nvSpPr>
          <p:spPr bwMode="auto">
            <a:xfrm>
              <a:off x="8011272" y="4044643"/>
              <a:ext cx="597068" cy="418221"/>
            </a:xfrm>
            <a:custGeom>
              <a:avLst/>
              <a:gdLst>
                <a:gd name="T0" fmla="*/ 2147483646 w 1036"/>
                <a:gd name="T1" fmla="*/ 2147483646 h 675"/>
                <a:gd name="T2" fmla="*/ 2147483646 w 1036"/>
                <a:gd name="T3" fmla="*/ 2147483646 h 675"/>
                <a:gd name="T4" fmla="*/ 2147483646 w 1036"/>
                <a:gd name="T5" fmla="*/ 2147483646 h 675"/>
                <a:gd name="T6" fmla="*/ 2147483646 w 1036"/>
                <a:gd name="T7" fmla="*/ 2147483646 h 675"/>
                <a:gd name="T8" fmla="*/ 2147483646 w 1036"/>
                <a:gd name="T9" fmla="*/ 2147483646 h 675"/>
                <a:gd name="T10" fmla="*/ 2147483646 w 1036"/>
                <a:gd name="T11" fmla="*/ 2147483646 h 675"/>
                <a:gd name="T12" fmla="*/ 2147483646 w 1036"/>
                <a:gd name="T13" fmla="*/ 2147483646 h 675"/>
                <a:gd name="T14" fmla="*/ 2147483646 w 1036"/>
                <a:gd name="T15" fmla="*/ 2147483646 h 675"/>
                <a:gd name="T16" fmla="*/ 2147483646 w 1036"/>
                <a:gd name="T17" fmla="*/ 2147483646 h 675"/>
                <a:gd name="T18" fmla="*/ 2147483646 w 1036"/>
                <a:gd name="T19" fmla="*/ 2147483646 h 675"/>
                <a:gd name="T20" fmla="*/ 2147483646 w 1036"/>
                <a:gd name="T21" fmla="*/ 2147483646 h 675"/>
                <a:gd name="T22" fmla="*/ 2147483646 w 1036"/>
                <a:gd name="T23" fmla="*/ 2147483646 h 675"/>
                <a:gd name="T24" fmla="*/ 2147483646 w 1036"/>
                <a:gd name="T25" fmla="*/ 2147483646 h 675"/>
                <a:gd name="T26" fmla="*/ 2147483646 w 1036"/>
                <a:gd name="T27" fmla="*/ 2147483646 h 675"/>
                <a:gd name="T28" fmla="*/ 2147483646 w 1036"/>
                <a:gd name="T29" fmla="*/ 2147483646 h 675"/>
                <a:gd name="T30" fmla="*/ 2147483646 w 1036"/>
                <a:gd name="T31" fmla="*/ 2147483646 h 675"/>
                <a:gd name="T32" fmla="*/ 2147483646 w 1036"/>
                <a:gd name="T33" fmla="*/ 2147483646 h 675"/>
                <a:gd name="T34" fmla="*/ 2147483646 w 1036"/>
                <a:gd name="T35" fmla="*/ 2147483646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2319" name="Freeform 84">
              <a:extLst>
                <a:ext uri="{FF2B5EF4-FFF2-40B4-BE49-F238E27FC236}">
                  <a16:creationId xmlns:a16="http://schemas.microsoft.com/office/drawing/2014/main" id="{48291896-1BBA-4202-85B9-49C7B15737AC}"/>
                </a:ext>
              </a:extLst>
            </p:cNvPr>
            <p:cNvSpPr>
              <a:spLocks/>
            </p:cNvSpPr>
            <p:nvPr/>
          </p:nvSpPr>
          <p:spPr bwMode="auto">
            <a:xfrm>
              <a:off x="5166089" y="5847904"/>
              <a:ext cx="597068" cy="418221"/>
            </a:xfrm>
            <a:custGeom>
              <a:avLst/>
              <a:gdLst>
                <a:gd name="T0" fmla="*/ 2147483646 w 1036"/>
                <a:gd name="T1" fmla="*/ 2147483646 h 675"/>
                <a:gd name="T2" fmla="*/ 2147483646 w 1036"/>
                <a:gd name="T3" fmla="*/ 2147483646 h 675"/>
                <a:gd name="T4" fmla="*/ 2147483646 w 1036"/>
                <a:gd name="T5" fmla="*/ 2147483646 h 675"/>
                <a:gd name="T6" fmla="*/ 2147483646 w 1036"/>
                <a:gd name="T7" fmla="*/ 2147483646 h 675"/>
                <a:gd name="T8" fmla="*/ 2147483646 w 1036"/>
                <a:gd name="T9" fmla="*/ 2147483646 h 675"/>
                <a:gd name="T10" fmla="*/ 2147483646 w 1036"/>
                <a:gd name="T11" fmla="*/ 2147483646 h 675"/>
                <a:gd name="T12" fmla="*/ 2147483646 w 1036"/>
                <a:gd name="T13" fmla="*/ 2147483646 h 675"/>
                <a:gd name="T14" fmla="*/ 2147483646 w 1036"/>
                <a:gd name="T15" fmla="*/ 2147483646 h 675"/>
                <a:gd name="T16" fmla="*/ 2147483646 w 1036"/>
                <a:gd name="T17" fmla="*/ 2147483646 h 675"/>
                <a:gd name="T18" fmla="*/ 2147483646 w 1036"/>
                <a:gd name="T19" fmla="*/ 2147483646 h 675"/>
                <a:gd name="T20" fmla="*/ 2147483646 w 1036"/>
                <a:gd name="T21" fmla="*/ 2147483646 h 675"/>
                <a:gd name="T22" fmla="*/ 2147483646 w 1036"/>
                <a:gd name="T23" fmla="*/ 2147483646 h 675"/>
                <a:gd name="T24" fmla="*/ 2147483646 w 1036"/>
                <a:gd name="T25" fmla="*/ 2147483646 h 675"/>
                <a:gd name="T26" fmla="*/ 2147483646 w 1036"/>
                <a:gd name="T27" fmla="*/ 2147483646 h 675"/>
                <a:gd name="T28" fmla="*/ 2147483646 w 1036"/>
                <a:gd name="T29" fmla="*/ 2147483646 h 675"/>
                <a:gd name="T30" fmla="*/ 2147483646 w 1036"/>
                <a:gd name="T31" fmla="*/ 2147483646 h 675"/>
                <a:gd name="T32" fmla="*/ 2147483646 w 1036"/>
                <a:gd name="T33" fmla="*/ 2147483646 h 675"/>
                <a:gd name="T34" fmla="*/ 2147483646 w 1036"/>
                <a:gd name="T35" fmla="*/ 2147483646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2320" name="Freeform 84">
              <a:extLst>
                <a:ext uri="{FF2B5EF4-FFF2-40B4-BE49-F238E27FC236}">
                  <a16:creationId xmlns:a16="http://schemas.microsoft.com/office/drawing/2014/main" id="{61623133-02F8-4AAD-BFE6-18E14E99954C}"/>
                </a:ext>
              </a:extLst>
            </p:cNvPr>
            <p:cNvSpPr>
              <a:spLocks/>
            </p:cNvSpPr>
            <p:nvPr/>
          </p:nvSpPr>
          <p:spPr bwMode="auto">
            <a:xfrm>
              <a:off x="4251566" y="5987593"/>
              <a:ext cx="597068" cy="418221"/>
            </a:xfrm>
            <a:custGeom>
              <a:avLst/>
              <a:gdLst>
                <a:gd name="T0" fmla="*/ 2147483646 w 1036"/>
                <a:gd name="T1" fmla="*/ 2147483646 h 675"/>
                <a:gd name="T2" fmla="*/ 2147483646 w 1036"/>
                <a:gd name="T3" fmla="*/ 2147483646 h 675"/>
                <a:gd name="T4" fmla="*/ 2147483646 w 1036"/>
                <a:gd name="T5" fmla="*/ 2147483646 h 675"/>
                <a:gd name="T6" fmla="*/ 2147483646 w 1036"/>
                <a:gd name="T7" fmla="*/ 2147483646 h 675"/>
                <a:gd name="T8" fmla="*/ 2147483646 w 1036"/>
                <a:gd name="T9" fmla="*/ 2147483646 h 675"/>
                <a:gd name="T10" fmla="*/ 2147483646 w 1036"/>
                <a:gd name="T11" fmla="*/ 2147483646 h 675"/>
                <a:gd name="T12" fmla="*/ 2147483646 w 1036"/>
                <a:gd name="T13" fmla="*/ 2147483646 h 675"/>
                <a:gd name="T14" fmla="*/ 2147483646 w 1036"/>
                <a:gd name="T15" fmla="*/ 2147483646 h 675"/>
                <a:gd name="T16" fmla="*/ 2147483646 w 1036"/>
                <a:gd name="T17" fmla="*/ 2147483646 h 675"/>
                <a:gd name="T18" fmla="*/ 2147483646 w 1036"/>
                <a:gd name="T19" fmla="*/ 2147483646 h 675"/>
                <a:gd name="T20" fmla="*/ 2147483646 w 1036"/>
                <a:gd name="T21" fmla="*/ 2147483646 h 675"/>
                <a:gd name="T22" fmla="*/ 2147483646 w 1036"/>
                <a:gd name="T23" fmla="*/ 2147483646 h 675"/>
                <a:gd name="T24" fmla="*/ 2147483646 w 1036"/>
                <a:gd name="T25" fmla="*/ 2147483646 h 675"/>
                <a:gd name="T26" fmla="*/ 2147483646 w 1036"/>
                <a:gd name="T27" fmla="*/ 2147483646 h 675"/>
                <a:gd name="T28" fmla="*/ 2147483646 w 1036"/>
                <a:gd name="T29" fmla="*/ 2147483646 h 675"/>
                <a:gd name="T30" fmla="*/ 2147483646 w 1036"/>
                <a:gd name="T31" fmla="*/ 2147483646 h 675"/>
                <a:gd name="T32" fmla="*/ 2147483646 w 1036"/>
                <a:gd name="T33" fmla="*/ 2147483646 h 675"/>
                <a:gd name="T34" fmla="*/ 2147483646 w 1036"/>
                <a:gd name="T35" fmla="*/ 2147483646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2321" name="Freeform 84">
              <a:extLst>
                <a:ext uri="{FF2B5EF4-FFF2-40B4-BE49-F238E27FC236}">
                  <a16:creationId xmlns:a16="http://schemas.microsoft.com/office/drawing/2014/main" id="{5E8BC8F8-A671-4EF7-8F4E-935EA254362D}"/>
                </a:ext>
              </a:extLst>
            </p:cNvPr>
            <p:cNvSpPr>
              <a:spLocks/>
            </p:cNvSpPr>
            <p:nvPr/>
          </p:nvSpPr>
          <p:spPr bwMode="auto">
            <a:xfrm>
              <a:off x="3032202" y="5835205"/>
              <a:ext cx="597068" cy="418221"/>
            </a:xfrm>
            <a:custGeom>
              <a:avLst/>
              <a:gdLst>
                <a:gd name="T0" fmla="*/ 2147483646 w 1036"/>
                <a:gd name="T1" fmla="*/ 2147483646 h 675"/>
                <a:gd name="T2" fmla="*/ 2147483646 w 1036"/>
                <a:gd name="T3" fmla="*/ 2147483646 h 675"/>
                <a:gd name="T4" fmla="*/ 2147483646 w 1036"/>
                <a:gd name="T5" fmla="*/ 2147483646 h 675"/>
                <a:gd name="T6" fmla="*/ 2147483646 w 1036"/>
                <a:gd name="T7" fmla="*/ 2147483646 h 675"/>
                <a:gd name="T8" fmla="*/ 2147483646 w 1036"/>
                <a:gd name="T9" fmla="*/ 2147483646 h 675"/>
                <a:gd name="T10" fmla="*/ 2147483646 w 1036"/>
                <a:gd name="T11" fmla="*/ 2147483646 h 675"/>
                <a:gd name="T12" fmla="*/ 2147483646 w 1036"/>
                <a:gd name="T13" fmla="*/ 2147483646 h 675"/>
                <a:gd name="T14" fmla="*/ 2147483646 w 1036"/>
                <a:gd name="T15" fmla="*/ 2147483646 h 675"/>
                <a:gd name="T16" fmla="*/ 2147483646 w 1036"/>
                <a:gd name="T17" fmla="*/ 2147483646 h 675"/>
                <a:gd name="T18" fmla="*/ 2147483646 w 1036"/>
                <a:gd name="T19" fmla="*/ 2147483646 h 675"/>
                <a:gd name="T20" fmla="*/ 2147483646 w 1036"/>
                <a:gd name="T21" fmla="*/ 2147483646 h 675"/>
                <a:gd name="T22" fmla="*/ 2147483646 w 1036"/>
                <a:gd name="T23" fmla="*/ 2147483646 h 675"/>
                <a:gd name="T24" fmla="*/ 2147483646 w 1036"/>
                <a:gd name="T25" fmla="*/ 2147483646 h 675"/>
                <a:gd name="T26" fmla="*/ 2147483646 w 1036"/>
                <a:gd name="T27" fmla="*/ 2147483646 h 675"/>
                <a:gd name="T28" fmla="*/ 2147483646 w 1036"/>
                <a:gd name="T29" fmla="*/ 2147483646 h 675"/>
                <a:gd name="T30" fmla="*/ 2147483646 w 1036"/>
                <a:gd name="T31" fmla="*/ 2147483646 h 675"/>
                <a:gd name="T32" fmla="*/ 2147483646 w 1036"/>
                <a:gd name="T33" fmla="*/ 2147483646 h 675"/>
                <a:gd name="T34" fmla="*/ 2147483646 w 1036"/>
                <a:gd name="T35" fmla="*/ 2147483646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2322" name="TextBox 4">
              <a:extLst>
                <a:ext uri="{FF2B5EF4-FFF2-40B4-BE49-F238E27FC236}">
                  <a16:creationId xmlns:a16="http://schemas.microsoft.com/office/drawing/2014/main" id="{9A6CD366-D1C3-44EE-AB09-72E464ABAD4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307360">
              <a:off x="5295233" y="1669617"/>
              <a:ext cx="543812" cy="523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>
                  <a:solidFill>
                    <a:srgbClr val="0000FF"/>
                  </a:solidFill>
                  <a:latin typeface="Arial" panose="020B0604020202020204" pitchFamily="34" charset="0"/>
                </a:rPr>
                <a:t>…</a:t>
              </a:r>
            </a:p>
          </p:txBody>
        </p:sp>
        <p:sp>
          <p:nvSpPr>
            <p:cNvPr id="212323" name="TextBox 179">
              <a:extLst>
                <a:ext uri="{FF2B5EF4-FFF2-40B4-BE49-F238E27FC236}">
                  <a16:creationId xmlns:a16="http://schemas.microsoft.com/office/drawing/2014/main" id="{A5C83AB7-73B8-4E21-8F5D-62D422F3EA7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2829263">
              <a:off x="7635935" y="3085162"/>
              <a:ext cx="543697" cy="5232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>
                  <a:solidFill>
                    <a:srgbClr val="0000FF"/>
                  </a:solidFill>
                  <a:latin typeface="Arial" panose="020B0604020202020204" pitchFamily="34" charset="0"/>
                </a:rPr>
                <a:t>…</a:t>
              </a:r>
            </a:p>
          </p:txBody>
        </p:sp>
        <p:sp>
          <p:nvSpPr>
            <p:cNvPr id="212324" name="TextBox 180">
              <a:extLst>
                <a:ext uri="{FF2B5EF4-FFF2-40B4-BE49-F238E27FC236}">
                  <a16:creationId xmlns:a16="http://schemas.microsoft.com/office/drawing/2014/main" id="{833EF025-F993-4AC2-A5CB-3B9CD4EDF22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9845918">
              <a:off x="6395000" y="5885558"/>
              <a:ext cx="543812" cy="523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>
                  <a:solidFill>
                    <a:srgbClr val="0000FF"/>
                  </a:solidFill>
                  <a:latin typeface="Arial" panose="020B0604020202020204" pitchFamily="34" charset="0"/>
                </a:rPr>
                <a:t>…</a:t>
              </a:r>
            </a:p>
          </p:txBody>
        </p:sp>
        <p:sp>
          <p:nvSpPr>
            <p:cNvPr id="212325" name="TextBox 181">
              <a:extLst>
                <a:ext uri="{FF2B5EF4-FFF2-40B4-BE49-F238E27FC236}">
                  <a16:creationId xmlns:a16="http://schemas.microsoft.com/office/drawing/2014/main" id="{8DCC3900-B7D8-45C8-81A3-D47773074A6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9948738">
              <a:off x="2117518" y="5932635"/>
              <a:ext cx="543812" cy="523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>
                  <a:solidFill>
                    <a:srgbClr val="0000FF"/>
                  </a:solidFill>
                  <a:latin typeface="Arial" panose="020B0604020202020204" pitchFamily="34" charset="0"/>
                </a:rPr>
                <a:t>…</a:t>
              </a:r>
            </a:p>
          </p:txBody>
        </p:sp>
        <p:sp>
          <p:nvSpPr>
            <p:cNvPr id="212326" name="TextBox 182">
              <a:extLst>
                <a:ext uri="{FF2B5EF4-FFF2-40B4-BE49-F238E27FC236}">
                  <a16:creationId xmlns:a16="http://schemas.microsoft.com/office/drawing/2014/main" id="{F500F36B-CFA8-4049-B378-B31108C14B8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4992697">
              <a:off x="440646" y="3712538"/>
              <a:ext cx="543697" cy="5232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>
                  <a:solidFill>
                    <a:srgbClr val="0000FF"/>
                  </a:solidFill>
                  <a:latin typeface="Arial" panose="020B0604020202020204" pitchFamily="34" charset="0"/>
                </a:rPr>
                <a:t>…</a:t>
              </a:r>
            </a:p>
          </p:txBody>
        </p:sp>
        <p:sp>
          <p:nvSpPr>
            <p:cNvPr id="212327" name="TextBox 183">
              <a:extLst>
                <a:ext uri="{FF2B5EF4-FFF2-40B4-BE49-F238E27FC236}">
                  <a16:creationId xmlns:a16="http://schemas.microsoft.com/office/drawing/2014/main" id="{1E549257-914A-4E18-90F4-23DBCB164F2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520651">
              <a:off x="2536067" y="1734469"/>
              <a:ext cx="543812" cy="523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>
                  <a:solidFill>
                    <a:srgbClr val="0000FF"/>
                  </a:solidFill>
                  <a:latin typeface="Arial" panose="020B0604020202020204" pitchFamily="34" charset="0"/>
                </a:rPr>
                <a:t>…</a:t>
              </a:r>
            </a:p>
          </p:txBody>
        </p:sp>
        <p:grpSp>
          <p:nvGrpSpPr>
            <p:cNvPr id="212328" name="Group 8">
              <a:extLst>
                <a:ext uri="{FF2B5EF4-FFF2-40B4-BE49-F238E27FC236}">
                  <a16:creationId xmlns:a16="http://schemas.microsoft.com/office/drawing/2014/main" id="{2D7685F8-5B30-4197-B191-906F5CC0DCF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46600" y="3746500"/>
              <a:ext cx="3225800" cy="1117600"/>
              <a:chOff x="7848600" y="2044700"/>
              <a:chExt cx="3200399" cy="1371600"/>
            </a:xfrm>
          </p:grpSpPr>
          <p:sp>
            <p:nvSpPr>
              <p:cNvPr id="212524" name="Oval 3">
                <a:extLst>
                  <a:ext uri="{FF2B5EF4-FFF2-40B4-BE49-F238E27FC236}">
                    <a16:creationId xmlns:a16="http://schemas.microsoft.com/office/drawing/2014/main" id="{36E65245-5129-4EBE-B660-FD540594C0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848600" y="2044700"/>
                <a:ext cx="3200399" cy="1371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317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grpSp>
            <p:nvGrpSpPr>
              <p:cNvPr id="212525" name="Group 133">
                <a:extLst>
                  <a:ext uri="{FF2B5EF4-FFF2-40B4-BE49-F238E27FC236}">
                    <a16:creationId xmlns:a16="http://schemas.microsoft.com/office/drawing/2014/main" id="{01C4C300-7224-4D04-AA4A-F472F0754BD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8526482" y="2160804"/>
                <a:ext cx="532759" cy="184809"/>
                <a:chOff x="2356" y="1300"/>
                <a:chExt cx="555" cy="194"/>
              </a:xfrm>
            </p:grpSpPr>
            <p:sp>
              <p:nvSpPr>
                <p:cNvPr id="212598" name="Oval 407">
                  <a:extLst>
                    <a:ext uri="{FF2B5EF4-FFF2-40B4-BE49-F238E27FC236}">
                      <a16:creationId xmlns:a16="http://schemas.microsoft.com/office/drawing/2014/main" id="{04C97926-AC7C-4114-AA54-D81251F164E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357" y="1385"/>
                  <a:ext cx="551" cy="109"/>
                </a:xfrm>
                <a:prstGeom prst="ellipse">
                  <a:avLst/>
                </a:prstGeom>
                <a:gradFill rotWithShape="1">
                  <a:gsLst>
                    <a:gs pos="0">
                      <a:schemeClr val="hlink"/>
                    </a:gs>
                    <a:gs pos="100000">
                      <a:srgbClr val="FFFFFF"/>
                    </a:gs>
                  </a:gsLst>
                  <a:lin ang="0" scaled="1"/>
                </a:gradFill>
                <a:ln w="31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12599" name="Rectangle 410">
                  <a:extLst>
                    <a:ext uri="{FF2B5EF4-FFF2-40B4-BE49-F238E27FC236}">
                      <a16:creationId xmlns:a16="http://schemas.microsoft.com/office/drawing/2014/main" id="{6115B1A9-3FA2-44F3-B5AE-584FC9CE177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357" y="1374"/>
                  <a:ext cx="554" cy="66"/>
                </a:xfrm>
                <a:prstGeom prst="rect">
                  <a:avLst/>
                </a:prstGeom>
                <a:gradFill rotWithShape="1">
                  <a:gsLst>
                    <a:gs pos="0">
                      <a:schemeClr val="hlink"/>
                    </a:gs>
                    <a:gs pos="100000">
                      <a:srgbClr val="FFFFFF"/>
                    </a:gs>
                  </a:gsLst>
                  <a:lin ang="0" scaled="1"/>
                </a:gradFill>
                <a:ln w="3175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12600" name="Oval 411">
                  <a:extLst>
                    <a:ext uri="{FF2B5EF4-FFF2-40B4-BE49-F238E27FC236}">
                      <a16:creationId xmlns:a16="http://schemas.microsoft.com/office/drawing/2014/main" id="{5BF78146-6E62-4DDF-823B-E3DD388262D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356" y="1300"/>
                  <a:ext cx="551" cy="127"/>
                </a:xfrm>
                <a:prstGeom prst="ellipse">
                  <a:avLst/>
                </a:prstGeom>
                <a:gradFill rotWithShape="1">
                  <a:gsLst>
                    <a:gs pos="0">
                      <a:schemeClr val="hlink"/>
                    </a:gs>
                    <a:gs pos="100000">
                      <a:srgbClr val="FFFFFF"/>
                    </a:gs>
                  </a:gsLst>
                  <a:lin ang="0" scaled="1"/>
                </a:gradFill>
                <a:ln w="31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Times New Roman" panose="02020603050405020304" pitchFamily="18" charset="0"/>
                  </a:endParaRPr>
                </a:p>
              </p:txBody>
            </p:sp>
            <p:grpSp>
              <p:nvGrpSpPr>
                <p:cNvPr id="212601" name="Group 137">
                  <a:extLst>
                    <a:ext uri="{FF2B5EF4-FFF2-40B4-BE49-F238E27FC236}">
                      <a16:creationId xmlns:a16="http://schemas.microsoft.com/office/drawing/2014/main" id="{31363DEC-DEE3-452B-A405-F5DCE4781580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2468" y="1332"/>
                  <a:ext cx="310" cy="60"/>
                  <a:chOff x="2468" y="1332"/>
                  <a:chExt cx="310" cy="60"/>
                </a:xfrm>
              </p:grpSpPr>
              <p:sp>
                <p:nvSpPr>
                  <p:cNvPr id="212604" name="Freeform 138">
                    <a:extLst>
                      <a:ext uri="{FF2B5EF4-FFF2-40B4-BE49-F238E27FC236}">
                        <a16:creationId xmlns:a16="http://schemas.microsoft.com/office/drawing/2014/main" id="{4FA26D2C-93DF-4DA3-AEF5-2DB4A0D67B98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468" y="1332"/>
                    <a:ext cx="310" cy="60"/>
                  </a:xfrm>
                  <a:custGeom>
                    <a:avLst/>
                    <a:gdLst>
                      <a:gd name="T0" fmla="*/ 0 w 310"/>
                      <a:gd name="T1" fmla="*/ 60 h 60"/>
                      <a:gd name="T2" fmla="*/ 96 w 310"/>
                      <a:gd name="T3" fmla="*/ 60 h 60"/>
                      <a:gd name="T4" fmla="*/ 192 w 310"/>
                      <a:gd name="T5" fmla="*/ 0 h 60"/>
                      <a:gd name="T6" fmla="*/ 310 w 310"/>
                      <a:gd name="T7" fmla="*/ 0 h 60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  <a:gd name="T12" fmla="*/ 0 w 310"/>
                      <a:gd name="T13" fmla="*/ 0 h 60"/>
                      <a:gd name="T14" fmla="*/ 310 w 310"/>
                      <a:gd name="T15" fmla="*/ 60 h 60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T12" t="T13" r="T14" b="T15"/>
                    <a:pathLst>
                      <a:path w="310" h="60">
                        <a:moveTo>
                          <a:pt x="0" y="60"/>
                        </a:moveTo>
                        <a:lnTo>
                          <a:pt x="96" y="60"/>
                        </a:lnTo>
                        <a:lnTo>
                          <a:pt x="192" y="0"/>
                        </a:lnTo>
                        <a:lnTo>
                          <a:pt x="310" y="0"/>
                        </a:lnTo>
                      </a:path>
                    </a:pathLst>
                  </a:custGeom>
                  <a:noFill/>
                  <a:ln w="3175" cmpd="sng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zh-HK" altLang="en-US"/>
                  </a:p>
                </p:txBody>
              </p:sp>
              <p:sp>
                <p:nvSpPr>
                  <p:cNvPr id="212605" name="Freeform 139">
                    <a:extLst>
                      <a:ext uri="{FF2B5EF4-FFF2-40B4-BE49-F238E27FC236}">
                        <a16:creationId xmlns:a16="http://schemas.microsoft.com/office/drawing/2014/main" id="{34C96046-48D9-4FAF-ACD8-5036DA01CA70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482" y="1332"/>
                    <a:ext cx="282" cy="60"/>
                  </a:xfrm>
                  <a:custGeom>
                    <a:avLst/>
                    <a:gdLst>
                      <a:gd name="T0" fmla="*/ 0 w 282"/>
                      <a:gd name="T1" fmla="*/ 0 h 60"/>
                      <a:gd name="T2" fmla="*/ 96 w 282"/>
                      <a:gd name="T3" fmla="*/ 0 h 60"/>
                      <a:gd name="T4" fmla="*/ 192 w 282"/>
                      <a:gd name="T5" fmla="*/ 60 h 60"/>
                      <a:gd name="T6" fmla="*/ 282 w 282"/>
                      <a:gd name="T7" fmla="*/ 60 h 60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  <a:gd name="T12" fmla="*/ 0 w 282"/>
                      <a:gd name="T13" fmla="*/ 0 h 60"/>
                      <a:gd name="T14" fmla="*/ 282 w 282"/>
                      <a:gd name="T15" fmla="*/ 60 h 60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T12" t="T13" r="T14" b="T15"/>
                    <a:pathLst>
                      <a:path w="282" h="60">
                        <a:moveTo>
                          <a:pt x="0" y="0"/>
                        </a:moveTo>
                        <a:lnTo>
                          <a:pt x="96" y="0"/>
                        </a:lnTo>
                        <a:lnTo>
                          <a:pt x="192" y="60"/>
                        </a:lnTo>
                        <a:lnTo>
                          <a:pt x="282" y="60"/>
                        </a:lnTo>
                      </a:path>
                    </a:pathLst>
                  </a:custGeom>
                  <a:noFill/>
                  <a:ln w="3175" cmpd="sng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zh-HK" altLang="en-US"/>
                  </a:p>
                </p:txBody>
              </p:sp>
            </p:grpSp>
            <p:sp>
              <p:nvSpPr>
                <p:cNvPr id="212602" name="Line 140">
                  <a:extLst>
                    <a:ext uri="{FF2B5EF4-FFF2-40B4-BE49-F238E27FC236}">
                      <a16:creationId xmlns:a16="http://schemas.microsoft.com/office/drawing/2014/main" id="{AF223EA6-FC45-479C-B63D-E2206BC82E3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357" y="1362"/>
                  <a:ext cx="0" cy="82"/>
                </a:xfrm>
                <a:prstGeom prst="line">
                  <a:avLst/>
                </a:prstGeom>
                <a:noFill/>
                <a:ln w="31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12603" name="Line 141">
                  <a:extLst>
                    <a:ext uri="{FF2B5EF4-FFF2-40B4-BE49-F238E27FC236}">
                      <a16:creationId xmlns:a16="http://schemas.microsoft.com/office/drawing/2014/main" id="{C386CD82-3C82-45B6-8E2C-37CBD5B5BDE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08" y="1364"/>
                  <a:ext cx="0" cy="82"/>
                </a:xfrm>
                <a:prstGeom prst="line">
                  <a:avLst/>
                </a:prstGeom>
                <a:noFill/>
                <a:ln w="31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cxnSp>
            <p:nvCxnSpPr>
              <p:cNvPr id="212526" name="Straight Connector 10">
                <a:extLst>
                  <a:ext uri="{FF2B5EF4-FFF2-40B4-BE49-F238E27FC236}">
                    <a16:creationId xmlns:a16="http://schemas.microsoft.com/office/drawing/2014/main" id="{6B126760-8506-4FB7-BA2E-B39E7508588F}"/>
                  </a:ext>
                </a:extLst>
              </p:cNvPr>
              <p:cNvCxnSpPr>
                <a:cxnSpLocks noChangeShapeType="1"/>
                <a:stCxn id="212603" idx="0"/>
              </p:cNvCxnSpPr>
              <p:nvPr/>
            </p:nvCxnSpPr>
            <p:spPr bwMode="auto">
              <a:xfrm>
                <a:off x="9055401" y="2220819"/>
                <a:ext cx="975377" cy="136534"/>
              </a:xfrm>
              <a:prstGeom prst="line">
                <a:avLst/>
              </a:prstGeom>
              <a:noFill/>
              <a:ln w="31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12527" name="Straight Connector 297">
                <a:extLst>
                  <a:ext uri="{FF2B5EF4-FFF2-40B4-BE49-F238E27FC236}">
                    <a16:creationId xmlns:a16="http://schemas.microsoft.com/office/drawing/2014/main" id="{FB0029B4-CD11-4FAC-9186-CCC54C1454BC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9522191" y="2583188"/>
                <a:ext cx="120745" cy="83392"/>
              </a:xfrm>
              <a:prstGeom prst="line">
                <a:avLst/>
              </a:prstGeom>
              <a:noFill/>
              <a:ln w="31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12528" name="Straight Connector 298">
                <a:extLst>
                  <a:ext uri="{FF2B5EF4-FFF2-40B4-BE49-F238E27FC236}">
                    <a16:creationId xmlns:a16="http://schemas.microsoft.com/office/drawing/2014/main" id="{C2391AEB-8D6C-4E9E-8BF8-1B5BB7097DB6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V="1">
                <a:off x="9323081" y="2786992"/>
                <a:ext cx="243358" cy="45624"/>
              </a:xfrm>
              <a:prstGeom prst="line">
                <a:avLst/>
              </a:prstGeom>
              <a:noFill/>
              <a:ln w="31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12529" name="Straight Connector 299">
                <a:extLst>
                  <a:ext uri="{FF2B5EF4-FFF2-40B4-BE49-F238E27FC236}">
                    <a16:creationId xmlns:a16="http://schemas.microsoft.com/office/drawing/2014/main" id="{894E0058-38F3-4B6C-B399-E6B3F16C6248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V="1">
                <a:off x="9028147" y="2611644"/>
                <a:ext cx="192778" cy="109584"/>
              </a:xfrm>
              <a:prstGeom prst="line">
                <a:avLst/>
              </a:prstGeom>
              <a:noFill/>
              <a:ln w="31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12530" name="Straight Connector 300">
                <a:extLst>
                  <a:ext uri="{FF2B5EF4-FFF2-40B4-BE49-F238E27FC236}">
                    <a16:creationId xmlns:a16="http://schemas.microsoft.com/office/drawing/2014/main" id="{320F17F2-702B-48E1-802A-5F36434A5706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V="1">
                <a:off x="8729859" y="2909476"/>
                <a:ext cx="192778" cy="109584"/>
              </a:xfrm>
              <a:prstGeom prst="line">
                <a:avLst/>
              </a:prstGeom>
              <a:noFill/>
              <a:ln w="31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12531" name="Straight Connector 301">
                <a:extLst>
                  <a:ext uri="{FF2B5EF4-FFF2-40B4-BE49-F238E27FC236}">
                    <a16:creationId xmlns:a16="http://schemas.microsoft.com/office/drawing/2014/main" id="{61FF0AC7-CE38-460C-B852-768D02DB421F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V="1">
                <a:off x="9537887" y="2836224"/>
                <a:ext cx="252969" cy="252942"/>
              </a:xfrm>
              <a:prstGeom prst="line">
                <a:avLst/>
              </a:prstGeom>
              <a:noFill/>
              <a:ln w="31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12532" name="Straight Connector 302">
                <a:extLst>
                  <a:ext uri="{FF2B5EF4-FFF2-40B4-BE49-F238E27FC236}">
                    <a16:creationId xmlns:a16="http://schemas.microsoft.com/office/drawing/2014/main" id="{AF970B41-5FE4-4E83-8345-FDC90E665557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 flipV="1">
                <a:off x="10029359" y="2822067"/>
                <a:ext cx="354959" cy="124390"/>
              </a:xfrm>
              <a:prstGeom prst="line">
                <a:avLst/>
              </a:prstGeom>
              <a:noFill/>
              <a:ln w="31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12533" name="Straight Connector 303">
                <a:extLst>
                  <a:ext uri="{FF2B5EF4-FFF2-40B4-BE49-F238E27FC236}">
                    <a16:creationId xmlns:a16="http://schemas.microsoft.com/office/drawing/2014/main" id="{E03F6922-C480-4466-A8DC-FDC2D162519D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V="1">
                <a:off x="10015190" y="2475242"/>
                <a:ext cx="283363" cy="195664"/>
              </a:xfrm>
              <a:prstGeom prst="line">
                <a:avLst/>
              </a:prstGeom>
              <a:noFill/>
              <a:ln w="31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12534" name="Straight Connector 304">
                <a:extLst>
                  <a:ext uri="{FF2B5EF4-FFF2-40B4-BE49-F238E27FC236}">
                    <a16:creationId xmlns:a16="http://schemas.microsoft.com/office/drawing/2014/main" id="{A6B1B6BE-A844-4847-AEEC-E68AD4C63F7D}"/>
                  </a:ext>
                </a:extLst>
              </p:cNvPr>
              <p:cNvCxnSpPr>
                <a:cxnSpLocks noChangeShapeType="1"/>
                <a:endCxn id="212598" idx="4"/>
              </p:cNvCxnSpPr>
              <p:nvPr/>
            </p:nvCxnSpPr>
            <p:spPr bwMode="auto">
              <a:xfrm flipH="1" flipV="1">
                <a:off x="8791902" y="2345614"/>
                <a:ext cx="410984" cy="87180"/>
              </a:xfrm>
              <a:prstGeom prst="line">
                <a:avLst/>
              </a:prstGeom>
              <a:noFill/>
              <a:ln w="31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grpSp>
            <p:nvGrpSpPr>
              <p:cNvPr id="212535" name="Group 133">
                <a:extLst>
                  <a:ext uri="{FF2B5EF4-FFF2-40B4-BE49-F238E27FC236}">
                    <a16:creationId xmlns:a16="http://schemas.microsoft.com/office/drawing/2014/main" id="{5218D128-2681-41C6-A3FD-0066D026D95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9555206" y="2650627"/>
                <a:ext cx="532759" cy="184809"/>
                <a:chOff x="2356" y="1300"/>
                <a:chExt cx="555" cy="194"/>
              </a:xfrm>
            </p:grpSpPr>
            <p:sp>
              <p:nvSpPr>
                <p:cNvPr id="212590" name="Oval 407">
                  <a:extLst>
                    <a:ext uri="{FF2B5EF4-FFF2-40B4-BE49-F238E27FC236}">
                      <a16:creationId xmlns:a16="http://schemas.microsoft.com/office/drawing/2014/main" id="{8DC73280-40BB-4831-B453-B2CD685BE8E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357" y="1385"/>
                  <a:ext cx="551" cy="109"/>
                </a:xfrm>
                <a:prstGeom prst="ellipse">
                  <a:avLst/>
                </a:prstGeom>
                <a:gradFill rotWithShape="1">
                  <a:gsLst>
                    <a:gs pos="0">
                      <a:schemeClr val="hlink"/>
                    </a:gs>
                    <a:gs pos="100000">
                      <a:srgbClr val="FFFFFF"/>
                    </a:gs>
                  </a:gsLst>
                  <a:lin ang="0" scaled="1"/>
                </a:gradFill>
                <a:ln w="31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12591" name="Rectangle 410">
                  <a:extLst>
                    <a:ext uri="{FF2B5EF4-FFF2-40B4-BE49-F238E27FC236}">
                      <a16:creationId xmlns:a16="http://schemas.microsoft.com/office/drawing/2014/main" id="{9D930620-0BF4-4CA6-A3A1-F016ADBD363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357" y="1374"/>
                  <a:ext cx="554" cy="66"/>
                </a:xfrm>
                <a:prstGeom prst="rect">
                  <a:avLst/>
                </a:prstGeom>
                <a:gradFill rotWithShape="1">
                  <a:gsLst>
                    <a:gs pos="0">
                      <a:schemeClr val="hlink"/>
                    </a:gs>
                    <a:gs pos="100000">
                      <a:srgbClr val="FFFFFF"/>
                    </a:gs>
                  </a:gsLst>
                  <a:lin ang="0" scaled="1"/>
                </a:gradFill>
                <a:ln w="3175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12592" name="Oval 411">
                  <a:extLst>
                    <a:ext uri="{FF2B5EF4-FFF2-40B4-BE49-F238E27FC236}">
                      <a16:creationId xmlns:a16="http://schemas.microsoft.com/office/drawing/2014/main" id="{B10FD53A-D8B7-4ACD-9F62-0AFA97890F9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356" y="1300"/>
                  <a:ext cx="551" cy="127"/>
                </a:xfrm>
                <a:prstGeom prst="ellipse">
                  <a:avLst/>
                </a:prstGeom>
                <a:gradFill rotWithShape="1">
                  <a:gsLst>
                    <a:gs pos="0">
                      <a:schemeClr val="hlink"/>
                    </a:gs>
                    <a:gs pos="100000">
                      <a:srgbClr val="FFFFFF"/>
                    </a:gs>
                  </a:gsLst>
                  <a:lin ang="0" scaled="1"/>
                </a:gradFill>
                <a:ln w="31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Times New Roman" panose="02020603050405020304" pitchFamily="18" charset="0"/>
                  </a:endParaRPr>
                </a:p>
              </p:txBody>
            </p:sp>
            <p:grpSp>
              <p:nvGrpSpPr>
                <p:cNvPr id="212593" name="Group 137">
                  <a:extLst>
                    <a:ext uri="{FF2B5EF4-FFF2-40B4-BE49-F238E27FC236}">
                      <a16:creationId xmlns:a16="http://schemas.microsoft.com/office/drawing/2014/main" id="{2C38C092-47AE-4F50-A6BA-DF3512C77AD1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2468" y="1332"/>
                  <a:ext cx="310" cy="60"/>
                  <a:chOff x="2468" y="1332"/>
                  <a:chExt cx="310" cy="60"/>
                </a:xfrm>
              </p:grpSpPr>
              <p:sp>
                <p:nvSpPr>
                  <p:cNvPr id="212596" name="Freeform 138">
                    <a:extLst>
                      <a:ext uri="{FF2B5EF4-FFF2-40B4-BE49-F238E27FC236}">
                        <a16:creationId xmlns:a16="http://schemas.microsoft.com/office/drawing/2014/main" id="{96A68CE0-A63A-4849-B384-FD044ED7C985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468" y="1332"/>
                    <a:ext cx="310" cy="60"/>
                  </a:xfrm>
                  <a:custGeom>
                    <a:avLst/>
                    <a:gdLst>
                      <a:gd name="T0" fmla="*/ 0 w 310"/>
                      <a:gd name="T1" fmla="*/ 60 h 60"/>
                      <a:gd name="T2" fmla="*/ 96 w 310"/>
                      <a:gd name="T3" fmla="*/ 60 h 60"/>
                      <a:gd name="T4" fmla="*/ 192 w 310"/>
                      <a:gd name="T5" fmla="*/ 0 h 60"/>
                      <a:gd name="T6" fmla="*/ 310 w 310"/>
                      <a:gd name="T7" fmla="*/ 0 h 60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  <a:gd name="T12" fmla="*/ 0 w 310"/>
                      <a:gd name="T13" fmla="*/ 0 h 60"/>
                      <a:gd name="T14" fmla="*/ 310 w 310"/>
                      <a:gd name="T15" fmla="*/ 60 h 60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T12" t="T13" r="T14" b="T15"/>
                    <a:pathLst>
                      <a:path w="310" h="60">
                        <a:moveTo>
                          <a:pt x="0" y="60"/>
                        </a:moveTo>
                        <a:lnTo>
                          <a:pt x="96" y="60"/>
                        </a:lnTo>
                        <a:lnTo>
                          <a:pt x="192" y="0"/>
                        </a:lnTo>
                        <a:lnTo>
                          <a:pt x="310" y="0"/>
                        </a:lnTo>
                      </a:path>
                    </a:pathLst>
                  </a:custGeom>
                  <a:noFill/>
                  <a:ln w="3175" cmpd="sng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zh-HK" altLang="en-US"/>
                  </a:p>
                </p:txBody>
              </p:sp>
              <p:sp>
                <p:nvSpPr>
                  <p:cNvPr id="212597" name="Freeform 139">
                    <a:extLst>
                      <a:ext uri="{FF2B5EF4-FFF2-40B4-BE49-F238E27FC236}">
                        <a16:creationId xmlns:a16="http://schemas.microsoft.com/office/drawing/2014/main" id="{C086EEB1-A959-4409-977C-904E6C6F6A5A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482" y="1332"/>
                    <a:ext cx="282" cy="60"/>
                  </a:xfrm>
                  <a:custGeom>
                    <a:avLst/>
                    <a:gdLst>
                      <a:gd name="T0" fmla="*/ 0 w 282"/>
                      <a:gd name="T1" fmla="*/ 0 h 60"/>
                      <a:gd name="T2" fmla="*/ 96 w 282"/>
                      <a:gd name="T3" fmla="*/ 0 h 60"/>
                      <a:gd name="T4" fmla="*/ 192 w 282"/>
                      <a:gd name="T5" fmla="*/ 60 h 60"/>
                      <a:gd name="T6" fmla="*/ 282 w 282"/>
                      <a:gd name="T7" fmla="*/ 60 h 60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  <a:gd name="T12" fmla="*/ 0 w 282"/>
                      <a:gd name="T13" fmla="*/ 0 h 60"/>
                      <a:gd name="T14" fmla="*/ 282 w 282"/>
                      <a:gd name="T15" fmla="*/ 60 h 60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T12" t="T13" r="T14" b="T15"/>
                    <a:pathLst>
                      <a:path w="282" h="60">
                        <a:moveTo>
                          <a:pt x="0" y="0"/>
                        </a:moveTo>
                        <a:lnTo>
                          <a:pt x="96" y="0"/>
                        </a:lnTo>
                        <a:lnTo>
                          <a:pt x="192" y="60"/>
                        </a:lnTo>
                        <a:lnTo>
                          <a:pt x="282" y="60"/>
                        </a:lnTo>
                      </a:path>
                    </a:pathLst>
                  </a:custGeom>
                  <a:noFill/>
                  <a:ln w="3175" cmpd="sng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zh-HK" altLang="en-US"/>
                  </a:p>
                </p:txBody>
              </p:sp>
            </p:grpSp>
            <p:sp>
              <p:nvSpPr>
                <p:cNvPr id="212594" name="Line 140">
                  <a:extLst>
                    <a:ext uri="{FF2B5EF4-FFF2-40B4-BE49-F238E27FC236}">
                      <a16:creationId xmlns:a16="http://schemas.microsoft.com/office/drawing/2014/main" id="{388E9B60-E5E2-4A52-9715-9396A934648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358" y="1361"/>
                  <a:ext cx="0" cy="84"/>
                </a:xfrm>
                <a:prstGeom prst="line">
                  <a:avLst/>
                </a:prstGeom>
                <a:noFill/>
                <a:ln w="31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12595" name="Line 141">
                  <a:extLst>
                    <a:ext uri="{FF2B5EF4-FFF2-40B4-BE49-F238E27FC236}">
                      <a16:creationId xmlns:a16="http://schemas.microsoft.com/office/drawing/2014/main" id="{6E5F4C8B-1BAB-4F4F-987A-194A65D3F2C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08" y="1363"/>
                  <a:ext cx="0" cy="84"/>
                </a:xfrm>
                <a:prstGeom prst="line">
                  <a:avLst/>
                </a:prstGeom>
                <a:noFill/>
                <a:ln w="31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grpSp>
            <p:nvGrpSpPr>
              <p:cNvPr id="212536" name="Group 133">
                <a:extLst>
                  <a:ext uri="{FF2B5EF4-FFF2-40B4-BE49-F238E27FC236}">
                    <a16:creationId xmlns:a16="http://schemas.microsoft.com/office/drawing/2014/main" id="{FC93279E-B8B8-4957-8BF6-FD7F349529D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8772607" y="2725609"/>
                <a:ext cx="532759" cy="184809"/>
                <a:chOff x="2356" y="1300"/>
                <a:chExt cx="555" cy="194"/>
              </a:xfrm>
            </p:grpSpPr>
            <p:sp>
              <p:nvSpPr>
                <p:cNvPr id="212582" name="Oval 407">
                  <a:extLst>
                    <a:ext uri="{FF2B5EF4-FFF2-40B4-BE49-F238E27FC236}">
                      <a16:creationId xmlns:a16="http://schemas.microsoft.com/office/drawing/2014/main" id="{C286BD6A-4BDA-4B63-BCAF-0461B051DCA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357" y="1385"/>
                  <a:ext cx="551" cy="109"/>
                </a:xfrm>
                <a:prstGeom prst="ellipse">
                  <a:avLst/>
                </a:prstGeom>
                <a:gradFill rotWithShape="1">
                  <a:gsLst>
                    <a:gs pos="0">
                      <a:schemeClr val="hlink"/>
                    </a:gs>
                    <a:gs pos="100000">
                      <a:srgbClr val="FFFFFF"/>
                    </a:gs>
                  </a:gsLst>
                  <a:lin ang="0" scaled="1"/>
                </a:gradFill>
                <a:ln w="31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12583" name="Rectangle 410">
                  <a:extLst>
                    <a:ext uri="{FF2B5EF4-FFF2-40B4-BE49-F238E27FC236}">
                      <a16:creationId xmlns:a16="http://schemas.microsoft.com/office/drawing/2014/main" id="{3B901750-78E0-4E70-BD12-51B48E1B56C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357" y="1374"/>
                  <a:ext cx="554" cy="66"/>
                </a:xfrm>
                <a:prstGeom prst="rect">
                  <a:avLst/>
                </a:prstGeom>
                <a:gradFill rotWithShape="1">
                  <a:gsLst>
                    <a:gs pos="0">
                      <a:schemeClr val="hlink"/>
                    </a:gs>
                    <a:gs pos="100000">
                      <a:srgbClr val="FFFFFF"/>
                    </a:gs>
                  </a:gsLst>
                  <a:lin ang="0" scaled="1"/>
                </a:gradFill>
                <a:ln w="3175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12584" name="Oval 411">
                  <a:extLst>
                    <a:ext uri="{FF2B5EF4-FFF2-40B4-BE49-F238E27FC236}">
                      <a16:creationId xmlns:a16="http://schemas.microsoft.com/office/drawing/2014/main" id="{847B48A8-5B17-42DA-8F51-C78709556D6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356" y="1300"/>
                  <a:ext cx="551" cy="127"/>
                </a:xfrm>
                <a:prstGeom prst="ellipse">
                  <a:avLst/>
                </a:prstGeom>
                <a:gradFill rotWithShape="1">
                  <a:gsLst>
                    <a:gs pos="0">
                      <a:schemeClr val="hlink"/>
                    </a:gs>
                    <a:gs pos="100000">
                      <a:srgbClr val="FFFFFF"/>
                    </a:gs>
                  </a:gsLst>
                  <a:lin ang="0" scaled="1"/>
                </a:gradFill>
                <a:ln w="31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Times New Roman" panose="02020603050405020304" pitchFamily="18" charset="0"/>
                  </a:endParaRPr>
                </a:p>
              </p:txBody>
            </p:sp>
            <p:grpSp>
              <p:nvGrpSpPr>
                <p:cNvPr id="212585" name="Group 137">
                  <a:extLst>
                    <a:ext uri="{FF2B5EF4-FFF2-40B4-BE49-F238E27FC236}">
                      <a16:creationId xmlns:a16="http://schemas.microsoft.com/office/drawing/2014/main" id="{5289181A-8891-4FD7-9571-98862334BBB0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2468" y="1332"/>
                  <a:ext cx="310" cy="60"/>
                  <a:chOff x="2468" y="1332"/>
                  <a:chExt cx="310" cy="60"/>
                </a:xfrm>
              </p:grpSpPr>
              <p:sp>
                <p:nvSpPr>
                  <p:cNvPr id="212588" name="Freeform 138">
                    <a:extLst>
                      <a:ext uri="{FF2B5EF4-FFF2-40B4-BE49-F238E27FC236}">
                        <a16:creationId xmlns:a16="http://schemas.microsoft.com/office/drawing/2014/main" id="{3302185B-25C7-42BB-9DAE-1680702FAA70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468" y="1332"/>
                    <a:ext cx="310" cy="60"/>
                  </a:xfrm>
                  <a:custGeom>
                    <a:avLst/>
                    <a:gdLst>
                      <a:gd name="T0" fmla="*/ 0 w 310"/>
                      <a:gd name="T1" fmla="*/ 60 h 60"/>
                      <a:gd name="T2" fmla="*/ 96 w 310"/>
                      <a:gd name="T3" fmla="*/ 60 h 60"/>
                      <a:gd name="T4" fmla="*/ 192 w 310"/>
                      <a:gd name="T5" fmla="*/ 0 h 60"/>
                      <a:gd name="T6" fmla="*/ 310 w 310"/>
                      <a:gd name="T7" fmla="*/ 0 h 60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  <a:gd name="T12" fmla="*/ 0 w 310"/>
                      <a:gd name="T13" fmla="*/ 0 h 60"/>
                      <a:gd name="T14" fmla="*/ 310 w 310"/>
                      <a:gd name="T15" fmla="*/ 60 h 60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T12" t="T13" r="T14" b="T15"/>
                    <a:pathLst>
                      <a:path w="310" h="60">
                        <a:moveTo>
                          <a:pt x="0" y="60"/>
                        </a:moveTo>
                        <a:lnTo>
                          <a:pt x="96" y="60"/>
                        </a:lnTo>
                        <a:lnTo>
                          <a:pt x="192" y="0"/>
                        </a:lnTo>
                        <a:lnTo>
                          <a:pt x="310" y="0"/>
                        </a:lnTo>
                      </a:path>
                    </a:pathLst>
                  </a:custGeom>
                  <a:noFill/>
                  <a:ln w="3175" cmpd="sng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zh-HK" altLang="en-US"/>
                  </a:p>
                </p:txBody>
              </p:sp>
              <p:sp>
                <p:nvSpPr>
                  <p:cNvPr id="212589" name="Freeform 139">
                    <a:extLst>
                      <a:ext uri="{FF2B5EF4-FFF2-40B4-BE49-F238E27FC236}">
                        <a16:creationId xmlns:a16="http://schemas.microsoft.com/office/drawing/2014/main" id="{E69417C4-62CB-46CD-B646-D8AB2444E555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482" y="1332"/>
                    <a:ext cx="282" cy="60"/>
                  </a:xfrm>
                  <a:custGeom>
                    <a:avLst/>
                    <a:gdLst>
                      <a:gd name="T0" fmla="*/ 0 w 282"/>
                      <a:gd name="T1" fmla="*/ 0 h 60"/>
                      <a:gd name="T2" fmla="*/ 96 w 282"/>
                      <a:gd name="T3" fmla="*/ 0 h 60"/>
                      <a:gd name="T4" fmla="*/ 192 w 282"/>
                      <a:gd name="T5" fmla="*/ 60 h 60"/>
                      <a:gd name="T6" fmla="*/ 282 w 282"/>
                      <a:gd name="T7" fmla="*/ 60 h 60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  <a:gd name="T12" fmla="*/ 0 w 282"/>
                      <a:gd name="T13" fmla="*/ 0 h 60"/>
                      <a:gd name="T14" fmla="*/ 282 w 282"/>
                      <a:gd name="T15" fmla="*/ 60 h 60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T12" t="T13" r="T14" b="T15"/>
                    <a:pathLst>
                      <a:path w="282" h="60">
                        <a:moveTo>
                          <a:pt x="0" y="0"/>
                        </a:moveTo>
                        <a:lnTo>
                          <a:pt x="96" y="0"/>
                        </a:lnTo>
                        <a:lnTo>
                          <a:pt x="192" y="60"/>
                        </a:lnTo>
                        <a:lnTo>
                          <a:pt x="282" y="60"/>
                        </a:lnTo>
                      </a:path>
                    </a:pathLst>
                  </a:custGeom>
                  <a:noFill/>
                  <a:ln w="3175" cmpd="sng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zh-HK" altLang="en-US"/>
                  </a:p>
                </p:txBody>
              </p:sp>
            </p:grpSp>
            <p:sp>
              <p:nvSpPr>
                <p:cNvPr id="212586" name="Line 140">
                  <a:extLst>
                    <a:ext uri="{FF2B5EF4-FFF2-40B4-BE49-F238E27FC236}">
                      <a16:creationId xmlns:a16="http://schemas.microsoft.com/office/drawing/2014/main" id="{3D51B0B1-DD21-4FA5-B2A2-17A2983EAF6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358" y="1356"/>
                  <a:ext cx="0" cy="88"/>
                </a:xfrm>
                <a:prstGeom prst="line">
                  <a:avLst/>
                </a:prstGeom>
                <a:noFill/>
                <a:ln w="31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12587" name="Line 141">
                  <a:extLst>
                    <a:ext uri="{FF2B5EF4-FFF2-40B4-BE49-F238E27FC236}">
                      <a16:creationId xmlns:a16="http://schemas.microsoft.com/office/drawing/2014/main" id="{EF5BB199-0723-4BCA-B061-72AD7998522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08" y="1358"/>
                  <a:ext cx="0" cy="86"/>
                </a:xfrm>
                <a:prstGeom prst="line">
                  <a:avLst/>
                </a:prstGeom>
                <a:noFill/>
                <a:ln w="31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grpSp>
            <p:nvGrpSpPr>
              <p:cNvPr id="212537" name="Group 133">
                <a:extLst>
                  <a:ext uri="{FF2B5EF4-FFF2-40B4-BE49-F238E27FC236}">
                    <a16:creationId xmlns:a16="http://schemas.microsoft.com/office/drawing/2014/main" id="{0799DB2C-AA86-4E63-98A7-5959768EF8D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9060908" y="2428111"/>
                <a:ext cx="532759" cy="184809"/>
                <a:chOff x="2356" y="1300"/>
                <a:chExt cx="555" cy="194"/>
              </a:xfrm>
            </p:grpSpPr>
            <p:sp>
              <p:nvSpPr>
                <p:cNvPr id="212574" name="Oval 407">
                  <a:extLst>
                    <a:ext uri="{FF2B5EF4-FFF2-40B4-BE49-F238E27FC236}">
                      <a16:creationId xmlns:a16="http://schemas.microsoft.com/office/drawing/2014/main" id="{81672374-A167-4ED6-8D96-437E5EC3D8F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357" y="1385"/>
                  <a:ext cx="551" cy="109"/>
                </a:xfrm>
                <a:prstGeom prst="ellipse">
                  <a:avLst/>
                </a:prstGeom>
                <a:gradFill rotWithShape="1">
                  <a:gsLst>
                    <a:gs pos="0">
                      <a:schemeClr val="hlink"/>
                    </a:gs>
                    <a:gs pos="100000">
                      <a:srgbClr val="FFFFFF"/>
                    </a:gs>
                  </a:gsLst>
                  <a:lin ang="0" scaled="1"/>
                </a:gradFill>
                <a:ln w="31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12575" name="Rectangle 410">
                  <a:extLst>
                    <a:ext uri="{FF2B5EF4-FFF2-40B4-BE49-F238E27FC236}">
                      <a16:creationId xmlns:a16="http://schemas.microsoft.com/office/drawing/2014/main" id="{FB39896F-DBC2-4CD9-94AF-223290EB1B7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357" y="1374"/>
                  <a:ext cx="554" cy="66"/>
                </a:xfrm>
                <a:prstGeom prst="rect">
                  <a:avLst/>
                </a:prstGeom>
                <a:gradFill rotWithShape="1">
                  <a:gsLst>
                    <a:gs pos="0">
                      <a:schemeClr val="hlink"/>
                    </a:gs>
                    <a:gs pos="100000">
                      <a:srgbClr val="FFFFFF"/>
                    </a:gs>
                  </a:gsLst>
                  <a:lin ang="0" scaled="1"/>
                </a:gradFill>
                <a:ln w="3175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12576" name="Oval 411">
                  <a:extLst>
                    <a:ext uri="{FF2B5EF4-FFF2-40B4-BE49-F238E27FC236}">
                      <a16:creationId xmlns:a16="http://schemas.microsoft.com/office/drawing/2014/main" id="{23860EA9-3A50-4136-AA70-DAF2351D857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356" y="1300"/>
                  <a:ext cx="551" cy="127"/>
                </a:xfrm>
                <a:prstGeom prst="ellipse">
                  <a:avLst/>
                </a:prstGeom>
                <a:gradFill rotWithShape="1">
                  <a:gsLst>
                    <a:gs pos="0">
                      <a:schemeClr val="hlink"/>
                    </a:gs>
                    <a:gs pos="100000">
                      <a:srgbClr val="FFFFFF"/>
                    </a:gs>
                  </a:gsLst>
                  <a:lin ang="0" scaled="1"/>
                </a:gradFill>
                <a:ln w="31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Times New Roman" panose="02020603050405020304" pitchFamily="18" charset="0"/>
                  </a:endParaRPr>
                </a:p>
              </p:txBody>
            </p:sp>
            <p:grpSp>
              <p:nvGrpSpPr>
                <p:cNvPr id="212577" name="Group 137">
                  <a:extLst>
                    <a:ext uri="{FF2B5EF4-FFF2-40B4-BE49-F238E27FC236}">
                      <a16:creationId xmlns:a16="http://schemas.microsoft.com/office/drawing/2014/main" id="{67717B2A-EA22-4A23-AD14-005ECB5D503D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2468" y="1332"/>
                  <a:ext cx="310" cy="60"/>
                  <a:chOff x="2468" y="1332"/>
                  <a:chExt cx="310" cy="60"/>
                </a:xfrm>
              </p:grpSpPr>
              <p:sp>
                <p:nvSpPr>
                  <p:cNvPr id="212580" name="Freeform 138">
                    <a:extLst>
                      <a:ext uri="{FF2B5EF4-FFF2-40B4-BE49-F238E27FC236}">
                        <a16:creationId xmlns:a16="http://schemas.microsoft.com/office/drawing/2014/main" id="{1091194E-F497-4113-B7CC-A903CEBC13C6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468" y="1332"/>
                    <a:ext cx="310" cy="60"/>
                  </a:xfrm>
                  <a:custGeom>
                    <a:avLst/>
                    <a:gdLst>
                      <a:gd name="T0" fmla="*/ 0 w 310"/>
                      <a:gd name="T1" fmla="*/ 60 h 60"/>
                      <a:gd name="T2" fmla="*/ 96 w 310"/>
                      <a:gd name="T3" fmla="*/ 60 h 60"/>
                      <a:gd name="T4" fmla="*/ 192 w 310"/>
                      <a:gd name="T5" fmla="*/ 0 h 60"/>
                      <a:gd name="T6" fmla="*/ 310 w 310"/>
                      <a:gd name="T7" fmla="*/ 0 h 60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  <a:gd name="T12" fmla="*/ 0 w 310"/>
                      <a:gd name="T13" fmla="*/ 0 h 60"/>
                      <a:gd name="T14" fmla="*/ 310 w 310"/>
                      <a:gd name="T15" fmla="*/ 60 h 60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T12" t="T13" r="T14" b="T15"/>
                    <a:pathLst>
                      <a:path w="310" h="60">
                        <a:moveTo>
                          <a:pt x="0" y="60"/>
                        </a:moveTo>
                        <a:lnTo>
                          <a:pt x="96" y="60"/>
                        </a:lnTo>
                        <a:lnTo>
                          <a:pt x="192" y="0"/>
                        </a:lnTo>
                        <a:lnTo>
                          <a:pt x="310" y="0"/>
                        </a:lnTo>
                      </a:path>
                    </a:pathLst>
                  </a:custGeom>
                  <a:noFill/>
                  <a:ln w="3175" cmpd="sng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zh-HK" altLang="en-US"/>
                  </a:p>
                </p:txBody>
              </p:sp>
              <p:sp>
                <p:nvSpPr>
                  <p:cNvPr id="212581" name="Freeform 139">
                    <a:extLst>
                      <a:ext uri="{FF2B5EF4-FFF2-40B4-BE49-F238E27FC236}">
                        <a16:creationId xmlns:a16="http://schemas.microsoft.com/office/drawing/2014/main" id="{45AEC91A-9F0B-4139-8E88-28F47E410073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482" y="1332"/>
                    <a:ext cx="282" cy="60"/>
                  </a:xfrm>
                  <a:custGeom>
                    <a:avLst/>
                    <a:gdLst>
                      <a:gd name="T0" fmla="*/ 0 w 282"/>
                      <a:gd name="T1" fmla="*/ 0 h 60"/>
                      <a:gd name="T2" fmla="*/ 96 w 282"/>
                      <a:gd name="T3" fmla="*/ 0 h 60"/>
                      <a:gd name="T4" fmla="*/ 192 w 282"/>
                      <a:gd name="T5" fmla="*/ 60 h 60"/>
                      <a:gd name="T6" fmla="*/ 282 w 282"/>
                      <a:gd name="T7" fmla="*/ 60 h 60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  <a:gd name="T12" fmla="*/ 0 w 282"/>
                      <a:gd name="T13" fmla="*/ 0 h 60"/>
                      <a:gd name="T14" fmla="*/ 282 w 282"/>
                      <a:gd name="T15" fmla="*/ 60 h 60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T12" t="T13" r="T14" b="T15"/>
                    <a:pathLst>
                      <a:path w="282" h="60">
                        <a:moveTo>
                          <a:pt x="0" y="0"/>
                        </a:moveTo>
                        <a:lnTo>
                          <a:pt x="96" y="0"/>
                        </a:lnTo>
                        <a:lnTo>
                          <a:pt x="192" y="60"/>
                        </a:lnTo>
                        <a:lnTo>
                          <a:pt x="282" y="60"/>
                        </a:lnTo>
                      </a:path>
                    </a:pathLst>
                  </a:custGeom>
                  <a:noFill/>
                  <a:ln w="3175" cmpd="sng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zh-HK" altLang="en-US"/>
                  </a:p>
                </p:txBody>
              </p:sp>
            </p:grpSp>
            <p:sp>
              <p:nvSpPr>
                <p:cNvPr id="212578" name="Line 140">
                  <a:extLst>
                    <a:ext uri="{FF2B5EF4-FFF2-40B4-BE49-F238E27FC236}">
                      <a16:creationId xmlns:a16="http://schemas.microsoft.com/office/drawing/2014/main" id="{61D4C266-3C39-466C-BA00-BF0117CD892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358" y="1362"/>
                  <a:ext cx="0" cy="84"/>
                </a:xfrm>
                <a:prstGeom prst="line">
                  <a:avLst/>
                </a:prstGeom>
                <a:noFill/>
                <a:ln w="31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12579" name="Line 141">
                  <a:extLst>
                    <a:ext uri="{FF2B5EF4-FFF2-40B4-BE49-F238E27FC236}">
                      <a16:creationId xmlns:a16="http://schemas.microsoft.com/office/drawing/2014/main" id="{61D88711-FB96-4422-9055-E5EC2BD9214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08" y="1364"/>
                  <a:ext cx="0" cy="84"/>
                </a:xfrm>
                <a:prstGeom prst="line">
                  <a:avLst/>
                </a:prstGeom>
                <a:noFill/>
                <a:ln w="31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grpSp>
            <p:nvGrpSpPr>
              <p:cNvPr id="212538" name="Group 133">
                <a:extLst>
                  <a:ext uri="{FF2B5EF4-FFF2-40B4-BE49-F238E27FC236}">
                    <a16:creationId xmlns:a16="http://schemas.microsoft.com/office/drawing/2014/main" id="{CAB2ADCD-B2B7-4655-9178-7678B62033B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0005281" y="2289952"/>
                <a:ext cx="532759" cy="184809"/>
                <a:chOff x="2356" y="1300"/>
                <a:chExt cx="555" cy="194"/>
              </a:xfrm>
            </p:grpSpPr>
            <p:sp>
              <p:nvSpPr>
                <p:cNvPr id="212566" name="Oval 407">
                  <a:extLst>
                    <a:ext uri="{FF2B5EF4-FFF2-40B4-BE49-F238E27FC236}">
                      <a16:creationId xmlns:a16="http://schemas.microsoft.com/office/drawing/2014/main" id="{20858F1E-0DB4-45CE-A602-0490513CCF4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357" y="1385"/>
                  <a:ext cx="551" cy="109"/>
                </a:xfrm>
                <a:prstGeom prst="ellipse">
                  <a:avLst/>
                </a:prstGeom>
                <a:gradFill rotWithShape="1">
                  <a:gsLst>
                    <a:gs pos="0">
                      <a:schemeClr val="hlink"/>
                    </a:gs>
                    <a:gs pos="100000">
                      <a:srgbClr val="FFFFFF"/>
                    </a:gs>
                  </a:gsLst>
                  <a:lin ang="0" scaled="1"/>
                </a:gradFill>
                <a:ln w="31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12567" name="Rectangle 410">
                  <a:extLst>
                    <a:ext uri="{FF2B5EF4-FFF2-40B4-BE49-F238E27FC236}">
                      <a16:creationId xmlns:a16="http://schemas.microsoft.com/office/drawing/2014/main" id="{57FA340A-2166-4E8B-8FD9-D83ADC9F0C4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357" y="1374"/>
                  <a:ext cx="554" cy="66"/>
                </a:xfrm>
                <a:prstGeom prst="rect">
                  <a:avLst/>
                </a:prstGeom>
                <a:gradFill rotWithShape="1">
                  <a:gsLst>
                    <a:gs pos="0">
                      <a:schemeClr val="hlink"/>
                    </a:gs>
                    <a:gs pos="100000">
                      <a:srgbClr val="FFFFFF"/>
                    </a:gs>
                  </a:gsLst>
                  <a:lin ang="0" scaled="1"/>
                </a:gradFill>
                <a:ln w="3175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12568" name="Oval 411">
                  <a:extLst>
                    <a:ext uri="{FF2B5EF4-FFF2-40B4-BE49-F238E27FC236}">
                      <a16:creationId xmlns:a16="http://schemas.microsoft.com/office/drawing/2014/main" id="{FE84E616-3719-40ED-838D-E1D912A7838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356" y="1300"/>
                  <a:ext cx="551" cy="127"/>
                </a:xfrm>
                <a:prstGeom prst="ellipse">
                  <a:avLst/>
                </a:prstGeom>
                <a:gradFill rotWithShape="1">
                  <a:gsLst>
                    <a:gs pos="0">
                      <a:schemeClr val="hlink"/>
                    </a:gs>
                    <a:gs pos="100000">
                      <a:srgbClr val="FFFFFF"/>
                    </a:gs>
                  </a:gsLst>
                  <a:lin ang="0" scaled="1"/>
                </a:gradFill>
                <a:ln w="31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Times New Roman" panose="02020603050405020304" pitchFamily="18" charset="0"/>
                  </a:endParaRPr>
                </a:p>
              </p:txBody>
            </p:sp>
            <p:grpSp>
              <p:nvGrpSpPr>
                <p:cNvPr id="212569" name="Group 137">
                  <a:extLst>
                    <a:ext uri="{FF2B5EF4-FFF2-40B4-BE49-F238E27FC236}">
                      <a16:creationId xmlns:a16="http://schemas.microsoft.com/office/drawing/2014/main" id="{5DF4AF3E-3C02-48A2-A992-BAC1EF950CFF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2468" y="1332"/>
                  <a:ext cx="310" cy="60"/>
                  <a:chOff x="2468" y="1332"/>
                  <a:chExt cx="310" cy="60"/>
                </a:xfrm>
              </p:grpSpPr>
              <p:sp>
                <p:nvSpPr>
                  <p:cNvPr id="212572" name="Freeform 138">
                    <a:extLst>
                      <a:ext uri="{FF2B5EF4-FFF2-40B4-BE49-F238E27FC236}">
                        <a16:creationId xmlns:a16="http://schemas.microsoft.com/office/drawing/2014/main" id="{A5DB1319-EC54-4040-A53B-951612628CF8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468" y="1332"/>
                    <a:ext cx="310" cy="60"/>
                  </a:xfrm>
                  <a:custGeom>
                    <a:avLst/>
                    <a:gdLst>
                      <a:gd name="T0" fmla="*/ 0 w 310"/>
                      <a:gd name="T1" fmla="*/ 60 h 60"/>
                      <a:gd name="T2" fmla="*/ 96 w 310"/>
                      <a:gd name="T3" fmla="*/ 60 h 60"/>
                      <a:gd name="T4" fmla="*/ 192 w 310"/>
                      <a:gd name="T5" fmla="*/ 0 h 60"/>
                      <a:gd name="T6" fmla="*/ 310 w 310"/>
                      <a:gd name="T7" fmla="*/ 0 h 60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  <a:gd name="T12" fmla="*/ 0 w 310"/>
                      <a:gd name="T13" fmla="*/ 0 h 60"/>
                      <a:gd name="T14" fmla="*/ 310 w 310"/>
                      <a:gd name="T15" fmla="*/ 60 h 60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T12" t="T13" r="T14" b="T15"/>
                    <a:pathLst>
                      <a:path w="310" h="60">
                        <a:moveTo>
                          <a:pt x="0" y="60"/>
                        </a:moveTo>
                        <a:lnTo>
                          <a:pt x="96" y="60"/>
                        </a:lnTo>
                        <a:lnTo>
                          <a:pt x="192" y="0"/>
                        </a:lnTo>
                        <a:lnTo>
                          <a:pt x="310" y="0"/>
                        </a:lnTo>
                      </a:path>
                    </a:pathLst>
                  </a:custGeom>
                  <a:noFill/>
                  <a:ln w="3175" cmpd="sng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zh-HK" altLang="en-US"/>
                  </a:p>
                </p:txBody>
              </p:sp>
              <p:sp>
                <p:nvSpPr>
                  <p:cNvPr id="212573" name="Freeform 139">
                    <a:extLst>
                      <a:ext uri="{FF2B5EF4-FFF2-40B4-BE49-F238E27FC236}">
                        <a16:creationId xmlns:a16="http://schemas.microsoft.com/office/drawing/2014/main" id="{20E75B93-1E09-47CC-BFEA-D5AA96222F0D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482" y="1332"/>
                    <a:ext cx="282" cy="60"/>
                  </a:xfrm>
                  <a:custGeom>
                    <a:avLst/>
                    <a:gdLst>
                      <a:gd name="T0" fmla="*/ 0 w 282"/>
                      <a:gd name="T1" fmla="*/ 0 h 60"/>
                      <a:gd name="T2" fmla="*/ 96 w 282"/>
                      <a:gd name="T3" fmla="*/ 0 h 60"/>
                      <a:gd name="T4" fmla="*/ 192 w 282"/>
                      <a:gd name="T5" fmla="*/ 60 h 60"/>
                      <a:gd name="T6" fmla="*/ 282 w 282"/>
                      <a:gd name="T7" fmla="*/ 60 h 60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  <a:gd name="T12" fmla="*/ 0 w 282"/>
                      <a:gd name="T13" fmla="*/ 0 h 60"/>
                      <a:gd name="T14" fmla="*/ 282 w 282"/>
                      <a:gd name="T15" fmla="*/ 60 h 60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T12" t="T13" r="T14" b="T15"/>
                    <a:pathLst>
                      <a:path w="282" h="60">
                        <a:moveTo>
                          <a:pt x="0" y="0"/>
                        </a:moveTo>
                        <a:lnTo>
                          <a:pt x="96" y="0"/>
                        </a:lnTo>
                        <a:lnTo>
                          <a:pt x="192" y="60"/>
                        </a:lnTo>
                        <a:lnTo>
                          <a:pt x="282" y="60"/>
                        </a:lnTo>
                      </a:path>
                    </a:pathLst>
                  </a:custGeom>
                  <a:noFill/>
                  <a:ln w="3175" cmpd="sng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zh-HK" altLang="en-US"/>
                  </a:p>
                </p:txBody>
              </p:sp>
            </p:grpSp>
            <p:sp>
              <p:nvSpPr>
                <p:cNvPr id="212570" name="Line 140">
                  <a:extLst>
                    <a:ext uri="{FF2B5EF4-FFF2-40B4-BE49-F238E27FC236}">
                      <a16:creationId xmlns:a16="http://schemas.microsoft.com/office/drawing/2014/main" id="{10F893BC-FDF2-433C-826F-963A6472573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357" y="1362"/>
                  <a:ext cx="0" cy="84"/>
                </a:xfrm>
                <a:prstGeom prst="line">
                  <a:avLst/>
                </a:prstGeom>
                <a:noFill/>
                <a:ln w="31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12571" name="Line 141">
                  <a:extLst>
                    <a:ext uri="{FF2B5EF4-FFF2-40B4-BE49-F238E27FC236}">
                      <a16:creationId xmlns:a16="http://schemas.microsoft.com/office/drawing/2014/main" id="{E0D61C1F-500F-4E02-A143-1E32892ACBF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08" y="1364"/>
                  <a:ext cx="0" cy="84"/>
                </a:xfrm>
                <a:prstGeom prst="line">
                  <a:avLst/>
                </a:prstGeom>
                <a:noFill/>
                <a:ln w="31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grpSp>
            <p:nvGrpSpPr>
              <p:cNvPr id="212539" name="Group 133">
                <a:extLst>
                  <a:ext uri="{FF2B5EF4-FFF2-40B4-BE49-F238E27FC236}">
                    <a16:creationId xmlns:a16="http://schemas.microsoft.com/office/drawing/2014/main" id="{AF2BCFE0-21B3-4894-806A-86301579862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0232661" y="2882876"/>
                <a:ext cx="532759" cy="184809"/>
                <a:chOff x="2356" y="1300"/>
                <a:chExt cx="555" cy="194"/>
              </a:xfrm>
            </p:grpSpPr>
            <p:sp>
              <p:nvSpPr>
                <p:cNvPr id="212558" name="Oval 407">
                  <a:extLst>
                    <a:ext uri="{FF2B5EF4-FFF2-40B4-BE49-F238E27FC236}">
                      <a16:creationId xmlns:a16="http://schemas.microsoft.com/office/drawing/2014/main" id="{8980C618-5F31-4841-9AE5-172149E89AC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357" y="1385"/>
                  <a:ext cx="551" cy="109"/>
                </a:xfrm>
                <a:prstGeom prst="ellipse">
                  <a:avLst/>
                </a:prstGeom>
                <a:gradFill rotWithShape="1">
                  <a:gsLst>
                    <a:gs pos="0">
                      <a:schemeClr val="hlink"/>
                    </a:gs>
                    <a:gs pos="100000">
                      <a:srgbClr val="FFFFFF"/>
                    </a:gs>
                  </a:gsLst>
                  <a:lin ang="0" scaled="1"/>
                </a:gradFill>
                <a:ln w="31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12559" name="Rectangle 410">
                  <a:extLst>
                    <a:ext uri="{FF2B5EF4-FFF2-40B4-BE49-F238E27FC236}">
                      <a16:creationId xmlns:a16="http://schemas.microsoft.com/office/drawing/2014/main" id="{06F40F28-1293-444A-9FAA-CBAA514ECED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357" y="1374"/>
                  <a:ext cx="554" cy="66"/>
                </a:xfrm>
                <a:prstGeom prst="rect">
                  <a:avLst/>
                </a:prstGeom>
                <a:gradFill rotWithShape="1">
                  <a:gsLst>
                    <a:gs pos="0">
                      <a:schemeClr val="hlink"/>
                    </a:gs>
                    <a:gs pos="100000">
                      <a:srgbClr val="FFFFFF"/>
                    </a:gs>
                  </a:gsLst>
                  <a:lin ang="0" scaled="1"/>
                </a:gradFill>
                <a:ln w="3175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12560" name="Oval 411">
                  <a:extLst>
                    <a:ext uri="{FF2B5EF4-FFF2-40B4-BE49-F238E27FC236}">
                      <a16:creationId xmlns:a16="http://schemas.microsoft.com/office/drawing/2014/main" id="{91144F72-F789-4BEF-98AE-BA10D926A94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356" y="1300"/>
                  <a:ext cx="551" cy="127"/>
                </a:xfrm>
                <a:prstGeom prst="ellipse">
                  <a:avLst/>
                </a:prstGeom>
                <a:gradFill rotWithShape="1">
                  <a:gsLst>
                    <a:gs pos="0">
                      <a:schemeClr val="hlink"/>
                    </a:gs>
                    <a:gs pos="100000">
                      <a:srgbClr val="FFFFFF"/>
                    </a:gs>
                  </a:gsLst>
                  <a:lin ang="0" scaled="1"/>
                </a:gradFill>
                <a:ln w="31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Times New Roman" panose="02020603050405020304" pitchFamily="18" charset="0"/>
                  </a:endParaRPr>
                </a:p>
              </p:txBody>
            </p:sp>
            <p:grpSp>
              <p:nvGrpSpPr>
                <p:cNvPr id="212561" name="Group 137">
                  <a:extLst>
                    <a:ext uri="{FF2B5EF4-FFF2-40B4-BE49-F238E27FC236}">
                      <a16:creationId xmlns:a16="http://schemas.microsoft.com/office/drawing/2014/main" id="{E34571BA-7592-461D-9585-FCFF9BE4E8BF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2468" y="1332"/>
                  <a:ext cx="310" cy="60"/>
                  <a:chOff x="2468" y="1332"/>
                  <a:chExt cx="310" cy="60"/>
                </a:xfrm>
              </p:grpSpPr>
              <p:sp>
                <p:nvSpPr>
                  <p:cNvPr id="212564" name="Freeform 138">
                    <a:extLst>
                      <a:ext uri="{FF2B5EF4-FFF2-40B4-BE49-F238E27FC236}">
                        <a16:creationId xmlns:a16="http://schemas.microsoft.com/office/drawing/2014/main" id="{002B4CEB-036A-4A86-8EEF-F6032F350358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468" y="1332"/>
                    <a:ext cx="310" cy="60"/>
                  </a:xfrm>
                  <a:custGeom>
                    <a:avLst/>
                    <a:gdLst>
                      <a:gd name="T0" fmla="*/ 0 w 310"/>
                      <a:gd name="T1" fmla="*/ 60 h 60"/>
                      <a:gd name="T2" fmla="*/ 96 w 310"/>
                      <a:gd name="T3" fmla="*/ 60 h 60"/>
                      <a:gd name="T4" fmla="*/ 192 w 310"/>
                      <a:gd name="T5" fmla="*/ 0 h 60"/>
                      <a:gd name="T6" fmla="*/ 310 w 310"/>
                      <a:gd name="T7" fmla="*/ 0 h 60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  <a:gd name="T12" fmla="*/ 0 w 310"/>
                      <a:gd name="T13" fmla="*/ 0 h 60"/>
                      <a:gd name="T14" fmla="*/ 310 w 310"/>
                      <a:gd name="T15" fmla="*/ 60 h 60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T12" t="T13" r="T14" b="T15"/>
                    <a:pathLst>
                      <a:path w="310" h="60">
                        <a:moveTo>
                          <a:pt x="0" y="60"/>
                        </a:moveTo>
                        <a:lnTo>
                          <a:pt x="96" y="60"/>
                        </a:lnTo>
                        <a:lnTo>
                          <a:pt x="192" y="0"/>
                        </a:lnTo>
                        <a:lnTo>
                          <a:pt x="310" y="0"/>
                        </a:lnTo>
                      </a:path>
                    </a:pathLst>
                  </a:custGeom>
                  <a:noFill/>
                  <a:ln w="3175" cmpd="sng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zh-HK" altLang="en-US"/>
                  </a:p>
                </p:txBody>
              </p:sp>
              <p:sp>
                <p:nvSpPr>
                  <p:cNvPr id="212565" name="Freeform 139">
                    <a:extLst>
                      <a:ext uri="{FF2B5EF4-FFF2-40B4-BE49-F238E27FC236}">
                        <a16:creationId xmlns:a16="http://schemas.microsoft.com/office/drawing/2014/main" id="{028CBAB9-6E83-4B18-BDBA-AB7CB8427F2B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482" y="1332"/>
                    <a:ext cx="282" cy="60"/>
                  </a:xfrm>
                  <a:custGeom>
                    <a:avLst/>
                    <a:gdLst>
                      <a:gd name="T0" fmla="*/ 0 w 282"/>
                      <a:gd name="T1" fmla="*/ 0 h 60"/>
                      <a:gd name="T2" fmla="*/ 96 w 282"/>
                      <a:gd name="T3" fmla="*/ 0 h 60"/>
                      <a:gd name="T4" fmla="*/ 192 w 282"/>
                      <a:gd name="T5" fmla="*/ 60 h 60"/>
                      <a:gd name="T6" fmla="*/ 282 w 282"/>
                      <a:gd name="T7" fmla="*/ 60 h 60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  <a:gd name="T12" fmla="*/ 0 w 282"/>
                      <a:gd name="T13" fmla="*/ 0 h 60"/>
                      <a:gd name="T14" fmla="*/ 282 w 282"/>
                      <a:gd name="T15" fmla="*/ 60 h 60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T12" t="T13" r="T14" b="T15"/>
                    <a:pathLst>
                      <a:path w="282" h="60">
                        <a:moveTo>
                          <a:pt x="0" y="0"/>
                        </a:moveTo>
                        <a:lnTo>
                          <a:pt x="96" y="0"/>
                        </a:lnTo>
                        <a:lnTo>
                          <a:pt x="192" y="60"/>
                        </a:lnTo>
                        <a:lnTo>
                          <a:pt x="282" y="60"/>
                        </a:lnTo>
                      </a:path>
                    </a:pathLst>
                  </a:custGeom>
                  <a:noFill/>
                  <a:ln w="3175" cmpd="sng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zh-HK" altLang="en-US"/>
                  </a:p>
                </p:txBody>
              </p:sp>
            </p:grpSp>
            <p:sp>
              <p:nvSpPr>
                <p:cNvPr id="212562" name="Line 140">
                  <a:extLst>
                    <a:ext uri="{FF2B5EF4-FFF2-40B4-BE49-F238E27FC236}">
                      <a16:creationId xmlns:a16="http://schemas.microsoft.com/office/drawing/2014/main" id="{0A6E15F1-BBD5-4C19-9974-E6CA54DA396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358" y="1361"/>
                  <a:ext cx="0" cy="84"/>
                </a:xfrm>
                <a:prstGeom prst="line">
                  <a:avLst/>
                </a:prstGeom>
                <a:noFill/>
                <a:ln w="31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12563" name="Line 141">
                  <a:extLst>
                    <a:ext uri="{FF2B5EF4-FFF2-40B4-BE49-F238E27FC236}">
                      <a16:creationId xmlns:a16="http://schemas.microsoft.com/office/drawing/2014/main" id="{D7E2D018-55C8-4213-A32F-29EC0B3CA13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08" y="1363"/>
                  <a:ext cx="0" cy="84"/>
                </a:xfrm>
                <a:prstGeom prst="line">
                  <a:avLst/>
                </a:prstGeom>
                <a:noFill/>
                <a:ln w="31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grpSp>
            <p:nvGrpSpPr>
              <p:cNvPr id="212540" name="Group 133">
                <a:extLst>
                  <a:ext uri="{FF2B5EF4-FFF2-40B4-BE49-F238E27FC236}">
                    <a16:creationId xmlns:a16="http://schemas.microsoft.com/office/drawing/2014/main" id="{7DEAAE8A-C0BD-4B93-AE76-8B12C09B27B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9330660" y="3072767"/>
                <a:ext cx="532759" cy="184809"/>
                <a:chOff x="2356" y="1300"/>
                <a:chExt cx="555" cy="194"/>
              </a:xfrm>
            </p:grpSpPr>
            <p:sp>
              <p:nvSpPr>
                <p:cNvPr id="212550" name="Oval 407">
                  <a:extLst>
                    <a:ext uri="{FF2B5EF4-FFF2-40B4-BE49-F238E27FC236}">
                      <a16:creationId xmlns:a16="http://schemas.microsoft.com/office/drawing/2014/main" id="{E7E62F01-8DB7-4FDF-93FE-4F3D822A682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357" y="1385"/>
                  <a:ext cx="551" cy="109"/>
                </a:xfrm>
                <a:prstGeom prst="ellipse">
                  <a:avLst/>
                </a:prstGeom>
                <a:gradFill rotWithShape="1">
                  <a:gsLst>
                    <a:gs pos="0">
                      <a:schemeClr val="hlink"/>
                    </a:gs>
                    <a:gs pos="100000">
                      <a:srgbClr val="FFFFFF"/>
                    </a:gs>
                  </a:gsLst>
                  <a:lin ang="0" scaled="1"/>
                </a:gradFill>
                <a:ln w="31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12551" name="Rectangle 410">
                  <a:extLst>
                    <a:ext uri="{FF2B5EF4-FFF2-40B4-BE49-F238E27FC236}">
                      <a16:creationId xmlns:a16="http://schemas.microsoft.com/office/drawing/2014/main" id="{88585B6F-7438-4C09-BF2F-480136F4239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357" y="1374"/>
                  <a:ext cx="554" cy="66"/>
                </a:xfrm>
                <a:prstGeom prst="rect">
                  <a:avLst/>
                </a:prstGeom>
                <a:gradFill rotWithShape="1">
                  <a:gsLst>
                    <a:gs pos="0">
                      <a:schemeClr val="hlink"/>
                    </a:gs>
                    <a:gs pos="100000">
                      <a:srgbClr val="FFFFFF"/>
                    </a:gs>
                  </a:gsLst>
                  <a:lin ang="0" scaled="1"/>
                </a:gradFill>
                <a:ln w="3175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12552" name="Oval 411">
                  <a:extLst>
                    <a:ext uri="{FF2B5EF4-FFF2-40B4-BE49-F238E27FC236}">
                      <a16:creationId xmlns:a16="http://schemas.microsoft.com/office/drawing/2014/main" id="{4560B1AD-A867-4576-8F0F-27C0491A93B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356" y="1300"/>
                  <a:ext cx="551" cy="127"/>
                </a:xfrm>
                <a:prstGeom prst="ellipse">
                  <a:avLst/>
                </a:prstGeom>
                <a:gradFill rotWithShape="1">
                  <a:gsLst>
                    <a:gs pos="0">
                      <a:schemeClr val="hlink"/>
                    </a:gs>
                    <a:gs pos="100000">
                      <a:srgbClr val="FFFFFF"/>
                    </a:gs>
                  </a:gsLst>
                  <a:lin ang="0" scaled="1"/>
                </a:gradFill>
                <a:ln w="31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Times New Roman" panose="02020603050405020304" pitchFamily="18" charset="0"/>
                  </a:endParaRPr>
                </a:p>
              </p:txBody>
            </p:sp>
            <p:grpSp>
              <p:nvGrpSpPr>
                <p:cNvPr id="212553" name="Group 137">
                  <a:extLst>
                    <a:ext uri="{FF2B5EF4-FFF2-40B4-BE49-F238E27FC236}">
                      <a16:creationId xmlns:a16="http://schemas.microsoft.com/office/drawing/2014/main" id="{A47E1E34-F3EB-4AB6-8103-51F09CDB1CE2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2468" y="1332"/>
                  <a:ext cx="310" cy="60"/>
                  <a:chOff x="2468" y="1332"/>
                  <a:chExt cx="310" cy="60"/>
                </a:xfrm>
              </p:grpSpPr>
              <p:sp>
                <p:nvSpPr>
                  <p:cNvPr id="212556" name="Freeform 138">
                    <a:extLst>
                      <a:ext uri="{FF2B5EF4-FFF2-40B4-BE49-F238E27FC236}">
                        <a16:creationId xmlns:a16="http://schemas.microsoft.com/office/drawing/2014/main" id="{B50DD8F3-542C-4E4B-8F8D-6695AAFB6ACC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468" y="1332"/>
                    <a:ext cx="310" cy="60"/>
                  </a:xfrm>
                  <a:custGeom>
                    <a:avLst/>
                    <a:gdLst>
                      <a:gd name="T0" fmla="*/ 0 w 310"/>
                      <a:gd name="T1" fmla="*/ 60 h 60"/>
                      <a:gd name="T2" fmla="*/ 96 w 310"/>
                      <a:gd name="T3" fmla="*/ 60 h 60"/>
                      <a:gd name="T4" fmla="*/ 192 w 310"/>
                      <a:gd name="T5" fmla="*/ 0 h 60"/>
                      <a:gd name="T6" fmla="*/ 310 w 310"/>
                      <a:gd name="T7" fmla="*/ 0 h 60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  <a:gd name="T12" fmla="*/ 0 w 310"/>
                      <a:gd name="T13" fmla="*/ 0 h 60"/>
                      <a:gd name="T14" fmla="*/ 310 w 310"/>
                      <a:gd name="T15" fmla="*/ 60 h 60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T12" t="T13" r="T14" b="T15"/>
                    <a:pathLst>
                      <a:path w="310" h="60">
                        <a:moveTo>
                          <a:pt x="0" y="60"/>
                        </a:moveTo>
                        <a:lnTo>
                          <a:pt x="96" y="60"/>
                        </a:lnTo>
                        <a:lnTo>
                          <a:pt x="192" y="0"/>
                        </a:lnTo>
                        <a:lnTo>
                          <a:pt x="310" y="0"/>
                        </a:lnTo>
                      </a:path>
                    </a:pathLst>
                  </a:custGeom>
                  <a:noFill/>
                  <a:ln w="3175" cmpd="sng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zh-HK" altLang="en-US"/>
                  </a:p>
                </p:txBody>
              </p:sp>
              <p:sp>
                <p:nvSpPr>
                  <p:cNvPr id="212557" name="Freeform 139">
                    <a:extLst>
                      <a:ext uri="{FF2B5EF4-FFF2-40B4-BE49-F238E27FC236}">
                        <a16:creationId xmlns:a16="http://schemas.microsoft.com/office/drawing/2014/main" id="{D7C19072-335C-42B9-A3FE-B76FA27B75D9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482" y="1332"/>
                    <a:ext cx="282" cy="60"/>
                  </a:xfrm>
                  <a:custGeom>
                    <a:avLst/>
                    <a:gdLst>
                      <a:gd name="T0" fmla="*/ 0 w 282"/>
                      <a:gd name="T1" fmla="*/ 0 h 60"/>
                      <a:gd name="T2" fmla="*/ 96 w 282"/>
                      <a:gd name="T3" fmla="*/ 0 h 60"/>
                      <a:gd name="T4" fmla="*/ 192 w 282"/>
                      <a:gd name="T5" fmla="*/ 60 h 60"/>
                      <a:gd name="T6" fmla="*/ 282 w 282"/>
                      <a:gd name="T7" fmla="*/ 60 h 60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  <a:gd name="T12" fmla="*/ 0 w 282"/>
                      <a:gd name="T13" fmla="*/ 0 h 60"/>
                      <a:gd name="T14" fmla="*/ 282 w 282"/>
                      <a:gd name="T15" fmla="*/ 60 h 60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T12" t="T13" r="T14" b="T15"/>
                    <a:pathLst>
                      <a:path w="282" h="60">
                        <a:moveTo>
                          <a:pt x="0" y="0"/>
                        </a:moveTo>
                        <a:lnTo>
                          <a:pt x="96" y="0"/>
                        </a:lnTo>
                        <a:lnTo>
                          <a:pt x="192" y="60"/>
                        </a:lnTo>
                        <a:lnTo>
                          <a:pt x="282" y="60"/>
                        </a:lnTo>
                      </a:path>
                    </a:pathLst>
                  </a:custGeom>
                  <a:noFill/>
                  <a:ln w="3175" cmpd="sng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zh-HK" altLang="en-US"/>
                  </a:p>
                </p:txBody>
              </p:sp>
            </p:grpSp>
            <p:sp>
              <p:nvSpPr>
                <p:cNvPr id="212554" name="Line 140">
                  <a:extLst>
                    <a:ext uri="{FF2B5EF4-FFF2-40B4-BE49-F238E27FC236}">
                      <a16:creationId xmlns:a16="http://schemas.microsoft.com/office/drawing/2014/main" id="{49CC1FE5-05EF-445C-AD04-31475DBC2DB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358" y="1362"/>
                  <a:ext cx="0" cy="84"/>
                </a:xfrm>
                <a:prstGeom prst="line">
                  <a:avLst/>
                </a:prstGeom>
                <a:noFill/>
                <a:ln w="31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12555" name="Line 141">
                  <a:extLst>
                    <a:ext uri="{FF2B5EF4-FFF2-40B4-BE49-F238E27FC236}">
                      <a16:creationId xmlns:a16="http://schemas.microsoft.com/office/drawing/2014/main" id="{9C06C9A7-BB76-4A0C-8624-10AAAA37CFB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07" y="1364"/>
                  <a:ext cx="0" cy="84"/>
                </a:xfrm>
                <a:prstGeom prst="line">
                  <a:avLst/>
                </a:prstGeom>
                <a:noFill/>
                <a:ln w="31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grpSp>
            <p:nvGrpSpPr>
              <p:cNvPr id="212541" name="Group 133">
                <a:extLst>
                  <a:ext uri="{FF2B5EF4-FFF2-40B4-BE49-F238E27FC236}">
                    <a16:creationId xmlns:a16="http://schemas.microsoft.com/office/drawing/2014/main" id="{7EE33E33-F9E8-4F51-B7B4-1B41321F205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8438032" y="3018963"/>
                <a:ext cx="532759" cy="184809"/>
                <a:chOff x="2356" y="1300"/>
                <a:chExt cx="555" cy="194"/>
              </a:xfrm>
            </p:grpSpPr>
            <p:sp>
              <p:nvSpPr>
                <p:cNvPr id="212542" name="Oval 407">
                  <a:extLst>
                    <a:ext uri="{FF2B5EF4-FFF2-40B4-BE49-F238E27FC236}">
                      <a16:creationId xmlns:a16="http://schemas.microsoft.com/office/drawing/2014/main" id="{B63F23E0-583D-40E5-8879-8065A311BC6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357" y="1385"/>
                  <a:ext cx="551" cy="109"/>
                </a:xfrm>
                <a:prstGeom prst="ellipse">
                  <a:avLst/>
                </a:prstGeom>
                <a:gradFill rotWithShape="1">
                  <a:gsLst>
                    <a:gs pos="0">
                      <a:schemeClr val="hlink"/>
                    </a:gs>
                    <a:gs pos="100000">
                      <a:srgbClr val="FFFFFF"/>
                    </a:gs>
                  </a:gsLst>
                  <a:lin ang="0" scaled="1"/>
                </a:gradFill>
                <a:ln w="31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12543" name="Rectangle 410">
                  <a:extLst>
                    <a:ext uri="{FF2B5EF4-FFF2-40B4-BE49-F238E27FC236}">
                      <a16:creationId xmlns:a16="http://schemas.microsoft.com/office/drawing/2014/main" id="{E506AD7F-EFCE-408C-ABB4-514D811A922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357" y="1374"/>
                  <a:ext cx="554" cy="66"/>
                </a:xfrm>
                <a:prstGeom prst="rect">
                  <a:avLst/>
                </a:prstGeom>
                <a:gradFill rotWithShape="1">
                  <a:gsLst>
                    <a:gs pos="0">
                      <a:schemeClr val="hlink"/>
                    </a:gs>
                    <a:gs pos="100000">
                      <a:srgbClr val="FFFFFF"/>
                    </a:gs>
                  </a:gsLst>
                  <a:lin ang="0" scaled="1"/>
                </a:gradFill>
                <a:ln w="3175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12544" name="Oval 411">
                  <a:extLst>
                    <a:ext uri="{FF2B5EF4-FFF2-40B4-BE49-F238E27FC236}">
                      <a16:creationId xmlns:a16="http://schemas.microsoft.com/office/drawing/2014/main" id="{447192B4-DFE9-44D3-AF0D-2C9EAC3B80D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356" y="1300"/>
                  <a:ext cx="551" cy="127"/>
                </a:xfrm>
                <a:prstGeom prst="ellipse">
                  <a:avLst/>
                </a:prstGeom>
                <a:gradFill rotWithShape="1">
                  <a:gsLst>
                    <a:gs pos="0">
                      <a:schemeClr val="hlink"/>
                    </a:gs>
                    <a:gs pos="100000">
                      <a:srgbClr val="FFFFFF"/>
                    </a:gs>
                  </a:gsLst>
                  <a:lin ang="0" scaled="1"/>
                </a:gradFill>
                <a:ln w="31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Times New Roman" panose="02020603050405020304" pitchFamily="18" charset="0"/>
                  </a:endParaRPr>
                </a:p>
              </p:txBody>
            </p:sp>
            <p:grpSp>
              <p:nvGrpSpPr>
                <p:cNvPr id="212545" name="Group 137">
                  <a:extLst>
                    <a:ext uri="{FF2B5EF4-FFF2-40B4-BE49-F238E27FC236}">
                      <a16:creationId xmlns:a16="http://schemas.microsoft.com/office/drawing/2014/main" id="{67D2510D-27BD-47F0-995F-FEB66315551B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2468" y="1332"/>
                  <a:ext cx="310" cy="60"/>
                  <a:chOff x="2468" y="1332"/>
                  <a:chExt cx="310" cy="60"/>
                </a:xfrm>
              </p:grpSpPr>
              <p:sp>
                <p:nvSpPr>
                  <p:cNvPr id="212548" name="Freeform 138">
                    <a:extLst>
                      <a:ext uri="{FF2B5EF4-FFF2-40B4-BE49-F238E27FC236}">
                        <a16:creationId xmlns:a16="http://schemas.microsoft.com/office/drawing/2014/main" id="{8DEF6313-B843-416B-8DC1-4CF5D65056E2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468" y="1332"/>
                    <a:ext cx="310" cy="60"/>
                  </a:xfrm>
                  <a:custGeom>
                    <a:avLst/>
                    <a:gdLst>
                      <a:gd name="T0" fmla="*/ 0 w 310"/>
                      <a:gd name="T1" fmla="*/ 60 h 60"/>
                      <a:gd name="T2" fmla="*/ 96 w 310"/>
                      <a:gd name="T3" fmla="*/ 60 h 60"/>
                      <a:gd name="T4" fmla="*/ 192 w 310"/>
                      <a:gd name="T5" fmla="*/ 0 h 60"/>
                      <a:gd name="T6" fmla="*/ 310 w 310"/>
                      <a:gd name="T7" fmla="*/ 0 h 60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  <a:gd name="T12" fmla="*/ 0 w 310"/>
                      <a:gd name="T13" fmla="*/ 0 h 60"/>
                      <a:gd name="T14" fmla="*/ 310 w 310"/>
                      <a:gd name="T15" fmla="*/ 60 h 60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T12" t="T13" r="T14" b="T15"/>
                    <a:pathLst>
                      <a:path w="310" h="60">
                        <a:moveTo>
                          <a:pt x="0" y="60"/>
                        </a:moveTo>
                        <a:lnTo>
                          <a:pt x="96" y="60"/>
                        </a:lnTo>
                        <a:lnTo>
                          <a:pt x="192" y="0"/>
                        </a:lnTo>
                        <a:lnTo>
                          <a:pt x="310" y="0"/>
                        </a:lnTo>
                      </a:path>
                    </a:pathLst>
                  </a:custGeom>
                  <a:noFill/>
                  <a:ln w="3175" cmpd="sng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zh-HK" altLang="en-US"/>
                  </a:p>
                </p:txBody>
              </p:sp>
              <p:sp>
                <p:nvSpPr>
                  <p:cNvPr id="212549" name="Freeform 139">
                    <a:extLst>
                      <a:ext uri="{FF2B5EF4-FFF2-40B4-BE49-F238E27FC236}">
                        <a16:creationId xmlns:a16="http://schemas.microsoft.com/office/drawing/2014/main" id="{F74F4003-91C6-4BBA-B673-298BC0F87FD4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482" y="1332"/>
                    <a:ext cx="282" cy="60"/>
                  </a:xfrm>
                  <a:custGeom>
                    <a:avLst/>
                    <a:gdLst>
                      <a:gd name="T0" fmla="*/ 0 w 282"/>
                      <a:gd name="T1" fmla="*/ 0 h 60"/>
                      <a:gd name="T2" fmla="*/ 96 w 282"/>
                      <a:gd name="T3" fmla="*/ 0 h 60"/>
                      <a:gd name="T4" fmla="*/ 192 w 282"/>
                      <a:gd name="T5" fmla="*/ 60 h 60"/>
                      <a:gd name="T6" fmla="*/ 282 w 282"/>
                      <a:gd name="T7" fmla="*/ 60 h 60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  <a:gd name="T12" fmla="*/ 0 w 282"/>
                      <a:gd name="T13" fmla="*/ 0 h 60"/>
                      <a:gd name="T14" fmla="*/ 282 w 282"/>
                      <a:gd name="T15" fmla="*/ 60 h 60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T12" t="T13" r="T14" b="T15"/>
                    <a:pathLst>
                      <a:path w="282" h="60">
                        <a:moveTo>
                          <a:pt x="0" y="0"/>
                        </a:moveTo>
                        <a:lnTo>
                          <a:pt x="96" y="0"/>
                        </a:lnTo>
                        <a:lnTo>
                          <a:pt x="192" y="60"/>
                        </a:lnTo>
                        <a:lnTo>
                          <a:pt x="282" y="60"/>
                        </a:lnTo>
                      </a:path>
                    </a:pathLst>
                  </a:custGeom>
                  <a:noFill/>
                  <a:ln w="3175" cmpd="sng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zh-HK" altLang="en-US"/>
                  </a:p>
                </p:txBody>
              </p:sp>
            </p:grpSp>
            <p:sp>
              <p:nvSpPr>
                <p:cNvPr id="212546" name="Line 140">
                  <a:extLst>
                    <a:ext uri="{FF2B5EF4-FFF2-40B4-BE49-F238E27FC236}">
                      <a16:creationId xmlns:a16="http://schemas.microsoft.com/office/drawing/2014/main" id="{EF4C0821-37D4-4625-B7FE-38B2ED15A0E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357" y="1361"/>
                  <a:ext cx="0" cy="84"/>
                </a:xfrm>
                <a:prstGeom prst="line">
                  <a:avLst/>
                </a:prstGeom>
                <a:noFill/>
                <a:ln w="31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12547" name="Line 141">
                  <a:extLst>
                    <a:ext uri="{FF2B5EF4-FFF2-40B4-BE49-F238E27FC236}">
                      <a16:creationId xmlns:a16="http://schemas.microsoft.com/office/drawing/2014/main" id="{832B9C2D-F47A-4686-8F92-85B1CF4DAD0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10" y="1363"/>
                  <a:ext cx="0" cy="84"/>
                </a:xfrm>
                <a:prstGeom prst="line">
                  <a:avLst/>
                </a:prstGeom>
                <a:noFill/>
                <a:ln w="31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</p:grpSp>
        <p:grpSp>
          <p:nvGrpSpPr>
            <p:cNvPr id="212329" name="Group 331">
              <a:extLst>
                <a:ext uri="{FF2B5EF4-FFF2-40B4-BE49-F238E27FC236}">
                  <a16:creationId xmlns:a16="http://schemas.microsoft.com/office/drawing/2014/main" id="{493A0A8F-3F4A-4D0F-BC6B-D314C2B9B7B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803400" y="2755900"/>
              <a:ext cx="3467100" cy="1193800"/>
              <a:chOff x="7848600" y="2044700"/>
              <a:chExt cx="3200399" cy="1371600"/>
            </a:xfrm>
          </p:grpSpPr>
          <p:sp>
            <p:nvSpPr>
              <p:cNvPr id="212442" name="Oval 332">
                <a:extLst>
                  <a:ext uri="{FF2B5EF4-FFF2-40B4-BE49-F238E27FC236}">
                    <a16:creationId xmlns:a16="http://schemas.microsoft.com/office/drawing/2014/main" id="{D3716C84-5F4D-49B1-9A9B-43816D6EE53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848600" y="2044700"/>
                <a:ext cx="3200399" cy="1371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317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grpSp>
            <p:nvGrpSpPr>
              <p:cNvPr id="212443" name="Group 133">
                <a:extLst>
                  <a:ext uri="{FF2B5EF4-FFF2-40B4-BE49-F238E27FC236}">
                    <a16:creationId xmlns:a16="http://schemas.microsoft.com/office/drawing/2014/main" id="{16D73BCC-BCF3-443E-8D66-7558863FB47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8526482" y="2160804"/>
                <a:ext cx="532759" cy="184809"/>
                <a:chOff x="2356" y="1300"/>
                <a:chExt cx="555" cy="194"/>
              </a:xfrm>
            </p:grpSpPr>
            <p:sp>
              <p:nvSpPr>
                <p:cNvPr id="212516" name="Oval 407">
                  <a:extLst>
                    <a:ext uri="{FF2B5EF4-FFF2-40B4-BE49-F238E27FC236}">
                      <a16:creationId xmlns:a16="http://schemas.microsoft.com/office/drawing/2014/main" id="{80664FFF-E5D8-4833-BECC-743208FB10D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357" y="1385"/>
                  <a:ext cx="551" cy="109"/>
                </a:xfrm>
                <a:prstGeom prst="ellipse">
                  <a:avLst/>
                </a:prstGeom>
                <a:gradFill rotWithShape="1">
                  <a:gsLst>
                    <a:gs pos="0">
                      <a:schemeClr val="hlink"/>
                    </a:gs>
                    <a:gs pos="100000">
                      <a:srgbClr val="FFFFFF"/>
                    </a:gs>
                  </a:gsLst>
                  <a:lin ang="0" scaled="1"/>
                </a:gradFill>
                <a:ln w="31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12517" name="Rectangle 410">
                  <a:extLst>
                    <a:ext uri="{FF2B5EF4-FFF2-40B4-BE49-F238E27FC236}">
                      <a16:creationId xmlns:a16="http://schemas.microsoft.com/office/drawing/2014/main" id="{55F5B2E6-F415-4A9F-B0C8-9D3799E8E97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357" y="1374"/>
                  <a:ext cx="554" cy="66"/>
                </a:xfrm>
                <a:prstGeom prst="rect">
                  <a:avLst/>
                </a:prstGeom>
                <a:gradFill rotWithShape="1">
                  <a:gsLst>
                    <a:gs pos="0">
                      <a:schemeClr val="hlink"/>
                    </a:gs>
                    <a:gs pos="100000">
                      <a:srgbClr val="FFFFFF"/>
                    </a:gs>
                  </a:gsLst>
                  <a:lin ang="0" scaled="1"/>
                </a:gradFill>
                <a:ln w="3175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12518" name="Oval 411">
                  <a:extLst>
                    <a:ext uri="{FF2B5EF4-FFF2-40B4-BE49-F238E27FC236}">
                      <a16:creationId xmlns:a16="http://schemas.microsoft.com/office/drawing/2014/main" id="{C8FA1E6D-726B-478B-A63A-F56872CF865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356" y="1300"/>
                  <a:ext cx="551" cy="127"/>
                </a:xfrm>
                <a:prstGeom prst="ellipse">
                  <a:avLst/>
                </a:prstGeom>
                <a:gradFill rotWithShape="1">
                  <a:gsLst>
                    <a:gs pos="0">
                      <a:schemeClr val="hlink"/>
                    </a:gs>
                    <a:gs pos="100000">
                      <a:srgbClr val="FFFFFF"/>
                    </a:gs>
                  </a:gsLst>
                  <a:lin ang="0" scaled="1"/>
                </a:gradFill>
                <a:ln w="31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Times New Roman" panose="02020603050405020304" pitchFamily="18" charset="0"/>
                  </a:endParaRPr>
                </a:p>
              </p:txBody>
            </p:sp>
            <p:grpSp>
              <p:nvGrpSpPr>
                <p:cNvPr id="212519" name="Group 137">
                  <a:extLst>
                    <a:ext uri="{FF2B5EF4-FFF2-40B4-BE49-F238E27FC236}">
                      <a16:creationId xmlns:a16="http://schemas.microsoft.com/office/drawing/2014/main" id="{FF7529A1-68CA-441E-9233-B95CAC557C51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2468" y="1332"/>
                  <a:ext cx="310" cy="60"/>
                  <a:chOff x="2468" y="1332"/>
                  <a:chExt cx="310" cy="60"/>
                </a:xfrm>
              </p:grpSpPr>
              <p:sp>
                <p:nvSpPr>
                  <p:cNvPr id="212522" name="Freeform 138">
                    <a:extLst>
                      <a:ext uri="{FF2B5EF4-FFF2-40B4-BE49-F238E27FC236}">
                        <a16:creationId xmlns:a16="http://schemas.microsoft.com/office/drawing/2014/main" id="{67F36F12-E9BC-40A9-B07C-7764D47FFE7E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468" y="1332"/>
                    <a:ext cx="310" cy="60"/>
                  </a:xfrm>
                  <a:custGeom>
                    <a:avLst/>
                    <a:gdLst>
                      <a:gd name="T0" fmla="*/ 0 w 310"/>
                      <a:gd name="T1" fmla="*/ 60 h 60"/>
                      <a:gd name="T2" fmla="*/ 96 w 310"/>
                      <a:gd name="T3" fmla="*/ 60 h 60"/>
                      <a:gd name="T4" fmla="*/ 192 w 310"/>
                      <a:gd name="T5" fmla="*/ 0 h 60"/>
                      <a:gd name="T6" fmla="*/ 310 w 310"/>
                      <a:gd name="T7" fmla="*/ 0 h 60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  <a:gd name="T12" fmla="*/ 0 w 310"/>
                      <a:gd name="T13" fmla="*/ 0 h 60"/>
                      <a:gd name="T14" fmla="*/ 310 w 310"/>
                      <a:gd name="T15" fmla="*/ 60 h 60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T12" t="T13" r="T14" b="T15"/>
                    <a:pathLst>
                      <a:path w="310" h="60">
                        <a:moveTo>
                          <a:pt x="0" y="60"/>
                        </a:moveTo>
                        <a:lnTo>
                          <a:pt x="96" y="60"/>
                        </a:lnTo>
                        <a:lnTo>
                          <a:pt x="192" y="0"/>
                        </a:lnTo>
                        <a:lnTo>
                          <a:pt x="310" y="0"/>
                        </a:lnTo>
                      </a:path>
                    </a:pathLst>
                  </a:custGeom>
                  <a:noFill/>
                  <a:ln w="3175" cmpd="sng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zh-HK" altLang="en-US"/>
                  </a:p>
                </p:txBody>
              </p:sp>
              <p:sp>
                <p:nvSpPr>
                  <p:cNvPr id="212523" name="Freeform 139">
                    <a:extLst>
                      <a:ext uri="{FF2B5EF4-FFF2-40B4-BE49-F238E27FC236}">
                        <a16:creationId xmlns:a16="http://schemas.microsoft.com/office/drawing/2014/main" id="{F34DA4EB-ACAA-4B10-AE22-239342A217BD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482" y="1332"/>
                    <a:ext cx="282" cy="60"/>
                  </a:xfrm>
                  <a:custGeom>
                    <a:avLst/>
                    <a:gdLst>
                      <a:gd name="T0" fmla="*/ 0 w 282"/>
                      <a:gd name="T1" fmla="*/ 0 h 60"/>
                      <a:gd name="T2" fmla="*/ 96 w 282"/>
                      <a:gd name="T3" fmla="*/ 0 h 60"/>
                      <a:gd name="T4" fmla="*/ 192 w 282"/>
                      <a:gd name="T5" fmla="*/ 60 h 60"/>
                      <a:gd name="T6" fmla="*/ 282 w 282"/>
                      <a:gd name="T7" fmla="*/ 60 h 60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  <a:gd name="T12" fmla="*/ 0 w 282"/>
                      <a:gd name="T13" fmla="*/ 0 h 60"/>
                      <a:gd name="T14" fmla="*/ 282 w 282"/>
                      <a:gd name="T15" fmla="*/ 60 h 60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T12" t="T13" r="T14" b="T15"/>
                    <a:pathLst>
                      <a:path w="282" h="60">
                        <a:moveTo>
                          <a:pt x="0" y="0"/>
                        </a:moveTo>
                        <a:lnTo>
                          <a:pt x="96" y="0"/>
                        </a:lnTo>
                        <a:lnTo>
                          <a:pt x="192" y="60"/>
                        </a:lnTo>
                        <a:lnTo>
                          <a:pt x="282" y="60"/>
                        </a:lnTo>
                      </a:path>
                    </a:pathLst>
                  </a:custGeom>
                  <a:noFill/>
                  <a:ln w="3175" cmpd="sng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zh-HK" altLang="en-US"/>
                  </a:p>
                </p:txBody>
              </p:sp>
            </p:grpSp>
            <p:sp>
              <p:nvSpPr>
                <p:cNvPr id="212520" name="Line 140">
                  <a:extLst>
                    <a:ext uri="{FF2B5EF4-FFF2-40B4-BE49-F238E27FC236}">
                      <a16:creationId xmlns:a16="http://schemas.microsoft.com/office/drawing/2014/main" id="{8C510139-31AD-403C-9D47-51CFD55A8A5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358" y="1362"/>
                  <a:ext cx="0" cy="82"/>
                </a:xfrm>
                <a:prstGeom prst="line">
                  <a:avLst/>
                </a:prstGeom>
                <a:noFill/>
                <a:ln w="31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12521" name="Line 141">
                  <a:extLst>
                    <a:ext uri="{FF2B5EF4-FFF2-40B4-BE49-F238E27FC236}">
                      <a16:creationId xmlns:a16="http://schemas.microsoft.com/office/drawing/2014/main" id="{88EE8EDD-422A-44DC-86DA-643916D1073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06" y="1364"/>
                  <a:ext cx="0" cy="84"/>
                </a:xfrm>
                <a:prstGeom prst="line">
                  <a:avLst/>
                </a:prstGeom>
                <a:noFill/>
                <a:ln w="31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cxnSp>
            <p:nvCxnSpPr>
              <p:cNvPr id="212444" name="Straight Connector 334">
                <a:extLst>
                  <a:ext uri="{FF2B5EF4-FFF2-40B4-BE49-F238E27FC236}">
                    <a16:creationId xmlns:a16="http://schemas.microsoft.com/office/drawing/2014/main" id="{187D1D05-BAFE-4714-A88B-2C5937EA46F1}"/>
                  </a:ext>
                </a:extLst>
              </p:cNvPr>
              <p:cNvCxnSpPr>
                <a:cxnSpLocks noChangeShapeType="1"/>
                <a:stCxn id="212521" idx="0"/>
              </p:cNvCxnSpPr>
              <p:nvPr/>
            </p:nvCxnSpPr>
            <p:spPr bwMode="auto">
              <a:xfrm>
                <a:off x="9055401" y="2220819"/>
                <a:ext cx="975377" cy="136534"/>
              </a:xfrm>
              <a:prstGeom prst="line">
                <a:avLst/>
              </a:prstGeom>
              <a:noFill/>
              <a:ln w="31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12445" name="Straight Connector 335">
                <a:extLst>
                  <a:ext uri="{FF2B5EF4-FFF2-40B4-BE49-F238E27FC236}">
                    <a16:creationId xmlns:a16="http://schemas.microsoft.com/office/drawing/2014/main" id="{068CB2AF-181C-4C1F-B5E3-62239F860081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9522191" y="2583188"/>
                <a:ext cx="120745" cy="83392"/>
              </a:xfrm>
              <a:prstGeom prst="line">
                <a:avLst/>
              </a:prstGeom>
              <a:noFill/>
              <a:ln w="31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12446" name="Straight Connector 336">
                <a:extLst>
                  <a:ext uri="{FF2B5EF4-FFF2-40B4-BE49-F238E27FC236}">
                    <a16:creationId xmlns:a16="http://schemas.microsoft.com/office/drawing/2014/main" id="{221400D9-88E4-4ECC-B335-940B450CD022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V="1">
                <a:off x="9323081" y="2786992"/>
                <a:ext cx="243358" cy="45624"/>
              </a:xfrm>
              <a:prstGeom prst="line">
                <a:avLst/>
              </a:prstGeom>
              <a:noFill/>
              <a:ln w="31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12447" name="Straight Connector 337">
                <a:extLst>
                  <a:ext uri="{FF2B5EF4-FFF2-40B4-BE49-F238E27FC236}">
                    <a16:creationId xmlns:a16="http://schemas.microsoft.com/office/drawing/2014/main" id="{6541E6CB-FB43-4527-8DC3-18D4B1058699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V="1">
                <a:off x="9028147" y="2611644"/>
                <a:ext cx="192778" cy="109584"/>
              </a:xfrm>
              <a:prstGeom prst="line">
                <a:avLst/>
              </a:prstGeom>
              <a:noFill/>
              <a:ln w="31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12448" name="Straight Connector 338">
                <a:extLst>
                  <a:ext uri="{FF2B5EF4-FFF2-40B4-BE49-F238E27FC236}">
                    <a16:creationId xmlns:a16="http://schemas.microsoft.com/office/drawing/2014/main" id="{652F4842-753E-4CDE-80BF-3A4F2E599AAC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V="1">
                <a:off x="8729859" y="2909476"/>
                <a:ext cx="192778" cy="109584"/>
              </a:xfrm>
              <a:prstGeom prst="line">
                <a:avLst/>
              </a:prstGeom>
              <a:noFill/>
              <a:ln w="31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12449" name="Straight Connector 339">
                <a:extLst>
                  <a:ext uri="{FF2B5EF4-FFF2-40B4-BE49-F238E27FC236}">
                    <a16:creationId xmlns:a16="http://schemas.microsoft.com/office/drawing/2014/main" id="{53A1DBCC-FFC7-443E-BAEC-335D5CE2D0FD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V="1">
                <a:off x="9537887" y="2836224"/>
                <a:ext cx="252969" cy="252942"/>
              </a:xfrm>
              <a:prstGeom prst="line">
                <a:avLst/>
              </a:prstGeom>
              <a:noFill/>
              <a:ln w="31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12450" name="Straight Connector 340">
                <a:extLst>
                  <a:ext uri="{FF2B5EF4-FFF2-40B4-BE49-F238E27FC236}">
                    <a16:creationId xmlns:a16="http://schemas.microsoft.com/office/drawing/2014/main" id="{0A32D837-F3BD-43CE-B013-8E04F94C5477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 flipV="1">
                <a:off x="10029359" y="2822067"/>
                <a:ext cx="354959" cy="124390"/>
              </a:xfrm>
              <a:prstGeom prst="line">
                <a:avLst/>
              </a:prstGeom>
              <a:noFill/>
              <a:ln w="31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12451" name="Straight Connector 341">
                <a:extLst>
                  <a:ext uri="{FF2B5EF4-FFF2-40B4-BE49-F238E27FC236}">
                    <a16:creationId xmlns:a16="http://schemas.microsoft.com/office/drawing/2014/main" id="{44E14238-BA35-417C-9198-5A57CFCBE8F0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V="1">
                <a:off x="10015190" y="2475242"/>
                <a:ext cx="283363" cy="195664"/>
              </a:xfrm>
              <a:prstGeom prst="line">
                <a:avLst/>
              </a:prstGeom>
              <a:noFill/>
              <a:ln w="31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12452" name="Straight Connector 342">
                <a:extLst>
                  <a:ext uri="{FF2B5EF4-FFF2-40B4-BE49-F238E27FC236}">
                    <a16:creationId xmlns:a16="http://schemas.microsoft.com/office/drawing/2014/main" id="{0D67B5F5-0A6D-4EC0-90E5-ED6576A2F273}"/>
                  </a:ext>
                </a:extLst>
              </p:cNvPr>
              <p:cNvCxnSpPr>
                <a:cxnSpLocks noChangeShapeType="1"/>
                <a:endCxn id="212516" idx="4"/>
              </p:cNvCxnSpPr>
              <p:nvPr/>
            </p:nvCxnSpPr>
            <p:spPr bwMode="auto">
              <a:xfrm flipH="1" flipV="1">
                <a:off x="8791902" y="2345614"/>
                <a:ext cx="410984" cy="87180"/>
              </a:xfrm>
              <a:prstGeom prst="line">
                <a:avLst/>
              </a:prstGeom>
              <a:noFill/>
              <a:ln w="31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grpSp>
            <p:nvGrpSpPr>
              <p:cNvPr id="212453" name="Group 133">
                <a:extLst>
                  <a:ext uri="{FF2B5EF4-FFF2-40B4-BE49-F238E27FC236}">
                    <a16:creationId xmlns:a16="http://schemas.microsoft.com/office/drawing/2014/main" id="{F9925C35-B51B-4353-9305-02CF818998C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9555206" y="2650627"/>
                <a:ext cx="532759" cy="184809"/>
                <a:chOff x="2356" y="1300"/>
                <a:chExt cx="555" cy="194"/>
              </a:xfrm>
            </p:grpSpPr>
            <p:sp>
              <p:nvSpPr>
                <p:cNvPr id="212508" name="Oval 407">
                  <a:extLst>
                    <a:ext uri="{FF2B5EF4-FFF2-40B4-BE49-F238E27FC236}">
                      <a16:creationId xmlns:a16="http://schemas.microsoft.com/office/drawing/2014/main" id="{E346573E-DA83-4F65-A559-4723C01679F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357" y="1385"/>
                  <a:ext cx="551" cy="109"/>
                </a:xfrm>
                <a:prstGeom prst="ellipse">
                  <a:avLst/>
                </a:prstGeom>
                <a:gradFill rotWithShape="1">
                  <a:gsLst>
                    <a:gs pos="0">
                      <a:schemeClr val="hlink"/>
                    </a:gs>
                    <a:gs pos="100000">
                      <a:srgbClr val="FFFFFF"/>
                    </a:gs>
                  </a:gsLst>
                  <a:lin ang="0" scaled="1"/>
                </a:gradFill>
                <a:ln w="31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12509" name="Rectangle 410">
                  <a:extLst>
                    <a:ext uri="{FF2B5EF4-FFF2-40B4-BE49-F238E27FC236}">
                      <a16:creationId xmlns:a16="http://schemas.microsoft.com/office/drawing/2014/main" id="{C9438465-B664-4E3B-A1B0-EF3A7054C67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357" y="1374"/>
                  <a:ext cx="554" cy="66"/>
                </a:xfrm>
                <a:prstGeom prst="rect">
                  <a:avLst/>
                </a:prstGeom>
                <a:gradFill rotWithShape="1">
                  <a:gsLst>
                    <a:gs pos="0">
                      <a:schemeClr val="hlink"/>
                    </a:gs>
                    <a:gs pos="100000">
                      <a:srgbClr val="FFFFFF"/>
                    </a:gs>
                  </a:gsLst>
                  <a:lin ang="0" scaled="1"/>
                </a:gradFill>
                <a:ln w="3175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12510" name="Oval 411">
                  <a:extLst>
                    <a:ext uri="{FF2B5EF4-FFF2-40B4-BE49-F238E27FC236}">
                      <a16:creationId xmlns:a16="http://schemas.microsoft.com/office/drawing/2014/main" id="{6F1E7051-77AD-4A62-BD3B-4C72DD93CFB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356" y="1300"/>
                  <a:ext cx="551" cy="127"/>
                </a:xfrm>
                <a:prstGeom prst="ellipse">
                  <a:avLst/>
                </a:prstGeom>
                <a:gradFill rotWithShape="1">
                  <a:gsLst>
                    <a:gs pos="0">
                      <a:schemeClr val="hlink"/>
                    </a:gs>
                    <a:gs pos="100000">
                      <a:srgbClr val="FFFFFF"/>
                    </a:gs>
                  </a:gsLst>
                  <a:lin ang="0" scaled="1"/>
                </a:gradFill>
                <a:ln w="31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Times New Roman" panose="02020603050405020304" pitchFamily="18" charset="0"/>
                  </a:endParaRPr>
                </a:p>
              </p:txBody>
            </p:sp>
            <p:grpSp>
              <p:nvGrpSpPr>
                <p:cNvPr id="212511" name="Group 137">
                  <a:extLst>
                    <a:ext uri="{FF2B5EF4-FFF2-40B4-BE49-F238E27FC236}">
                      <a16:creationId xmlns:a16="http://schemas.microsoft.com/office/drawing/2014/main" id="{FE6A5BF1-B1C2-4523-A964-FCA382C63B5B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2468" y="1332"/>
                  <a:ext cx="310" cy="60"/>
                  <a:chOff x="2468" y="1332"/>
                  <a:chExt cx="310" cy="60"/>
                </a:xfrm>
              </p:grpSpPr>
              <p:sp>
                <p:nvSpPr>
                  <p:cNvPr id="212514" name="Freeform 138">
                    <a:extLst>
                      <a:ext uri="{FF2B5EF4-FFF2-40B4-BE49-F238E27FC236}">
                        <a16:creationId xmlns:a16="http://schemas.microsoft.com/office/drawing/2014/main" id="{AF8B7682-15F8-455A-B384-30670291FD9B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468" y="1332"/>
                    <a:ext cx="310" cy="60"/>
                  </a:xfrm>
                  <a:custGeom>
                    <a:avLst/>
                    <a:gdLst>
                      <a:gd name="T0" fmla="*/ 0 w 310"/>
                      <a:gd name="T1" fmla="*/ 60 h 60"/>
                      <a:gd name="T2" fmla="*/ 96 w 310"/>
                      <a:gd name="T3" fmla="*/ 60 h 60"/>
                      <a:gd name="T4" fmla="*/ 192 w 310"/>
                      <a:gd name="T5" fmla="*/ 0 h 60"/>
                      <a:gd name="T6" fmla="*/ 310 w 310"/>
                      <a:gd name="T7" fmla="*/ 0 h 60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  <a:gd name="T12" fmla="*/ 0 w 310"/>
                      <a:gd name="T13" fmla="*/ 0 h 60"/>
                      <a:gd name="T14" fmla="*/ 310 w 310"/>
                      <a:gd name="T15" fmla="*/ 60 h 60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T12" t="T13" r="T14" b="T15"/>
                    <a:pathLst>
                      <a:path w="310" h="60">
                        <a:moveTo>
                          <a:pt x="0" y="60"/>
                        </a:moveTo>
                        <a:lnTo>
                          <a:pt x="96" y="60"/>
                        </a:lnTo>
                        <a:lnTo>
                          <a:pt x="192" y="0"/>
                        </a:lnTo>
                        <a:lnTo>
                          <a:pt x="310" y="0"/>
                        </a:lnTo>
                      </a:path>
                    </a:pathLst>
                  </a:custGeom>
                  <a:noFill/>
                  <a:ln w="3175" cmpd="sng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zh-HK" altLang="en-US"/>
                  </a:p>
                </p:txBody>
              </p:sp>
              <p:sp>
                <p:nvSpPr>
                  <p:cNvPr id="212515" name="Freeform 139">
                    <a:extLst>
                      <a:ext uri="{FF2B5EF4-FFF2-40B4-BE49-F238E27FC236}">
                        <a16:creationId xmlns:a16="http://schemas.microsoft.com/office/drawing/2014/main" id="{1E9D184E-B918-4F12-9F22-068BAFD55C8C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482" y="1332"/>
                    <a:ext cx="282" cy="60"/>
                  </a:xfrm>
                  <a:custGeom>
                    <a:avLst/>
                    <a:gdLst>
                      <a:gd name="T0" fmla="*/ 0 w 282"/>
                      <a:gd name="T1" fmla="*/ 0 h 60"/>
                      <a:gd name="T2" fmla="*/ 96 w 282"/>
                      <a:gd name="T3" fmla="*/ 0 h 60"/>
                      <a:gd name="T4" fmla="*/ 192 w 282"/>
                      <a:gd name="T5" fmla="*/ 60 h 60"/>
                      <a:gd name="T6" fmla="*/ 282 w 282"/>
                      <a:gd name="T7" fmla="*/ 60 h 60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  <a:gd name="T12" fmla="*/ 0 w 282"/>
                      <a:gd name="T13" fmla="*/ 0 h 60"/>
                      <a:gd name="T14" fmla="*/ 282 w 282"/>
                      <a:gd name="T15" fmla="*/ 60 h 60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T12" t="T13" r="T14" b="T15"/>
                    <a:pathLst>
                      <a:path w="282" h="60">
                        <a:moveTo>
                          <a:pt x="0" y="0"/>
                        </a:moveTo>
                        <a:lnTo>
                          <a:pt x="96" y="0"/>
                        </a:lnTo>
                        <a:lnTo>
                          <a:pt x="192" y="60"/>
                        </a:lnTo>
                        <a:lnTo>
                          <a:pt x="282" y="60"/>
                        </a:lnTo>
                      </a:path>
                    </a:pathLst>
                  </a:custGeom>
                  <a:noFill/>
                  <a:ln w="3175" cmpd="sng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zh-HK" altLang="en-US"/>
                  </a:p>
                </p:txBody>
              </p:sp>
            </p:grpSp>
            <p:sp>
              <p:nvSpPr>
                <p:cNvPr id="212512" name="Line 140">
                  <a:extLst>
                    <a:ext uri="{FF2B5EF4-FFF2-40B4-BE49-F238E27FC236}">
                      <a16:creationId xmlns:a16="http://schemas.microsoft.com/office/drawing/2014/main" id="{B243BE40-FA49-484D-A464-42E3A8AD9BB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358" y="1361"/>
                  <a:ext cx="0" cy="84"/>
                </a:xfrm>
                <a:prstGeom prst="line">
                  <a:avLst/>
                </a:prstGeom>
                <a:noFill/>
                <a:ln w="31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12513" name="Line 141">
                  <a:extLst>
                    <a:ext uri="{FF2B5EF4-FFF2-40B4-BE49-F238E27FC236}">
                      <a16:creationId xmlns:a16="http://schemas.microsoft.com/office/drawing/2014/main" id="{6B9F9C76-0AC6-4B74-AB53-2ED51F78341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06" y="1363"/>
                  <a:ext cx="0" cy="84"/>
                </a:xfrm>
                <a:prstGeom prst="line">
                  <a:avLst/>
                </a:prstGeom>
                <a:noFill/>
                <a:ln w="31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grpSp>
            <p:nvGrpSpPr>
              <p:cNvPr id="212454" name="Group 133">
                <a:extLst>
                  <a:ext uri="{FF2B5EF4-FFF2-40B4-BE49-F238E27FC236}">
                    <a16:creationId xmlns:a16="http://schemas.microsoft.com/office/drawing/2014/main" id="{933F5F2D-F60A-4196-B384-135427BAE1A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8772607" y="2725609"/>
                <a:ext cx="532759" cy="184809"/>
                <a:chOff x="2356" y="1300"/>
                <a:chExt cx="555" cy="194"/>
              </a:xfrm>
            </p:grpSpPr>
            <p:sp>
              <p:nvSpPr>
                <p:cNvPr id="212500" name="Oval 407">
                  <a:extLst>
                    <a:ext uri="{FF2B5EF4-FFF2-40B4-BE49-F238E27FC236}">
                      <a16:creationId xmlns:a16="http://schemas.microsoft.com/office/drawing/2014/main" id="{8326D75A-5FFB-433D-9597-98777705B05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357" y="1385"/>
                  <a:ext cx="551" cy="109"/>
                </a:xfrm>
                <a:prstGeom prst="ellipse">
                  <a:avLst/>
                </a:prstGeom>
                <a:gradFill rotWithShape="1">
                  <a:gsLst>
                    <a:gs pos="0">
                      <a:schemeClr val="hlink"/>
                    </a:gs>
                    <a:gs pos="100000">
                      <a:srgbClr val="FFFFFF"/>
                    </a:gs>
                  </a:gsLst>
                  <a:lin ang="0" scaled="1"/>
                </a:gradFill>
                <a:ln w="31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12501" name="Rectangle 410">
                  <a:extLst>
                    <a:ext uri="{FF2B5EF4-FFF2-40B4-BE49-F238E27FC236}">
                      <a16:creationId xmlns:a16="http://schemas.microsoft.com/office/drawing/2014/main" id="{33A987F1-C89E-4B72-844B-3524DDDE8A2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357" y="1374"/>
                  <a:ext cx="554" cy="66"/>
                </a:xfrm>
                <a:prstGeom prst="rect">
                  <a:avLst/>
                </a:prstGeom>
                <a:gradFill rotWithShape="1">
                  <a:gsLst>
                    <a:gs pos="0">
                      <a:schemeClr val="hlink"/>
                    </a:gs>
                    <a:gs pos="100000">
                      <a:srgbClr val="FFFFFF"/>
                    </a:gs>
                  </a:gsLst>
                  <a:lin ang="0" scaled="1"/>
                </a:gradFill>
                <a:ln w="3175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12502" name="Oval 411">
                  <a:extLst>
                    <a:ext uri="{FF2B5EF4-FFF2-40B4-BE49-F238E27FC236}">
                      <a16:creationId xmlns:a16="http://schemas.microsoft.com/office/drawing/2014/main" id="{3A852296-B205-4B29-8B33-2F180D36898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356" y="1300"/>
                  <a:ext cx="551" cy="127"/>
                </a:xfrm>
                <a:prstGeom prst="ellipse">
                  <a:avLst/>
                </a:prstGeom>
                <a:gradFill rotWithShape="1">
                  <a:gsLst>
                    <a:gs pos="0">
                      <a:schemeClr val="hlink"/>
                    </a:gs>
                    <a:gs pos="100000">
                      <a:srgbClr val="FFFFFF"/>
                    </a:gs>
                  </a:gsLst>
                  <a:lin ang="0" scaled="1"/>
                </a:gradFill>
                <a:ln w="31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Times New Roman" panose="02020603050405020304" pitchFamily="18" charset="0"/>
                  </a:endParaRPr>
                </a:p>
              </p:txBody>
            </p:sp>
            <p:grpSp>
              <p:nvGrpSpPr>
                <p:cNvPr id="212503" name="Group 137">
                  <a:extLst>
                    <a:ext uri="{FF2B5EF4-FFF2-40B4-BE49-F238E27FC236}">
                      <a16:creationId xmlns:a16="http://schemas.microsoft.com/office/drawing/2014/main" id="{F0F7C655-1410-4DB5-A0D0-2EFD607BD8CB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2468" y="1332"/>
                  <a:ext cx="310" cy="60"/>
                  <a:chOff x="2468" y="1332"/>
                  <a:chExt cx="310" cy="60"/>
                </a:xfrm>
              </p:grpSpPr>
              <p:sp>
                <p:nvSpPr>
                  <p:cNvPr id="212506" name="Freeform 138">
                    <a:extLst>
                      <a:ext uri="{FF2B5EF4-FFF2-40B4-BE49-F238E27FC236}">
                        <a16:creationId xmlns:a16="http://schemas.microsoft.com/office/drawing/2014/main" id="{C060776A-FC29-455E-A7E4-473205A4AAB6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468" y="1332"/>
                    <a:ext cx="310" cy="60"/>
                  </a:xfrm>
                  <a:custGeom>
                    <a:avLst/>
                    <a:gdLst>
                      <a:gd name="T0" fmla="*/ 0 w 310"/>
                      <a:gd name="T1" fmla="*/ 60 h 60"/>
                      <a:gd name="T2" fmla="*/ 96 w 310"/>
                      <a:gd name="T3" fmla="*/ 60 h 60"/>
                      <a:gd name="T4" fmla="*/ 192 w 310"/>
                      <a:gd name="T5" fmla="*/ 0 h 60"/>
                      <a:gd name="T6" fmla="*/ 310 w 310"/>
                      <a:gd name="T7" fmla="*/ 0 h 60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  <a:gd name="T12" fmla="*/ 0 w 310"/>
                      <a:gd name="T13" fmla="*/ 0 h 60"/>
                      <a:gd name="T14" fmla="*/ 310 w 310"/>
                      <a:gd name="T15" fmla="*/ 60 h 60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T12" t="T13" r="T14" b="T15"/>
                    <a:pathLst>
                      <a:path w="310" h="60">
                        <a:moveTo>
                          <a:pt x="0" y="60"/>
                        </a:moveTo>
                        <a:lnTo>
                          <a:pt x="96" y="60"/>
                        </a:lnTo>
                        <a:lnTo>
                          <a:pt x="192" y="0"/>
                        </a:lnTo>
                        <a:lnTo>
                          <a:pt x="310" y="0"/>
                        </a:lnTo>
                      </a:path>
                    </a:pathLst>
                  </a:custGeom>
                  <a:noFill/>
                  <a:ln w="3175" cmpd="sng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zh-HK" altLang="en-US"/>
                  </a:p>
                </p:txBody>
              </p:sp>
              <p:sp>
                <p:nvSpPr>
                  <p:cNvPr id="212507" name="Freeform 139">
                    <a:extLst>
                      <a:ext uri="{FF2B5EF4-FFF2-40B4-BE49-F238E27FC236}">
                        <a16:creationId xmlns:a16="http://schemas.microsoft.com/office/drawing/2014/main" id="{A2BEF1ED-9C70-4552-A26D-CDDE00E6233E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482" y="1332"/>
                    <a:ext cx="282" cy="60"/>
                  </a:xfrm>
                  <a:custGeom>
                    <a:avLst/>
                    <a:gdLst>
                      <a:gd name="T0" fmla="*/ 0 w 282"/>
                      <a:gd name="T1" fmla="*/ 0 h 60"/>
                      <a:gd name="T2" fmla="*/ 96 w 282"/>
                      <a:gd name="T3" fmla="*/ 0 h 60"/>
                      <a:gd name="T4" fmla="*/ 192 w 282"/>
                      <a:gd name="T5" fmla="*/ 60 h 60"/>
                      <a:gd name="T6" fmla="*/ 282 w 282"/>
                      <a:gd name="T7" fmla="*/ 60 h 60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  <a:gd name="T12" fmla="*/ 0 w 282"/>
                      <a:gd name="T13" fmla="*/ 0 h 60"/>
                      <a:gd name="T14" fmla="*/ 282 w 282"/>
                      <a:gd name="T15" fmla="*/ 60 h 60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T12" t="T13" r="T14" b="T15"/>
                    <a:pathLst>
                      <a:path w="282" h="60">
                        <a:moveTo>
                          <a:pt x="0" y="0"/>
                        </a:moveTo>
                        <a:lnTo>
                          <a:pt x="96" y="0"/>
                        </a:lnTo>
                        <a:lnTo>
                          <a:pt x="192" y="60"/>
                        </a:lnTo>
                        <a:lnTo>
                          <a:pt x="282" y="60"/>
                        </a:lnTo>
                      </a:path>
                    </a:pathLst>
                  </a:custGeom>
                  <a:noFill/>
                  <a:ln w="3175" cmpd="sng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zh-HK" altLang="en-US"/>
                  </a:p>
                </p:txBody>
              </p:sp>
            </p:grpSp>
            <p:sp>
              <p:nvSpPr>
                <p:cNvPr id="212504" name="Line 140">
                  <a:extLst>
                    <a:ext uri="{FF2B5EF4-FFF2-40B4-BE49-F238E27FC236}">
                      <a16:creationId xmlns:a16="http://schemas.microsoft.com/office/drawing/2014/main" id="{347EF541-9F04-4995-B984-7B00267EB90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358" y="1361"/>
                  <a:ext cx="0" cy="84"/>
                </a:xfrm>
                <a:prstGeom prst="line">
                  <a:avLst/>
                </a:prstGeom>
                <a:noFill/>
                <a:ln w="31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12505" name="Line 141">
                  <a:extLst>
                    <a:ext uri="{FF2B5EF4-FFF2-40B4-BE49-F238E27FC236}">
                      <a16:creationId xmlns:a16="http://schemas.microsoft.com/office/drawing/2014/main" id="{FDE0441A-E251-4DDD-A29D-57AB6B9B7FD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06" y="1363"/>
                  <a:ext cx="0" cy="84"/>
                </a:xfrm>
                <a:prstGeom prst="line">
                  <a:avLst/>
                </a:prstGeom>
                <a:noFill/>
                <a:ln w="31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grpSp>
            <p:nvGrpSpPr>
              <p:cNvPr id="212455" name="Group 133">
                <a:extLst>
                  <a:ext uri="{FF2B5EF4-FFF2-40B4-BE49-F238E27FC236}">
                    <a16:creationId xmlns:a16="http://schemas.microsoft.com/office/drawing/2014/main" id="{096A2247-E0E8-420F-8C7A-413AB14F374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9060908" y="2428111"/>
                <a:ext cx="532759" cy="184809"/>
                <a:chOff x="2356" y="1300"/>
                <a:chExt cx="555" cy="194"/>
              </a:xfrm>
            </p:grpSpPr>
            <p:sp>
              <p:nvSpPr>
                <p:cNvPr id="212492" name="Oval 407">
                  <a:extLst>
                    <a:ext uri="{FF2B5EF4-FFF2-40B4-BE49-F238E27FC236}">
                      <a16:creationId xmlns:a16="http://schemas.microsoft.com/office/drawing/2014/main" id="{3575FB6F-1C41-4811-B695-89F8D666CF6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357" y="1385"/>
                  <a:ext cx="551" cy="109"/>
                </a:xfrm>
                <a:prstGeom prst="ellipse">
                  <a:avLst/>
                </a:prstGeom>
                <a:gradFill rotWithShape="1">
                  <a:gsLst>
                    <a:gs pos="0">
                      <a:schemeClr val="hlink"/>
                    </a:gs>
                    <a:gs pos="100000">
                      <a:srgbClr val="FFFFFF"/>
                    </a:gs>
                  </a:gsLst>
                  <a:lin ang="0" scaled="1"/>
                </a:gradFill>
                <a:ln w="31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12493" name="Rectangle 410">
                  <a:extLst>
                    <a:ext uri="{FF2B5EF4-FFF2-40B4-BE49-F238E27FC236}">
                      <a16:creationId xmlns:a16="http://schemas.microsoft.com/office/drawing/2014/main" id="{DB1F680F-755D-4D89-8846-43AC569BE80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357" y="1374"/>
                  <a:ext cx="554" cy="66"/>
                </a:xfrm>
                <a:prstGeom prst="rect">
                  <a:avLst/>
                </a:prstGeom>
                <a:gradFill rotWithShape="1">
                  <a:gsLst>
                    <a:gs pos="0">
                      <a:schemeClr val="hlink"/>
                    </a:gs>
                    <a:gs pos="100000">
                      <a:srgbClr val="FFFFFF"/>
                    </a:gs>
                  </a:gsLst>
                  <a:lin ang="0" scaled="1"/>
                </a:gradFill>
                <a:ln w="3175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12494" name="Oval 411">
                  <a:extLst>
                    <a:ext uri="{FF2B5EF4-FFF2-40B4-BE49-F238E27FC236}">
                      <a16:creationId xmlns:a16="http://schemas.microsoft.com/office/drawing/2014/main" id="{849D20F3-9E4C-444D-BA46-27A2A290D51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356" y="1300"/>
                  <a:ext cx="551" cy="127"/>
                </a:xfrm>
                <a:prstGeom prst="ellipse">
                  <a:avLst/>
                </a:prstGeom>
                <a:gradFill rotWithShape="1">
                  <a:gsLst>
                    <a:gs pos="0">
                      <a:schemeClr val="hlink"/>
                    </a:gs>
                    <a:gs pos="100000">
                      <a:srgbClr val="FFFFFF"/>
                    </a:gs>
                  </a:gsLst>
                  <a:lin ang="0" scaled="1"/>
                </a:gradFill>
                <a:ln w="31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Times New Roman" panose="02020603050405020304" pitchFamily="18" charset="0"/>
                  </a:endParaRPr>
                </a:p>
              </p:txBody>
            </p:sp>
            <p:grpSp>
              <p:nvGrpSpPr>
                <p:cNvPr id="212495" name="Group 137">
                  <a:extLst>
                    <a:ext uri="{FF2B5EF4-FFF2-40B4-BE49-F238E27FC236}">
                      <a16:creationId xmlns:a16="http://schemas.microsoft.com/office/drawing/2014/main" id="{FA94D823-430C-4F1E-A8ED-5F10D9E6C1AA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2468" y="1332"/>
                  <a:ext cx="310" cy="60"/>
                  <a:chOff x="2468" y="1332"/>
                  <a:chExt cx="310" cy="60"/>
                </a:xfrm>
              </p:grpSpPr>
              <p:sp>
                <p:nvSpPr>
                  <p:cNvPr id="212498" name="Freeform 138">
                    <a:extLst>
                      <a:ext uri="{FF2B5EF4-FFF2-40B4-BE49-F238E27FC236}">
                        <a16:creationId xmlns:a16="http://schemas.microsoft.com/office/drawing/2014/main" id="{2BE6B3FF-D42A-4D9E-8705-D7A86090E16D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468" y="1332"/>
                    <a:ext cx="310" cy="60"/>
                  </a:xfrm>
                  <a:custGeom>
                    <a:avLst/>
                    <a:gdLst>
                      <a:gd name="T0" fmla="*/ 0 w 310"/>
                      <a:gd name="T1" fmla="*/ 60 h 60"/>
                      <a:gd name="T2" fmla="*/ 96 w 310"/>
                      <a:gd name="T3" fmla="*/ 60 h 60"/>
                      <a:gd name="T4" fmla="*/ 192 w 310"/>
                      <a:gd name="T5" fmla="*/ 0 h 60"/>
                      <a:gd name="T6" fmla="*/ 310 w 310"/>
                      <a:gd name="T7" fmla="*/ 0 h 60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  <a:gd name="T12" fmla="*/ 0 w 310"/>
                      <a:gd name="T13" fmla="*/ 0 h 60"/>
                      <a:gd name="T14" fmla="*/ 310 w 310"/>
                      <a:gd name="T15" fmla="*/ 60 h 60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T12" t="T13" r="T14" b="T15"/>
                    <a:pathLst>
                      <a:path w="310" h="60">
                        <a:moveTo>
                          <a:pt x="0" y="60"/>
                        </a:moveTo>
                        <a:lnTo>
                          <a:pt x="96" y="60"/>
                        </a:lnTo>
                        <a:lnTo>
                          <a:pt x="192" y="0"/>
                        </a:lnTo>
                        <a:lnTo>
                          <a:pt x="310" y="0"/>
                        </a:lnTo>
                      </a:path>
                    </a:pathLst>
                  </a:custGeom>
                  <a:noFill/>
                  <a:ln w="3175" cmpd="sng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zh-HK" altLang="en-US"/>
                  </a:p>
                </p:txBody>
              </p:sp>
              <p:sp>
                <p:nvSpPr>
                  <p:cNvPr id="212499" name="Freeform 139">
                    <a:extLst>
                      <a:ext uri="{FF2B5EF4-FFF2-40B4-BE49-F238E27FC236}">
                        <a16:creationId xmlns:a16="http://schemas.microsoft.com/office/drawing/2014/main" id="{A35A3964-09A6-42C1-9A31-05F8F867BA51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482" y="1332"/>
                    <a:ext cx="282" cy="60"/>
                  </a:xfrm>
                  <a:custGeom>
                    <a:avLst/>
                    <a:gdLst>
                      <a:gd name="T0" fmla="*/ 0 w 282"/>
                      <a:gd name="T1" fmla="*/ 0 h 60"/>
                      <a:gd name="T2" fmla="*/ 96 w 282"/>
                      <a:gd name="T3" fmla="*/ 0 h 60"/>
                      <a:gd name="T4" fmla="*/ 192 w 282"/>
                      <a:gd name="T5" fmla="*/ 60 h 60"/>
                      <a:gd name="T6" fmla="*/ 282 w 282"/>
                      <a:gd name="T7" fmla="*/ 60 h 60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  <a:gd name="T12" fmla="*/ 0 w 282"/>
                      <a:gd name="T13" fmla="*/ 0 h 60"/>
                      <a:gd name="T14" fmla="*/ 282 w 282"/>
                      <a:gd name="T15" fmla="*/ 60 h 60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T12" t="T13" r="T14" b="T15"/>
                    <a:pathLst>
                      <a:path w="282" h="60">
                        <a:moveTo>
                          <a:pt x="0" y="0"/>
                        </a:moveTo>
                        <a:lnTo>
                          <a:pt x="96" y="0"/>
                        </a:lnTo>
                        <a:lnTo>
                          <a:pt x="192" y="60"/>
                        </a:lnTo>
                        <a:lnTo>
                          <a:pt x="282" y="60"/>
                        </a:lnTo>
                      </a:path>
                    </a:pathLst>
                  </a:custGeom>
                  <a:noFill/>
                  <a:ln w="3175" cmpd="sng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zh-HK" altLang="en-US"/>
                  </a:p>
                </p:txBody>
              </p:sp>
            </p:grpSp>
            <p:sp>
              <p:nvSpPr>
                <p:cNvPr id="212496" name="Line 140">
                  <a:extLst>
                    <a:ext uri="{FF2B5EF4-FFF2-40B4-BE49-F238E27FC236}">
                      <a16:creationId xmlns:a16="http://schemas.microsoft.com/office/drawing/2014/main" id="{FC7CA067-97AE-42C8-ABDA-A08482FC65A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357" y="1361"/>
                  <a:ext cx="0" cy="84"/>
                </a:xfrm>
                <a:prstGeom prst="line">
                  <a:avLst/>
                </a:prstGeom>
                <a:noFill/>
                <a:ln w="31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12497" name="Line 141">
                  <a:extLst>
                    <a:ext uri="{FF2B5EF4-FFF2-40B4-BE49-F238E27FC236}">
                      <a16:creationId xmlns:a16="http://schemas.microsoft.com/office/drawing/2014/main" id="{898E6F9D-BBA7-48AC-8AB8-A5E2553232B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07" y="1363"/>
                  <a:ext cx="0" cy="84"/>
                </a:xfrm>
                <a:prstGeom prst="line">
                  <a:avLst/>
                </a:prstGeom>
                <a:noFill/>
                <a:ln w="31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grpSp>
            <p:nvGrpSpPr>
              <p:cNvPr id="212456" name="Group 133">
                <a:extLst>
                  <a:ext uri="{FF2B5EF4-FFF2-40B4-BE49-F238E27FC236}">
                    <a16:creationId xmlns:a16="http://schemas.microsoft.com/office/drawing/2014/main" id="{430FAF96-64D0-4395-967F-2DF71F86761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0005281" y="2289952"/>
                <a:ext cx="532759" cy="184809"/>
                <a:chOff x="2356" y="1300"/>
                <a:chExt cx="555" cy="194"/>
              </a:xfrm>
            </p:grpSpPr>
            <p:sp>
              <p:nvSpPr>
                <p:cNvPr id="212484" name="Oval 407">
                  <a:extLst>
                    <a:ext uri="{FF2B5EF4-FFF2-40B4-BE49-F238E27FC236}">
                      <a16:creationId xmlns:a16="http://schemas.microsoft.com/office/drawing/2014/main" id="{E8CA84C2-234C-463B-9ED5-B3506157850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357" y="1385"/>
                  <a:ext cx="551" cy="109"/>
                </a:xfrm>
                <a:prstGeom prst="ellipse">
                  <a:avLst/>
                </a:prstGeom>
                <a:gradFill rotWithShape="1">
                  <a:gsLst>
                    <a:gs pos="0">
                      <a:schemeClr val="hlink"/>
                    </a:gs>
                    <a:gs pos="100000">
                      <a:srgbClr val="FFFFFF"/>
                    </a:gs>
                  </a:gsLst>
                  <a:lin ang="0" scaled="1"/>
                </a:gradFill>
                <a:ln w="31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12485" name="Rectangle 410">
                  <a:extLst>
                    <a:ext uri="{FF2B5EF4-FFF2-40B4-BE49-F238E27FC236}">
                      <a16:creationId xmlns:a16="http://schemas.microsoft.com/office/drawing/2014/main" id="{F7BAE3E9-8BEE-44E5-9C01-DD0A522C86C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357" y="1374"/>
                  <a:ext cx="554" cy="66"/>
                </a:xfrm>
                <a:prstGeom prst="rect">
                  <a:avLst/>
                </a:prstGeom>
                <a:gradFill rotWithShape="1">
                  <a:gsLst>
                    <a:gs pos="0">
                      <a:schemeClr val="hlink"/>
                    </a:gs>
                    <a:gs pos="100000">
                      <a:srgbClr val="FFFFFF"/>
                    </a:gs>
                  </a:gsLst>
                  <a:lin ang="0" scaled="1"/>
                </a:gradFill>
                <a:ln w="3175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12486" name="Oval 411">
                  <a:extLst>
                    <a:ext uri="{FF2B5EF4-FFF2-40B4-BE49-F238E27FC236}">
                      <a16:creationId xmlns:a16="http://schemas.microsoft.com/office/drawing/2014/main" id="{A92D4D6F-0629-4408-B9C1-63EC083AC41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356" y="1300"/>
                  <a:ext cx="551" cy="127"/>
                </a:xfrm>
                <a:prstGeom prst="ellipse">
                  <a:avLst/>
                </a:prstGeom>
                <a:gradFill rotWithShape="1">
                  <a:gsLst>
                    <a:gs pos="0">
                      <a:schemeClr val="hlink"/>
                    </a:gs>
                    <a:gs pos="100000">
                      <a:srgbClr val="FFFFFF"/>
                    </a:gs>
                  </a:gsLst>
                  <a:lin ang="0" scaled="1"/>
                </a:gradFill>
                <a:ln w="31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Times New Roman" panose="02020603050405020304" pitchFamily="18" charset="0"/>
                  </a:endParaRPr>
                </a:p>
              </p:txBody>
            </p:sp>
            <p:grpSp>
              <p:nvGrpSpPr>
                <p:cNvPr id="212487" name="Group 137">
                  <a:extLst>
                    <a:ext uri="{FF2B5EF4-FFF2-40B4-BE49-F238E27FC236}">
                      <a16:creationId xmlns:a16="http://schemas.microsoft.com/office/drawing/2014/main" id="{FF627259-B917-4372-900A-1058FCE3BE8A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2468" y="1332"/>
                  <a:ext cx="310" cy="60"/>
                  <a:chOff x="2468" y="1332"/>
                  <a:chExt cx="310" cy="60"/>
                </a:xfrm>
              </p:grpSpPr>
              <p:sp>
                <p:nvSpPr>
                  <p:cNvPr id="212490" name="Freeform 138">
                    <a:extLst>
                      <a:ext uri="{FF2B5EF4-FFF2-40B4-BE49-F238E27FC236}">
                        <a16:creationId xmlns:a16="http://schemas.microsoft.com/office/drawing/2014/main" id="{7A7B959C-853E-4721-9DEF-1FE401F07352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468" y="1332"/>
                    <a:ext cx="310" cy="60"/>
                  </a:xfrm>
                  <a:custGeom>
                    <a:avLst/>
                    <a:gdLst>
                      <a:gd name="T0" fmla="*/ 0 w 310"/>
                      <a:gd name="T1" fmla="*/ 60 h 60"/>
                      <a:gd name="T2" fmla="*/ 96 w 310"/>
                      <a:gd name="T3" fmla="*/ 60 h 60"/>
                      <a:gd name="T4" fmla="*/ 192 w 310"/>
                      <a:gd name="T5" fmla="*/ 0 h 60"/>
                      <a:gd name="T6" fmla="*/ 310 w 310"/>
                      <a:gd name="T7" fmla="*/ 0 h 60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  <a:gd name="T12" fmla="*/ 0 w 310"/>
                      <a:gd name="T13" fmla="*/ 0 h 60"/>
                      <a:gd name="T14" fmla="*/ 310 w 310"/>
                      <a:gd name="T15" fmla="*/ 60 h 60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T12" t="T13" r="T14" b="T15"/>
                    <a:pathLst>
                      <a:path w="310" h="60">
                        <a:moveTo>
                          <a:pt x="0" y="60"/>
                        </a:moveTo>
                        <a:lnTo>
                          <a:pt x="96" y="60"/>
                        </a:lnTo>
                        <a:lnTo>
                          <a:pt x="192" y="0"/>
                        </a:lnTo>
                        <a:lnTo>
                          <a:pt x="310" y="0"/>
                        </a:lnTo>
                      </a:path>
                    </a:pathLst>
                  </a:custGeom>
                  <a:noFill/>
                  <a:ln w="3175" cmpd="sng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zh-HK" altLang="en-US"/>
                  </a:p>
                </p:txBody>
              </p:sp>
              <p:sp>
                <p:nvSpPr>
                  <p:cNvPr id="212491" name="Freeform 139">
                    <a:extLst>
                      <a:ext uri="{FF2B5EF4-FFF2-40B4-BE49-F238E27FC236}">
                        <a16:creationId xmlns:a16="http://schemas.microsoft.com/office/drawing/2014/main" id="{2C6C7F81-5C47-45C8-A93D-CA4A468CCACD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482" y="1332"/>
                    <a:ext cx="282" cy="60"/>
                  </a:xfrm>
                  <a:custGeom>
                    <a:avLst/>
                    <a:gdLst>
                      <a:gd name="T0" fmla="*/ 0 w 282"/>
                      <a:gd name="T1" fmla="*/ 0 h 60"/>
                      <a:gd name="T2" fmla="*/ 96 w 282"/>
                      <a:gd name="T3" fmla="*/ 0 h 60"/>
                      <a:gd name="T4" fmla="*/ 192 w 282"/>
                      <a:gd name="T5" fmla="*/ 60 h 60"/>
                      <a:gd name="T6" fmla="*/ 282 w 282"/>
                      <a:gd name="T7" fmla="*/ 60 h 60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  <a:gd name="T12" fmla="*/ 0 w 282"/>
                      <a:gd name="T13" fmla="*/ 0 h 60"/>
                      <a:gd name="T14" fmla="*/ 282 w 282"/>
                      <a:gd name="T15" fmla="*/ 60 h 60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T12" t="T13" r="T14" b="T15"/>
                    <a:pathLst>
                      <a:path w="282" h="60">
                        <a:moveTo>
                          <a:pt x="0" y="0"/>
                        </a:moveTo>
                        <a:lnTo>
                          <a:pt x="96" y="0"/>
                        </a:lnTo>
                        <a:lnTo>
                          <a:pt x="192" y="60"/>
                        </a:lnTo>
                        <a:lnTo>
                          <a:pt x="282" y="60"/>
                        </a:lnTo>
                      </a:path>
                    </a:pathLst>
                  </a:custGeom>
                  <a:noFill/>
                  <a:ln w="3175" cmpd="sng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zh-HK" altLang="en-US"/>
                  </a:p>
                </p:txBody>
              </p:sp>
            </p:grpSp>
            <p:sp>
              <p:nvSpPr>
                <p:cNvPr id="212488" name="Line 140">
                  <a:extLst>
                    <a:ext uri="{FF2B5EF4-FFF2-40B4-BE49-F238E27FC236}">
                      <a16:creationId xmlns:a16="http://schemas.microsoft.com/office/drawing/2014/main" id="{14369AF5-7E4F-48FE-B651-49916A10D5D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358" y="1360"/>
                  <a:ext cx="0" cy="84"/>
                </a:xfrm>
                <a:prstGeom prst="line">
                  <a:avLst/>
                </a:prstGeom>
                <a:noFill/>
                <a:ln w="31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12489" name="Line 141">
                  <a:extLst>
                    <a:ext uri="{FF2B5EF4-FFF2-40B4-BE49-F238E27FC236}">
                      <a16:creationId xmlns:a16="http://schemas.microsoft.com/office/drawing/2014/main" id="{7E903074-6606-46D5-9BA5-1D9F2FB94D6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06" y="1362"/>
                  <a:ext cx="0" cy="84"/>
                </a:xfrm>
                <a:prstGeom prst="line">
                  <a:avLst/>
                </a:prstGeom>
                <a:noFill/>
                <a:ln w="31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grpSp>
            <p:nvGrpSpPr>
              <p:cNvPr id="212457" name="Group 133">
                <a:extLst>
                  <a:ext uri="{FF2B5EF4-FFF2-40B4-BE49-F238E27FC236}">
                    <a16:creationId xmlns:a16="http://schemas.microsoft.com/office/drawing/2014/main" id="{CF21E8D5-9EA8-4B83-A5F1-5C5D2A82A4A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0232661" y="2882876"/>
                <a:ext cx="532759" cy="184809"/>
                <a:chOff x="2356" y="1300"/>
                <a:chExt cx="555" cy="194"/>
              </a:xfrm>
            </p:grpSpPr>
            <p:sp>
              <p:nvSpPr>
                <p:cNvPr id="212476" name="Oval 407">
                  <a:extLst>
                    <a:ext uri="{FF2B5EF4-FFF2-40B4-BE49-F238E27FC236}">
                      <a16:creationId xmlns:a16="http://schemas.microsoft.com/office/drawing/2014/main" id="{EBB9A5A6-983D-4ABE-A68E-2707847EECF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357" y="1385"/>
                  <a:ext cx="551" cy="109"/>
                </a:xfrm>
                <a:prstGeom prst="ellipse">
                  <a:avLst/>
                </a:prstGeom>
                <a:gradFill rotWithShape="1">
                  <a:gsLst>
                    <a:gs pos="0">
                      <a:schemeClr val="hlink"/>
                    </a:gs>
                    <a:gs pos="100000">
                      <a:srgbClr val="FFFFFF"/>
                    </a:gs>
                  </a:gsLst>
                  <a:lin ang="0" scaled="1"/>
                </a:gradFill>
                <a:ln w="31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12477" name="Rectangle 410">
                  <a:extLst>
                    <a:ext uri="{FF2B5EF4-FFF2-40B4-BE49-F238E27FC236}">
                      <a16:creationId xmlns:a16="http://schemas.microsoft.com/office/drawing/2014/main" id="{2247CF64-4935-434F-9111-32DE043F231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357" y="1374"/>
                  <a:ext cx="554" cy="66"/>
                </a:xfrm>
                <a:prstGeom prst="rect">
                  <a:avLst/>
                </a:prstGeom>
                <a:gradFill rotWithShape="1">
                  <a:gsLst>
                    <a:gs pos="0">
                      <a:schemeClr val="hlink"/>
                    </a:gs>
                    <a:gs pos="100000">
                      <a:srgbClr val="FFFFFF"/>
                    </a:gs>
                  </a:gsLst>
                  <a:lin ang="0" scaled="1"/>
                </a:gradFill>
                <a:ln w="3175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12478" name="Oval 411">
                  <a:extLst>
                    <a:ext uri="{FF2B5EF4-FFF2-40B4-BE49-F238E27FC236}">
                      <a16:creationId xmlns:a16="http://schemas.microsoft.com/office/drawing/2014/main" id="{E1D12A2B-74F5-4C5B-8435-5EE5C031003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356" y="1300"/>
                  <a:ext cx="551" cy="127"/>
                </a:xfrm>
                <a:prstGeom prst="ellipse">
                  <a:avLst/>
                </a:prstGeom>
                <a:gradFill rotWithShape="1">
                  <a:gsLst>
                    <a:gs pos="0">
                      <a:schemeClr val="hlink"/>
                    </a:gs>
                    <a:gs pos="100000">
                      <a:srgbClr val="FFFFFF"/>
                    </a:gs>
                  </a:gsLst>
                  <a:lin ang="0" scaled="1"/>
                </a:gradFill>
                <a:ln w="31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Times New Roman" panose="02020603050405020304" pitchFamily="18" charset="0"/>
                  </a:endParaRPr>
                </a:p>
              </p:txBody>
            </p:sp>
            <p:grpSp>
              <p:nvGrpSpPr>
                <p:cNvPr id="212479" name="Group 137">
                  <a:extLst>
                    <a:ext uri="{FF2B5EF4-FFF2-40B4-BE49-F238E27FC236}">
                      <a16:creationId xmlns:a16="http://schemas.microsoft.com/office/drawing/2014/main" id="{7FDA89D1-0C22-4F75-B9CD-6207B451C1D6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2468" y="1332"/>
                  <a:ext cx="310" cy="60"/>
                  <a:chOff x="2468" y="1332"/>
                  <a:chExt cx="310" cy="60"/>
                </a:xfrm>
              </p:grpSpPr>
              <p:sp>
                <p:nvSpPr>
                  <p:cNvPr id="212482" name="Freeform 138">
                    <a:extLst>
                      <a:ext uri="{FF2B5EF4-FFF2-40B4-BE49-F238E27FC236}">
                        <a16:creationId xmlns:a16="http://schemas.microsoft.com/office/drawing/2014/main" id="{37366604-C3F3-41AB-8CF7-588D6A9658DD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468" y="1332"/>
                    <a:ext cx="310" cy="60"/>
                  </a:xfrm>
                  <a:custGeom>
                    <a:avLst/>
                    <a:gdLst>
                      <a:gd name="T0" fmla="*/ 0 w 310"/>
                      <a:gd name="T1" fmla="*/ 60 h 60"/>
                      <a:gd name="T2" fmla="*/ 96 w 310"/>
                      <a:gd name="T3" fmla="*/ 60 h 60"/>
                      <a:gd name="T4" fmla="*/ 192 w 310"/>
                      <a:gd name="T5" fmla="*/ 0 h 60"/>
                      <a:gd name="T6" fmla="*/ 310 w 310"/>
                      <a:gd name="T7" fmla="*/ 0 h 60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  <a:gd name="T12" fmla="*/ 0 w 310"/>
                      <a:gd name="T13" fmla="*/ 0 h 60"/>
                      <a:gd name="T14" fmla="*/ 310 w 310"/>
                      <a:gd name="T15" fmla="*/ 60 h 60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T12" t="T13" r="T14" b="T15"/>
                    <a:pathLst>
                      <a:path w="310" h="60">
                        <a:moveTo>
                          <a:pt x="0" y="60"/>
                        </a:moveTo>
                        <a:lnTo>
                          <a:pt x="96" y="60"/>
                        </a:lnTo>
                        <a:lnTo>
                          <a:pt x="192" y="0"/>
                        </a:lnTo>
                        <a:lnTo>
                          <a:pt x="310" y="0"/>
                        </a:lnTo>
                      </a:path>
                    </a:pathLst>
                  </a:custGeom>
                  <a:noFill/>
                  <a:ln w="3175" cmpd="sng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zh-HK" altLang="en-US"/>
                  </a:p>
                </p:txBody>
              </p:sp>
              <p:sp>
                <p:nvSpPr>
                  <p:cNvPr id="212483" name="Freeform 139">
                    <a:extLst>
                      <a:ext uri="{FF2B5EF4-FFF2-40B4-BE49-F238E27FC236}">
                        <a16:creationId xmlns:a16="http://schemas.microsoft.com/office/drawing/2014/main" id="{E9AC876B-88DB-432A-8544-C6B26BE3D245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482" y="1332"/>
                    <a:ext cx="282" cy="60"/>
                  </a:xfrm>
                  <a:custGeom>
                    <a:avLst/>
                    <a:gdLst>
                      <a:gd name="T0" fmla="*/ 0 w 282"/>
                      <a:gd name="T1" fmla="*/ 0 h 60"/>
                      <a:gd name="T2" fmla="*/ 96 w 282"/>
                      <a:gd name="T3" fmla="*/ 0 h 60"/>
                      <a:gd name="T4" fmla="*/ 192 w 282"/>
                      <a:gd name="T5" fmla="*/ 60 h 60"/>
                      <a:gd name="T6" fmla="*/ 282 w 282"/>
                      <a:gd name="T7" fmla="*/ 60 h 60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  <a:gd name="T12" fmla="*/ 0 w 282"/>
                      <a:gd name="T13" fmla="*/ 0 h 60"/>
                      <a:gd name="T14" fmla="*/ 282 w 282"/>
                      <a:gd name="T15" fmla="*/ 60 h 60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T12" t="T13" r="T14" b="T15"/>
                    <a:pathLst>
                      <a:path w="282" h="60">
                        <a:moveTo>
                          <a:pt x="0" y="0"/>
                        </a:moveTo>
                        <a:lnTo>
                          <a:pt x="96" y="0"/>
                        </a:lnTo>
                        <a:lnTo>
                          <a:pt x="192" y="60"/>
                        </a:lnTo>
                        <a:lnTo>
                          <a:pt x="282" y="60"/>
                        </a:lnTo>
                      </a:path>
                    </a:pathLst>
                  </a:custGeom>
                  <a:noFill/>
                  <a:ln w="3175" cmpd="sng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zh-HK" altLang="en-US"/>
                  </a:p>
                </p:txBody>
              </p:sp>
            </p:grpSp>
            <p:sp>
              <p:nvSpPr>
                <p:cNvPr id="212480" name="Line 140">
                  <a:extLst>
                    <a:ext uri="{FF2B5EF4-FFF2-40B4-BE49-F238E27FC236}">
                      <a16:creationId xmlns:a16="http://schemas.microsoft.com/office/drawing/2014/main" id="{E1B9AE8E-48AB-44F7-82F7-DF496FD27BE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358" y="1362"/>
                  <a:ext cx="0" cy="82"/>
                </a:xfrm>
                <a:prstGeom prst="line">
                  <a:avLst/>
                </a:prstGeom>
                <a:noFill/>
                <a:ln w="31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12481" name="Line 141">
                  <a:extLst>
                    <a:ext uri="{FF2B5EF4-FFF2-40B4-BE49-F238E27FC236}">
                      <a16:creationId xmlns:a16="http://schemas.microsoft.com/office/drawing/2014/main" id="{445CD55C-0E9B-455F-B9CA-5481E87166E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06" y="1364"/>
                  <a:ext cx="0" cy="84"/>
                </a:xfrm>
                <a:prstGeom prst="line">
                  <a:avLst/>
                </a:prstGeom>
                <a:noFill/>
                <a:ln w="31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grpSp>
            <p:nvGrpSpPr>
              <p:cNvPr id="212458" name="Group 133">
                <a:extLst>
                  <a:ext uri="{FF2B5EF4-FFF2-40B4-BE49-F238E27FC236}">
                    <a16:creationId xmlns:a16="http://schemas.microsoft.com/office/drawing/2014/main" id="{31E49FE0-E88E-48D5-9AE0-7B2752B7D7A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9330660" y="3072767"/>
                <a:ext cx="532759" cy="184809"/>
                <a:chOff x="2356" y="1300"/>
                <a:chExt cx="555" cy="194"/>
              </a:xfrm>
            </p:grpSpPr>
            <p:sp>
              <p:nvSpPr>
                <p:cNvPr id="212468" name="Oval 407">
                  <a:extLst>
                    <a:ext uri="{FF2B5EF4-FFF2-40B4-BE49-F238E27FC236}">
                      <a16:creationId xmlns:a16="http://schemas.microsoft.com/office/drawing/2014/main" id="{A7744CA6-9DC9-4D86-B3EB-11DEF0B43E1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357" y="1385"/>
                  <a:ext cx="551" cy="109"/>
                </a:xfrm>
                <a:prstGeom prst="ellipse">
                  <a:avLst/>
                </a:prstGeom>
                <a:gradFill rotWithShape="1">
                  <a:gsLst>
                    <a:gs pos="0">
                      <a:schemeClr val="hlink"/>
                    </a:gs>
                    <a:gs pos="100000">
                      <a:srgbClr val="FFFFFF"/>
                    </a:gs>
                  </a:gsLst>
                  <a:lin ang="0" scaled="1"/>
                </a:gradFill>
                <a:ln w="31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12469" name="Rectangle 410">
                  <a:extLst>
                    <a:ext uri="{FF2B5EF4-FFF2-40B4-BE49-F238E27FC236}">
                      <a16:creationId xmlns:a16="http://schemas.microsoft.com/office/drawing/2014/main" id="{521D2490-E0AD-4B0E-A2C9-1C57DD859D5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357" y="1374"/>
                  <a:ext cx="554" cy="66"/>
                </a:xfrm>
                <a:prstGeom prst="rect">
                  <a:avLst/>
                </a:prstGeom>
                <a:gradFill rotWithShape="1">
                  <a:gsLst>
                    <a:gs pos="0">
                      <a:schemeClr val="hlink"/>
                    </a:gs>
                    <a:gs pos="100000">
                      <a:srgbClr val="FFFFFF"/>
                    </a:gs>
                  </a:gsLst>
                  <a:lin ang="0" scaled="1"/>
                </a:gradFill>
                <a:ln w="3175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12470" name="Oval 411">
                  <a:extLst>
                    <a:ext uri="{FF2B5EF4-FFF2-40B4-BE49-F238E27FC236}">
                      <a16:creationId xmlns:a16="http://schemas.microsoft.com/office/drawing/2014/main" id="{E508C8BF-A8F0-4F74-B8FC-922429A2035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356" y="1300"/>
                  <a:ext cx="551" cy="127"/>
                </a:xfrm>
                <a:prstGeom prst="ellipse">
                  <a:avLst/>
                </a:prstGeom>
                <a:gradFill rotWithShape="1">
                  <a:gsLst>
                    <a:gs pos="0">
                      <a:schemeClr val="hlink"/>
                    </a:gs>
                    <a:gs pos="100000">
                      <a:srgbClr val="FFFFFF"/>
                    </a:gs>
                  </a:gsLst>
                  <a:lin ang="0" scaled="1"/>
                </a:gradFill>
                <a:ln w="31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Times New Roman" panose="02020603050405020304" pitchFamily="18" charset="0"/>
                  </a:endParaRPr>
                </a:p>
              </p:txBody>
            </p:sp>
            <p:grpSp>
              <p:nvGrpSpPr>
                <p:cNvPr id="212471" name="Group 137">
                  <a:extLst>
                    <a:ext uri="{FF2B5EF4-FFF2-40B4-BE49-F238E27FC236}">
                      <a16:creationId xmlns:a16="http://schemas.microsoft.com/office/drawing/2014/main" id="{BBBFB50D-438C-4CEE-8486-BD219C6F5588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2468" y="1332"/>
                  <a:ext cx="310" cy="60"/>
                  <a:chOff x="2468" y="1332"/>
                  <a:chExt cx="310" cy="60"/>
                </a:xfrm>
              </p:grpSpPr>
              <p:sp>
                <p:nvSpPr>
                  <p:cNvPr id="212474" name="Freeform 138">
                    <a:extLst>
                      <a:ext uri="{FF2B5EF4-FFF2-40B4-BE49-F238E27FC236}">
                        <a16:creationId xmlns:a16="http://schemas.microsoft.com/office/drawing/2014/main" id="{9CBF4207-4028-4D1E-A2FB-EC76FF193A85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468" y="1332"/>
                    <a:ext cx="310" cy="60"/>
                  </a:xfrm>
                  <a:custGeom>
                    <a:avLst/>
                    <a:gdLst>
                      <a:gd name="T0" fmla="*/ 0 w 310"/>
                      <a:gd name="T1" fmla="*/ 60 h 60"/>
                      <a:gd name="T2" fmla="*/ 96 w 310"/>
                      <a:gd name="T3" fmla="*/ 60 h 60"/>
                      <a:gd name="T4" fmla="*/ 192 w 310"/>
                      <a:gd name="T5" fmla="*/ 0 h 60"/>
                      <a:gd name="T6" fmla="*/ 310 w 310"/>
                      <a:gd name="T7" fmla="*/ 0 h 60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  <a:gd name="T12" fmla="*/ 0 w 310"/>
                      <a:gd name="T13" fmla="*/ 0 h 60"/>
                      <a:gd name="T14" fmla="*/ 310 w 310"/>
                      <a:gd name="T15" fmla="*/ 60 h 60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T12" t="T13" r="T14" b="T15"/>
                    <a:pathLst>
                      <a:path w="310" h="60">
                        <a:moveTo>
                          <a:pt x="0" y="60"/>
                        </a:moveTo>
                        <a:lnTo>
                          <a:pt x="96" y="60"/>
                        </a:lnTo>
                        <a:lnTo>
                          <a:pt x="192" y="0"/>
                        </a:lnTo>
                        <a:lnTo>
                          <a:pt x="310" y="0"/>
                        </a:lnTo>
                      </a:path>
                    </a:pathLst>
                  </a:custGeom>
                  <a:noFill/>
                  <a:ln w="3175" cmpd="sng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zh-HK" altLang="en-US"/>
                  </a:p>
                </p:txBody>
              </p:sp>
              <p:sp>
                <p:nvSpPr>
                  <p:cNvPr id="212475" name="Freeform 139">
                    <a:extLst>
                      <a:ext uri="{FF2B5EF4-FFF2-40B4-BE49-F238E27FC236}">
                        <a16:creationId xmlns:a16="http://schemas.microsoft.com/office/drawing/2014/main" id="{82B6CDF1-AF68-4D4C-A59F-2A569FFE04C8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482" y="1332"/>
                    <a:ext cx="282" cy="60"/>
                  </a:xfrm>
                  <a:custGeom>
                    <a:avLst/>
                    <a:gdLst>
                      <a:gd name="T0" fmla="*/ 0 w 282"/>
                      <a:gd name="T1" fmla="*/ 0 h 60"/>
                      <a:gd name="T2" fmla="*/ 96 w 282"/>
                      <a:gd name="T3" fmla="*/ 0 h 60"/>
                      <a:gd name="T4" fmla="*/ 192 w 282"/>
                      <a:gd name="T5" fmla="*/ 60 h 60"/>
                      <a:gd name="T6" fmla="*/ 282 w 282"/>
                      <a:gd name="T7" fmla="*/ 60 h 60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  <a:gd name="T12" fmla="*/ 0 w 282"/>
                      <a:gd name="T13" fmla="*/ 0 h 60"/>
                      <a:gd name="T14" fmla="*/ 282 w 282"/>
                      <a:gd name="T15" fmla="*/ 60 h 60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T12" t="T13" r="T14" b="T15"/>
                    <a:pathLst>
                      <a:path w="282" h="60">
                        <a:moveTo>
                          <a:pt x="0" y="0"/>
                        </a:moveTo>
                        <a:lnTo>
                          <a:pt x="96" y="0"/>
                        </a:lnTo>
                        <a:lnTo>
                          <a:pt x="192" y="60"/>
                        </a:lnTo>
                        <a:lnTo>
                          <a:pt x="282" y="60"/>
                        </a:lnTo>
                      </a:path>
                    </a:pathLst>
                  </a:custGeom>
                  <a:noFill/>
                  <a:ln w="3175" cmpd="sng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zh-HK" altLang="en-US"/>
                  </a:p>
                </p:txBody>
              </p:sp>
            </p:grpSp>
            <p:sp>
              <p:nvSpPr>
                <p:cNvPr id="212472" name="Line 140">
                  <a:extLst>
                    <a:ext uri="{FF2B5EF4-FFF2-40B4-BE49-F238E27FC236}">
                      <a16:creationId xmlns:a16="http://schemas.microsoft.com/office/drawing/2014/main" id="{19838BE7-8B9E-4B69-8224-52A4D05F32E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357" y="1362"/>
                  <a:ext cx="0" cy="82"/>
                </a:xfrm>
                <a:prstGeom prst="line">
                  <a:avLst/>
                </a:prstGeom>
                <a:noFill/>
                <a:ln w="31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12473" name="Line 141">
                  <a:extLst>
                    <a:ext uri="{FF2B5EF4-FFF2-40B4-BE49-F238E27FC236}">
                      <a16:creationId xmlns:a16="http://schemas.microsoft.com/office/drawing/2014/main" id="{708AF78C-6D8C-4A93-830B-95F7FADF52B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07" y="1364"/>
                  <a:ext cx="0" cy="84"/>
                </a:xfrm>
                <a:prstGeom prst="line">
                  <a:avLst/>
                </a:prstGeom>
                <a:noFill/>
                <a:ln w="31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grpSp>
            <p:nvGrpSpPr>
              <p:cNvPr id="212459" name="Group 133">
                <a:extLst>
                  <a:ext uri="{FF2B5EF4-FFF2-40B4-BE49-F238E27FC236}">
                    <a16:creationId xmlns:a16="http://schemas.microsoft.com/office/drawing/2014/main" id="{4BF68E37-F1AC-44F5-985B-28192504021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8438032" y="3018963"/>
                <a:ext cx="532759" cy="184809"/>
                <a:chOff x="2356" y="1300"/>
                <a:chExt cx="555" cy="194"/>
              </a:xfrm>
            </p:grpSpPr>
            <p:sp>
              <p:nvSpPr>
                <p:cNvPr id="212460" name="Oval 407">
                  <a:extLst>
                    <a:ext uri="{FF2B5EF4-FFF2-40B4-BE49-F238E27FC236}">
                      <a16:creationId xmlns:a16="http://schemas.microsoft.com/office/drawing/2014/main" id="{161E6F08-77C3-49DB-8E82-ABBF37625EE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357" y="1385"/>
                  <a:ext cx="551" cy="109"/>
                </a:xfrm>
                <a:prstGeom prst="ellipse">
                  <a:avLst/>
                </a:prstGeom>
                <a:gradFill rotWithShape="1">
                  <a:gsLst>
                    <a:gs pos="0">
                      <a:schemeClr val="hlink"/>
                    </a:gs>
                    <a:gs pos="100000">
                      <a:srgbClr val="FFFFFF"/>
                    </a:gs>
                  </a:gsLst>
                  <a:lin ang="0" scaled="1"/>
                </a:gradFill>
                <a:ln w="31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12461" name="Rectangle 410">
                  <a:extLst>
                    <a:ext uri="{FF2B5EF4-FFF2-40B4-BE49-F238E27FC236}">
                      <a16:creationId xmlns:a16="http://schemas.microsoft.com/office/drawing/2014/main" id="{D0867B42-2653-43FE-B711-494E3E8F746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357" y="1374"/>
                  <a:ext cx="554" cy="66"/>
                </a:xfrm>
                <a:prstGeom prst="rect">
                  <a:avLst/>
                </a:prstGeom>
                <a:gradFill rotWithShape="1">
                  <a:gsLst>
                    <a:gs pos="0">
                      <a:schemeClr val="hlink"/>
                    </a:gs>
                    <a:gs pos="100000">
                      <a:srgbClr val="FFFFFF"/>
                    </a:gs>
                  </a:gsLst>
                  <a:lin ang="0" scaled="1"/>
                </a:gradFill>
                <a:ln w="3175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12462" name="Oval 411">
                  <a:extLst>
                    <a:ext uri="{FF2B5EF4-FFF2-40B4-BE49-F238E27FC236}">
                      <a16:creationId xmlns:a16="http://schemas.microsoft.com/office/drawing/2014/main" id="{0A077633-64F9-4D99-B739-3D9124B1005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356" y="1300"/>
                  <a:ext cx="551" cy="127"/>
                </a:xfrm>
                <a:prstGeom prst="ellipse">
                  <a:avLst/>
                </a:prstGeom>
                <a:gradFill rotWithShape="1">
                  <a:gsLst>
                    <a:gs pos="0">
                      <a:schemeClr val="hlink"/>
                    </a:gs>
                    <a:gs pos="100000">
                      <a:srgbClr val="FFFFFF"/>
                    </a:gs>
                  </a:gsLst>
                  <a:lin ang="0" scaled="1"/>
                </a:gradFill>
                <a:ln w="31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Times New Roman" panose="02020603050405020304" pitchFamily="18" charset="0"/>
                  </a:endParaRPr>
                </a:p>
              </p:txBody>
            </p:sp>
            <p:grpSp>
              <p:nvGrpSpPr>
                <p:cNvPr id="212463" name="Group 137">
                  <a:extLst>
                    <a:ext uri="{FF2B5EF4-FFF2-40B4-BE49-F238E27FC236}">
                      <a16:creationId xmlns:a16="http://schemas.microsoft.com/office/drawing/2014/main" id="{9C84B5C9-D9D0-49F0-9698-82F715800BB6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2468" y="1332"/>
                  <a:ext cx="310" cy="60"/>
                  <a:chOff x="2468" y="1332"/>
                  <a:chExt cx="310" cy="60"/>
                </a:xfrm>
              </p:grpSpPr>
              <p:sp>
                <p:nvSpPr>
                  <p:cNvPr id="212466" name="Freeform 138">
                    <a:extLst>
                      <a:ext uri="{FF2B5EF4-FFF2-40B4-BE49-F238E27FC236}">
                        <a16:creationId xmlns:a16="http://schemas.microsoft.com/office/drawing/2014/main" id="{18AF60EC-5889-43F2-B162-4559A2E6BFD0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468" y="1332"/>
                    <a:ext cx="310" cy="60"/>
                  </a:xfrm>
                  <a:custGeom>
                    <a:avLst/>
                    <a:gdLst>
                      <a:gd name="T0" fmla="*/ 0 w 310"/>
                      <a:gd name="T1" fmla="*/ 60 h 60"/>
                      <a:gd name="T2" fmla="*/ 96 w 310"/>
                      <a:gd name="T3" fmla="*/ 60 h 60"/>
                      <a:gd name="T4" fmla="*/ 192 w 310"/>
                      <a:gd name="T5" fmla="*/ 0 h 60"/>
                      <a:gd name="T6" fmla="*/ 310 w 310"/>
                      <a:gd name="T7" fmla="*/ 0 h 60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  <a:gd name="T12" fmla="*/ 0 w 310"/>
                      <a:gd name="T13" fmla="*/ 0 h 60"/>
                      <a:gd name="T14" fmla="*/ 310 w 310"/>
                      <a:gd name="T15" fmla="*/ 60 h 60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T12" t="T13" r="T14" b="T15"/>
                    <a:pathLst>
                      <a:path w="310" h="60">
                        <a:moveTo>
                          <a:pt x="0" y="60"/>
                        </a:moveTo>
                        <a:lnTo>
                          <a:pt x="96" y="60"/>
                        </a:lnTo>
                        <a:lnTo>
                          <a:pt x="192" y="0"/>
                        </a:lnTo>
                        <a:lnTo>
                          <a:pt x="310" y="0"/>
                        </a:lnTo>
                      </a:path>
                    </a:pathLst>
                  </a:custGeom>
                  <a:noFill/>
                  <a:ln w="3175" cmpd="sng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zh-HK" altLang="en-US"/>
                  </a:p>
                </p:txBody>
              </p:sp>
              <p:sp>
                <p:nvSpPr>
                  <p:cNvPr id="212467" name="Freeform 139">
                    <a:extLst>
                      <a:ext uri="{FF2B5EF4-FFF2-40B4-BE49-F238E27FC236}">
                        <a16:creationId xmlns:a16="http://schemas.microsoft.com/office/drawing/2014/main" id="{03323505-A243-46F3-9539-B168018D9680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482" y="1332"/>
                    <a:ext cx="282" cy="60"/>
                  </a:xfrm>
                  <a:custGeom>
                    <a:avLst/>
                    <a:gdLst>
                      <a:gd name="T0" fmla="*/ 0 w 282"/>
                      <a:gd name="T1" fmla="*/ 0 h 60"/>
                      <a:gd name="T2" fmla="*/ 96 w 282"/>
                      <a:gd name="T3" fmla="*/ 0 h 60"/>
                      <a:gd name="T4" fmla="*/ 192 w 282"/>
                      <a:gd name="T5" fmla="*/ 60 h 60"/>
                      <a:gd name="T6" fmla="*/ 282 w 282"/>
                      <a:gd name="T7" fmla="*/ 60 h 60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  <a:gd name="T12" fmla="*/ 0 w 282"/>
                      <a:gd name="T13" fmla="*/ 0 h 60"/>
                      <a:gd name="T14" fmla="*/ 282 w 282"/>
                      <a:gd name="T15" fmla="*/ 60 h 60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T12" t="T13" r="T14" b="T15"/>
                    <a:pathLst>
                      <a:path w="282" h="60">
                        <a:moveTo>
                          <a:pt x="0" y="0"/>
                        </a:moveTo>
                        <a:lnTo>
                          <a:pt x="96" y="0"/>
                        </a:lnTo>
                        <a:lnTo>
                          <a:pt x="192" y="60"/>
                        </a:lnTo>
                        <a:lnTo>
                          <a:pt x="282" y="60"/>
                        </a:lnTo>
                      </a:path>
                    </a:pathLst>
                  </a:custGeom>
                  <a:noFill/>
                  <a:ln w="3175" cmpd="sng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zh-HK" altLang="en-US"/>
                  </a:p>
                </p:txBody>
              </p:sp>
            </p:grpSp>
            <p:sp>
              <p:nvSpPr>
                <p:cNvPr id="212464" name="Line 140">
                  <a:extLst>
                    <a:ext uri="{FF2B5EF4-FFF2-40B4-BE49-F238E27FC236}">
                      <a16:creationId xmlns:a16="http://schemas.microsoft.com/office/drawing/2014/main" id="{81747194-420A-472F-84CA-DB527BD4A89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357" y="1361"/>
                  <a:ext cx="0" cy="79"/>
                </a:xfrm>
                <a:prstGeom prst="line">
                  <a:avLst/>
                </a:prstGeom>
                <a:noFill/>
                <a:ln w="31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12465" name="Line 141">
                  <a:extLst>
                    <a:ext uri="{FF2B5EF4-FFF2-40B4-BE49-F238E27FC236}">
                      <a16:creationId xmlns:a16="http://schemas.microsoft.com/office/drawing/2014/main" id="{582577CC-9647-4D96-9776-7A880E362E8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07" y="1363"/>
                  <a:ext cx="0" cy="84"/>
                </a:xfrm>
                <a:prstGeom prst="line">
                  <a:avLst/>
                </a:prstGeom>
                <a:noFill/>
                <a:ln w="31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</p:grpSp>
        <p:sp>
          <p:nvSpPr>
            <p:cNvPr id="212330" name="Oval 417">
              <a:extLst>
                <a:ext uri="{FF2B5EF4-FFF2-40B4-BE49-F238E27FC236}">
                  <a16:creationId xmlns:a16="http://schemas.microsoft.com/office/drawing/2014/main" id="{D18741A2-8F64-4553-B69B-7EF06A390B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98600" y="4165600"/>
              <a:ext cx="3086100" cy="1168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317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Arial" panose="020B0604020202020204" pitchFamily="34" charset="0"/>
              </a:endParaRPr>
            </a:p>
          </p:txBody>
        </p:sp>
        <p:grpSp>
          <p:nvGrpSpPr>
            <p:cNvPr id="212331" name="Group 133">
              <a:extLst>
                <a:ext uri="{FF2B5EF4-FFF2-40B4-BE49-F238E27FC236}">
                  <a16:creationId xmlns:a16="http://schemas.microsoft.com/office/drawing/2014/main" id="{2942EC25-077B-41A9-AE91-DEC3F9AA060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152272" y="4264503"/>
              <a:ext cx="513732" cy="157430"/>
              <a:chOff x="2356" y="1300"/>
              <a:chExt cx="555" cy="194"/>
            </a:xfrm>
          </p:grpSpPr>
          <p:sp>
            <p:nvSpPr>
              <p:cNvPr id="212434" name="Oval 492">
                <a:extLst>
                  <a:ext uri="{FF2B5EF4-FFF2-40B4-BE49-F238E27FC236}">
                    <a16:creationId xmlns:a16="http://schemas.microsoft.com/office/drawing/2014/main" id="{A7DD3839-3142-4B81-9909-B08B289B62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31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12435" name="Rectangle 410">
                <a:extLst>
                  <a:ext uri="{FF2B5EF4-FFF2-40B4-BE49-F238E27FC236}">
                    <a16:creationId xmlns:a16="http://schemas.microsoft.com/office/drawing/2014/main" id="{C20F4410-F5E7-4F78-A51D-D73C4C474C2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317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12436" name="Oval 411">
                <a:extLst>
                  <a:ext uri="{FF2B5EF4-FFF2-40B4-BE49-F238E27FC236}">
                    <a16:creationId xmlns:a16="http://schemas.microsoft.com/office/drawing/2014/main" id="{CCFE3FB4-BD64-4A3A-891F-EF501CCCB4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31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212437" name="Group 137">
                <a:extLst>
                  <a:ext uri="{FF2B5EF4-FFF2-40B4-BE49-F238E27FC236}">
                    <a16:creationId xmlns:a16="http://schemas.microsoft.com/office/drawing/2014/main" id="{12D5FDC7-9F15-4620-A63B-9FA01E7AE3D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212440" name="Freeform 138">
                  <a:extLst>
                    <a:ext uri="{FF2B5EF4-FFF2-40B4-BE49-F238E27FC236}">
                      <a16:creationId xmlns:a16="http://schemas.microsoft.com/office/drawing/2014/main" id="{63B0F279-B3E9-4718-8060-18DDACFB5F1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3175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12441" name="Freeform 139">
                  <a:extLst>
                    <a:ext uri="{FF2B5EF4-FFF2-40B4-BE49-F238E27FC236}">
                      <a16:creationId xmlns:a16="http://schemas.microsoft.com/office/drawing/2014/main" id="{DD4F1A6E-9A4B-49FE-9816-18CC245732E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3175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212438" name="Line 140">
                <a:extLst>
                  <a:ext uri="{FF2B5EF4-FFF2-40B4-BE49-F238E27FC236}">
                    <a16:creationId xmlns:a16="http://schemas.microsoft.com/office/drawing/2014/main" id="{F033FCA5-2D8E-4982-BBE8-056FE462A5F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0"/>
                <a:ext cx="0" cy="80"/>
              </a:xfrm>
              <a:prstGeom prst="line">
                <a:avLst/>
              </a:prstGeom>
              <a:noFill/>
              <a:ln w="31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12439" name="Line 141">
                <a:extLst>
                  <a:ext uri="{FF2B5EF4-FFF2-40B4-BE49-F238E27FC236}">
                    <a16:creationId xmlns:a16="http://schemas.microsoft.com/office/drawing/2014/main" id="{5ADB2F76-93B5-4491-A7E8-8AA9C889DCB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7" y="1362"/>
                <a:ext cx="0" cy="84"/>
              </a:xfrm>
              <a:prstGeom prst="line">
                <a:avLst/>
              </a:prstGeom>
              <a:noFill/>
              <a:ln w="31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cxnSp>
          <p:nvCxnSpPr>
            <p:cNvPr id="212332" name="Straight Connector 419">
              <a:extLst>
                <a:ext uri="{FF2B5EF4-FFF2-40B4-BE49-F238E27FC236}">
                  <a16:creationId xmlns:a16="http://schemas.microsoft.com/office/drawing/2014/main" id="{C4659D8E-A664-4549-9791-C3D8EA14D194}"/>
                </a:ext>
              </a:extLst>
            </p:cNvPr>
            <p:cNvCxnSpPr>
              <a:cxnSpLocks noChangeShapeType="1"/>
              <a:stCxn id="212439" idx="0"/>
            </p:cNvCxnSpPr>
            <p:nvPr/>
          </p:nvCxnSpPr>
          <p:spPr bwMode="auto">
            <a:xfrm>
              <a:off x="2662301" y="4315627"/>
              <a:ext cx="940542" cy="116307"/>
            </a:xfrm>
            <a:prstGeom prst="line">
              <a:avLst/>
            </a:prstGeom>
            <a:noFill/>
            <a:ln w="31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12333" name="Straight Connector 420">
              <a:extLst>
                <a:ext uri="{FF2B5EF4-FFF2-40B4-BE49-F238E27FC236}">
                  <a16:creationId xmlns:a16="http://schemas.microsoft.com/office/drawing/2014/main" id="{3829F436-CF24-4213-9010-955D71AA822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3112420" y="4624312"/>
              <a:ext cx="116433" cy="71038"/>
            </a:xfrm>
            <a:prstGeom prst="line">
              <a:avLst/>
            </a:prstGeom>
            <a:noFill/>
            <a:ln w="31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12334" name="Straight Connector 421">
              <a:extLst>
                <a:ext uri="{FF2B5EF4-FFF2-40B4-BE49-F238E27FC236}">
                  <a16:creationId xmlns:a16="http://schemas.microsoft.com/office/drawing/2014/main" id="{390C9D12-1C36-4FE4-8C7C-3EE44569047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2920421" y="4797923"/>
              <a:ext cx="234667" cy="38865"/>
            </a:xfrm>
            <a:prstGeom prst="line">
              <a:avLst/>
            </a:prstGeom>
            <a:noFill/>
            <a:ln w="31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12335" name="Straight Connector 422">
              <a:extLst>
                <a:ext uri="{FF2B5EF4-FFF2-40B4-BE49-F238E27FC236}">
                  <a16:creationId xmlns:a16="http://schemas.microsoft.com/office/drawing/2014/main" id="{117E0170-C3AC-4EF2-81E0-636504E3B4E4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2636021" y="4648552"/>
              <a:ext cx="185893" cy="93349"/>
            </a:xfrm>
            <a:prstGeom prst="line">
              <a:avLst/>
            </a:prstGeom>
            <a:noFill/>
            <a:ln w="31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12336" name="Straight Connector 423">
              <a:extLst>
                <a:ext uri="{FF2B5EF4-FFF2-40B4-BE49-F238E27FC236}">
                  <a16:creationId xmlns:a16="http://schemas.microsoft.com/office/drawing/2014/main" id="{7B636088-F041-477C-804D-85FE3119C9E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2348386" y="4902261"/>
              <a:ext cx="185893" cy="93349"/>
            </a:xfrm>
            <a:prstGeom prst="line">
              <a:avLst/>
            </a:prstGeom>
            <a:noFill/>
            <a:ln w="31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12337" name="Straight Connector 424">
              <a:extLst>
                <a:ext uri="{FF2B5EF4-FFF2-40B4-BE49-F238E27FC236}">
                  <a16:creationId xmlns:a16="http://schemas.microsoft.com/office/drawing/2014/main" id="{3931F517-AF96-4B8B-8E91-A187DD6B0E1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3127556" y="4839861"/>
              <a:ext cx="243934" cy="215469"/>
            </a:xfrm>
            <a:prstGeom prst="line">
              <a:avLst/>
            </a:prstGeom>
            <a:noFill/>
            <a:ln w="31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12338" name="Straight Connector 425">
              <a:extLst>
                <a:ext uri="{FF2B5EF4-FFF2-40B4-BE49-F238E27FC236}">
                  <a16:creationId xmlns:a16="http://schemas.microsoft.com/office/drawing/2014/main" id="{02FA4E25-2DF1-43AB-8358-4CE35DDA459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3601475" y="4827802"/>
              <a:ext cx="342282" cy="105962"/>
            </a:xfrm>
            <a:prstGeom prst="line">
              <a:avLst/>
            </a:prstGeom>
            <a:noFill/>
            <a:ln w="31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12339" name="Straight Connector 426">
              <a:extLst>
                <a:ext uri="{FF2B5EF4-FFF2-40B4-BE49-F238E27FC236}">
                  <a16:creationId xmlns:a16="http://schemas.microsoft.com/office/drawing/2014/main" id="{213DAFB1-CD79-45F8-AAC6-01F2EA32DCF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3587812" y="4532358"/>
              <a:ext cx="273243" cy="166677"/>
            </a:xfrm>
            <a:prstGeom prst="line">
              <a:avLst/>
            </a:prstGeom>
            <a:noFill/>
            <a:ln w="31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12340" name="Straight Connector 427">
              <a:extLst>
                <a:ext uri="{FF2B5EF4-FFF2-40B4-BE49-F238E27FC236}">
                  <a16:creationId xmlns:a16="http://schemas.microsoft.com/office/drawing/2014/main" id="{F3F5083C-0EC5-4BC4-914A-9E4617D33F7F}"/>
                </a:ext>
              </a:extLst>
            </p:cNvPr>
            <p:cNvCxnSpPr>
              <a:cxnSpLocks noChangeShapeType="1"/>
              <a:endCxn id="212434" idx="4"/>
            </p:cNvCxnSpPr>
            <p:nvPr/>
          </p:nvCxnSpPr>
          <p:spPr bwMode="auto">
            <a:xfrm flipH="1" flipV="1">
              <a:off x="2408213" y="4421934"/>
              <a:ext cx="396306" cy="74264"/>
            </a:xfrm>
            <a:prstGeom prst="line">
              <a:avLst/>
            </a:prstGeom>
            <a:noFill/>
            <a:ln w="31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grpSp>
          <p:nvGrpSpPr>
            <p:cNvPr id="212341" name="Group 133">
              <a:extLst>
                <a:ext uri="{FF2B5EF4-FFF2-40B4-BE49-F238E27FC236}">
                  <a16:creationId xmlns:a16="http://schemas.microsoft.com/office/drawing/2014/main" id="{5C7B4077-FF8F-4F36-8865-319F44E6772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44256" y="4681760"/>
              <a:ext cx="513732" cy="157430"/>
              <a:chOff x="2356" y="1300"/>
              <a:chExt cx="555" cy="194"/>
            </a:xfrm>
          </p:grpSpPr>
          <p:sp>
            <p:nvSpPr>
              <p:cNvPr id="212426" name="Oval 407">
                <a:extLst>
                  <a:ext uri="{FF2B5EF4-FFF2-40B4-BE49-F238E27FC236}">
                    <a16:creationId xmlns:a16="http://schemas.microsoft.com/office/drawing/2014/main" id="{203D8191-E987-42D8-9028-2380EA8F2E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31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12427" name="Rectangle 410">
                <a:extLst>
                  <a:ext uri="{FF2B5EF4-FFF2-40B4-BE49-F238E27FC236}">
                    <a16:creationId xmlns:a16="http://schemas.microsoft.com/office/drawing/2014/main" id="{35AC6D45-9F76-4D24-B40E-68DC9F48917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317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12428" name="Oval 411">
                <a:extLst>
                  <a:ext uri="{FF2B5EF4-FFF2-40B4-BE49-F238E27FC236}">
                    <a16:creationId xmlns:a16="http://schemas.microsoft.com/office/drawing/2014/main" id="{9254B169-6F95-484B-9F36-C23FB6A681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31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212429" name="Group 137">
                <a:extLst>
                  <a:ext uri="{FF2B5EF4-FFF2-40B4-BE49-F238E27FC236}">
                    <a16:creationId xmlns:a16="http://schemas.microsoft.com/office/drawing/2014/main" id="{3E6B6F17-5338-4930-B23B-0C4C34F8750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212432" name="Freeform 138">
                  <a:extLst>
                    <a:ext uri="{FF2B5EF4-FFF2-40B4-BE49-F238E27FC236}">
                      <a16:creationId xmlns:a16="http://schemas.microsoft.com/office/drawing/2014/main" id="{E708B7AC-2BEC-4CFF-B801-B2406287183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3175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12433" name="Freeform 139">
                  <a:extLst>
                    <a:ext uri="{FF2B5EF4-FFF2-40B4-BE49-F238E27FC236}">
                      <a16:creationId xmlns:a16="http://schemas.microsoft.com/office/drawing/2014/main" id="{5CD376A4-959C-4B6E-A839-274220A4587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3175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212430" name="Line 140">
                <a:extLst>
                  <a:ext uri="{FF2B5EF4-FFF2-40B4-BE49-F238E27FC236}">
                    <a16:creationId xmlns:a16="http://schemas.microsoft.com/office/drawing/2014/main" id="{4EB7C726-7EFE-4792-A668-D42403E3479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0"/>
                <a:ext cx="0" cy="80"/>
              </a:xfrm>
              <a:prstGeom prst="line">
                <a:avLst/>
              </a:prstGeom>
              <a:noFill/>
              <a:ln w="31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12431" name="Line 141">
                <a:extLst>
                  <a:ext uri="{FF2B5EF4-FFF2-40B4-BE49-F238E27FC236}">
                    <a16:creationId xmlns:a16="http://schemas.microsoft.com/office/drawing/2014/main" id="{C3C43F57-0C08-4173-BC55-FE8C80B1212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7" y="1362"/>
                <a:ext cx="0" cy="84"/>
              </a:xfrm>
              <a:prstGeom prst="line">
                <a:avLst/>
              </a:prstGeom>
              <a:noFill/>
              <a:ln w="31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212342" name="Group 133">
              <a:extLst>
                <a:ext uri="{FF2B5EF4-FFF2-40B4-BE49-F238E27FC236}">
                  <a16:creationId xmlns:a16="http://schemas.microsoft.com/office/drawing/2014/main" id="{6C41CB8A-BDD2-449C-B23B-07D236CBC85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389607" y="4745634"/>
              <a:ext cx="513732" cy="157430"/>
              <a:chOff x="2356" y="1300"/>
              <a:chExt cx="555" cy="194"/>
            </a:xfrm>
          </p:grpSpPr>
          <p:sp>
            <p:nvSpPr>
              <p:cNvPr id="212418" name="Oval 407">
                <a:extLst>
                  <a:ext uri="{FF2B5EF4-FFF2-40B4-BE49-F238E27FC236}">
                    <a16:creationId xmlns:a16="http://schemas.microsoft.com/office/drawing/2014/main" id="{551D5E91-CBB8-4172-A77E-7EBBE56119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31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12419" name="Rectangle 410">
                <a:extLst>
                  <a:ext uri="{FF2B5EF4-FFF2-40B4-BE49-F238E27FC236}">
                    <a16:creationId xmlns:a16="http://schemas.microsoft.com/office/drawing/2014/main" id="{65CFB281-1B19-4EFB-88DE-6EFCA290EA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317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12420" name="Oval 411">
                <a:extLst>
                  <a:ext uri="{FF2B5EF4-FFF2-40B4-BE49-F238E27FC236}">
                    <a16:creationId xmlns:a16="http://schemas.microsoft.com/office/drawing/2014/main" id="{77FE4B75-1BC9-4024-9E16-2C049E1E0F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31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212421" name="Group 137">
                <a:extLst>
                  <a:ext uri="{FF2B5EF4-FFF2-40B4-BE49-F238E27FC236}">
                    <a16:creationId xmlns:a16="http://schemas.microsoft.com/office/drawing/2014/main" id="{7957ED2E-F51C-4A22-86B6-E04CA2A1807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212424" name="Freeform 138">
                  <a:extLst>
                    <a:ext uri="{FF2B5EF4-FFF2-40B4-BE49-F238E27FC236}">
                      <a16:creationId xmlns:a16="http://schemas.microsoft.com/office/drawing/2014/main" id="{538E4BCA-F008-4967-A0B5-510B85DFCFF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3175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12425" name="Freeform 139">
                  <a:extLst>
                    <a:ext uri="{FF2B5EF4-FFF2-40B4-BE49-F238E27FC236}">
                      <a16:creationId xmlns:a16="http://schemas.microsoft.com/office/drawing/2014/main" id="{A9266C41-0A57-4F8D-8026-C2CA8E062F2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3175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212422" name="Line 140">
                <a:extLst>
                  <a:ext uri="{FF2B5EF4-FFF2-40B4-BE49-F238E27FC236}">
                    <a16:creationId xmlns:a16="http://schemas.microsoft.com/office/drawing/2014/main" id="{72F7E46F-4CBC-4ECF-B0A4-DCD630692D1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7" y="1360"/>
                <a:ext cx="0" cy="86"/>
              </a:xfrm>
              <a:prstGeom prst="line">
                <a:avLst/>
              </a:prstGeom>
              <a:noFill/>
              <a:ln w="31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12423" name="Line 141">
                <a:extLst>
                  <a:ext uri="{FF2B5EF4-FFF2-40B4-BE49-F238E27FC236}">
                    <a16:creationId xmlns:a16="http://schemas.microsoft.com/office/drawing/2014/main" id="{B3C75A69-9347-4AED-AD21-0F0D6E6C6D9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8" y="1362"/>
                <a:ext cx="0" cy="86"/>
              </a:xfrm>
              <a:prstGeom prst="line">
                <a:avLst/>
              </a:prstGeom>
              <a:noFill/>
              <a:ln w="31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212343" name="Group 133">
              <a:extLst>
                <a:ext uri="{FF2B5EF4-FFF2-40B4-BE49-F238E27FC236}">
                  <a16:creationId xmlns:a16="http://schemas.microsoft.com/office/drawing/2014/main" id="{C4304F58-0B2E-46B7-92EE-0593D6BBD80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667612" y="4492209"/>
              <a:ext cx="513732" cy="157430"/>
              <a:chOff x="2356" y="1300"/>
              <a:chExt cx="555" cy="194"/>
            </a:xfrm>
          </p:grpSpPr>
          <p:sp>
            <p:nvSpPr>
              <p:cNvPr id="212410" name="Oval 407">
                <a:extLst>
                  <a:ext uri="{FF2B5EF4-FFF2-40B4-BE49-F238E27FC236}">
                    <a16:creationId xmlns:a16="http://schemas.microsoft.com/office/drawing/2014/main" id="{BADDF138-40CF-4025-9123-D0BE4DA401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31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12411" name="Rectangle 410">
                <a:extLst>
                  <a:ext uri="{FF2B5EF4-FFF2-40B4-BE49-F238E27FC236}">
                    <a16:creationId xmlns:a16="http://schemas.microsoft.com/office/drawing/2014/main" id="{B00D7A51-A9F5-49A8-B490-70FD314110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317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12412" name="Oval 411">
                <a:extLst>
                  <a:ext uri="{FF2B5EF4-FFF2-40B4-BE49-F238E27FC236}">
                    <a16:creationId xmlns:a16="http://schemas.microsoft.com/office/drawing/2014/main" id="{6F09210A-BD39-4031-9B78-02AB4C6CDF7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31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212413" name="Group 137">
                <a:extLst>
                  <a:ext uri="{FF2B5EF4-FFF2-40B4-BE49-F238E27FC236}">
                    <a16:creationId xmlns:a16="http://schemas.microsoft.com/office/drawing/2014/main" id="{3EEC2DB9-0441-4661-9A7E-E97DFCD0AA4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212416" name="Freeform 138">
                  <a:extLst>
                    <a:ext uri="{FF2B5EF4-FFF2-40B4-BE49-F238E27FC236}">
                      <a16:creationId xmlns:a16="http://schemas.microsoft.com/office/drawing/2014/main" id="{4DDD9C6F-6F7B-4926-9CF0-D261E3C59EF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3175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12417" name="Freeform 139">
                  <a:extLst>
                    <a:ext uri="{FF2B5EF4-FFF2-40B4-BE49-F238E27FC236}">
                      <a16:creationId xmlns:a16="http://schemas.microsoft.com/office/drawing/2014/main" id="{52274E81-8CE8-496B-A105-DA24266C9D6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3175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212414" name="Line 140">
                <a:extLst>
                  <a:ext uri="{FF2B5EF4-FFF2-40B4-BE49-F238E27FC236}">
                    <a16:creationId xmlns:a16="http://schemas.microsoft.com/office/drawing/2014/main" id="{A1D136E2-0405-4D89-87BD-17B677B3CA2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7" y="1361"/>
                <a:ext cx="0" cy="84"/>
              </a:xfrm>
              <a:prstGeom prst="line">
                <a:avLst/>
              </a:prstGeom>
              <a:noFill/>
              <a:ln w="31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12415" name="Line 141">
                <a:extLst>
                  <a:ext uri="{FF2B5EF4-FFF2-40B4-BE49-F238E27FC236}">
                    <a16:creationId xmlns:a16="http://schemas.microsoft.com/office/drawing/2014/main" id="{6CF7FD56-2641-4B37-8273-3EDC04C48E4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8" y="1363"/>
                <a:ext cx="0" cy="84"/>
              </a:xfrm>
              <a:prstGeom prst="line">
                <a:avLst/>
              </a:prstGeom>
              <a:noFill/>
              <a:ln w="31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212344" name="Group 133">
              <a:extLst>
                <a:ext uri="{FF2B5EF4-FFF2-40B4-BE49-F238E27FC236}">
                  <a16:creationId xmlns:a16="http://schemas.microsoft.com/office/drawing/2014/main" id="{8D16CDCB-0A73-4D17-984D-B495001D1E3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78257" y="4374518"/>
              <a:ext cx="513732" cy="157430"/>
              <a:chOff x="2356" y="1300"/>
              <a:chExt cx="555" cy="194"/>
            </a:xfrm>
          </p:grpSpPr>
          <p:sp>
            <p:nvSpPr>
              <p:cNvPr id="212402" name="Oval 407">
                <a:extLst>
                  <a:ext uri="{FF2B5EF4-FFF2-40B4-BE49-F238E27FC236}">
                    <a16:creationId xmlns:a16="http://schemas.microsoft.com/office/drawing/2014/main" id="{7AE4C362-2F21-4F6F-AD84-43A6327421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31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12403" name="Rectangle 410">
                <a:extLst>
                  <a:ext uri="{FF2B5EF4-FFF2-40B4-BE49-F238E27FC236}">
                    <a16:creationId xmlns:a16="http://schemas.microsoft.com/office/drawing/2014/main" id="{0E516174-33D3-4644-9641-7DF3AF6527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317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12404" name="Oval 411">
                <a:extLst>
                  <a:ext uri="{FF2B5EF4-FFF2-40B4-BE49-F238E27FC236}">
                    <a16:creationId xmlns:a16="http://schemas.microsoft.com/office/drawing/2014/main" id="{276AE2B9-E2D0-4207-BBB7-39ABDAD8E91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31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212405" name="Group 137">
                <a:extLst>
                  <a:ext uri="{FF2B5EF4-FFF2-40B4-BE49-F238E27FC236}">
                    <a16:creationId xmlns:a16="http://schemas.microsoft.com/office/drawing/2014/main" id="{22C0816B-2418-4885-A376-AEC0A483454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212408" name="Freeform 138">
                  <a:extLst>
                    <a:ext uri="{FF2B5EF4-FFF2-40B4-BE49-F238E27FC236}">
                      <a16:creationId xmlns:a16="http://schemas.microsoft.com/office/drawing/2014/main" id="{64C87C9F-8F6A-4528-A351-FCE1017B14D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3175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12409" name="Freeform 139">
                  <a:extLst>
                    <a:ext uri="{FF2B5EF4-FFF2-40B4-BE49-F238E27FC236}">
                      <a16:creationId xmlns:a16="http://schemas.microsoft.com/office/drawing/2014/main" id="{0C6146E8-24D9-4726-B982-FF5BFB3FA01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3175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212406" name="Line 140">
                <a:extLst>
                  <a:ext uri="{FF2B5EF4-FFF2-40B4-BE49-F238E27FC236}">
                    <a16:creationId xmlns:a16="http://schemas.microsoft.com/office/drawing/2014/main" id="{D01BF712-02F4-4113-8FAF-1A6913058C7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1"/>
                <a:ext cx="0" cy="84"/>
              </a:xfrm>
              <a:prstGeom prst="line">
                <a:avLst/>
              </a:prstGeom>
              <a:noFill/>
              <a:ln w="31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12407" name="Line 141">
                <a:extLst>
                  <a:ext uri="{FF2B5EF4-FFF2-40B4-BE49-F238E27FC236}">
                    <a16:creationId xmlns:a16="http://schemas.microsoft.com/office/drawing/2014/main" id="{0E834175-BE87-407F-9BDF-25CE2C9086F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8" y="1363"/>
                <a:ext cx="0" cy="84"/>
              </a:xfrm>
              <a:prstGeom prst="line">
                <a:avLst/>
              </a:prstGeom>
              <a:noFill/>
              <a:ln w="31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212345" name="Group 133">
              <a:extLst>
                <a:ext uri="{FF2B5EF4-FFF2-40B4-BE49-F238E27FC236}">
                  <a16:creationId xmlns:a16="http://schemas.microsoft.com/office/drawing/2014/main" id="{D580243A-63B4-4C51-8812-FFFC945F2AF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97517" y="4879602"/>
              <a:ext cx="513732" cy="157430"/>
              <a:chOff x="2356" y="1300"/>
              <a:chExt cx="555" cy="194"/>
            </a:xfrm>
          </p:grpSpPr>
          <p:sp>
            <p:nvSpPr>
              <p:cNvPr id="212394" name="Oval 407">
                <a:extLst>
                  <a:ext uri="{FF2B5EF4-FFF2-40B4-BE49-F238E27FC236}">
                    <a16:creationId xmlns:a16="http://schemas.microsoft.com/office/drawing/2014/main" id="{FFF9A83C-D6C0-4C29-8ACD-C0EE7AA612A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31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12395" name="Rectangle 410">
                <a:extLst>
                  <a:ext uri="{FF2B5EF4-FFF2-40B4-BE49-F238E27FC236}">
                    <a16:creationId xmlns:a16="http://schemas.microsoft.com/office/drawing/2014/main" id="{D82595EE-E046-46FD-A7FF-B75A9A86272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317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12396" name="Oval 411">
                <a:extLst>
                  <a:ext uri="{FF2B5EF4-FFF2-40B4-BE49-F238E27FC236}">
                    <a16:creationId xmlns:a16="http://schemas.microsoft.com/office/drawing/2014/main" id="{E845FB7C-BC1B-4A92-AFD1-63FE7E133AF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31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212397" name="Group 137">
                <a:extLst>
                  <a:ext uri="{FF2B5EF4-FFF2-40B4-BE49-F238E27FC236}">
                    <a16:creationId xmlns:a16="http://schemas.microsoft.com/office/drawing/2014/main" id="{8951B552-7B8F-4879-BC58-03518FE4C05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212400" name="Freeform 138">
                  <a:extLst>
                    <a:ext uri="{FF2B5EF4-FFF2-40B4-BE49-F238E27FC236}">
                      <a16:creationId xmlns:a16="http://schemas.microsoft.com/office/drawing/2014/main" id="{2A6A4E3B-A316-4CB9-949F-B3F7FB08D19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3175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12401" name="Freeform 139">
                  <a:extLst>
                    <a:ext uri="{FF2B5EF4-FFF2-40B4-BE49-F238E27FC236}">
                      <a16:creationId xmlns:a16="http://schemas.microsoft.com/office/drawing/2014/main" id="{28DDC9F8-17F0-49AF-A0B5-17C0B8A866A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3175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212398" name="Line 140">
                <a:extLst>
                  <a:ext uri="{FF2B5EF4-FFF2-40B4-BE49-F238E27FC236}">
                    <a16:creationId xmlns:a16="http://schemas.microsoft.com/office/drawing/2014/main" id="{90AA3B5C-C6AF-45A1-B0A4-2F39391C3D6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7" y="1361"/>
                <a:ext cx="0" cy="84"/>
              </a:xfrm>
              <a:prstGeom prst="line">
                <a:avLst/>
              </a:prstGeom>
              <a:noFill/>
              <a:ln w="31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12399" name="Line 141">
                <a:extLst>
                  <a:ext uri="{FF2B5EF4-FFF2-40B4-BE49-F238E27FC236}">
                    <a16:creationId xmlns:a16="http://schemas.microsoft.com/office/drawing/2014/main" id="{1997A9CF-F290-4085-A9AB-65661C86B71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8" y="1363"/>
                <a:ext cx="0" cy="84"/>
              </a:xfrm>
              <a:prstGeom prst="line">
                <a:avLst/>
              </a:prstGeom>
              <a:noFill/>
              <a:ln w="31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212346" name="Group 133">
              <a:extLst>
                <a:ext uri="{FF2B5EF4-FFF2-40B4-BE49-F238E27FC236}">
                  <a16:creationId xmlns:a16="http://schemas.microsoft.com/office/drawing/2014/main" id="{F7593456-F279-47DE-9D78-13CC35CF9CD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927730" y="5041361"/>
              <a:ext cx="513732" cy="157430"/>
              <a:chOff x="2356" y="1300"/>
              <a:chExt cx="555" cy="194"/>
            </a:xfrm>
          </p:grpSpPr>
          <p:sp>
            <p:nvSpPr>
              <p:cNvPr id="212386" name="Oval 407">
                <a:extLst>
                  <a:ext uri="{FF2B5EF4-FFF2-40B4-BE49-F238E27FC236}">
                    <a16:creationId xmlns:a16="http://schemas.microsoft.com/office/drawing/2014/main" id="{C2E9C013-6B73-4593-A5AB-6D3E9354F8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31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12387" name="Rectangle 410">
                <a:extLst>
                  <a:ext uri="{FF2B5EF4-FFF2-40B4-BE49-F238E27FC236}">
                    <a16:creationId xmlns:a16="http://schemas.microsoft.com/office/drawing/2014/main" id="{47CD13E3-FD9D-4788-AAF5-F690D67CD91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317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12388" name="Oval 411">
                <a:extLst>
                  <a:ext uri="{FF2B5EF4-FFF2-40B4-BE49-F238E27FC236}">
                    <a16:creationId xmlns:a16="http://schemas.microsoft.com/office/drawing/2014/main" id="{34928653-DEB7-4C2A-A46C-230615A6F0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31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212389" name="Group 137">
                <a:extLst>
                  <a:ext uri="{FF2B5EF4-FFF2-40B4-BE49-F238E27FC236}">
                    <a16:creationId xmlns:a16="http://schemas.microsoft.com/office/drawing/2014/main" id="{A04B4ED0-C24F-49F4-AFB5-021559193DC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212392" name="Freeform 138">
                  <a:extLst>
                    <a:ext uri="{FF2B5EF4-FFF2-40B4-BE49-F238E27FC236}">
                      <a16:creationId xmlns:a16="http://schemas.microsoft.com/office/drawing/2014/main" id="{74848EB6-983D-4339-9F45-38A138E6F23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3175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12393" name="Freeform 139">
                  <a:extLst>
                    <a:ext uri="{FF2B5EF4-FFF2-40B4-BE49-F238E27FC236}">
                      <a16:creationId xmlns:a16="http://schemas.microsoft.com/office/drawing/2014/main" id="{C4A2668E-AB9D-49A2-9983-5B50201934B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3175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212390" name="Line 140">
                <a:extLst>
                  <a:ext uri="{FF2B5EF4-FFF2-40B4-BE49-F238E27FC236}">
                    <a16:creationId xmlns:a16="http://schemas.microsoft.com/office/drawing/2014/main" id="{E7A7167E-F07C-4F58-8B1D-3A94A492C92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7" y="1361"/>
                <a:ext cx="0" cy="84"/>
              </a:xfrm>
              <a:prstGeom prst="line">
                <a:avLst/>
              </a:prstGeom>
              <a:noFill/>
              <a:ln w="31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12391" name="Line 141">
                <a:extLst>
                  <a:ext uri="{FF2B5EF4-FFF2-40B4-BE49-F238E27FC236}">
                    <a16:creationId xmlns:a16="http://schemas.microsoft.com/office/drawing/2014/main" id="{EB23B110-7D33-4498-A8FA-6B2F6C5479C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8" y="1363"/>
                <a:ext cx="0" cy="84"/>
              </a:xfrm>
              <a:prstGeom prst="line">
                <a:avLst/>
              </a:prstGeom>
              <a:noFill/>
              <a:ln w="31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212347" name="Group 133">
              <a:extLst>
                <a:ext uri="{FF2B5EF4-FFF2-40B4-BE49-F238E27FC236}">
                  <a16:creationId xmlns:a16="http://schemas.microsoft.com/office/drawing/2014/main" id="{757A62E4-66A1-4038-83B8-23FCE2E8B24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066981" y="4995528"/>
              <a:ext cx="513732" cy="157430"/>
              <a:chOff x="2356" y="1300"/>
              <a:chExt cx="555" cy="194"/>
            </a:xfrm>
          </p:grpSpPr>
          <p:sp>
            <p:nvSpPr>
              <p:cNvPr id="212378" name="Oval 407">
                <a:extLst>
                  <a:ext uri="{FF2B5EF4-FFF2-40B4-BE49-F238E27FC236}">
                    <a16:creationId xmlns:a16="http://schemas.microsoft.com/office/drawing/2014/main" id="{04603470-3BA5-4046-8AB0-695C709269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31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12379" name="Rectangle 410">
                <a:extLst>
                  <a:ext uri="{FF2B5EF4-FFF2-40B4-BE49-F238E27FC236}">
                    <a16:creationId xmlns:a16="http://schemas.microsoft.com/office/drawing/2014/main" id="{546DEA3F-8BA6-44B7-9707-42582E26A7A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317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12380" name="Oval 411">
                <a:extLst>
                  <a:ext uri="{FF2B5EF4-FFF2-40B4-BE49-F238E27FC236}">
                    <a16:creationId xmlns:a16="http://schemas.microsoft.com/office/drawing/2014/main" id="{BC3CF084-6D26-4601-ACE9-E56C6C0484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31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212381" name="Group 137">
                <a:extLst>
                  <a:ext uri="{FF2B5EF4-FFF2-40B4-BE49-F238E27FC236}">
                    <a16:creationId xmlns:a16="http://schemas.microsoft.com/office/drawing/2014/main" id="{104FAD96-0609-4024-B24D-D7E9C9166E3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212384" name="Freeform 138">
                  <a:extLst>
                    <a:ext uri="{FF2B5EF4-FFF2-40B4-BE49-F238E27FC236}">
                      <a16:creationId xmlns:a16="http://schemas.microsoft.com/office/drawing/2014/main" id="{44635C99-7CE2-4787-8B3A-099E735A5EC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3175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12385" name="Freeform 139">
                  <a:extLst>
                    <a:ext uri="{FF2B5EF4-FFF2-40B4-BE49-F238E27FC236}">
                      <a16:creationId xmlns:a16="http://schemas.microsoft.com/office/drawing/2014/main" id="{1A430061-9720-4C7E-BFBB-E540FD9D6E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3175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212382" name="Line 140">
                <a:extLst>
                  <a:ext uri="{FF2B5EF4-FFF2-40B4-BE49-F238E27FC236}">
                    <a16:creationId xmlns:a16="http://schemas.microsoft.com/office/drawing/2014/main" id="{5092E76B-99D5-4F0E-8C7A-54AF3D3DBEC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1"/>
                <a:ext cx="0" cy="84"/>
              </a:xfrm>
              <a:prstGeom prst="line">
                <a:avLst/>
              </a:prstGeom>
              <a:noFill/>
              <a:ln w="31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12383" name="Line 141">
                <a:extLst>
                  <a:ext uri="{FF2B5EF4-FFF2-40B4-BE49-F238E27FC236}">
                    <a16:creationId xmlns:a16="http://schemas.microsoft.com/office/drawing/2014/main" id="{F868E87D-51AD-4C6A-8A7D-1997EA0B490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8" y="1363"/>
                <a:ext cx="0" cy="84"/>
              </a:xfrm>
              <a:prstGeom prst="line">
                <a:avLst/>
              </a:prstGeom>
              <a:noFill/>
              <a:ln w="31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cxnSp>
          <p:nvCxnSpPr>
            <p:cNvPr id="212348" name="Straight Connector 12">
              <a:extLst>
                <a:ext uri="{FF2B5EF4-FFF2-40B4-BE49-F238E27FC236}">
                  <a16:creationId xmlns:a16="http://schemas.microsoft.com/office/drawing/2014/main" id="{F4CEBDAF-2E34-46F0-B63B-68BE630B915F}"/>
                </a:ext>
              </a:extLst>
            </p:cNvPr>
            <p:cNvCxnSpPr>
              <a:cxnSpLocks noChangeShapeType="1"/>
              <a:endCxn id="212518" idx="1"/>
            </p:cNvCxnSpPr>
            <p:nvPr/>
          </p:nvCxnSpPr>
          <p:spPr bwMode="auto">
            <a:xfrm>
              <a:off x="2382838" y="2609850"/>
              <a:ext cx="238125" cy="261938"/>
            </a:xfrm>
            <a:prstGeom prst="line">
              <a:avLst/>
            </a:prstGeom>
            <a:noFill/>
            <a:ln w="31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12349" name="Straight Connector 500">
              <a:extLst>
                <a:ext uri="{FF2B5EF4-FFF2-40B4-BE49-F238E27FC236}">
                  <a16:creationId xmlns:a16="http://schemas.microsoft.com/office/drawing/2014/main" id="{E26550A6-9674-4167-8C8A-14B737483AC2}"/>
                </a:ext>
              </a:extLst>
            </p:cNvPr>
            <p:cNvCxnSpPr>
              <a:cxnSpLocks noChangeShapeType="1"/>
              <a:stCxn id="212314" idx="8"/>
              <a:endCxn id="212375" idx="2"/>
            </p:cNvCxnSpPr>
            <p:nvPr/>
          </p:nvCxnSpPr>
          <p:spPr bwMode="auto">
            <a:xfrm>
              <a:off x="1455738" y="2990850"/>
              <a:ext cx="38100" cy="309563"/>
            </a:xfrm>
            <a:prstGeom prst="line">
              <a:avLst/>
            </a:prstGeom>
            <a:noFill/>
            <a:ln w="31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12350" name="Straight Connector 501">
              <a:extLst>
                <a:ext uri="{FF2B5EF4-FFF2-40B4-BE49-F238E27FC236}">
                  <a16:creationId xmlns:a16="http://schemas.microsoft.com/office/drawing/2014/main" id="{B3D53C5C-15FB-48CE-8C53-5D587B93AD54}"/>
                </a:ext>
              </a:extLst>
            </p:cNvPr>
            <p:cNvCxnSpPr>
              <a:cxnSpLocks noChangeShapeType="1"/>
              <a:endCxn id="212375" idx="3"/>
            </p:cNvCxnSpPr>
            <p:nvPr/>
          </p:nvCxnSpPr>
          <p:spPr bwMode="auto">
            <a:xfrm>
              <a:off x="1235075" y="3271838"/>
              <a:ext cx="123825" cy="212725"/>
            </a:xfrm>
            <a:prstGeom prst="line">
              <a:avLst/>
            </a:prstGeom>
            <a:noFill/>
            <a:ln w="31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12351" name="Straight Connector 502">
              <a:extLst>
                <a:ext uri="{FF2B5EF4-FFF2-40B4-BE49-F238E27FC236}">
                  <a16:creationId xmlns:a16="http://schemas.microsoft.com/office/drawing/2014/main" id="{DC388EAA-A7AF-4514-BEC3-3A83578ED9FE}"/>
                </a:ext>
              </a:extLst>
            </p:cNvPr>
            <p:cNvCxnSpPr>
              <a:cxnSpLocks noChangeShapeType="1"/>
              <a:endCxn id="212486" idx="1"/>
            </p:cNvCxnSpPr>
            <p:nvPr/>
          </p:nvCxnSpPr>
          <p:spPr bwMode="auto">
            <a:xfrm>
              <a:off x="3916363" y="2411413"/>
              <a:ext cx="307975" cy="573087"/>
            </a:xfrm>
            <a:prstGeom prst="line">
              <a:avLst/>
            </a:prstGeom>
            <a:noFill/>
            <a:ln w="31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12352" name="Straight Connector 503">
              <a:extLst>
                <a:ext uri="{FF2B5EF4-FFF2-40B4-BE49-F238E27FC236}">
                  <a16:creationId xmlns:a16="http://schemas.microsoft.com/office/drawing/2014/main" id="{5472F8C2-88FD-44B6-A254-3A845050DE92}"/>
                </a:ext>
              </a:extLst>
            </p:cNvPr>
            <p:cNvCxnSpPr>
              <a:cxnSpLocks noChangeShapeType="1"/>
              <a:endCxn id="212486" idx="0"/>
            </p:cNvCxnSpPr>
            <p:nvPr/>
          </p:nvCxnSpPr>
          <p:spPr bwMode="auto">
            <a:xfrm flipH="1">
              <a:off x="4425950" y="2389188"/>
              <a:ext cx="384175" cy="579437"/>
            </a:xfrm>
            <a:prstGeom prst="line">
              <a:avLst/>
            </a:prstGeom>
            <a:noFill/>
            <a:ln w="31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12353" name="Straight Connector 504">
              <a:extLst>
                <a:ext uri="{FF2B5EF4-FFF2-40B4-BE49-F238E27FC236}">
                  <a16:creationId xmlns:a16="http://schemas.microsoft.com/office/drawing/2014/main" id="{4A980795-B0B0-47F4-AD29-D55B4AFA131B}"/>
                </a:ext>
              </a:extLst>
            </p:cNvPr>
            <p:cNvCxnSpPr>
              <a:cxnSpLocks noChangeShapeType="1"/>
              <a:endCxn id="212568" idx="0"/>
            </p:cNvCxnSpPr>
            <p:nvPr/>
          </p:nvCxnSpPr>
          <p:spPr bwMode="auto">
            <a:xfrm>
              <a:off x="6770688" y="2900363"/>
              <a:ext cx="215900" cy="1046162"/>
            </a:xfrm>
            <a:prstGeom prst="line">
              <a:avLst/>
            </a:prstGeom>
            <a:noFill/>
            <a:ln w="31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12354" name="Straight Connector 505">
              <a:extLst>
                <a:ext uri="{FF2B5EF4-FFF2-40B4-BE49-F238E27FC236}">
                  <a16:creationId xmlns:a16="http://schemas.microsoft.com/office/drawing/2014/main" id="{E8A37525-72EA-4462-8948-DD56A0E486A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7137400" y="3251200"/>
              <a:ext cx="241300" cy="692150"/>
            </a:xfrm>
            <a:prstGeom prst="line">
              <a:avLst/>
            </a:prstGeom>
            <a:noFill/>
            <a:ln w="31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12355" name="Straight Connector 506">
              <a:extLst>
                <a:ext uri="{FF2B5EF4-FFF2-40B4-BE49-F238E27FC236}">
                  <a16:creationId xmlns:a16="http://schemas.microsoft.com/office/drawing/2014/main" id="{BAD195D2-5ECB-4A3C-BF6D-2DE00923D05F}"/>
                </a:ext>
              </a:extLst>
            </p:cNvPr>
            <p:cNvCxnSpPr>
              <a:cxnSpLocks noChangeShapeType="1"/>
              <a:stCxn id="212318" idx="4"/>
              <a:endCxn id="212563" idx="0"/>
            </p:cNvCxnSpPr>
            <p:nvPr/>
          </p:nvCxnSpPr>
          <p:spPr bwMode="auto">
            <a:xfrm flipH="1">
              <a:off x="7483475" y="4229100"/>
              <a:ext cx="541338" cy="249238"/>
            </a:xfrm>
            <a:prstGeom prst="line">
              <a:avLst/>
            </a:prstGeom>
            <a:noFill/>
            <a:ln w="31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12356" name="Straight Connector 507">
              <a:extLst>
                <a:ext uri="{FF2B5EF4-FFF2-40B4-BE49-F238E27FC236}">
                  <a16:creationId xmlns:a16="http://schemas.microsoft.com/office/drawing/2014/main" id="{A523CCC8-6E6F-4E67-B7EE-F1D9A003C0E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7454900" y="4573588"/>
              <a:ext cx="796925" cy="614362"/>
            </a:xfrm>
            <a:prstGeom prst="line">
              <a:avLst/>
            </a:prstGeom>
            <a:noFill/>
            <a:ln w="31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12357" name="Straight Connector 508">
              <a:extLst>
                <a:ext uri="{FF2B5EF4-FFF2-40B4-BE49-F238E27FC236}">
                  <a16:creationId xmlns:a16="http://schemas.microsoft.com/office/drawing/2014/main" id="{68E2F48A-0268-4844-A4E4-38B977E9075F}"/>
                </a:ext>
              </a:extLst>
            </p:cNvPr>
            <p:cNvCxnSpPr>
              <a:cxnSpLocks noChangeShapeType="1"/>
              <a:endCxn id="212550" idx="5"/>
            </p:cNvCxnSpPr>
            <p:nvPr/>
          </p:nvCxnSpPr>
          <p:spPr bwMode="auto">
            <a:xfrm flipH="1" flipV="1">
              <a:off x="6496050" y="4722813"/>
              <a:ext cx="1047750" cy="966787"/>
            </a:xfrm>
            <a:prstGeom prst="line">
              <a:avLst/>
            </a:prstGeom>
            <a:noFill/>
            <a:ln w="31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12358" name="Straight Connector 509">
              <a:extLst>
                <a:ext uri="{FF2B5EF4-FFF2-40B4-BE49-F238E27FC236}">
                  <a16:creationId xmlns:a16="http://schemas.microsoft.com/office/drawing/2014/main" id="{D6684C84-B450-4ACE-B5A0-2EF84259A3C8}"/>
                </a:ext>
              </a:extLst>
            </p:cNvPr>
            <p:cNvCxnSpPr>
              <a:cxnSpLocks noChangeShapeType="1"/>
              <a:stCxn id="212319" idx="0"/>
              <a:endCxn id="212374" idx="5"/>
            </p:cNvCxnSpPr>
            <p:nvPr/>
          </p:nvCxnSpPr>
          <p:spPr bwMode="auto">
            <a:xfrm flipH="1" flipV="1">
              <a:off x="5084763" y="5684838"/>
              <a:ext cx="520700" cy="169862"/>
            </a:xfrm>
            <a:prstGeom prst="line">
              <a:avLst/>
            </a:prstGeom>
            <a:noFill/>
            <a:ln w="31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12359" name="Straight Connector 510">
              <a:extLst>
                <a:ext uri="{FF2B5EF4-FFF2-40B4-BE49-F238E27FC236}">
                  <a16:creationId xmlns:a16="http://schemas.microsoft.com/office/drawing/2014/main" id="{3A4AFE91-47FF-4DCC-A8D3-0985CF1E073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4068763" y="5045075"/>
              <a:ext cx="371475" cy="973138"/>
            </a:xfrm>
            <a:prstGeom prst="line">
              <a:avLst/>
            </a:prstGeom>
            <a:noFill/>
            <a:ln w="31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12360" name="Straight Connector 511">
              <a:extLst>
                <a:ext uri="{FF2B5EF4-FFF2-40B4-BE49-F238E27FC236}">
                  <a16:creationId xmlns:a16="http://schemas.microsoft.com/office/drawing/2014/main" id="{FB3E58EC-09F3-4405-8AD7-7339E7A374EA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3389313" y="5689600"/>
              <a:ext cx="306387" cy="165100"/>
            </a:xfrm>
            <a:prstGeom prst="line">
              <a:avLst/>
            </a:prstGeom>
            <a:noFill/>
            <a:ln w="31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12361" name="Straight Connector 512">
              <a:extLst>
                <a:ext uri="{FF2B5EF4-FFF2-40B4-BE49-F238E27FC236}">
                  <a16:creationId xmlns:a16="http://schemas.microsoft.com/office/drawing/2014/main" id="{F1B0242D-A92F-40E4-8088-4FF24A00BC4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1790700" y="5160963"/>
              <a:ext cx="401638" cy="209550"/>
            </a:xfrm>
            <a:prstGeom prst="line">
              <a:avLst/>
            </a:prstGeom>
            <a:noFill/>
            <a:ln w="31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12362" name="Straight Connector 513">
              <a:extLst>
                <a:ext uri="{FF2B5EF4-FFF2-40B4-BE49-F238E27FC236}">
                  <a16:creationId xmlns:a16="http://schemas.microsoft.com/office/drawing/2014/main" id="{6995053A-9AEB-45F5-B6F4-0525CABB65F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1179513" y="4467225"/>
              <a:ext cx="227012" cy="282575"/>
            </a:xfrm>
            <a:prstGeom prst="line">
              <a:avLst/>
            </a:prstGeom>
            <a:noFill/>
            <a:ln w="31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12363" name="Straight Connector 514">
              <a:extLst>
                <a:ext uri="{FF2B5EF4-FFF2-40B4-BE49-F238E27FC236}">
                  <a16:creationId xmlns:a16="http://schemas.microsoft.com/office/drawing/2014/main" id="{2BDA41EB-E682-4D7B-8CE9-2B937A84096F}"/>
                </a:ext>
              </a:extLst>
            </p:cNvPr>
            <p:cNvCxnSpPr>
              <a:cxnSpLocks noChangeShapeType="1"/>
              <a:endCxn id="212375" idx="5"/>
            </p:cNvCxnSpPr>
            <p:nvPr/>
          </p:nvCxnSpPr>
          <p:spPr bwMode="auto">
            <a:xfrm flipV="1">
              <a:off x="1155700" y="4368800"/>
              <a:ext cx="203200" cy="7938"/>
            </a:xfrm>
            <a:prstGeom prst="line">
              <a:avLst/>
            </a:prstGeom>
            <a:noFill/>
            <a:ln w="31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12364" name="Oval 14">
              <a:extLst>
                <a:ext uri="{FF2B5EF4-FFF2-40B4-BE49-F238E27FC236}">
                  <a16:creationId xmlns:a16="http://schemas.microsoft.com/office/drawing/2014/main" id="{FC3BD20C-8C60-4C4D-97BD-4A2E47E214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77595" y="2896842"/>
              <a:ext cx="528046" cy="304770"/>
            </a:xfrm>
            <a:prstGeom prst="ellipse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317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Arial" panose="020B0604020202020204" pitchFamily="34" charset="0"/>
              </a:endParaRPr>
            </a:p>
          </p:txBody>
        </p:sp>
        <p:cxnSp>
          <p:nvCxnSpPr>
            <p:cNvPr id="212365" name="Straight Connector 18">
              <a:extLst>
                <a:ext uri="{FF2B5EF4-FFF2-40B4-BE49-F238E27FC236}">
                  <a16:creationId xmlns:a16="http://schemas.microsoft.com/office/drawing/2014/main" id="{48DA6424-D999-41FF-ACED-34E1CDE85CAA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713288" y="3051291"/>
              <a:ext cx="964307" cy="26892"/>
            </a:xfrm>
            <a:prstGeom prst="line">
              <a:avLst/>
            </a:prstGeom>
            <a:noFill/>
            <a:ln w="127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12366" name="Straight Connector 516">
              <a:extLst>
                <a:ext uri="{FF2B5EF4-FFF2-40B4-BE49-F238E27FC236}">
                  <a16:creationId xmlns:a16="http://schemas.microsoft.com/office/drawing/2014/main" id="{B3F35361-08FE-4BEF-910A-EC1BBB1BA82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6139457" y="3169615"/>
              <a:ext cx="691556" cy="784846"/>
            </a:xfrm>
            <a:prstGeom prst="line">
              <a:avLst/>
            </a:prstGeom>
            <a:noFill/>
            <a:ln w="127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12367" name="Straight Connector 515">
              <a:extLst>
                <a:ext uri="{FF2B5EF4-FFF2-40B4-BE49-F238E27FC236}">
                  <a16:creationId xmlns:a16="http://schemas.microsoft.com/office/drawing/2014/main" id="{BA92B8F3-8B3E-4067-AA93-399AC3844CC0}"/>
                </a:ext>
              </a:extLst>
            </p:cNvPr>
            <p:cNvCxnSpPr>
              <a:cxnSpLocks noChangeShapeType="1"/>
              <a:stCxn id="212404" idx="0"/>
            </p:cNvCxnSpPr>
            <p:nvPr/>
          </p:nvCxnSpPr>
          <p:spPr bwMode="auto">
            <a:xfrm flipV="1">
              <a:off x="3832888" y="4233720"/>
              <a:ext cx="190494" cy="141430"/>
            </a:xfrm>
            <a:prstGeom prst="line">
              <a:avLst/>
            </a:prstGeom>
            <a:noFill/>
            <a:ln w="127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12368" name="Oval 521">
              <a:extLst>
                <a:ext uri="{FF2B5EF4-FFF2-40B4-BE49-F238E27FC236}">
                  <a16:creationId xmlns:a16="http://schemas.microsoft.com/office/drawing/2014/main" id="{FAB3DC82-4888-4523-8C6E-4B037910EE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32543" y="3959560"/>
              <a:ext cx="528230" cy="305050"/>
            </a:xfrm>
            <a:prstGeom prst="ellipse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317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rPr>
                <a:t>   </a:t>
              </a:r>
            </a:p>
          </p:txBody>
        </p:sp>
        <p:cxnSp>
          <p:nvCxnSpPr>
            <p:cNvPr id="212369" name="Straight Connector 519">
              <a:extLst>
                <a:ext uri="{FF2B5EF4-FFF2-40B4-BE49-F238E27FC236}">
                  <a16:creationId xmlns:a16="http://schemas.microsoft.com/office/drawing/2014/main" id="{BDF511FC-5C49-48D9-B32B-0D5CA036A897}"/>
                </a:ext>
              </a:extLst>
            </p:cNvPr>
            <p:cNvCxnSpPr>
              <a:cxnSpLocks noChangeShapeType="1"/>
              <a:stCxn id="212368" idx="6"/>
              <a:endCxn id="212602" idx="1"/>
            </p:cNvCxnSpPr>
            <p:nvPr/>
          </p:nvCxnSpPr>
          <p:spPr bwMode="auto">
            <a:xfrm flipV="1">
              <a:off x="4460773" y="3953940"/>
              <a:ext cx="770040" cy="158145"/>
            </a:xfrm>
            <a:prstGeom prst="line">
              <a:avLst/>
            </a:prstGeom>
            <a:noFill/>
            <a:ln w="127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12370" name="Straight Connector 520">
              <a:extLst>
                <a:ext uri="{FF2B5EF4-FFF2-40B4-BE49-F238E27FC236}">
                  <a16:creationId xmlns:a16="http://schemas.microsoft.com/office/drawing/2014/main" id="{A4B6E7BA-0013-4A2A-9832-2BB6B9538475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3692525" y="3789363"/>
              <a:ext cx="342828" cy="205015"/>
            </a:xfrm>
            <a:prstGeom prst="line">
              <a:avLst/>
            </a:prstGeom>
            <a:noFill/>
            <a:ln w="127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12371" name="Straight Connector 7">
              <a:extLst>
                <a:ext uri="{FF2B5EF4-FFF2-40B4-BE49-F238E27FC236}">
                  <a16:creationId xmlns:a16="http://schemas.microsoft.com/office/drawing/2014/main" id="{E242E3AB-96EF-41A5-84AD-81CF7998FBA1}"/>
                </a:ext>
              </a:extLst>
            </p:cNvPr>
            <p:cNvCxnSpPr>
              <a:cxnSpLocks noChangeShapeType="1"/>
              <a:stCxn id="212476" idx="5"/>
              <a:endCxn id="212600" idx="1"/>
            </p:cNvCxnSpPr>
            <p:nvPr/>
          </p:nvCxnSpPr>
          <p:spPr bwMode="auto">
            <a:xfrm>
              <a:off x="4876727" y="3633788"/>
              <a:ext cx="431873" cy="222379"/>
            </a:xfrm>
            <a:prstGeom prst="line">
              <a:avLst/>
            </a:prstGeom>
            <a:noFill/>
            <a:ln w="127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12372" name="Straight Connector 415">
              <a:extLst>
                <a:ext uri="{FF2B5EF4-FFF2-40B4-BE49-F238E27FC236}">
                  <a16:creationId xmlns:a16="http://schemas.microsoft.com/office/drawing/2014/main" id="{B177C090-F0EF-4681-86A9-EBB59C801204}"/>
                </a:ext>
              </a:extLst>
            </p:cNvPr>
            <p:cNvCxnSpPr>
              <a:cxnSpLocks noChangeShapeType="1"/>
              <a:endCxn id="212436" idx="0"/>
            </p:cNvCxnSpPr>
            <p:nvPr/>
          </p:nvCxnSpPr>
          <p:spPr bwMode="auto">
            <a:xfrm flipH="1">
              <a:off x="2406650" y="3753813"/>
              <a:ext cx="282556" cy="511097"/>
            </a:xfrm>
            <a:prstGeom prst="line">
              <a:avLst/>
            </a:prstGeom>
            <a:noFill/>
            <a:ln w="127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12373" name="Straight Connector 523">
              <a:extLst>
                <a:ext uri="{FF2B5EF4-FFF2-40B4-BE49-F238E27FC236}">
                  <a16:creationId xmlns:a16="http://schemas.microsoft.com/office/drawing/2014/main" id="{5D88AC40-3796-4B87-A5E3-49D94EAC27B5}"/>
                </a:ext>
              </a:extLst>
            </p:cNvPr>
            <p:cNvCxnSpPr>
              <a:cxnSpLocks noChangeShapeType="1"/>
              <a:stCxn id="212399" idx="0"/>
            </p:cNvCxnSpPr>
            <p:nvPr/>
          </p:nvCxnSpPr>
          <p:spPr bwMode="auto">
            <a:xfrm flipV="1">
              <a:off x="4307761" y="4626483"/>
              <a:ext cx="844015" cy="304292"/>
            </a:xfrm>
            <a:prstGeom prst="line">
              <a:avLst/>
            </a:prstGeom>
            <a:noFill/>
            <a:ln w="127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12374" name="Oval 6">
              <a:extLst>
                <a:ext uri="{FF2B5EF4-FFF2-40B4-BE49-F238E27FC236}">
                  <a16:creationId xmlns:a16="http://schemas.microsoft.com/office/drawing/2014/main" id="{B818AAAF-CA10-4B3A-9101-4B9C69D483C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40100" y="5359400"/>
              <a:ext cx="2044700" cy="381000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317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212375" name="Oval 517">
              <a:extLst>
                <a:ext uri="{FF2B5EF4-FFF2-40B4-BE49-F238E27FC236}">
                  <a16:creationId xmlns:a16="http://schemas.microsoft.com/office/drawing/2014/main" id="{CC3F1545-8C7C-4C0F-A33E-A88626112B4F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867569" y="3736182"/>
              <a:ext cx="1252537" cy="381000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317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Arial" panose="020B0604020202020204" pitchFamily="34" charset="0"/>
              </a:endParaRPr>
            </a:p>
          </p:txBody>
        </p:sp>
        <p:cxnSp>
          <p:nvCxnSpPr>
            <p:cNvPr id="212376" name="Straight Connector 39941">
              <a:extLst>
                <a:ext uri="{FF2B5EF4-FFF2-40B4-BE49-F238E27FC236}">
                  <a16:creationId xmlns:a16="http://schemas.microsoft.com/office/drawing/2014/main" id="{0220F75E-6B33-43C7-8C67-F06866B6F791}"/>
                </a:ext>
              </a:extLst>
            </p:cNvPr>
            <p:cNvCxnSpPr>
              <a:cxnSpLocks noChangeShapeType="1"/>
              <a:stCxn id="212375" idx="0"/>
              <a:endCxn id="212464" idx="0"/>
            </p:cNvCxnSpPr>
            <p:nvPr/>
          </p:nvCxnSpPr>
          <p:spPr bwMode="auto">
            <a:xfrm flipV="1">
              <a:off x="1684338" y="3654425"/>
              <a:ext cx="758825" cy="273050"/>
            </a:xfrm>
            <a:prstGeom prst="line">
              <a:avLst/>
            </a:prstGeom>
            <a:noFill/>
            <a:ln w="31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12377" name="Straight Connector 524">
              <a:extLst>
                <a:ext uri="{FF2B5EF4-FFF2-40B4-BE49-F238E27FC236}">
                  <a16:creationId xmlns:a16="http://schemas.microsoft.com/office/drawing/2014/main" id="{A063338F-7AB4-4501-9AAC-BE2067DEEA45}"/>
                </a:ext>
              </a:extLst>
            </p:cNvPr>
            <p:cNvCxnSpPr>
              <a:cxnSpLocks noChangeShapeType="1"/>
              <a:endCxn id="212438" idx="1"/>
            </p:cNvCxnSpPr>
            <p:nvPr/>
          </p:nvCxnSpPr>
          <p:spPr bwMode="auto">
            <a:xfrm>
              <a:off x="1685925" y="4111625"/>
              <a:ext cx="466725" cy="269875"/>
            </a:xfrm>
            <a:prstGeom prst="line">
              <a:avLst/>
            </a:prstGeom>
            <a:noFill/>
            <a:ln w="31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211973" name="Group 418">
            <a:extLst>
              <a:ext uri="{FF2B5EF4-FFF2-40B4-BE49-F238E27FC236}">
                <a16:creationId xmlns:a16="http://schemas.microsoft.com/office/drawing/2014/main" id="{CECB72B8-BBA8-4522-9158-5D9F45530D01}"/>
              </a:ext>
            </a:extLst>
          </p:cNvPr>
          <p:cNvGrpSpPr>
            <a:grpSpLocks/>
          </p:cNvGrpSpPr>
          <p:nvPr/>
        </p:nvGrpSpPr>
        <p:grpSpPr bwMode="auto">
          <a:xfrm>
            <a:off x="439738" y="4827588"/>
            <a:ext cx="874712" cy="506412"/>
            <a:chOff x="2889" y="1631"/>
            <a:chExt cx="980" cy="743"/>
          </a:xfrm>
        </p:grpSpPr>
        <p:sp>
          <p:nvSpPr>
            <p:cNvPr id="212304" name="Rectangle 419">
              <a:extLst>
                <a:ext uri="{FF2B5EF4-FFF2-40B4-BE49-F238E27FC236}">
                  <a16:creationId xmlns:a16="http://schemas.microsoft.com/office/drawing/2014/main" id="{BB2973FB-218A-4A77-91A1-8F79024887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46" y="1841"/>
              <a:ext cx="663" cy="533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35249" name="AutoShape 420">
              <a:extLst>
                <a:ext uri="{FF2B5EF4-FFF2-40B4-BE49-F238E27FC236}">
                  <a16:creationId xmlns:a16="http://schemas.microsoft.com/office/drawing/2014/main" id="{F6F2284D-1E09-A64A-A423-35E7CBD883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89" y="1631"/>
              <a:ext cx="980" cy="254"/>
            </a:xfrm>
            <a:prstGeom prst="triangle">
              <a:avLst>
                <a:gd name="adj" fmla="val 50000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extLst>
              <a:ext uri="{91240B29-F687-4f45-9708-019B960494DF}"/>
            </a:extLst>
          </p:spPr>
          <p:txBody>
            <a:bodyPr wrap="none" anchor="ctr"/>
            <a:lstStyle/>
            <a:p>
              <a:pPr algn="ctr">
                <a:defRPr/>
              </a:pPr>
              <a:endParaRPr lang="en-US" sz="2400" dirty="0">
                <a:solidFill>
                  <a:srgbClr val="00CCFF"/>
                </a:solidFill>
                <a:latin typeface="Arial" charset="0"/>
                <a:ea typeface="ＭＳ Ｐゴシック" charset="0"/>
                <a:cs typeface="ＭＳ Ｐゴシック" charset="0"/>
              </a:endParaRPr>
            </a:p>
          </p:txBody>
        </p:sp>
      </p:grpSp>
      <p:sp>
        <p:nvSpPr>
          <p:cNvPr id="211974" name="Line 424">
            <a:extLst>
              <a:ext uri="{FF2B5EF4-FFF2-40B4-BE49-F238E27FC236}">
                <a16:creationId xmlns:a16="http://schemas.microsoft.com/office/drawing/2014/main" id="{C0207CAA-D254-4AE2-B8F8-2BFD2979144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162050" y="5280025"/>
            <a:ext cx="144463" cy="31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12594B2A-14C4-49EA-94F4-A52E9DF6AFBB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760413" y="2065338"/>
            <a:ext cx="7772400" cy="1306512"/>
          </a:xfrm>
        </p:spPr>
        <p:txBody>
          <a:bodyPr/>
          <a:lstStyle/>
          <a:p>
            <a:pPr>
              <a:buSzPct val="100000"/>
              <a:buFont typeface="Wingdings" panose="05000000000000000000" pitchFamily="2" charset="2"/>
              <a:buChar char="§"/>
            </a:pPr>
            <a:r>
              <a:rPr lang="en-US" altLang="en-US" dirty="0">
                <a:ea typeface="ＭＳ Ｐゴシック" panose="020B0600070205080204" pitchFamily="34" charset="-128"/>
              </a:rPr>
              <a:t>subscriber </a:t>
            </a:r>
            <a:r>
              <a:rPr lang="en-US" altLang="en-US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requests content</a:t>
            </a:r>
            <a:r>
              <a:rPr lang="en-US" altLang="en-US" dirty="0">
                <a:ea typeface="ＭＳ Ｐゴシック" panose="020B0600070205080204" pitchFamily="34" charset="-128"/>
              </a:rPr>
              <a:t> from CDN</a:t>
            </a:r>
          </a:p>
        </p:txBody>
      </p:sp>
      <p:grpSp>
        <p:nvGrpSpPr>
          <p:cNvPr id="106942" name="Group 792">
            <a:extLst>
              <a:ext uri="{FF2B5EF4-FFF2-40B4-BE49-F238E27FC236}">
                <a16:creationId xmlns:a16="http://schemas.microsoft.com/office/drawing/2014/main" id="{8B0FC505-17AF-406B-8B46-E049C3740169}"/>
              </a:ext>
            </a:extLst>
          </p:cNvPr>
          <p:cNvGrpSpPr>
            <a:grpSpLocks/>
          </p:cNvGrpSpPr>
          <p:nvPr/>
        </p:nvGrpSpPr>
        <p:grpSpPr bwMode="auto">
          <a:xfrm>
            <a:off x="3221038" y="5776913"/>
            <a:ext cx="349250" cy="679450"/>
            <a:chOff x="7923189" y="2486664"/>
            <a:chExt cx="360377" cy="884585"/>
          </a:xfrm>
        </p:grpSpPr>
        <p:pic>
          <p:nvPicPr>
            <p:cNvPr id="212270" name="Picture 3">
              <a:extLst>
                <a:ext uri="{FF2B5EF4-FFF2-40B4-BE49-F238E27FC236}">
                  <a16:creationId xmlns:a16="http://schemas.microsoft.com/office/drawing/2014/main" id="{4DBB651E-6CF0-480B-8839-944D801971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43998" y="2486664"/>
              <a:ext cx="239568" cy="5365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212271" name="Group 950">
              <a:extLst>
                <a:ext uri="{FF2B5EF4-FFF2-40B4-BE49-F238E27FC236}">
                  <a16:creationId xmlns:a16="http://schemas.microsoft.com/office/drawing/2014/main" id="{1F1046B7-2837-4F82-81EA-726A9D6E8F9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923189" y="2890236"/>
              <a:ext cx="227012" cy="481013"/>
              <a:chOff x="4140" y="429"/>
              <a:chExt cx="1425" cy="2396"/>
            </a:xfrm>
          </p:grpSpPr>
          <p:sp>
            <p:nvSpPr>
              <p:cNvPr id="212272" name="Freeform 951">
                <a:extLst>
                  <a:ext uri="{FF2B5EF4-FFF2-40B4-BE49-F238E27FC236}">
                    <a16:creationId xmlns:a16="http://schemas.microsoft.com/office/drawing/2014/main" id="{AA0AB927-3555-413C-A2BA-AFE28B0CD06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2 w 354"/>
                  <a:gd name="T1" fmla="*/ 0 h 2742"/>
                  <a:gd name="T2" fmla="*/ 4 w 354"/>
                  <a:gd name="T3" fmla="*/ 9 h 2742"/>
                  <a:gd name="T4" fmla="*/ 4 w 354"/>
                  <a:gd name="T5" fmla="*/ 69 h 2742"/>
                  <a:gd name="T6" fmla="*/ 0 w 354"/>
                  <a:gd name="T7" fmla="*/ 72 h 2742"/>
                  <a:gd name="T8" fmla="*/ 2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12273" name="Rectangle 952">
                <a:extLst>
                  <a:ext uri="{FF2B5EF4-FFF2-40B4-BE49-F238E27FC236}">
                    <a16:creationId xmlns:a16="http://schemas.microsoft.com/office/drawing/2014/main" id="{C5CBDC5E-99FC-46B0-A7D8-0EC2AE851E9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429"/>
                <a:ext cx="1046" cy="2285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274" name="Freeform 953">
                <a:extLst>
                  <a:ext uri="{FF2B5EF4-FFF2-40B4-BE49-F238E27FC236}">
                    <a16:creationId xmlns:a16="http://schemas.microsoft.com/office/drawing/2014/main" id="{D1C70BDB-A321-4F3D-B98E-BD6133890B5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2 w 211"/>
                  <a:gd name="T3" fmla="*/ 7 h 2537"/>
                  <a:gd name="T4" fmla="*/ 2 w 211"/>
                  <a:gd name="T5" fmla="*/ 65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12275" name="Freeform 954">
                <a:extLst>
                  <a:ext uri="{FF2B5EF4-FFF2-40B4-BE49-F238E27FC236}">
                    <a16:creationId xmlns:a16="http://schemas.microsoft.com/office/drawing/2014/main" id="{19961095-FFA9-4F26-8309-8C7778B77D3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4 w 328"/>
                  <a:gd name="T3" fmla="*/ 4 h 226"/>
                  <a:gd name="T4" fmla="*/ 4 w 328"/>
                  <a:gd name="T5" fmla="*/ 7 h 226"/>
                  <a:gd name="T6" fmla="*/ 0 w 328"/>
                  <a:gd name="T7" fmla="*/ 3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12276" name="Rectangle 955">
                <a:extLst>
                  <a:ext uri="{FF2B5EF4-FFF2-40B4-BE49-F238E27FC236}">
                    <a16:creationId xmlns:a16="http://schemas.microsoft.com/office/drawing/2014/main" id="{3CF3CFEB-C47C-42C7-974B-001297EC49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690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grpSp>
            <p:nvGrpSpPr>
              <p:cNvPr id="212277" name="Group 956">
                <a:extLst>
                  <a:ext uri="{FF2B5EF4-FFF2-40B4-BE49-F238E27FC236}">
                    <a16:creationId xmlns:a16="http://schemas.microsoft.com/office/drawing/2014/main" id="{D0BF50B8-7017-49DE-9FF7-B8FFF72D970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212302" name="AutoShape 957">
                  <a:extLst>
                    <a:ext uri="{FF2B5EF4-FFF2-40B4-BE49-F238E27FC236}">
                      <a16:creationId xmlns:a16="http://schemas.microsoft.com/office/drawing/2014/main" id="{F7758E3C-FC62-4C00-B25D-D77A69749B7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66"/>
                  <a:ext cx="721" cy="14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12303" name="AutoShape 958">
                  <a:extLst>
                    <a:ext uri="{FF2B5EF4-FFF2-40B4-BE49-F238E27FC236}">
                      <a16:creationId xmlns:a16="http://schemas.microsoft.com/office/drawing/2014/main" id="{DF86AECB-847A-41D9-AEA8-6EB5BCE272B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1"/>
                  <a:ext cx="696" cy="114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212278" name="Rectangle 959">
                <a:extLst>
                  <a:ext uri="{FF2B5EF4-FFF2-40B4-BE49-F238E27FC236}">
                    <a16:creationId xmlns:a16="http://schemas.microsoft.com/office/drawing/2014/main" id="{8B485859-E132-4989-B6AD-6F35836BAC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022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grpSp>
            <p:nvGrpSpPr>
              <p:cNvPr id="212279" name="Group 960">
                <a:extLst>
                  <a:ext uri="{FF2B5EF4-FFF2-40B4-BE49-F238E27FC236}">
                    <a16:creationId xmlns:a16="http://schemas.microsoft.com/office/drawing/2014/main" id="{8FED5284-BA17-4D16-B0AD-EB4841F95F9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212300" name="AutoShape 961">
                  <a:extLst>
                    <a:ext uri="{FF2B5EF4-FFF2-40B4-BE49-F238E27FC236}">
                      <a16:creationId xmlns:a16="http://schemas.microsoft.com/office/drawing/2014/main" id="{296446BC-5D9D-43CB-B71A-96B400CB0EA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2564"/>
                  <a:ext cx="721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12301" name="AutoShape 962">
                  <a:extLst>
                    <a:ext uri="{FF2B5EF4-FFF2-40B4-BE49-F238E27FC236}">
                      <a16:creationId xmlns:a16="http://schemas.microsoft.com/office/drawing/2014/main" id="{F6F1F662-2170-421D-8929-FB6452A60F8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8" y="2581"/>
                  <a:ext cx="696" cy="107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212280" name="Rectangle 963">
                <a:extLst>
                  <a:ext uri="{FF2B5EF4-FFF2-40B4-BE49-F238E27FC236}">
                    <a16:creationId xmlns:a16="http://schemas.microsoft.com/office/drawing/2014/main" id="{54084D94-4E7C-4861-804F-59EBBD467B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354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281" name="Rectangle 964">
                <a:extLst>
                  <a:ext uri="{FF2B5EF4-FFF2-40B4-BE49-F238E27FC236}">
                    <a16:creationId xmlns:a16="http://schemas.microsoft.com/office/drawing/2014/main" id="{CEA54308-9C37-440D-BC44-29962EEB4A2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30" y="1655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grpSp>
            <p:nvGrpSpPr>
              <p:cNvPr id="212282" name="Group 965">
                <a:extLst>
                  <a:ext uri="{FF2B5EF4-FFF2-40B4-BE49-F238E27FC236}">
                    <a16:creationId xmlns:a16="http://schemas.microsoft.com/office/drawing/2014/main" id="{AF8C2EAA-BEEA-422C-93D8-270885C7645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212298" name="AutoShape 966">
                  <a:extLst>
                    <a:ext uri="{FF2B5EF4-FFF2-40B4-BE49-F238E27FC236}">
                      <a16:creationId xmlns:a16="http://schemas.microsoft.com/office/drawing/2014/main" id="{7C6AA28B-F07D-467A-8AC8-85C46059E0D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8" y="2586"/>
                  <a:ext cx="720" cy="12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12299" name="AutoShape 967">
                  <a:extLst>
                    <a:ext uri="{FF2B5EF4-FFF2-40B4-BE49-F238E27FC236}">
                      <a16:creationId xmlns:a16="http://schemas.microsoft.com/office/drawing/2014/main" id="{866350CF-4CA7-45B8-ABA8-7CB86BC587A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0" y="2586"/>
                  <a:ext cx="695" cy="10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212283" name="Freeform 968">
                <a:extLst>
                  <a:ext uri="{FF2B5EF4-FFF2-40B4-BE49-F238E27FC236}">
                    <a16:creationId xmlns:a16="http://schemas.microsoft.com/office/drawing/2014/main" id="{14D094D3-3AD6-4C96-BE93-7DB543A7AF4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4 w 328"/>
                  <a:gd name="T3" fmla="*/ 3 h 226"/>
                  <a:gd name="T4" fmla="*/ 4 w 328"/>
                  <a:gd name="T5" fmla="*/ 6 h 226"/>
                  <a:gd name="T6" fmla="*/ 0 w 328"/>
                  <a:gd name="T7" fmla="*/ 2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212284" name="Group 969">
                <a:extLst>
                  <a:ext uri="{FF2B5EF4-FFF2-40B4-BE49-F238E27FC236}">
                    <a16:creationId xmlns:a16="http://schemas.microsoft.com/office/drawing/2014/main" id="{89F8E44D-80AB-4FBA-BD20-A075A045E4E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212296" name="AutoShape 970">
                  <a:extLst>
                    <a:ext uri="{FF2B5EF4-FFF2-40B4-BE49-F238E27FC236}">
                      <a16:creationId xmlns:a16="http://schemas.microsoft.com/office/drawing/2014/main" id="{E80C289F-9844-484C-A301-2F16E9C874E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71"/>
                  <a:ext cx="732" cy="13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12297" name="AutoShape 971">
                  <a:extLst>
                    <a:ext uri="{FF2B5EF4-FFF2-40B4-BE49-F238E27FC236}">
                      <a16:creationId xmlns:a16="http://schemas.microsoft.com/office/drawing/2014/main" id="{B4B85AC5-4A7B-44A7-8A33-E51EABB2268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7"/>
                  <a:ext cx="720" cy="103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212285" name="Rectangle 972">
                <a:extLst>
                  <a:ext uri="{FF2B5EF4-FFF2-40B4-BE49-F238E27FC236}">
                    <a16:creationId xmlns:a16="http://schemas.microsoft.com/office/drawing/2014/main" id="{EF21238D-1E1B-44DA-B257-435642FCCD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46" y="429"/>
                <a:ext cx="70" cy="2285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286" name="Freeform 973">
                <a:extLst>
                  <a:ext uri="{FF2B5EF4-FFF2-40B4-BE49-F238E27FC236}">
                    <a16:creationId xmlns:a16="http://schemas.microsoft.com/office/drawing/2014/main" id="{65772F7E-9E33-45C4-9B04-914BEAF88E2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4 w 296"/>
                  <a:gd name="T3" fmla="*/ 3 h 256"/>
                  <a:gd name="T4" fmla="*/ 4 w 296"/>
                  <a:gd name="T5" fmla="*/ 6 h 256"/>
                  <a:gd name="T6" fmla="*/ 0 w 296"/>
                  <a:gd name="T7" fmla="*/ 2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12287" name="Freeform 974">
                <a:extLst>
                  <a:ext uri="{FF2B5EF4-FFF2-40B4-BE49-F238E27FC236}">
                    <a16:creationId xmlns:a16="http://schemas.microsoft.com/office/drawing/2014/main" id="{6A6FEEB6-ED6C-4D54-9351-3BF5A3B941C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4 w 304"/>
                  <a:gd name="T3" fmla="*/ 5 h 288"/>
                  <a:gd name="T4" fmla="*/ 3 w 304"/>
                  <a:gd name="T5" fmla="*/ 8 h 288"/>
                  <a:gd name="T6" fmla="*/ 2 w 304"/>
                  <a:gd name="T7" fmla="*/ 3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12288" name="Oval 975">
                <a:extLst>
                  <a:ext uri="{FF2B5EF4-FFF2-40B4-BE49-F238E27FC236}">
                    <a16:creationId xmlns:a16="http://schemas.microsoft.com/office/drawing/2014/main" id="{57058A41-EFE4-4D28-B950-82D00C235DF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5" y="2611"/>
                <a:ext cx="50" cy="95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289" name="Freeform 976">
                <a:extLst>
                  <a:ext uri="{FF2B5EF4-FFF2-40B4-BE49-F238E27FC236}">
                    <a16:creationId xmlns:a16="http://schemas.microsoft.com/office/drawing/2014/main" id="{F9E183FA-E996-42ED-B78D-AC06FBCE8C3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3 h 240"/>
                  <a:gd name="T2" fmla="*/ 2 w 306"/>
                  <a:gd name="T3" fmla="*/ 7 h 240"/>
                  <a:gd name="T4" fmla="*/ 4 w 306"/>
                  <a:gd name="T5" fmla="*/ 3 h 240"/>
                  <a:gd name="T6" fmla="*/ 4 w 306"/>
                  <a:gd name="T7" fmla="*/ 0 h 240"/>
                  <a:gd name="T8" fmla="*/ 0 w 306"/>
                  <a:gd name="T9" fmla="*/ 3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12290" name="AutoShape 977">
                <a:extLst>
                  <a:ext uri="{FF2B5EF4-FFF2-40B4-BE49-F238E27FC236}">
                    <a16:creationId xmlns:a16="http://schemas.microsoft.com/office/drawing/2014/main" id="{2782238F-5867-4FD4-AB6C-D4ACBF21B77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75"/>
                <a:ext cx="1196" cy="150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291" name="AutoShape 978">
                <a:extLst>
                  <a:ext uri="{FF2B5EF4-FFF2-40B4-BE49-F238E27FC236}">
                    <a16:creationId xmlns:a16="http://schemas.microsoft.com/office/drawing/2014/main" id="{46D8CF23-49FE-4FC3-A64B-06E44BABAC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2714"/>
                <a:ext cx="1066" cy="7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chemeClr val="tx2"/>
                  </a:gs>
                  <a:gs pos="100000">
                    <a:schemeClr val="bg2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292" name="Oval 979">
                <a:extLst>
                  <a:ext uri="{FF2B5EF4-FFF2-40B4-BE49-F238E27FC236}">
                    <a16:creationId xmlns:a16="http://schemas.microsoft.com/office/drawing/2014/main" id="{35213223-FE91-4B2E-9CA7-703C0D7962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9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293" name="Oval 980">
                <a:extLst>
                  <a:ext uri="{FF2B5EF4-FFF2-40B4-BE49-F238E27FC236}">
                    <a16:creationId xmlns:a16="http://schemas.microsoft.com/office/drawing/2014/main" id="{BEF760C1-758C-46CF-BBE4-1889EA9881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9" y="2382"/>
                <a:ext cx="159" cy="142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1800">
                  <a:solidFill>
                    <a:srgbClr val="FF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294" name="Oval 981">
                <a:extLst>
                  <a:ext uri="{FF2B5EF4-FFF2-40B4-BE49-F238E27FC236}">
                    <a16:creationId xmlns:a16="http://schemas.microsoft.com/office/drawing/2014/main" id="{FD13F371-727A-4F0B-82F3-178439F87D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8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295" name="Rectangle 982">
                <a:extLst>
                  <a:ext uri="{FF2B5EF4-FFF2-40B4-BE49-F238E27FC236}">
                    <a16:creationId xmlns:a16="http://schemas.microsoft.com/office/drawing/2014/main" id="{2E72C492-34E1-41E0-A22A-5E6B4FE60EA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7" y="1837"/>
                <a:ext cx="80" cy="759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</p:grpSp>
      </p:grpSp>
      <p:grpSp>
        <p:nvGrpSpPr>
          <p:cNvPr id="106983" name="Group 827">
            <a:extLst>
              <a:ext uri="{FF2B5EF4-FFF2-40B4-BE49-F238E27FC236}">
                <a16:creationId xmlns:a16="http://schemas.microsoft.com/office/drawing/2014/main" id="{2033CBC5-7FDA-43C4-BF0F-0A6766B95384}"/>
              </a:ext>
            </a:extLst>
          </p:cNvPr>
          <p:cNvGrpSpPr>
            <a:grpSpLocks/>
          </p:cNvGrpSpPr>
          <p:nvPr/>
        </p:nvGrpSpPr>
        <p:grpSpPr bwMode="auto">
          <a:xfrm>
            <a:off x="4387850" y="3556000"/>
            <a:ext cx="347663" cy="679450"/>
            <a:chOff x="7923189" y="2486664"/>
            <a:chExt cx="360377" cy="884585"/>
          </a:xfrm>
        </p:grpSpPr>
        <p:pic>
          <p:nvPicPr>
            <p:cNvPr id="212236" name="Picture 3">
              <a:extLst>
                <a:ext uri="{FF2B5EF4-FFF2-40B4-BE49-F238E27FC236}">
                  <a16:creationId xmlns:a16="http://schemas.microsoft.com/office/drawing/2014/main" id="{A8D6E3EE-372C-4EB3-9207-29A392B6896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43998" y="2486664"/>
              <a:ext cx="239568" cy="5365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212237" name="Group 950">
              <a:extLst>
                <a:ext uri="{FF2B5EF4-FFF2-40B4-BE49-F238E27FC236}">
                  <a16:creationId xmlns:a16="http://schemas.microsoft.com/office/drawing/2014/main" id="{384889DD-8030-43DF-BB81-3F63A4A6D42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923189" y="2890236"/>
              <a:ext cx="227012" cy="481013"/>
              <a:chOff x="4140" y="429"/>
              <a:chExt cx="1425" cy="2396"/>
            </a:xfrm>
          </p:grpSpPr>
          <p:sp>
            <p:nvSpPr>
              <p:cNvPr id="212238" name="Freeform 951">
                <a:extLst>
                  <a:ext uri="{FF2B5EF4-FFF2-40B4-BE49-F238E27FC236}">
                    <a16:creationId xmlns:a16="http://schemas.microsoft.com/office/drawing/2014/main" id="{A4BD68C6-B09E-4A34-82EA-0B66DD64167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2 w 354"/>
                  <a:gd name="T1" fmla="*/ 0 h 2742"/>
                  <a:gd name="T2" fmla="*/ 4 w 354"/>
                  <a:gd name="T3" fmla="*/ 9 h 2742"/>
                  <a:gd name="T4" fmla="*/ 4 w 354"/>
                  <a:gd name="T5" fmla="*/ 69 h 2742"/>
                  <a:gd name="T6" fmla="*/ 0 w 354"/>
                  <a:gd name="T7" fmla="*/ 72 h 2742"/>
                  <a:gd name="T8" fmla="*/ 2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12239" name="Rectangle 952">
                <a:extLst>
                  <a:ext uri="{FF2B5EF4-FFF2-40B4-BE49-F238E27FC236}">
                    <a16:creationId xmlns:a16="http://schemas.microsoft.com/office/drawing/2014/main" id="{73FF1A3B-D7A2-4B1E-8E5D-81274F3F58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429"/>
                <a:ext cx="1046" cy="2285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240" name="Freeform 953">
                <a:extLst>
                  <a:ext uri="{FF2B5EF4-FFF2-40B4-BE49-F238E27FC236}">
                    <a16:creationId xmlns:a16="http://schemas.microsoft.com/office/drawing/2014/main" id="{C35B9C7D-1D6E-42E3-864C-30B62405E8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2 w 211"/>
                  <a:gd name="T3" fmla="*/ 7 h 2537"/>
                  <a:gd name="T4" fmla="*/ 2 w 211"/>
                  <a:gd name="T5" fmla="*/ 65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12241" name="Freeform 954">
                <a:extLst>
                  <a:ext uri="{FF2B5EF4-FFF2-40B4-BE49-F238E27FC236}">
                    <a16:creationId xmlns:a16="http://schemas.microsoft.com/office/drawing/2014/main" id="{3DFF4717-24C2-4948-B586-BD9A565AE90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4 w 328"/>
                  <a:gd name="T3" fmla="*/ 4 h 226"/>
                  <a:gd name="T4" fmla="*/ 4 w 328"/>
                  <a:gd name="T5" fmla="*/ 7 h 226"/>
                  <a:gd name="T6" fmla="*/ 0 w 328"/>
                  <a:gd name="T7" fmla="*/ 3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12242" name="Rectangle 955">
                <a:extLst>
                  <a:ext uri="{FF2B5EF4-FFF2-40B4-BE49-F238E27FC236}">
                    <a16:creationId xmlns:a16="http://schemas.microsoft.com/office/drawing/2014/main" id="{B9905500-FAA7-4295-98D1-3B854A69E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690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grpSp>
            <p:nvGrpSpPr>
              <p:cNvPr id="212243" name="Group 956">
                <a:extLst>
                  <a:ext uri="{FF2B5EF4-FFF2-40B4-BE49-F238E27FC236}">
                    <a16:creationId xmlns:a16="http://schemas.microsoft.com/office/drawing/2014/main" id="{98B3D0A7-69BA-4F1F-B99A-7672E748E69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212268" name="AutoShape 957">
                  <a:extLst>
                    <a:ext uri="{FF2B5EF4-FFF2-40B4-BE49-F238E27FC236}">
                      <a16:creationId xmlns:a16="http://schemas.microsoft.com/office/drawing/2014/main" id="{A47F7507-43CB-4002-B33F-3FCDAA81855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66"/>
                  <a:ext cx="721" cy="14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12269" name="AutoShape 958">
                  <a:extLst>
                    <a:ext uri="{FF2B5EF4-FFF2-40B4-BE49-F238E27FC236}">
                      <a16:creationId xmlns:a16="http://schemas.microsoft.com/office/drawing/2014/main" id="{DCC6FD0F-5736-4010-985A-9513BEB4552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1"/>
                  <a:ext cx="696" cy="114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212244" name="Rectangle 959">
                <a:extLst>
                  <a:ext uri="{FF2B5EF4-FFF2-40B4-BE49-F238E27FC236}">
                    <a16:creationId xmlns:a16="http://schemas.microsoft.com/office/drawing/2014/main" id="{EC4BAB25-76A0-486A-8E09-29845FCCEF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022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grpSp>
            <p:nvGrpSpPr>
              <p:cNvPr id="212245" name="Group 960">
                <a:extLst>
                  <a:ext uri="{FF2B5EF4-FFF2-40B4-BE49-F238E27FC236}">
                    <a16:creationId xmlns:a16="http://schemas.microsoft.com/office/drawing/2014/main" id="{8AA60445-F283-45D6-9EF6-BFF0C275FEF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212266" name="AutoShape 961">
                  <a:extLst>
                    <a:ext uri="{FF2B5EF4-FFF2-40B4-BE49-F238E27FC236}">
                      <a16:creationId xmlns:a16="http://schemas.microsoft.com/office/drawing/2014/main" id="{55DDFCDD-A97D-4549-890F-B952EFB54DA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2564"/>
                  <a:ext cx="721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12267" name="AutoShape 962">
                  <a:extLst>
                    <a:ext uri="{FF2B5EF4-FFF2-40B4-BE49-F238E27FC236}">
                      <a16:creationId xmlns:a16="http://schemas.microsoft.com/office/drawing/2014/main" id="{5F9F9953-E567-4C20-AE17-8735C4966C7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8" y="2581"/>
                  <a:ext cx="696" cy="107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212246" name="Rectangle 963">
                <a:extLst>
                  <a:ext uri="{FF2B5EF4-FFF2-40B4-BE49-F238E27FC236}">
                    <a16:creationId xmlns:a16="http://schemas.microsoft.com/office/drawing/2014/main" id="{AE723E83-7EF8-4B62-BD4A-AB862C00E0E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354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247" name="Rectangle 964">
                <a:extLst>
                  <a:ext uri="{FF2B5EF4-FFF2-40B4-BE49-F238E27FC236}">
                    <a16:creationId xmlns:a16="http://schemas.microsoft.com/office/drawing/2014/main" id="{4E6543F2-C24F-40DC-87A1-5D2FFB234AF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30" y="1655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grpSp>
            <p:nvGrpSpPr>
              <p:cNvPr id="212248" name="Group 965">
                <a:extLst>
                  <a:ext uri="{FF2B5EF4-FFF2-40B4-BE49-F238E27FC236}">
                    <a16:creationId xmlns:a16="http://schemas.microsoft.com/office/drawing/2014/main" id="{130C071D-3B12-45F6-B119-FF8106FCBF1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212264" name="AutoShape 966">
                  <a:extLst>
                    <a:ext uri="{FF2B5EF4-FFF2-40B4-BE49-F238E27FC236}">
                      <a16:creationId xmlns:a16="http://schemas.microsoft.com/office/drawing/2014/main" id="{FB20589D-33D1-41AE-B51A-8C68C5CBAC1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8" y="2586"/>
                  <a:ext cx="720" cy="12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12265" name="AutoShape 967">
                  <a:extLst>
                    <a:ext uri="{FF2B5EF4-FFF2-40B4-BE49-F238E27FC236}">
                      <a16:creationId xmlns:a16="http://schemas.microsoft.com/office/drawing/2014/main" id="{D80F1AD4-C749-4545-9D57-DB54A3C2B21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0" y="2586"/>
                  <a:ext cx="695" cy="10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212249" name="Freeform 968">
                <a:extLst>
                  <a:ext uri="{FF2B5EF4-FFF2-40B4-BE49-F238E27FC236}">
                    <a16:creationId xmlns:a16="http://schemas.microsoft.com/office/drawing/2014/main" id="{D583453D-851F-4251-8C95-68D0951FE84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4 w 328"/>
                  <a:gd name="T3" fmla="*/ 3 h 226"/>
                  <a:gd name="T4" fmla="*/ 4 w 328"/>
                  <a:gd name="T5" fmla="*/ 6 h 226"/>
                  <a:gd name="T6" fmla="*/ 0 w 328"/>
                  <a:gd name="T7" fmla="*/ 2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212250" name="Group 969">
                <a:extLst>
                  <a:ext uri="{FF2B5EF4-FFF2-40B4-BE49-F238E27FC236}">
                    <a16:creationId xmlns:a16="http://schemas.microsoft.com/office/drawing/2014/main" id="{3714C848-9032-4022-A781-FE3B2E80C8D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212262" name="AutoShape 970">
                  <a:extLst>
                    <a:ext uri="{FF2B5EF4-FFF2-40B4-BE49-F238E27FC236}">
                      <a16:creationId xmlns:a16="http://schemas.microsoft.com/office/drawing/2014/main" id="{29AF50DF-1C3B-47C3-85AA-F5290834142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71"/>
                  <a:ext cx="732" cy="13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12263" name="AutoShape 971">
                  <a:extLst>
                    <a:ext uri="{FF2B5EF4-FFF2-40B4-BE49-F238E27FC236}">
                      <a16:creationId xmlns:a16="http://schemas.microsoft.com/office/drawing/2014/main" id="{B05F0D1F-D5AD-4C1A-8388-6388EE2F474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7"/>
                  <a:ext cx="720" cy="103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212251" name="Rectangle 972">
                <a:extLst>
                  <a:ext uri="{FF2B5EF4-FFF2-40B4-BE49-F238E27FC236}">
                    <a16:creationId xmlns:a16="http://schemas.microsoft.com/office/drawing/2014/main" id="{0A26A793-903A-465E-9D5D-142F94A76BA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46" y="429"/>
                <a:ext cx="70" cy="2285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252" name="Freeform 973">
                <a:extLst>
                  <a:ext uri="{FF2B5EF4-FFF2-40B4-BE49-F238E27FC236}">
                    <a16:creationId xmlns:a16="http://schemas.microsoft.com/office/drawing/2014/main" id="{AF6FC961-046D-4518-9785-F7B29F1285A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4 w 296"/>
                  <a:gd name="T3" fmla="*/ 3 h 256"/>
                  <a:gd name="T4" fmla="*/ 4 w 296"/>
                  <a:gd name="T5" fmla="*/ 6 h 256"/>
                  <a:gd name="T6" fmla="*/ 0 w 296"/>
                  <a:gd name="T7" fmla="*/ 2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12253" name="Freeform 974">
                <a:extLst>
                  <a:ext uri="{FF2B5EF4-FFF2-40B4-BE49-F238E27FC236}">
                    <a16:creationId xmlns:a16="http://schemas.microsoft.com/office/drawing/2014/main" id="{1B3E4788-EF7C-44D9-9816-5008A271A7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4 w 304"/>
                  <a:gd name="T3" fmla="*/ 5 h 288"/>
                  <a:gd name="T4" fmla="*/ 3 w 304"/>
                  <a:gd name="T5" fmla="*/ 8 h 288"/>
                  <a:gd name="T6" fmla="*/ 2 w 304"/>
                  <a:gd name="T7" fmla="*/ 3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12254" name="Oval 975">
                <a:extLst>
                  <a:ext uri="{FF2B5EF4-FFF2-40B4-BE49-F238E27FC236}">
                    <a16:creationId xmlns:a16="http://schemas.microsoft.com/office/drawing/2014/main" id="{7B589584-CF88-445B-8EB1-C739E93B42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5" y="2611"/>
                <a:ext cx="50" cy="95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255" name="Freeform 976">
                <a:extLst>
                  <a:ext uri="{FF2B5EF4-FFF2-40B4-BE49-F238E27FC236}">
                    <a16:creationId xmlns:a16="http://schemas.microsoft.com/office/drawing/2014/main" id="{17DBECC8-89E4-4CC8-BEDF-317FB725BC1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3 h 240"/>
                  <a:gd name="T2" fmla="*/ 2 w 306"/>
                  <a:gd name="T3" fmla="*/ 7 h 240"/>
                  <a:gd name="T4" fmla="*/ 4 w 306"/>
                  <a:gd name="T5" fmla="*/ 3 h 240"/>
                  <a:gd name="T6" fmla="*/ 4 w 306"/>
                  <a:gd name="T7" fmla="*/ 0 h 240"/>
                  <a:gd name="T8" fmla="*/ 0 w 306"/>
                  <a:gd name="T9" fmla="*/ 3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12256" name="AutoShape 977">
                <a:extLst>
                  <a:ext uri="{FF2B5EF4-FFF2-40B4-BE49-F238E27FC236}">
                    <a16:creationId xmlns:a16="http://schemas.microsoft.com/office/drawing/2014/main" id="{57949E44-CBB8-45A1-B5FB-38B6A8DF6F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75"/>
                <a:ext cx="1196" cy="150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257" name="AutoShape 978">
                <a:extLst>
                  <a:ext uri="{FF2B5EF4-FFF2-40B4-BE49-F238E27FC236}">
                    <a16:creationId xmlns:a16="http://schemas.microsoft.com/office/drawing/2014/main" id="{1592E1E3-3588-472C-9B0A-995B8AD7DA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2714"/>
                <a:ext cx="1066" cy="7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chemeClr val="tx2"/>
                  </a:gs>
                  <a:gs pos="100000">
                    <a:schemeClr val="bg2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258" name="Oval 979">
                <a:extLst>
                  <a:ext uri="{FF2B5EF4-FFF2-40B4-BE49-F238E27FC236}">
                    <a16:creationId xmlns:a16="http://schemas.microsoft.com/office/drawing/2014/main" id="{15F6307D-7AA7-4C6C-A7D1-8157FB3140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9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259" name="Oval 980">
                <a:extLst>
                  <a:ext uri="{FF2B5EF4-FFF2-40B4-BE49-F238E27FC236}">
                    <a16:creationId xmlns:a16="http://schemas.microsoft.com/office/drawing/2014/main" id="{87ECB875-65D7-4F5B-88C2-52C98BDCF64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9" y="2382"/>
                <a:ext cx="159" cy="142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1800">
                  <a:solidFill>
                    <a:srgbClr val="FF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260" name="Oval 981">
                <a:extLst>
                  <a:ext uri="{FF2B5EF4-FFF2-40B4-BE49-F238E27FC236}">
                    <a16:creationId xmlns:a16="http://schemas.microsoft.com/office/drawing/2014/main" id="{C9D6E730-F790-44AE-BC7A-B24DA99BD18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8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261" name="Rectangle 982">
                <a:extLst>
                  <a:ext uri="{FF2B5EF4-FFF2-40B4-BE49-F238E27FC236}">
                    <a16:creationId xmlns:a16="http://schemas.microsoft.com/office/drawing/2014/main" id="{3C321FB6-82F6-4F93-AD3A-5BD3062EC0A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7" y="1837"/>
                <a:ext cx="80" cy="759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</p:grpSp>
      </p:grpSp>
      <p:grpSp>
        <p:nvGrpSpPr>
          <p:cNvPr id="106992" name="Group 862">
            <a:extLst>
              <a:ext uri="{FF2B5EF4-FFF2-40B4-BE49-F238E27FC236}">
                <a16:creationId xmlns:a16="http://schemas.microsoft.com/office/drawing/2014/main" id="{17F6955C-C8CC-443B-A9F8-992391363AC4}"/>
              </a:ext>
            </a:extLst>
          </p:cNvPr>
          <p:cNvGrpSpPr>
            <a:grpSpLocks/>
          </p:cNvGrpSpPr>
          <p:nvPr/>
        </p:nvGrpSpPr>
        <p:grpSpPr bwMode="auto">
          <a:xfrm>
            <a:off x="5084763" y="5611813"/>
            <a:ext cx="347662" cy="681037"/>
            <a:chOff x="7923189" y="2486664"/>
            <a:chExt cx="360377" cy="884585"/>
          </a:xfrm>
        </p:grpSpPr>
        <p:pic>
          <p:nvPicPr>
            <p:cNvPr id="212202" name="Picture 3">
              <a:extLst>
                <a:ext uri="{FF2B5EF4-FFF2-40B4-BE49-F238E27FC236}">
                  <a16:creationId xmlns:a16="http://schemas.microsoft.com/office/drawing/2014/main" id="{28FFB3A4-AA28-487E-A47D-629A6726EC1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43998" y="2486664"/>
              <a:ext cx="239568" cy="5365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212203" name="Group 950">
              <a:extLst>
                <a:ext uri="{FF2B5EF4-FFF2-40B4-BE49-F238E27FC236}">
                  <a16:creationId xmlns:a16="http://schemas.microsoft.com/office/drawing/2014/main" id="{811ECAA7-C017-4BBA-8CA8-CF9A1E8DE6B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923189" y="2890236"/>
              <a:ext cx="227012" cy="481013"/>
              <a:chOff x="4140" y="429"/>
              <a:chExt cx="1425" cy="2396"/>
            </a:xfrm>
          </p:grpSpPr>
          <p:sp>
            <p:nvSpPr>
              <p:cNvPr id="212204" name="Freeform 951">
                <a:extLst>
                  <a:ext uri="{FF2B5EF4-FFF2-40B4-BE49-F238E27FC236}">
                    <a16:creationId xmlns:a16="http://schemas.microsoft.com/office/drawing/2014/main" id="{82F0C51E-1DC5-4C06-A20F-7E7C9DC70AF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2 w 354"/>
                  <a:gd name="T1" fmla="*/ 0 h 2742"/>
                  <a:gd name="T2" fmla="*/ 4 w 354"/>
                  <a:gd name="T3" fmla="*/ 9 h 2742"/>
                  <a:gd name="T4" fmla="*/ 4 w 354"/>
                  <a:gd name="T5" fmla="*/ 69 h 2742"/>
                  <a:gd name="T6" fmla="*/ 0 w 354"/>
                  <a:gd name="T7" fmla="*/ 72 h 2742"/>
                  <a:gd name="T8" fmla="*/ 2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12205" name="Rectangle 952">
                <a:extLst>
                  <a:ext uri="{FF2B5EF4-FFF2-40B4-BE49-F238E27FC236}">
                    <a16:creationId xmlns:a16="http://schemas.microsoft.com/office/drawing/2014/main" id="{BEAE29BF-3BDB-4344-87F3-1B2156FD41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429"/>
                <a:ext cx="1046" cy="2285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206" name="Freeform 953">
                <a:extLst>
                  <a:ext uri="{FF2B5EF4-FFF2-40B4-BE49-F238E27FC236}">
                    <a16:creationId xmlns:a16="http://schemas.microsoft.com/office/drawing/2014/main" id="{6C5C9B13-2E11-4464-A53D-83D75B1403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2 w 211"/>
                  <a:gd name="T3" fmla="*/ 7 h 2537"/>
                  <a:gd name="T4" fmla="*/ 2 w 211"/>
                  <a:gd name="T5" fmla="*/ 65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12207" name="Freeform 954">
                <a:extLst>
                  <a:ext uri="{FF2B5EF4-FFF2-40B4-BE49-F238E27FC236}">
                    <a16:creationId xmlns:a16="http://schemas.microsoft.com/office/drawing/2014/main" id="{6270ACC5-1EED-4B76-9DC1-55BCD7EA899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4 w 328"/>
                  <a:gd name="T3" fmla="*/ 4 h 226"/>
                  <a:gd name="T4" fmla="*/ 4 w 328"/>
                  <a:gd name="T5" fmla="*/ 7 h 226"/>
                  <a:gd name="T6" fmla="*/ 0 w 328"/>
                  <a:gd name="T7" fmla="*/ 3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12208" name="Rectangle 955">
                <a:extLst>
                  <a:ext uri="{FF2B5EF4-FFF2-40B4-BE49-F238E27FC236}">
                    <a16:creationId xmlns:a16="http://schemas.microsoft.com/office/drawing/2014/main" id="{28808F9D-36A4-4413-AE57-91AC177E2F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690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grpSp>
            <p:nvGrpSpPr>
              <p:cNvPr id="212209" name="Group 956">
                <a:extLst>
                  <a:ext uri="{FF2B5EF4-FFF2-40B4-BE49-F238E27FC236}">
                    <a16:creationId xmlns:a16="http://schemas.microsoft.com/office/drawing/2014/main" id="{11ACA0EF-8806-4940-B371-F2372C98E5E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212234" name="AutoShape 957">
                  <a:extLst>
                    <a:ext uri="{FF2B5EF4-FFF2-40B4-BE49-F238E27FC236}">
                      <a16:creationId xmlns:a16="http://schemas.microsoft.com/office/drawing/2014/main" id="{E64C1A6F-8AE4-48C4-9431-81B43E4743C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66"/>
                  <a:ext cx="721" cy="14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12235" name="AutoShape 958">
                  <a:extLst>
                    <a:ext uri="{FF2B5EF4-FFF2-40B4-BE49-F238E27FC236}">
                      <a16:creationId xmlns:a16="http://schemas.microsoft.com/office/drawing/2014/main" id="{0AC67AF8-8ECD-4574-966B-7002515E8F7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1"/>
                  <a:ext cx="696" cy="114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212210" name="Rectangle 959">
                <a:extLst>
                  <a:ext uri="{FF2B5EF4-FFF2-40B4-BE49-F238E27FC236}">
                    <a16:creationId xmlns:a16="http://schemas.microsoft.com/office/drawing/2014/main" id="{412DE0E2-937D-4637-A52D-6C562615480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022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grpSp>
            <p:nvGrpSpPr>
              <p:cNvPr id="212211" name="Group 960">
                <a:extLst>
                  <a:ext uri="{FF2B5EF4-FFF2-40B4-BE49-F238E27FC236}">
                    <a16:creationId xmlns:a16="http://schemas.microsoft.com/office/drawing/2014/main" id="{521297DF-C711-45C3-9EB3-A19DB4854FE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212232" name="AutoShape 961">
                  <a:extLst>
                    <a:ext uri="{FF2B5EF4-FFF2-40B4-BE49-F238E27FC236}">
                      <a16:creationId xmlns:a16="http://schemas.microsoft.com/office/drawing/2014/main" id="{F33A7293-F9CE-4FD3-BC0D-FEDC3A651BE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2564"/>
                  <a:ext cx="721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12233" name="AutoShape 962">
                  <a:extLst>
                    <a:ext uri="{FF2B5EF4-FFF2-40B4-BE49-F238E27FC236}">
                      <a16:creationId xmlns:a16="http://schemas.microsoft.com/office/drawing/2014/main" id="{5AF91976-CBEF-4449-9568-C729863BCE0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8" y="2581"/>
                  <a:ext cx="696" cy="107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212212" name="Rectangle 963">
                <a:extLst>
                  <a:ext uri="{FF2B5EF4-FFF2-40B4-BE49-F238E27FC236}">
                    <a16:creationId xmlns:a16="http://schemas.microsoft.com/office/drawing/2014/main" id="{52B8772F-D6D8-4A35-B208-88EC33E0DD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354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213" name="Rectangle 964">
                <a:extLst>
                  <a:ext uri="{FF2B5EF4-FFF2-40B4-BE49-F238E27FC236}">
                    <a16:creationId xmlns:a16="http://schemas.microsoft.com/office/drawing/2014/main" id="{E36B41D9-676E-46CD-98B9-73D6F9B7297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30" y="1655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grpSp>
            <p:nvGrpSpPr>
              <p:cNvPr id="212214" name="Group 965">
                <a:extLst>
                  <a:ext uri="{FF2B5EF4-FFF2-40B4-BE49-F238E27FC236}">
                    <a16:creationId xmlns:a16="http://schemas.microsoft.com/office/drawing/2014/main" id="{CCE1EAF4-1982-49A5-8555-C093324AD88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212230" name="AutoShape 966">
                  <a:extLst>
                    <a:ext uri="{FF2B5EF4-FFF2-40B4-BE49-F238E27FC236}">
                      <a16:creationId xmlns:a16="http://schemas.microsoft.com/office/drawing/2014/main" id="{63B00BA4-36A4-4380-AC9D-A3430BF577D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8" y="2586"/>
                  <a:ext cx="720" cy="12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12231" name="AutoShape 967">
                  <a:extLst>
                    <a:ext uri="{FF2B5EF4-FFF2-40B4-BE49-F238E27FC236}">
                      <a16:creationId xmlns:a16="http://schemas.microsoft.com/office/drawing/2014/main" id="{729920FD-612E-437A-9685-8776AA27EE6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0" y="2586"/>
                  <a:ext cx="695" cy="10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212215" name="Freeform 968">
                <a:extLst>
                  <a:ext uri="{FF2B5EF4-FFF2-40B4-BE49-F238E27FC236}">
                    <a16:creationId xmlns:a16="http://schemas.microsoft.com/office/drawing/2014/main" id="{33396F5F-A13A-4FF5-B965-115FB90CE0F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4 w 328"/>
                  <a:gd name="T3" fmla="*/ 3 h 226"/>
                  <a:gd name="T4" fmla="*/ 4 w 328"/>
                  <a:gd name="T5" fmla="*/ 6 h 226"/>
                  <a:gd name="T6" fmla="*/ 0 w 328"/>
                  <a:gd name="T7" fmla="*/ 2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212216" name="Group 969">
                <a:extLst>
                  <a:ext uri="{FF2B5EF4-FFF2-40B4-BE49-F238E27FC236}">
                    <a16:creationId xmlns:a16="http://schemas.microsoft.com/office/drawing/2014/main" id="{59A9F0BC-8374-4C32-9F5D-99E830C7E54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212228" name="AutoShape 970">
                  <a:extLst>
                    <a:ext uri="{FF2B5EF4-FFF2-40B4-BE49-F238E27FC236}">
                      <a16:creationId xmlns:a16="http://schemas.microsoft.com/office/drawing/2014/main" id="{F9BF1A78-875B-40FB-A0A6-6C0EA8F8B8F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71"/>
                  <a:ext cx="732" cy="13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12229" name="AutoShape 971">
                  <a:extLst>
                    <a:ext uri="{FF2B5EF4-FFF2-40B4-BE49-F238E27FC236}">
                      <a16:creationId xmlns:a16="http://schemas.microsoft.com/office/drawing/2014/main" id="{68E06E62-EA24-48E3-963A-59612B49DFA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7"/>
                  <a:ext cx="720" cy="103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212217" name="Rectangle 972">
                <a:extLst>
                  <a:ext uri="{FF2B5EF4-FFF2-40B4-BE49-F238E27FC236}">
                    <a16:creationId xmlns:a16="http://schemas.microsoft.com/office/drawing/2014/main" id="{E521B601-57E4-4447-B267-41F95CFEC3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46" y="429"/>
                <a:ext cx="70" cy="2285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218" name="Freeform 973">
                <a:extLst>
                  <a:ext uri="{FF2B5EF4-FFF2-40B4-BE49-F238E27FC236}">
                    <a16:creationId xmlns:a16="http://schemas.microsoft.com/office/drawing/2014/main" id="{BB40F46A-C1E3-4D9B-9E55-49AC626A572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4 w 296"/>
                  <a:gd name="T3" fmla="*/ 3 h 256"/>
                  <a:gd name="T4" fmla="*/ 4 w 296"/>
                  <a:gd name="T5" fmla="*/ 6 h 256"/>
                  <a:gd name="T6" fmla="*/ 0 w 296"/>
                  <a:gd name="T7" fmla="*/ 2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12219" name="Freeform 974">
                <a:extLst>
                  <a:ext uri="{FF2B5EF4-FFF2-40B4-BE49-F238E27FC236}">
                    <a16:creationId xmlns:a16="http://schemas.microsoft.com/office/drawing/2014/main" id="{B5618823-CB8B-4FBE-BF6A-0F0F8CCAE40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4 w 304"/>
                  <a:gd name="T3" fmla="*/ 5 h 288"/>
                  <a:gd name="T4" fmla="*/ 3 w 304"/>
                  <a:gd name="T5" fmla="*/ 8 h 288"/>
                  <a:gd name="T6" fmla="*/ 2 w 304"/>
                  <a:gd name="T7" fmla="*/ 3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12220" name="Oval 975">
                <a:extLst>
                  <a:ext uri="{FF2B5EF4-FFF2-40B4-BE49-F238E27FC236}">
                    <a16:creationId xmlns:a16="http://schemas.microsoft.com/office/drawing/2014/main" id="{3546414C-C027-4381-BF7F-901011B873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5" y="2611"/>
                <a:ext cx="50" cy="95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221" name="Freeform 976">
                <a:extLst>
                  <a:ext uri="{FF2B5EF4-FFF2-40B4-BE49-F238E27FC236}">
                    <a16:creationId xmlns:a16="http://schemas.microsoft.com/office/drawing/2014/main" id="{61D5AD33-0B5D-4A7E-AED9-F2C7B1C8311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3 h 240"/>
                  <a:gd name="T2" fmla="*/ 2 w 306"/>
                  <a:gd name="T3" fmla="*/ 7 h 240"/>
                  <a:gd name="T4" fmla="*/ 4 w 306"/>
                  <a:gd name="T5" fmla="*/ 3 h 240"/>
                  <a:gd name="T6" fmla="*/ 4 w 306"/>
                  <a:gd name="T7" fmla="*/ 0 h 240"/>
                  <a:gd name="T8" fmla="*/ 0 w 306"/>
                  <a:gd name="T9" fmla="*/ 3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12222" name="AutoShape 977">
                <a:extLst>
                  <a:ext uri="{FF2B5EF4-FFF2-40B4-BE49-F238E27FC236}">
                    <a16:creationId xmlns:a16="http://schemas.microsoft.com/office/drawing/2014/main" id="{C8024C16-8E4C-4E24-8873-EAC5C082356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75"/>
                <a:ext cx="1196" cy="150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223" name="AutoShape 978">
                <a:extLst>
                  <a:ext uri="{FF2B5EF4-FFF2-40B4-BE49-F238E27FC236}">
                    <a16:creationId xmlns:a16="http://schemas.microsoft.com/office/drawing/2014/main" id="{622E34BF-A5C3-4607-A1FD-C432377F27A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2714"/>
                <a:ext cx="1066" cy="7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chemeClr val="tx2"/>
                  </a:gs>
                  <a:gs pos="100000">
                    <a:schemeClr val="bg2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224" name="Oval 979">
                <a:extLst>
                  <a:ext uri="{FF2B5EF4-FFF2-40B4-BE49-F238E27FC236}">
                    <a16:creationId xmlns:a16="http://schemas.microsoft.com/office/drawing/2014/main" id="{7A654A0C-DF4C-43CB-B541-867F1567A1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9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225" name="Oval 980">
                <a:extLst>
                  <a:ext uri="{FF2B5EF4-FFF2-40B4-BE49-F238E27FC236}">
                    <a16:creationId xmlns:a16="http://schemas.microsoft.com/office/drawing/2014/main" id="{C3DB7520-1D3C-4AA6-A36B-285E1CC882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9" y="2382"/>
                <a:ext cx="159" cy="142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1800">
                  <a:solidFill>
                    <a:srgbClr val="FF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226" name="Oval 981">
                <a:extLst>
                  <a:ext uri="{FF2B5EF4-FFF2-40B4-BE49-F238E27FC236}">
                    <a16:creationId xmlns:a16="http://schemas.microsoft.com/office/drawing/2014/main" id="{9F77ABC6-4F73-4E62-883F-0315359473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8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227" name="Rectangle 982">
                <a:extLst>
                  <a:ext uri="{FF2B5EF4-FFF2-40B4-BE49-F238E27FC236}">
                    <a16:creationId xmlns:a16="http://schemas.microsoft.com/office/drawing/2014/main" id="{0961020C-4AA4-4260-B8A4-F9586665C0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7" y="1837"/>
                <a:ext cx="80" cy="759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</p:grpSp>
      </p:grpSp>
      <p:grpSp>
        <p:nvGrpSpPr>
          <p:cNvPr id="107040" name="Group 897">
            <a:extLst>
              <a:ext uri="{FF2B5EF4-FFF2-40B4-BE49-F238E27FC236}">
                <a16:creationId xmlns:a16="http://schemas.microsoft.com/office/drawing/2014/main" id="{4291986A-DA1A-46DE-A25F-B12E8FCFA803}"/>
              </a:ext>
            </a:extLst>
          </p:cNvPr>
          <p:cNvGrpSpPr>
            <a:grpSpLocks/>
          </p:cNvGrpSpPr>
          <p:nvPr/>
        </p:nvGrpSpPr>
        <p:grpSpPr bwMode="auto">
          <a:xfrm>
            <a:off x="6067425" y="3829050"/>
            <a:ext cx="347663" cy="681038"/>
            <a:chOff x="7923189" y="2486664"/>
            <a:chExt cx="360377" cy="884585"/>
          </a:xfrm>
        </p:grpSpPr>
        <p:pic>
          <p:nvPicPr>
            <p:cNvPr id="212168" name="Picture 3">
              <a:extLst>
                <a:ext uri="{FF2B5EF4-FFF2-40B4-BE49-F238E27FC236}">
                  <a16:creationId xmlns:a16="http://schemas.microsoft.com/office/drawing/2014/main" id="{ED072C41-62BB-4BF0-A3B0-E2C6BCB20C6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43998" y="2486664"/>
              <a:ext cx="239568" cy="5365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212169" name="Group 950">
              <a:extLst>
                <a:ext uri="{FF2B5EF4-FFF2-40B4-BE49-F238E27FC236}">
                  <a16:creationId xmlns:a16="http://schemas.microsoft.com/office/drawing/2014/main" id="{892B007C-2F7A-45B1-BD1B-5A1F84B68D5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923189" y="2890236"/>
              <a:ext cx="227012" cy="481013"/>
              <a:chOff x="4140" y="429"/>
              <a:chExt cx="1425" cy="2396"/>
            </a:xfrm>
          </p:grpSpPr>
          <p:sp>
            <p:nvSpPr>
              <p:cNvPr id="212170" name="Freeform 951">
                <a:extLst>
                  <a:ext uri="{FF2B5EF4-FFF2-40B4-BE49-F238E27FC236}">
                    <a16:creationId xmlns:a16="http://schemas.microsoft.com/office/drawing/2014/main" id="{FA26E247-7C3B-41F4-9EDE-65D00F7A8AB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2 w 354"/>
                  <a:gd name="T1" fmla="*/ 0 h 2742"/>
                  <a:gd name="T2" fmla="*/ 4 w 354"/>
                  <a:gd name="T3" fmla="*/ 9 h 2742"/>
                  <a:gd name="T4" fmla="*/ 4 w 354"/>
                  <a:gd name="T5" fmla="*/ 69 h 2742"/>
                  <a:gd name="T6" fmla="*/ 0 w 354"/>
                  <a:gd name="T7" fmla="*/ 72 h 2742"/>
                  <a:gd name="T8" fmla="*/ 2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12171" name="Rectangle 952">
                <a:extLst>
                  <a:ext uri="{FF2B5EF4-FFF2-40B4-BE49-F238E27FC236}">
                    <a16:creationId xmlns:a16="http://schemas.microsoft.com/office/drawing/2014/main" id="{B9239B07-D3D8-4397-93B8-9641F6A40A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429"/>
                <a:ext cx="1046" cy="2285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172" name="Freeform 953">
                <a:extLst>
                  <a:ext uri="{FF2B5EF4-FFF2-40B4-BE49-F238E27FC236}">
                    <a16:creationId xmlns:a16="http://schemas.microsoft.com/office/drawing/2014/main" id="{5E5586AF-E88D-4850-B68D-885B6083C62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2 w 211"/>
                  <a:gd name="T3" fmla="*/ 7 h 2537"/>
                  <a:gd name="T4" fmla="*/ 2 w 211"/>
                  <a:gd name="T5" fmla="*/ 65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12173" name="Freeform 954">
                <a:extLst>
                  <a:ext uri="{FF2B5EF4-FFF2-40B4-BE49-F238E27FC236}">
                    <a16:creationId xmlns:a16="http://schemas.microsoft.com/office/drawing/2014/main" id="{9D8C7A8D-6D0B-4D4C-AC3B-53794B5051A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4 w 328"/>
                  <a:gd name="T3" fmla="*/ 4 h 226"/>
                  <a:gd name="T4" fmla="*/ 4 w 328"/>
                  <a:gd name="T5" fmla="*/ 7 h 226"/>
                  <a:gd name="T6" fmla="*/ 0 w 328"/>
                  <a:gd name="T7" fmla="*/ 3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12174" name="Rectangle 955">
                <a:extLst>
                  <a:ext uri="{FF2B5EF4-FFF2-40B4-BE49-F238E27FC236}">
                    <a16:creationId xmlns:a16="http://schemas.microsoft.com/office/drawing/2014/main" id="{DE2A0EC0-4B27-4E13-9BF2-21EDFC44F7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690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grpSp>
            <p:nvGrpSpPr>
              <p:cNvPr id="212175" name="Group 956">
                <a:extLst>
                  <a:ext uri="{FF2B5EF4-FFF2-40B4-BE49-F238E27FC236}">
                    <a16:creationId xmlns:a16="http://schemas.microsoft.com/office/drawing/2014/main" id="{43AC86D5-A06E-4839-A05F-8107214FDA5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212200" name="AutoShape 957">
                  <a:extLst>
                    <a:ext uri="{FF2B5EF4-FFF2-40B4-BE49-F238E27FC236}">
                      <a16:creationId xmlns:a16="http://schemas.microsoft.com/office/drawing/2014/main" id="{0C11E6F0-FFB1-40A1-AF6B-0D01C7C3653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66"/>
                  <a:ext cx="721" cy="14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12201" name="AutoShape 958">
                  <a:extLst>
                    <a:ext uri="{FF2B5EF4-FFF2-40B4-BE49-F238E27FC236}">
                      <a16:creationId xmlns:a16="http://schemas.microsoft.com/office/drawing/2014/main" id="{46A8C2BE-C2E6-4902-AFAD-3702B325F6A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1"/>
                  <a:ext cx="696" cy="114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212176" name="Rectangle 959">
                <a:extLst>
                  <a:ext uri="{FF2B5EF4-FFF2-40B4-BE49-F238E27FC236}">
                    <a16:creationId xmlns:a16="http://schemas.microsoft.com/office/drawing/2014/main" id="{B7183F48-8108-48FF-8DBC-E913B2D715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022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grpSp>
            <p:nvGrpSpPr>
              <p:cNvPr id="212177" name="Group 960">
                <a:extLst>
                  <a:ext uri="{FF2B5EF4-FFF2-40B4-BE49-F238E27FC236}">
                    <a16:creationId xmlns:a16="http://schemas.microsoft.com/office/drawing/2014/main" id="{C1C715A0-9E49-4C72-A5AE-A1194E3EBBF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212198" name="AutoShape 961">
                  <a:extLst>
                    <a:ext uri="{FF2B5EF4-FFF2-40B4-BE49-F238E27FC236}">
                      <a16:creationId xmlns:a16="http://schemas.microsoft.com/office/drawing/2014/main" id="{5B708A5D-A763-4020-A13F-AAE4C40C5F8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2564"/>
                  <a:ext cx="721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12199" name="AutoShape 962">
                  <a:extLst>
                    <a:ext uri="{FF2B5EF4-FFF2-40B4-BE49-F238E27FC236}">
                      <a16:creationId xmlns:a16="http://schemas.microsoft.com/office/drawing/2014/main" id="{70FDD1AB-83AB-434F-B45A-FBE90793FB7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8" y="2581"/>
                  <a:ext cx="696" cy="107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212178" name="Rectangle 963">
                <a:extLst>
                  <a:ext uri="{FF2B5EF4-FFF2-40B4-BE49-F238E27FC236}">
                    <a16:creationId xmlns:a16="http://schemas.microsoft.com/office/drawing/2014/main" id="{243FA948-6208-4AF8-8A8E-1672898D60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354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179" name="Rectangle 964">
                <a:extLst>
                  <a:ext uri="{FF2B5EF4-FFF2-40B4-BE49-F238E27FC236}">
                    <a16:creationId xmlns:a16="http://schemas.microsoft.com/office/drawing/2014/main" id="{F9032BE8-17C9-4208-A5F8-9CE8942673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30" y="1655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grpSp>
            <p:nvGrpSpPr>
              <p:cNvPr id="212180" name="Group 965">
                <a:extLst>
                  <a:ext uri="{FF2B5EF4-FFF2-40B4-BE49-F238E27FC236}">
                    <a16:creationId xmlns:a16="http://schemas.microsoft.com/office/drawing/2014/main" id="{6AC409D6-4E6E-4E04-A6BE-96E9DB00EA0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212196" name="AutoShape 966">
                  <a:extLst>
                    <a:ext uri="{FF2B5EF4-FFF2-40B4-BE49-F238E27FC236}">
                      <a16:creationId xmlns:a16="http://schemas.microsoft.com/office/drawing/2014/main" id="{A4D1DB7F-E13E-45FE-8380-80A1BC5ECBF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8" y="2586"/>
                  <a:ext cx="720" cy="12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12197" name="AutoShape 967">
                  <a:extLst>
                    <a:ext uri="{FF2B5EF4-FFF2-40B4-BE49-F238E27FC236}">
                      <a16:creationId xmlns:a16="http://schemas.microsoft.com/office/drawing/2014/main" id="{B64F5F4D-D946-4288-9678-0C1559A67FA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0" y="2586"/>
                  <a:ext cx="695" cy="10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212181" name="Freeform 968">
                <a:extLst>
                  <a:ext uri="{FF2B5EF4-FFF2-40B4-BE49-F238E27FC236}">
                    <a16:creationId xmlns:a16="http://schemas.microsoft.com/office/drawing/2014/main" id="{2D982B24-B202-45D7-A741-34D0FDAA775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4 w 328"/>
                  <a:gd name="T3" fmla="*/ 3 h 226"/>
                  <a:gd name="T4" fmla="*/ 4 w 328"/>
                  <a:gd name="T5" fmla="*/ 6 h 226"/>
                  <a:gd name="T6" fmla="*/ 0 w 328"/>
                  <a:gd name="T7" fmla="*/ 2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212182" name="Group 969">
                <a:extLst>
                  <a:ext uri="{FF2B5EF4-FFF2-40B4-BE49-F238E27FC236}">
                    <a16:creationId xmlns:a16="http://schemas.microsoft.com/office/drawing/2014/main" id="{477A9427-3096-4573-9172-5AEA8C343FA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212194" name="AutoShape 970">
                  <a:extLst>
                    <a:ext uri="{FF2B5EF4-FFF2-40B4-BE49-F238E27FC236}">
                      <a16:creationId xmlns:a16="http://schemas.microsoft.com/office/drawing/2014/main" id="{54162FDD-EFDD-4632-99DB-C60A624F251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71"/>
                  <a:ext cx="732" cy="13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12195" name="AutoShape 971">
                  <a:extLst>
                    <a:ext uri="{FF2B5EF4-FFF2-40B4-BE49-F238E27FC236}">
                      <a16:creationId xmlns:a16="http://schemas.microsoft.com/office/drawing/2014/main" id="{EC9EDBD2-6B05-4F12-9839-D5763C8699D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7"/>
                  <a:ext cx="720" cy="103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212183" name="Rectangle 972">
                <a:extLst>
                  <a:ext uri="{FF2B5EF4-FFF2-40B4-BE49-F238E27FC236}">
                    <a16:creationId xmlns:a16="http://schemas.microsoft.com/office/drawing/2014/main" id="{3C0641AB-1DFE-44A6-AB4D-6E4D82E1FD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46" y="429"/>
                <a:ext cx="70" cy="2285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184" name="Freeform 973">
                <a:extLst>
                  <a:ext uri="{FF2B5EF4-FFF2-40B4-BE49-F238E27FC236}">
                    <a16:creationId xmlns:a16="http://schemas.microsoft.com/office/drawing/2014/main" id="{315E3D04-8331-4BD2-8F36-3EE97B74FAA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4 w 296"/>
                  <a:gd name="T3" fmla="*/ 3 h 256"/>
                  <a:gd name="T4" fmla="*/ 4 w 296"/>
                  <a:gd name="T5" fmla="*/ 6 h 256"/>
                  <a:gd name="T6" fmla="*/ 0 w 296"/>
                  <a:gd name="T7" fmla="*/ 2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12185" name="Freeform 974">
                <a:extLst>
                  <a:ext uri="{FF2B5EF4-FFF2-40B4-BE49-F238E27FC236}">
                    <a16:creationId xmlns:a16="http://schemas.microsoft.com/office/drawing/2014/main" id="{40538BFA-0DE8-461A-8C44-E495D78AD14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4 w 304"/>
                  <a:gd name="T3" fmla="*/ 5 h 288"/>
                  <a:gd name="T4" fmla="*/ 3 w 304"/>
                  <a:gd name="T5" fmla="*/ 8 h 288"/>
                  <a:gd name="T6" fmla="*/ 2 w 304"/>
                  <a:gd name="T7" fmla="*/ 3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12186" name="Oval 975">
                <a:extLst>
                  <a:ext uri="{FF2B5EF4-FFF2-40B4-BE49-F238E27FC236}">
                    <a16:creationId xmlns:a16="http://schemas.microsoft.com/office/drawing/2014/main" id="{7E4FA48A-374F-492A-B455-588A22A71E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5" y="2611"/>
                <a:ext cx="50" cy="95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187" name="Freeform 976">
                <a:extLst>
                  <a:ext uri="{FF2B5EF4-FFF2-40B4-BE49-F238E27FC236}">
                    <a16:creationId xmlns:a16="http://schemas.microsoft.com/office/drawing/2014/main" id="{B6FB4C96-EAA6-4093-ABBE-547CEA7D24E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3 h 240"/>
                  <a:gd name="T2" fmla="*/ 2 w 306"/>
                  <a:gd name="T3" fmla="*/ 7 h 240"/>
                  <a:gd name="T4" fmla="*/ 4 w 306"/>
                  <a:gd name="T5" fmla="*/ 3 h 240"/>
                  <a:gd name="T6" fmla="*/ 4 w 306"/>
                  <a:gd name="T7" fmla="*/ 0 h 240"/>
                  <a:gd name="T8" fmla="*/ 0 w 306"/>
                  <a:gd name="T9" fmla="*/ 3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12188" name="AutoShape 977">
                <a:extLst>
                  <a:ext uri="{FF2B5EF4-FFF2-40B4-BE49-F238E27FC236}">
                    <a16:creationId xmlns:a16="http://schemas.microsoft.com/office/drawing/2014/main" id="{632BEE9C-69DC-45BB-B8F6-C9272DD999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75"/>
                <a:ext cx="1196" cy="150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189" name="AutoShape 978">
                <a:extLst>
                  <a:ext uri="{FF2B5EF4-FFF2-40B4-BE49-F238E27FC236}">
                    <a16:creationId xmlns:a16="http://schemas.microsoft.com/office/drawing/2014/main" id="{931CCBA3-9FC2-415D-B039-ADA85EE6F2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2714"/>
                <a:ext cx="1066" cy="7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chemeClr val="tx2"/>
                  </a:gs>
                  <a:gs pos="100000">
                    <a:schemeClr val="bg2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190" name="Oval 979">
                <a:extLst>
                  <a:ext uri="{FF2B5EF4-FFF2-40B4-BE49-F238E27FC236}">
                    <a16:creationId xmlns:a16="http://schemas.microsoft.com/office/drawing/2014/main" id="{52768356-F492-45D4-AFE5-600A9C3B62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9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191" name="Oval 980">
                <a:extLst>
                  <a:ext uri="{FF2B5EF4-FFF2-40B4-BE49-F238E27FC236}">
                    <a16:creationId xmlns:a16="http://schemas.microsoft.com/office/drawing/2014/main" id="{2E9CD6C7-1156-4B2F-AE12-1F8AF7373E8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9" y="2382"/>
                <a:ext cx="159" cy="142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1800">
                  <a:solidFill>
                    <a:srgbClr val="FF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192" name="Oval 981">
                <a:extLst>
                  <a:ext uri="{FF2B5EF4-FFF2-40B4-BE49-F238E27FC236}">
                    <a16:creationId xmlns:a16="http://schemas.microsoft.com/office/drawing/2014/main" id="{4DE2870E-124A-4903-A884-A6916403EF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8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193" name="Rectangle 982">
                <a:extLst>
                  <a:ext uri="{FF2B5EF4-FFF2-40B4-BE49-F238E27FC236}">
                    <a16:creationId xmlns:a16="http://schemas.microsoft.com/office/drawing/2014/main" id="{542AC87A-B3C8-440C-8C76-492FE25A88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7" y="1837"/>
                <a:ext cx="80" cy="759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</p:grpSp>
      </p:grpSp>
      <p:grpSp>
        <p:nvGrpSpPr>
          <p:cNvPr id="107067" name="Group 932">
            <a:extLst>
              <a:ext uri="{FF2B5EF4-FFF2-40B4-BE49-F238E27FC236}">
                <a16:creationId xmlns:a16="http://schemas.microsoft.com/office/drawing/2014/main" id="{50534FFB-9453-425F-8E45-83AB1141E3EE}"/>
              </a:ext>
            </a:extLst>
          </p:cNvPr>
          <p:cNvGrpSpPr>
            <a:grpSpLocks/>
          </p:cNvGrpSpPr>
          <p:nvPr/>
        </p:nvGrpSpPr>
        <p:grpSpPr bwMode="auto">
          <a:xfrm>
            <a:off x="2122488" y="5629275"/>
            <a:ext cx="347662" cy="681038"/>
            <a:chOff x="7923189" y="2486664"/>
            <a:chExt cx="360377" cy="884585"/>
          </a:xfrm>
        </p:grpSpPr>
        <p:pic>
          <p:nvPicPr>
            <p:cNvPr id="212134" name="Picture 3">
              <a:extLst>
                <a:ext uri="{FF2B5EF4-FFF2-40B4-BE49-F238E27FC236}">
                  <a16:creationId xmlns:a16="http://schemas.microsoft.com/office/drawing/2014/main" id="{676ABF1A-FDE8-4E1B-AE56-FDF74386FCE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43998" y="2486664"/>
              <a:ext cx="239568" cy="5365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212135" name="Group 950">
              <a:extLst>
                <a:ext uri="{FF2B5EF4-FFF2-40B4-BE49-F238E27FC236}">
                  <a16:creationId xmlns:a16="http://schemas.microsoft.com/office/drawing/2014/main" id="{7656E9A1-91BC-40BA-B831-F691A3D5E74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923189" y="2890236"/>
              <a:ext cx="227012" cy="481013"/>
              <a:chOff x="4140" y="429"/>
              <a:chExt cx="1425" cy="2396"/>
            </a:xfrm>
          </p:grpSpPr>
          <p:sp>
            <p:nvSpPr>
              <p:cNvPr id="212136" name="Freeform 951">
                <a:extLst>
                  <a:ext uri="{FF2B5EF4-FFF2-40B4-BE49-F238E27FC236}">
                    <a16:creationId xmlns:a16="http://schemas.microsoft.com/office/drawing/2014/main" id="{C198A68E-B834-4876-BBFD-38C00DE6DDF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2 w 354"/>
                  <a:gd name="T1" fmla="*/ 0 h 2742"/>
                  <a:gd name="T2" fmla="*/ 4 w 354"/>
                  <a:gd name="T3" fmla="*/ 9 h 2742"/>
                  <a:gd name="T4" fmla="*/ 4 w 354"/>
                  <a:gd name="T5" fmla="*/ 69 h 2742"/>
                  <a:gd name="T6" fmla="*/ 0 w 354"/>
                  <a:gd name="T7" fmla="*/ 72 h 2742"/>
                  <a:gd name="T8" fmla="*/ 2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12137" name="Rectangle 952">
                <a:extLst>
                  <a:ext uri="{FF2B5EF4-FFF2-40B4-BE49-F238E27FC236}">
                    <a16:creationId xmlns:a16="http://schemas.microsoft.com/office/drawing/2014/main" id="{8D8B523D-1F4F-4B36-BF5A-719A2D51A2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429"/>
                <a:ext cx="1046" cy="2285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138" name="Freeform 953">
                <a:extLst>
                  <a:ext uri="{FF2B5EF4-FFF2-40B4-BE49-F238E27FC236}">
                    <a16:creationId xmlns:a16="http://schemas.microsoft.com/office/drawing/2014/main" id="{9E53001D-2A43-49E3-A6F5-8A84B0C509D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2 w 211"/>
                  <a:gd name="T3" fmla="*/ 7 h 2537"/>
                  <a:gd name="T4" fmla="*/ 2 w 211"/>
                  <a:gd name="T5" fmla="*/ 65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12139" name="Freeform 954">
                <a:extLst>
                  <a:ext uri="{FF2B5EF4-FFF2-40B4-BE49-F238E27FC236}">
                    <a16:creationId xmlns:a16="http://schemas.microsoft.com/office/drawing/2014/main" id="{22566D4F-679C-4663-B69B-74DF89014D4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4 w 328"/>
                  <a:gd name="T3" fmla="*/ 4 h 226"/>
                  <a:gd name="T4" fmla="*/ 4 w 328"/>
                  <a:gd name="T5" fmla="*/ 7 h 226"/>
                  <a:gd name="T6" fmla="*/ 0 w 328"/>
                  <a:gd name="T7" fmla="*/ 3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12140" name="Rectangle 955">
                <a:extLst>
                  <a:ext uri="{FF2B5EF4-FFF2-40B4-BE49-F238E27FC236}">
                    <a16:creationId xmlns:a16="http://schemas.microsoft.com/office/drawing/2014/main" id="{367296EE-ED0E-4003-9993-8CFA16CC0E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690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grpSp>
            <p:nvGrpSpPr>
              <p:cNvPr id="212141" name="Group 956">
                <a:extLst>
                  <a:ext uri="{FF2B5EF4-FFF2-40B4-BE49-F238E27FC236}">
                    <a16:creationId xmlns:a16="http://schemas.microsoft.com/office/drawing/2014/main" id="{AE158ABD-D5CF-4708-8943-98B61184E2E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212166" name="AutoShape 957">
                  <a:extLst>
                    <a:ext uri="{FF2B5EF4-FFF2-40B4-BE49-F238E27FC236}">
                      <a16:creationId xmlns:a16="http://schemas.microsoft.com/office/drawing/2014/main" id="{472A99A8-CD7A-404D-B667-870A65BFA3F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66"/>
                  <a:ext cx="721" cy="14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12167" name="AutoShape 958">
                  <a:extLst>
                    <a:ext uri="{FF2B5EF4-FFF2-40B4-BE49-F238E27FC236}">
                      <a16:creationId xmlns:a16="http://schemas.microsoft.com/office/drawing/2014/main" id="{F5E655CD-78CB-4F12-8032-649BC72CC29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1"/>
                  <a:ext cx="696" cy="114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212142" name="Rectangle 959">
                <a:extLst>
                  <a:ext uri="{FF2B5EF4-FFF2-40B4-BE49-F238E27FC236}">
                    <a16:creationId xmlns:a16="http://schemas.microsoft.com/office/drawing/2014/main" id="{66C9C330-0179-4E88-81D0-BDBD7A157D1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022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grpSp>
            <p:nvGrpSpPr>
              <p:cNvPr id="212143" name="Group 960">
                <a:extLst>
                  <a:ext uri="{FF2B5EF4-FFF2-40B4-BE49-F238E27FC236}">
                    <a16:creationId xmlns:a16="http://schemas.microsoft.com/office/drawing/2014/main" id="{9A8F0564-0A6F-45B5-B99D-36A0D4F09F6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212164" name="AutoShape 961">
                  <a:extLst>
                    <a:ext uri="{FF2B5EF4-FFF2-40B4-BE49-F238E27FC236}">
                      <a16:creationId xmlns:a16="http://schemas.microsoft.com/office/drawing/2014/main" id="{55603258-1741-4898-AD2F-5910DCCFBB0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2564"/>
                  <a:ext cx="721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12165" name="AutoShape 962">
                  <a:extLst>
                    <a:ext uri="{FF2B5EF4-FFF2-40B4-BE49-F238E27FC236}">
                      <a16:creationId xmlns:a16="http://schemas.microsoft.com/office/drawing/2014/main" id="{8579996E-4D84-4668-BBAD-1409514F3F0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8" y="2581"/>
                  <a:ext cx="696" cy="107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212144" name="Rectangle 963">
                <a:extLst>
                  <a:ext uri="{FF2B5EF4-FFF2-40B4-BE49-F238E27FC236}">
                    <a16:creationId xmlns:a16="http://schemas.microsoft.com/office/drawing/2014/main" id="{E1BCD8A9-2F8B-440B-B842-6A2CF08DFC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354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145" name="Rectangle 964">
                <a:extLst>
                  <a:ext uri="{FF2B5EF4-FFF2-40B4-BE49-F238E27FC236}">
                    <a16:creationId xmlns:a16="http://schemas.microsoft.com/office/drawing/2014/main" id="{4A7A024B-B987-485A-AF57-71469BA24EF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30" y="1655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grpSp>
            <p:nvGrpSpPr>
              <p:cNvPr id="212146" name="Group 965">
                <a:extLst>
                  <a:ext uri="{FF2B5EF4-FFF2-40B4-BE49-F238E27FC236}">
                    <a16:creationId xmlns:a16="http://schemas.microsoft.com/office/drawing/2014/main" id="{FE62307F-CC6F-412E-A57F-7630AC5E951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212162" name="AutoShape 966">
                  <a:extLst>
                    <a:ext uri="{FF2B5EF4-FFF2-40B4-BE49-F238E27FC236}">
                      <a16:creationId xmlns:a16="http://schemas.microsoft.com/office/drawing/2014/main" id="{DA4330AD-6582-4537-9A4A-2A6FF64CFEA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8" y="2586"/>
                  <a:ext cx="720" cy="12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12163" name="AutoShape 967">
                  <a:extLst>
                    <a:ext uri="{FF2B5EF4-FFF2-40B4-BE49-F238E27FC236}">
                      <a16:creationId xmlns:a16="http://schemas.microsoft.com/office/drawing/2014/main" id="{F621D0A1-7EAF-49EA-BE7D-C239D1956B0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0" y="2586"/>
                  <a:ext cx="695" cy="10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212147" name="Freeform 968">
                <a:extLst>
                  <a:ext uri="{FF2B5EF4-FFF2-40B4-BE49-F238E27FC236}">
                    <a16:creationId xmlns:a16="http://schemas.microsoft.com/office/drawing/2014/main" id="{5B235CB2-EC43-4AAB-821F-1D38618FED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4 w 328"/>
                  <a:gd name="T3" fmla="*/ 3 h 226"/>
                  <a:gd name="T4" fmla="*/ 4 w 328"/>
                  <a:gd name="T5" fmla="*/ 6 h 226"/>
                  <a:gd name="T6" fmla="*/ 0 w 328"/>
                  <a:gd name="T7" fmla="*/ 2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212148" name="Group 969">
                <a:extLst>
                  <a:ext uri="{FF2B5EF4-FFF2-40B4-BE49-F238E27FC236}">
                    <a16:creationId xmlns:a16="http://schemas.microsoft.com/office/drawing/2014/main" id="{03110596-FE90-4A84-9642-9FCE28357E5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212160" name="AutoShape 970">
                  <a:extLst>
                    <a:ext uri="{FF2B5EF4-FFF2-40B4-BE49-F238E27FC236}">
                      <a16:creationId xmlns:a16="http://schemas.microsoft.com/office/drawing/2014/main" id="{2E450DC0-30D5-4915-A69B-938BC06DB5A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71"/>
                  <a:ext cx="732" cy="13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12161" name="AutoShape 971">
                  <a:extLst>
                    <a:ext uri="{FF2B5EF4-FFF2-40B4-BE49-F238E27FC236}">
                      <a16:creationId xmlns:a16="http://schemas.microsoft.com/office/drawing/2014/main" id="{81C03E28-88AE-41B3-B393-7430FCA668E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7"/>
                  <a:ext cx="720" cy="103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212149" name="Rectangle 972">
                <a:extLst>
                  <a:ext uri="{FF2B5EF4-FFF2-40B4-BE49-F238E27FC236}">
                    <a16:creationId xmlns:a16="http://schemas.microsoft.com/office/drawing/2014/main" id="{ED5A9555-7535-43DE-BFBA-9F1784F221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46" y="429"/>
                <a:ext cx="70" cy="2285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150" name="Freeform 973">
                <a:extLst>
                  <a:ext uri="{FF2B5EF4-FFF2-40B4-BE49-F238E27FC236}">
                    <a16:creationId xmlns:a16="http://schemas.microsoft.com/office/drawing/2014/main" id="{855A139C-B6BA-4C8F-B3F2-F553D71DD7C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4 w 296"/>
                  <a:gd name="T3" fmla="*/ 3 h 256"/>
                  <a:gd name="T4" fmla="*/ 4 w 296"/>
                  <a:gd name="T5" fmla="*/ 6 h 256"/>
                  <a:gd name="T6" fmla="*/ 0 w 296"/>
                  <a:gd name="T7" fmla="*/ 2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12151" name="Freeform 974">
                <a:extLst>
                  <a:ext uri="{FF2B5EF4-FFF2-40B4-BE49-F238E27FC236}">
                    <a16:creationId xmlns:a16="http://schemas.microsoft.com/office/drawing/2014/main" id="{6D9788BB-EF38-43D5-8FE2-2142306E6A5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4 w 304"/>
                  <a:gd name="T3" fmla="*/ 5 h 288"/>
                  <a:gd name="T4" fmla="*/ 3 w 304"/>
                  <a:gd name="T5" fmla="*/ 8 h 288"/>
                  <a:gd name="T6" fmla="*/ 2 w 304"/>
                  <a:gd name="T7" fmla="*/ 3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12152" name="Oval 975">
                <a:extLst>
                  <a:ext uri="{FF2B5EF4-FFF2-40B4-BE49-F238E27FC236}">
                    <a16:creationId xmlns:a16="http://schemas.microsoft.com/office/drawing/2014/main" id="{0E6C608E-C965-4E1F-9DFD-8561CA2CB4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5" y="2611"/>
                <a:ext cx="50" cy="95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153" name="Freeform 976">
                <a:extLst>
                  <a:ext uri="{FF2B5EF4-FFF2-40B4-BE49-F238E27FC236}">
                    <a16:creationId xmlns:a16="http://schemas.microsoft.com/office/drawing/2014/main" id="{30CD41A2-E604-48D5-A450-928FFD757FF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3 h 240"/>
                  <a:gd name="T2" fmla="*/ 2 w 306"/>
                  <a:gd name="T3" fmla="*/ 7 h 240"/>
                  <a:gd name="T4" fmla="*/ 4 w 306"/>
                  <a:gd name="T5" fmla="*/ 3 h 240"/>
                  <a:gd name="T6" fmla="*/ 4 w 306"/>
                  <a:gd name="T7" fmla="*/ 0 h 240"/>
                  <a:gd name="T8" fmla="*/ 0 w 306"/>
                  <a:gd name="T9" fmla="*/ 3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12154" name="AutoShape 977">
                <a:extLst>
                  <a:ext uri="{FF2B5EF4-FFF2-40B4-BE49-F238E27FC236}">
                    <a16:creationId xmlns:a16="http://schemas.microsoft.com/office/drawing/2014/main" id="{3861861A-FBDC-4B86-A824-EF5C5100B7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75"/>
                <a:ext cx="1196" cy="150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155" name="AutoShape 978">
                <a:extLst>
                  <a:ext uri="{FF2B5EF4-FFF2-40B4-BE49-F238E27FC236}">
                    <a16:creationId xmlns:a16="http://schemas.microsoft.com/office/drawing/2014/main" id="{05D04F60-5DEF-41BB-A9F8-A5C27716202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2714"/>
                <a:ext cx="1066" cy="7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chemeClr val="tx2"/>
                  </a:gs>
                  <a:gs pos="100000">
                    <a:schemeClr val="bg2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156" name="Oval 979">
                <a:extLst>
                  <a:ext uri="{FF2B5EF4-FFF2-40B4-BE49-F238E27FC236}">
                    <a16:creationId xmlns:a16="http://schemas.microsoft.com/office/drawing/2014/main" id="{B7D7787A-A05E-4E75-B8D1-65BBB95EAF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9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157" name="Oval 980">
                <a:extLst>
                  <a:ext uri="{FF2B5EF4-FFF2-40B4-BE49-F238E27FC236}">
                    <a16:creationId xmlns:a16="http://schemas.microsoft.com/office/drawing/2014/main" id="{5AACFEEF-7BD0-4F51-AFB3-6900829B96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9" y="2382"/>
                <a:ext cx="159" cy="142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1800">
                  <a:solidFill>
                    <a:srgbClr val="FF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158" name="Oval 981">
                <a:extLst>
                  <a:ext uri="{FF2B5EF4-FFF2-40B4-BE49-F238E27FC236}">
                    <a16:creationId xmlns:a16="http://schemas.microsoft.com/office/drawing/2014/main" id="{4EAF672B-52AB-4180-AEBA-F225C35DAA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8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159" name="Rectangle 982">
                <a:extLst>
                  <a:ext uri="{FF2B5EF4-FFF2-40B4-BE49-F238E27FC236}">
                    <a16:creationId xmlns:a16="http://schemas.microsoft.com/office/drawing/2014/main" id="{B14501EE-C83F-4FCE-8C95-D746E19130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7" y="1837"/>
                <a:ext cx="80" cy="759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</p:grpSp>
      </p:grpSp>
      <p:grpSp>
        <p:nvGrpSpPr>
          <p:cNvPr id="211981" name="Group 15">
            <a:extLst>
              <a:ext uri="{FF2B5EF4-FFF2-40B4-BE49-F238E27FC236}">
                <a16:creationId xmlns:a16="http://schemas.microsoft.com/office/drawing/2014/main" id="{E91A53E8-905D-4FB9-B890-AC010B6DDB8A}"/>
              </a:ext>
            </a:extLst>
          </p:cNvPr>
          <p:cNvGrpSpPr>
            <a:grpSpLocks/>
          </p:cNvGrpSpPr>
          <p:nvPr/>
        </p:nvGrpSpPr>
        <p:grpSpPr bwMode="auto">
          <a:xfrm>
            <a:off x="7707313" y="4368800"/>
            <a:ext cx="990600" cy="731838"/>
            <a:chOff x="7707615" y="4368892"/>
            <a:chExt cx="990551" cy="731635"/>
          </a:xfrm>
        </p:grpSpPr>
        <p:pic>
          <p:nvPicPr>
            <p:cNvPr id="212034" name="Picture 14">
              <a:extLst>
                <a:ext uri="{FF2B5EF4-FFF2-40B4-BE49-F238E27FC236}">
                  <a16:creationId xmlns:a16="http://schemas.microsoft.com/office/drawing/2014/main" id="{FC241F75-1D80-4E8B-A9CE-DB3EC6022CD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771833" y="4640202"/>
              <a:ext cx="822008" cy="4603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212035" name="Group 249">
              <a:extLst>
                <a:ext uri="{FF2B5EF4-FFF2-40B4-BE49-F238E27FC236}">
                  <a16:creationId xmlns:a16="http://schemas.microsoft.com/office/drawing/2014/main" id="{96795173-241C-4E79-BF91-4021DD7D8747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7707615" y="4368892"/>
              <a:ext cx="225953" cy="395900"/>
              <a:chOff x="4140" y="429"/>
              <a:chExt cx="1425" cy="2396"/>
            </a:xfrm>
          </p:grpSpPr>
          <p:sp>
            <p:nvSpPr>
              <p:cNvPr id="212102" name="Freeform 250">
                <a:extLst>
                  <a:ext uri="{FF2B5EF4-FFF2-40B4-BE49-F238E27FC236}">
                    <a16:creationId xmlns:a16="http://schemas.microsoft.com/office/drawing/2014/main" id="{B55349C4-A2C1-4DBA-BB49-606BB7C9F75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2 w 354"/>
                  <a:gd name="T1" fmla="*/ 0 h 2742"/>
                  <a:gd name="T2" fmla="*/ 12 w 354"/>
                  <a:gd name="T3" fmla="*/ 23 h 2742"/>
                  <a:gd name="T4" fmla="*/ 12 w 354"/>
                  <a:gd name="T5" fmla="*/ 171 h 2742"/>
                  <a:gd name="T6" fmla="*/ 0 w 354"/>
                  <a:gd name="T7" fmla="*/ 179 h 2742"/>
                  <a:gd name="T8" fmla="*/ 2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12103" name="Rectangle 251">
                <a:extLst>
                  <a:ext uri="{FF2B5EF4-FFF2-40B4-BE49-F238E27FC236}">
                    <a16:creationId xmlns:a16="http://schemas.microsoft.com/office/drawing/2014/main" id="{A713C900-A6FB-49A5-A531-FB2C462018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3" y="429"/>
                <a:ext cx="1051" cy="2276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104" name="Freeform 252">
                <a:extLst>
                  <a:ext uri="{FF2B5EF4-FFF2-40B4-BE49-F238E27FC236}">
                    <a16:creationId xmlns:a16="http://schemas.microsoft.com/office/drawing/2014/main" id="{38247E7A-BB06-4761-AFF8-2D2466309E4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7 w 211"/>
                  <a:gd name="T3" fmla="*/ 15 h 2537"/>
                  <a:gd name="T4" fmla="*/ 2 w 211"/>
                  <a:gd name="T5" fmla="*/ 163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12105" name="Freeform 253">
                <a:extLst>
                  <a:ext uri="{FF2B5EF4-FFF2-40B4-BE49-F238E27FC236}">
                    <a16:creationId xmlns:a16="http://schemas.microsoft.com/office/drawing/2014/main" id="{CBAFFC8A-B0B4-4482-B704-FD65A395BDA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11 w 328"/>
                  <a:gd name="T3" fmla="*/ 9 h 226"/>
                  <a:gd name="T4" fmla="*/ 11 w 328"/>
                  <a:gd name="T5" fmla="*/ 16 h 226"/>
                  <a:gd name="T6" fmla="*/ 0 w 328"/>
                  <a:gd name="T7" fmla="*/ 7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12106" name="Rectangle 254">
                <a:extLst>
                  <a:ext uri="{FF2B5EF4-FFF2-40B4-BE49-F238E27FC236}">
                    <a16:creationId xmlns:a16="http://schemas.microsoft.com/office/drawing/2014/main" id="{C0343DCF-840A-478E-809D-5CDE8003CD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3" y="688"/>
                <a:ext cx="601" cy="48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grpSp>
            <p:nvGrpSpPr>
              <p:cNvPr id="212107" name="Group 255">
                <a:extLst>
                  <a:ext uri="{FF2B5EF4-FFF2-40B4-BE49-F238E27FC236}">
                    <a16:creationId xmlns:a16="http://schemas.microsoft.com/office/drawing/2014/main" id="{67283B98-D88B-4923-A70C-1EBB1F835C5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212132" name="AutoShape 256">
                  <a:extLst>
                    <a:ext uri="{FF2B5EF4-FFF2-40B4-BE49-F238E27FC236}">
                      <a16:creationId xmlns:a16="http://schemas.microsoft.com/office/drawing/2014/main" id="{A84A523C-CB9F-4DEE-9D3D-C04FEC08CEF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0" y="2569"/>
                  <a:ext cx="725" cy="138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12133" name="AutoShape 257">
                  <a:extLst>
                    <a:ext uri="{FF2B5EF4-FFF2-40B4-BE49-F238E27FC236}">
                      <a16:creationId xmlns:a16="http://schemas.microsoft.com/office/drawing/2014/main" id="{AFF2FF67-4B30-4807-8274-B07507B164F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45" y="2587"/>
                  <a:ext cx="700" cy="101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212108" name="Rectangle 258">
                <a:extLst>
                  <a:ext uri="{FF2B5EF4-FFF2-40B4-BE49-F238E27FC236}">
                    <a16:creationId xmlns:a16="http://schemas.microsoft.com/office/drawing/2014/main" id="{827831B4-634C-430C-A543-6E27F2BE56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3" y="1015"/>
                <a:ext cx="601" cy="48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grpSp>
            <p:nvGrpSpPr>
              <p:cNvPr id="212109" name="Group 259">
                <a:extLst>
                  <a:ext uri="{FF2B5EF4-FFF2-40B4-BE49-F238E27FC236}">
                    <a16:creationId xmlns:a16="http://schemas.microsoft.com/office/drawing/2014/main" id="{016DE959-FDA3-469B-8121-ED815C8B775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212130" name="AutoShape 260">
                  <a:extLst>
                    <a:ext uri="{FF2B5EF4-FFF2-40B4-BE49-F238E27FC236}">
                      <a16:creationId xmlns:a16="http://schemas.microsoft.com/office/drawing/2014/main" id="{625ACAD5-41FB-4107-9F92-7BEA84A637A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0" y="2570"/>
                  <a:ext cx="725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12131" name="AutoShape 261">
                  <a:extLst>
                    <a:ext uri="{FF2B5EF4-FFF2-40B4-BE49-F238E27FC236}">
                      <a16:creationId xmlns:a16="http://schemas.microsoft.com/office/drawing/2014/main" id="{0EE7B43F-C9BF-40BF-9204-528DB6BFB82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3" y="2590"/>
                  <a:ext cx="687" cy="100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212110" name="Rectangle 262">
                <a:extLst>
                  <a:ext uri="{FF2B5EF4-FFF2-40B4-BE49-F238E27FC236}">
                    <a16:creationId xmlns:a16="http://schemas.microsoft.com/office/drawing/2014/main" id="{540765EC-12B3-4D56-9DB9-97DC9BD90A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3" y="1361"/>
                <a:ext cx="591" cy="38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111" name="Rectangle 263">
                <a:extLst>
                  <a:ext uri="{FF2B5EF4-FFF2-40B4-BE49-F238E27FC236}">
                    <a16:creationId xmlns:a16="http://schemas.microsoft.com/office/drawing/2014/main" id="{E8DB6EFA-C2FE-4BCF-97B3-14BE84285C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34" y="1649"/>
                <a:ext cx="591" cy="48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grpSp>
            <p:nvGrpSpPr>
              <p:cNvPr id="212112" name="Group 264">
                <a:extLst>
                  <a:ext uri="{FF2B5EF4-FFF2-40B4-BE49-F238E27FC236}">
                    <a16:creationId xmlns:a16="http://schemas.microsoft.com/office/drawing/2014/main" id="{70699A42-1613-45C3-810F-43AED8FED4C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212128" name="AutoShape 265">
                  <a:extLst>
                    <a:ext uri="{FF2B5EF4-FFF2-40B4-BE49-F238E27FC236}">
                      <a16:creationId xmlns:a16="http://schemas.microsoft.com/office/drawing/2014/main" id="{3EB8062E-D3FF-4557-A10F-574E3D961F9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70"/>
                  <a:ext cx="711" cy="133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12129" name="AutoShape 266">
                  <a:extLst>
                    <a:ext uri="{FF2B5EF4-FFF2-40B4-BE49-F238E27FC236}">
                      <a16:creationId xmlns:a16="http://schemas.microsoft.com/office/drawing/2014/main" id="{D4F1321A-C642-4B8F-8B91-1CE97FD73B4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8"/>
                  <a:ext cx="673" cy="97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212113" name="Freeform 267">
                <a:extLst>
                  <a:ext uri="{FF2B5EF4-FFF2-40B4-BE49-F238E27FC236}">
                    <a16:creationId xmlns:a16="http://schemas.microsoft.com/office/drawing/2014/main" id="{B5498610-DDD1-4689-BDC6-B5FAF46C1AC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11 w 328"/>
                  <a:gd name="T3" fmla="*/ 8 h 226"/>
                  <a:gd name="T4" fmla="*/ 11 w 328"/>
                  <a:gd name="T5" fmla="*/ 14 h 226"/>
                  <a:gd name="T6" fmla="*/ 0 w 328"/>
                  <a:gd name="T7" fmla="*/ 6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212114" name="Group 268">
                <a:extLst>
                  <a:ext uri="{FF2B5EF4-FFF2-40B4-BE49-F238E27FC236}">
                    <a16:creationId xmlns:a16="http://schemas.microsoft.com/office/drawing/2014/main" id="{0C904952-9DB6-429E-B387-8A7E10A95B3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212126" name="AutoShape 269">
                  <a:extLst>
                    <a:ext uri="{FF2B5EF4-FFF2-40B4-BE49-F238E27FC236}">
                      <a16:creationId xmlns:a16="http://schemas.microsoft.com/office/drawing/2014/main" id="{F3C79DE1-E1FB-4004-A315-BB337E7391A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0" y="2544"/>
                  <a:ext cx="723" cy="163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12127" name="AutoShape 270">
                  <a:extLst>
                    <a:ext uri="{FF2B5EF4-FFF2-40B4-BE49-F238E27FC236}">
                      <a16:creationId xmlns:a16="http://schemas.microsoft.com/office/drawing/2014/main" id="{3ABF6EBF-3B16-45CE-9DED-A3509C6C7BD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45" y="2582"/>
                  <a:ext cx="673" cy="115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212115" name="Rectangle 271">
                <a:extLst>
                  <a:ext uri="{FF2B5EF4-FFF2-40B4-BE49-F238E27FC236}">
                    <a16:creationId xmlns:a16="http://schemas.microsoft.com/office/drawing/2014/main" id="{D6C8C5BB-9245-4C25-AC3D-ADF671D104A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55" y="429"/>
                <a:ext cx="60" cy="2286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116" name="Freeform 272">
                <a:extLst>
                  <a:ext uri="{FF2B5EF4-FFF2-40B4-BE49-F238E27FC236}">
                    <a16:creationId xmlns:a16="http://schemas.microsoft.com/office/drawing/2014/main" id="{9A4A515B-EEEC-4A33-AA2A-E093F29968E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11 w 296"/>
                  <a:gd name="T3" fmla="*/ 8 h 256"/>
                  <a:gd name="T4" fmla="*/ 11 w 296"/>
                  <a:gd name="T5" fmla="*/ 16 h 256"/>
                  <a:gd name="T6" fmla="*/ 0 w 296"/>
                  <a:gd name="T7" fmla="*/ 6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12117" name="Freeform 273">
                <a:extLst>
                  <a:ext uri="{FF2B5EF4-FFF2-40B4-BE49-F238E27FC236}">
                    <a16:creationId xmlns:a16="http://schemas.microsoft.com/office/drawing/2014/main" id="{41221C06-018A-449E-AE15-A69D2782D80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11 w 304"/>
                  <a:gd name="T3" fmla="*/ 11 h 288"/>
                  <a:gd name="T4" fmla="*/ 10 w 304"/>
                  <a:gd name="T5" fmla="*/ 19 h 288"/>
                  <a:gd name="T6" fmla="*/ 2 w 304"/>
                  <a:gd name="T7" fmla="*/ 8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12118" name="Oval 274">
                <a:extLst>
                  <a:ext uri="{FF2B5EF4-FFF2-40B4-BE49-F238E27FC236}">
                    <a16:creationId xmlns:a16="http://schemas.microsoft.com/office/drawing/2014/main" id="{0C07EDBF-4569-45FE-9DE1-7EB79C9E2C7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5" y="2609"/>
                <a:ext cx="50" cy="96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119" name="Freeform 275">
                <a:extLst>
                  <a:ext uri="{FF2B5EF4-FFF2-40B4-BE49-F238E27FC236}">
                    <a16:creationId xmlns:a16="http://schemas.microsoft.com/office/drawing/2014/main" id="{7D6002A0-5A10-411F-92A7-62CCE6C6039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8 h 240"/>
                  <a:gd name="T2" fmla="*/ 2 w 306"/>
                  <a:gd name="T3" fmla="*/ 16 h 240"/>
                  <a:gd name="T4" fmla="*/ 11 w 306"/>
                  <a:gd name="T5" fmla="*/ 8 h 240"/>
                  <a:gd name="T6" fmla="*/ 11 w 306"/>
                  <a:gd name="T7" fmla="*/ 0 h 240"/>
                  <a:gd name="T8" fmla="*/ 0 w 306"/>
                  <a:gd name="T9" fmla="*/ 8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12120" name="AutoShape 276">
                <a:extLst>
                  <a:ext uri="{FF2B5EF4-FFF2-40B4-BE49-F238E27FC236}">
                    <a16:creationId xmlns:a16="http://schemas.microsoft.com/office/drawing/2014/main" id="{C2BD82F5-3680-4CBD-9ECC-F18F842BC5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3" y="2677"/>
                <a:ext cx="1201" cy="144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121" name="AutoShape 277">
                <a:extLst>
                  <a:ext uri="{FF2B5EF4-FFF2-40B4-BE49-F238E27FC236}">
                    <a16:creationId xmlns:a16="http://schemas.microsoft.com/office/drawing/2014/main" id="{6947CC76-8433-4F59-9598-398610FBEC8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3" y="2705"/>
                <a:ext cx="1071" cy="7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chemeClr val="tx2"/>
                  </a:gs>
                  <a:gs pos="100000">
                    <a:schemeClr val="bg2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122" name="Oval 278">
                <a:extLst>
                  <a:ext uri="{FF2B5EF4-FFF2-40B4-BE49-F238E27FC236}">
                    <a16:creationId xmlns:a16="http://schemas.microsoft.com/office/drawing/2014/main" id="{84EAB89D-BA59-4A8F-914D-7A35BF101B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14" y="2379"/>
                <a:ext cx="160" cy="144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123" name="Oval 279">
                <a:extLst>
                  <a:ext uri="{FF2B5EF4-FFF2-40B4-BE49-F238E27FC236}">
                    <a16:creationId xmlns:a16="http://schemas.microsoft.com/office/drawing/2014/main" id="{8BE23182-7A00-442D-BB92-59570CF4A1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4" y="2379"/>
                <a:ext cx="160" cy="144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FF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124" name="Oval 280">
                <a:extLst>
                  <a:ext uri="{FF2B5EF4-FFF2-40B4-BE49-F238E27FC236}">
                    <a16:creationId xmlns:a16="http://schemas.microsoft.com/office/drawing/2014/main" id="{420A21DD-50CD-4A6B-8424-13A5CF4CEA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64" y="2379"/>
                <a:ext cx="160" cy="134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125" name="Rectangle 281">
                <a:extLst>
                  <a:ext uri="{FF2B5EF4-FFF2-40B4-BE49-F238E27FC236}">
                    <a16:creationId xmlns:a16="http://schemas.microsoft.com/office/drawing/2014/main" id="{37CE5E97-9B15-4F11-8606-DBC0FB471F7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4" y="1831"/>
                <a:ext cx="80" cy="759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</p:grpSp>
        <p:grpSp>
          <p:nvGrpSpPr>
            <p:cNvPr id="212036" name="Group 249">
              <a:extLst>
                <a:ext uri="{FF2B5EF4-FFF2-40B4-BE49-F238E27FC236}">
                  <a16:creationId xmlns:a16="http://schemas.microsoft.com/office/drawing/2014/main" id="{645AF21F-6651-40C3-A8F8-837084ABF928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7939866" y="4369199"/>
              <a:ext cx="225953" cy="395900"/>
              <a:chOff x="4140" y="429"/>
              <a:chExt cx="1425" cy="2396"/>
            </a:xfrm>
          </p:grpSpPr>
          <p:sp>
            <p:nvSpPr>
              <p:cNvPr id="212070" name="Freeform 250">
                <a:extLst>
                  <a:ext uri="{FF2B5EF4-FFF2-40B4-BE49-F238E27FC236}">
                    <a16:creationId xmlns:a16="http://schemas.microsoft.com/office/drawing/2014/main" id="{6DF51541-7D3E-4FD1-88B0-1EE136DFAB8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2 w 354"/>
                  <a:gd name="T1" fmla="*/ 0 h 2742"/>
                  <a:gd name="T2" fmla="*/ 12 w 354"/>
                  <a:gd name="T3" fmla="*/ 23 h 2742"/>
                  <a:gd name="T4" fmla="*/ 12 w 354"/>
                  <a:gd name="T5" fmla="*/ 171 h 2742"/>
                  <a:gd name="T6" fmla="*/ 0 w 354"/>
                  <a:gd name="T7" fmla="*/ 179 h 2742"/>
                  <a:gd name="T8" fmla="*/ 2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12071" name="Rectangle 251">
                <a:extLst>
                  <a:ext uri="{FF2B5EF4-FFF2-40B4-BE49-F238E27FC236}">
                    <a16:creationId xmlns:a16="http://schemas.microsoft.com/office/drawing/2014/main" id="{F374FAC7-45E8-4BE6-AA05-674BD90982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7" y="427"/>
                <a:ext cx="1051" cy="2286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072" name="Freeform 252">
                <a:extLst>
                  <a:ext uri="{FF2B5EF4-FFF2-40B4-BE49-F238E27FC236}">
                    <a16:creationId xmlns:a16="http://schemas.microsoft.com/office/drawing/2014/main" id="{95A5A8EE-C91E-4BED-8450-DB05AA70939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7 w 211"/>
                  <a:gd name="T3" fmla="*/ 15 h 2537"/>
                  <a:gd name="T4" fmla="*/ 2 w 211"/>
                  <a:gd name="T5" fmla="*/ 163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12073" name="Freeform 253">
                <a:extLst>
                  <a:ext uri="{FF2B5EF4-FFF2-40B4-BE49-F238E27FC236}">
                    <a16:creationId xmlns:a16="http://schemas.microsoft.com/office/drawing/2014/main" id="{6452CA04-D2BA-4ABD-86E6-66E6C1BAC36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11 w 328"/>
                  <a:gd name="T3" fmla="*/ 9 h 226"/>
                  <a:gd name="T4" fmla="*/ 11 w 328"/>
                  <a:gd name="T5" fmla="*/ 16 h 226"/>
                  <a:gd name="T6" fmla="*/ 0 w 328"/>
                  <a:gd name="T7" fmla="*/ 7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12074" name="Rectangle 254">
                <a:extLst>
                  <a:ext uri="{FF2B5EF4-FFF2-40B4-BE49-F238E27FC236}">
                    <a16:creationId xmlns:a16="http://schemas.microsoft.com/office/drawing/2014/main" id="{7ACD8D98-8B96-42F8-8083-BA87080E61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7" y="696"/>
                <a:ext cx="601" cy="38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grpSp>
            <p:nvGrpSpPr>
              <p:cNvPr id="212075" name="Group 255">
                <a:extLst>
                  <a:ext uri="{FF2B5EF4-FFF2-40B4-BE49-F238E27FC236}">
                    <a16:creationId xmlns:a16="http://schemas.microsoft.com/office/drawing/2014/main" id="{8F7B888D-1619-4506-BCD1-1784D87C0FB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212100" name="AutoShape 256">
                  <a:extLst>
                    <a:ext uri="{FF2B5EF4-FFF2-40B4-BE49-F238E27FC236}">
                      <a16:creationId xmlns:a16="http://schemas.microsoft.com/office/drawing/2014/main" id="{2C6E26CB-D81F-4918-AF1A-1F7598E2772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2" y="2567"/>
                  <a:ext cx="725" cy="138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12101" name="AutoShape 257">
                  <a:extLst>
                    <a:ext uri="{FF2B5EF4-FFF2-40B4-BE49-F238E27FC236}">
                      <a16:creationId xmlns:a16="http://schemas.microsoft.com/office/drawing/2014/main" id="{B9C06F60-1162-4E47-81E5-BCA821C5220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4" y="2586"/>
                  <a:ext cx="700" cy="101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212076" name="Rectangle 258">
                <a:extLst>
                  <a:ext uri="{FF2B5EF4-FFF2-40B4-BE49-F238E27FC236}">
                    <a16:creationId xmlns:a16="http://schemas.microsoft.com/office/drawing/2014/main" id="{73C5CDA9-FB7E-49E7-932D-1FD34E5102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7" y="1023"/>
                <a:ext cx="591" cy="38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grpSp>
            <p:nvGrpSpPr>
              <p:cNvPr id="212077" name="Group 259">
                <a:extLst>
                  <a:ext uri="{FF2B5EF4-FFF2-40B4-BE49-F238E27FC236}">
                    <a16:creationId xmlns:a16="http://schemas.microsoft.com/office/drawing/2014/main" id="{82AA8578-8E9A-4001-96A0-8F4C7B8DC54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212098" name="AutoShape 260">
                  <a:extLst>
                    <a:ext uri="{FF2B5EF4-FFF2-40B4-BE49-F238E27FC236}">
                      <a16:creationId xmlns:a16="http://schemas.microsoft.com/office/drawing/2014/main" id="{0ED1C708-C8F4-497A-8D92-8558A7A67EB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4" y="2568"/>
                  <a:ext cx="725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12099" name="AutoShape 261">
                  <a:extLst>
                    <a:ext uri="{FF2B5EF4-FFF2-40B4-BE49-F238E27FC236}">
                      <a16:creationId xmlns:a16="http://schemas.microsoft.com/office/drawing/2014/main" id="{4825FC4D-0836-4B07-934F-EF2365CE733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7" y="2588"/>
                  <a:ext cx="687" cy="100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212078" name="Rectangle 262">
                <a:extLst>
                  <a:ext uri="{FF2B5EF4-FFF2-40B4-BE49-F238E27FC236}">
                    <a16:creationId xmlns:a16="http://schemas.microsoft.com/office/drawing/2014/main" id="{03F1D9E1-7040-4BC1-8857-ED80368752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7" y="1359"/>
                <a:ext cx="591" cy="48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079" name="Rectangle 263">
                <a:extLst>
                  <a:ext uri="{FF2B5EF4-FFF2-40B4-BE49-F238E27FC236}">
                    <a16:creationId xmlns:a16="http://schemas.microsoft.com/office/drawing/2014/main" id="{A148AE58-49F1-4A64-B977-EC73E55F3C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7" y="1657"/>
                <a:ext cx="601" cy="48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grpSp>
            <p:nvGrpSpPr>
              <p:cNvPr id="212080" name="Group 264">
                <a:extLst>
                  <a:ext uri="{FF2B5EF4-FFF2-40B4-BE49-F238E27FC236}">
                    <a16:creationId xmlns:a16="http://schemas.microsoft.com/office/drawing/2014/main" id="{3A21336A-136F-4B2A-90CB-E25AA85A040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212096" name="AutoShape 265">
                  <a:extLst>
                    <a:ext uri="{FF2B5EF4-FFF2-40B4-BE49-F238E27FC236}">
                      <a16:creationId xmlns:a16="http://schemas.microsoft.com/office/drawing/2014/main" id="{E0DA0D54-F504-4173-82EE-A7FE7997DD4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7" y="2569"/>
                  <a:ext cx="711" cy="141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12097" name="AutoShape 266">
                  <a:extLst>
                    <a:ext uri="{FF2B5EF4-FFF2-40B4-BE49-F238E27FC236}">
                      <a16:creationId xmlns:a16="http://schemas.microsoft.com/office/drawing/2014/main" id="{F21CF1FB-3B5E-475E-B8F7-E00D961D2FB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9" y="2586"/>
                  <a:ext cx="673" cy="106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212081" name="Freeform 267">
                <a:extLst>
                  <a:ext uri="{FF2B5EF4-FFF2-40B4-BE49-F238E27FC236}">
                    <a16:creationId xmlns:a16="http://schemas.microsoft.com/office/drawing/2014/main" id="{DFBB6688-0B22-48B9-BE02-EC409380433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11 w 328"/>
                  <a:gd name="T3" fmla="*/ 8 h 226"/>
                  <a:gd name="T4" fmla="*/ 11 w 328"/>
                  <a:gd name="T5" fmla="*/ 14 h 226"/>
                  <a:gd name="T6" fmla="*/ 0 w 328"/>
                  <a:gd name="T7" fmla="*/ 6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212082" name="Group 268">
                <a:extLst>
                  <a:ext uri="{FF2B5EF4-FFF2-40B4-BE49-F238E27FC236}">
                    <a16:creationId xmlns:a16="http://schemas.microsoft.com/office/drawing/2014/main" id="{574D860F-8237-4DE3-9CEC-8983EEE6A38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212094" name="AutoShape 269">
                  <a:extLst>
                    <a:ext uri="{FF2B5EF4-FFF2-40B4-BE49-F238E27FC236}">
                      <a16:creationId xmlns:a16="http://schemas.microsoft.com/office/drawing/2014/main" id="{3F5A17C5-C92E-4595-A71E-1131591EA2D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2" y="2571"/>
                  <a:ext cx="761" cy="13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12095" name="AutoShape 270">
                  <a:extLst>
                    <a:ext uri="{FF2B5EF4-FFF2-40B4-BE49-F238E27FC236}">
                      <a16:creationId xmlns:a16="http://schemas.microsoft.com/office/drawing/2014/main" id="{5469953A-C38C-4107-95D9-BF24FD20D29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4" y="2590"/>
                  <a:ext cx="723" cy="106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212083" name="Rectangle 271">
                <a:extLst>
                  <a:ext uri="{FF2B5EF4-FFF2-40B4-BE49-F238E27FC236}">
                    <a16:creationId xmlns:a16="http://schemas.microsoft.com/office/drawing/2014/main" id="{9A0F33B6-A8F8-439B-8A00-F8D76DB8744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48" y="427"/>
                <a:ext cx="70" cy="2296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084" name="Freeform 272">
                <a:extLst>
                  <a:ext uri="{FF2B5EF4-FFF2-40B4-BE49-F238E27FC236}">
                    <a16:creationId xmlns:a16="http://schemas.microsoft.com/office/drawing/2014/main" id="{4D6C87C9-8C42-4B38-A051-AA2F4F3B47A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11 w 296"/>
                  <a:gd name="T3" fmla="*/ 8 h 256"/>
                  <a:gd name="T4" fmla="*/ 11 w 296"/>
                  <a:gd name="T5" fmla="*/ 16 h 256"/>
                  <a:gd name="T6" fmla="*/ 0 w 296"/>
                  <a:gd name="T7" fmla="*/ 6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12085" name="Freeform 273">
                <a:extLst>
                  <a:ext uri="{FF2B5EF4-FFF2-40B4-BE49-F238E27FC236}">
                    <a16:creationId xmlns:a16="http://schemas.microsoft.com/office/drawing/2014/main" id="{EF1BF205-1A52-41BC-9CD1-DB4A851D668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11 w 304"/>
                  <a:gd name="T3" fmla="*/ 11 h 288"/>
                  <a:gd name="T4" fmla="*/ 10 w 304"/>
                  <a:gd name="T5" fmla="*/ 19 h 288"/>
                  <a:gd name="T6" fmla="*/ 2 w 304"/>
                  <a:gd name="T7" fmla="*/ 8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12086" name="Oval 274">
                <a:extLst>
                  <a:ext uri="{FF2B5EF4-FFF2-40B4-BE49-F238E27FC236}">
                    <a16:creationId xmlns:a16="http://schemas.microsoft.com/office/drawing/2014/main" id="{A6E903BA-B6B8-4165-8F01-015275E769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8" y="2617"/>
                <a:ext cx="50" cy="96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087" name="Freeform 275">
                <a:extLst>
                  <a:ext uri="{FF2B5EF4-FFF2-40B4-BE49-F238E27FC236}">
                    <a16:creationId xmlns:a16="http://schemas.microsoft.com/office/drawing/2014/main" id="{A2D4DE0E-9116-48AC-91E5-8E76FFA2A8F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8 h 240"/>
                  <a:gd name="T2" fmla="*/ 2 w 306"/>
                  <a:gd name="T3" fmla="*/ 16 h 240"/>
                  <a:gd name="T4" fmla="*/ 11 w 306"/>
                  <a:gd name="T5" fmla="*/ 8 h 240"/>
                  <a:gd name="T6" fmla="*/ 11 w 306"/>
                  <a:gd name="T7" fmla="*/ 0 h 240"/>
                  <a:gd name="T8" fmla="*/ 0 w 306"/>
                  <a:gd name="T9" fmla="*/ 8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12088" name="AutoShape 276">
                <a:extLst>
                  <a:ext uri="{FF2B5EF4-FFF2-40B4-BE49-F238E27FC236}">
                    <a16:creationId xmlns:a16="http://schemas.microsoft.com/office/drawing/2014/main" id="{C05ADFFE-56AC-457D-B3E7-2460184861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36" y="2684"/>
                <a:ext cx="1201" cy="144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089" name="AutoShape 277">
                <a:extLst>
                  <a:ext uri="{FF2B5EF4-FFF2-40B4-BE49-F238E27FC236}">
                    <a16:creationId xmlns:a16="http://schemas.microsoft.com/office/drawing/2014/main" id="{FBE9A047-F99F-4C20-BF81-962634D578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7" y="2713"/>
                <a:ext cx="1071" cy="86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chemeClr val="tx2"/>
                  </a:gs>
                  <a:gs pos="100000">
                    <a:schemeClr val="bg2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090" name="Oval 278">
                <a:extLst>
                  <a:ext uri="{FF2B5EF4-FFF2-40B4-BE49-F238E27FC236}">
                    <a16:creationId xmlns:a16="http://schemas.microsoft.com/office/drawing/2014/main" id="{18A54BCA-752C-46A5-A889-FF4575D84D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7" y="2387"/>
                <a:ext cx="160" cy="144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091" name="Oval 279">
                <a:extLst>
                  <a:ext uri="{FF2B5EF4-FFF2-40B4-BE49-F238E27FC236}">
                    <a16:creationId xmlns:a16="http://schemas.microsoft.com/office/drawing/2014/main" id="{BD27C377-2DD3-45EC-8DE6-09361D8E3D7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7" y="2387"/>
                <a:ext cx="160" cy="144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FF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092" name="Oval 280">
                <a:extLst>
                  <a:ext uri="{FF2B5EF4-FFF2-40B4-BE49-F238E27FC236}">
                    <a16:creationId xmlns:a16="http://schemas.microsoft.com/office/drawing/2014/main" id="{23CF1C05-A451-459A-936B-3776D36D03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7" y="2387"/>
                <a:ext cx="160" cy="134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093" name="Rectangle 281">
                <a:extLst>
                  <a:ext uri="{FF2B5EF4-FFF2-40B4-BE49-F238E27FC236}">
                    <a16:creationId xmlns:a16="http://schemas.microsoft.com/office/drawing/2014/main" id="{2209EC21-01A3-4034-BE7D-69A6749BB0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8" y="1839"/>
                <a:ext cx="80" cy="759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</p:grpSp>
        <p:grpSp>
          <p:nvGrpSpPr>
            <p:cNvPr id="212037" name="Group 249">
              <a:extLst>
                <a:ext uri="{FF2B5EF4-FFF2-40B4-BE49-F238E27FC236}">
                  <a16:creationId xmlns:a16="http://schemas.microsoft.com/office/drawing/2014/main" id="{4D36A226-0D28-480B-8627-137970B6FD4E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8472213" y="4384408"/>
              <a:ext cx="225953" cy="395900"/>
              <a:chOff x="4140" y="429"/>
              <a:chExt cx="1425" cy="2396"/>
            </a:xfrm>
          </p:grpSpPr>
          <p:sp>
            <p:nvSpPr>
              <p:cNvPr id="212038" name="Freeform 250">
                <a:extLst>
                  <a:ext uri="{FF2B5EF4-FFF2-40B4-BE49-F238E27FC236}">
                    <a16:creationId xmlns:a16="http://schemas.microsoft.com/office/drawing/2014/main" id="{7FA32C14-D36B-4F85-AC40-2418BB367DF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2 w 354"/>
                  <a:gd name="T1" fmla="*/ 0 h 2742"/>
                  <a:gd name="T2" fmla="*/ 12 w 354"/>
                  <a:gd name="T3" fmla="*/ 23 h 2742"/>
                  <a:gd name="T4" fmla="*/ 12 w 354"/>
                  <a:gd name="T5" fmla="*/ 171 h 2742"/>
                  <a:gd name="T6" fmla="*/ 0 w 354"/>
                  <a:gd name="T7" fmla="*/ 179 h 2742"/>
                  <a:gd name="T8" fmla="*/ 2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12039" name="Rectangle 251">
                <a:extLst>
                  <a:ext uri="{FF2B5EF4-FFF2-40B4-BE49-F238E27FC236}">
                    <a16:creationId xmlns:a16="http://schemas.microsoft.com/office/drawing/2014/main" id="{6E9CB678-B171-4349-B5AD-542DA36F8BF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0" y="431"/>
                <a:ext cx="1051" cy="2276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040" name="Freeform 252">
                <a:extLst>
                  <a:ext uri="{FF2B5EF4-FFF2-40B4-BE49-F238E27FC236}">
                    <a16:creationId xmlns:a16="http://schemas.microsoft.com/office/drawing/2014/main" id="{CC3EE4CA-3B49-4394-8AD4-5B1282F7E50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7 w 211"/>
                  <a:gd name="T3" fmla="*/ 15 h 2537"/>
                  <a:gd name="T4" fmla="*/ 2 w 211"/>
                  <a:gd name="T5" fmla="*/ 163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12041" name="Freeform 253">
                <a:extLst>
                  <a:ext uri="{FF2B5EF4-FFF2-40B4-BE49-F238E27FC236}">
                    <a16:creationId xmlns:a16="http://schemas.microsoft.com/office/drawing/2014/main" id="{6D7E2C2F-0085-4C5A-B5CD-852DDD45747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11 w 328"/>
                  <a:gd name="T3" fmla="*/ 9 h 226"/>
                  <a:gd name="T4" fmla="*/ 11 w 328"/>
                  <a:gd name="T5" fmla="*/ 16 h 226"/>
                  <a:gd name="T6" fmla="*/ 0 w 328"/>
                  <a:gd name="T7" fmla="*/ 7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12042" name="Rectangle 254">
                <a:extLst>
                  <a:ext uri="{FF2B5EF4-FFF2-40B4-BE49-F238E27FC236}">
                    <a16:creationId xmlns:a16="http://schemas.microsoft.com/office/drawing/2014/main" id="{AE7350AD-F001-4144-974F-FC6092D722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690"/>
                <a:ext cx="601" cy="48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grpSp>
            <p:nvGrpSpPr>
              <p:cNvPr id="212043" name="Group 255">
                <a:extLst>
                  <a:ext uri="{FF2B5EF4-FFF2-40B4-BE49-F238E27FC236}">
                    <a16:creationId xmlns:a16="http://schemas.microsoft.com/office/drawing/2014/main" id="{01CDFD2A-8783-4BF3-951D-C9D0E53DA16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212068" name="AutoShape 256">
                  <a:extLst>
                    <a:ext uri="{FF2B5EF4-FFF2-40B4-BE49-F238E27FC236}">
                      <a16:creationId xmlns:a16="http://schemas.microsoft.com/office/drawing/2014/main" id="{023F06C0-CDB5-4567-A820-1469D381D44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6" y="2571"/>
                  <a:ext cx="725" cy="138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12069" name="AutoShape 257">
                  <a:extLst>
                    <a:ext uri="{FF2B5EF4-FFF2-40B4-BE49-F238E27FC236}">
                      <a16:creationId xmlns:a16="http://schemas.microsoft.com/office/drawing/2014/main" id="{AAD802D1-796B-43D9-B096-5E094FF6C22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9" y="2590"/>
                  <a:ext cx="700" cy="101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212044" name="Rectangle 258">
                <a:extLst>
                  <a:ext uri="{FF2B5EF4-FFF2-40B4-BE49-F238E27FC236}">
                    <a16:creationId xmlns:a16="http://schemas.microsoft.com/office/drawing/2014/main" id="{CA416E6E-FAA4-4A32-9800-F10E0BA9B8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017"/>
                <a:ext cx="601" cy="48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grpSp>
            <p:nvGrpSpPr>
              <p:cNvPr id="212045" name="Group 259">
                <a:extLst>
                  <a:ext uri="{FF2B5EF4-FFF2-40B4-BE49-F238E27FC236}">
                    <a16:creationId xmlns:a16="http://schemas.microsoft.com/office/drawing/2014/main" id="{741C9B51-99E2-4FFF-8A68-EE973C62B80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212066" name="AutoShape 260">
                  <a:extLst>
                    <a:ext uri="{FF2B5EF4-FFF2-40B4-BE49-F238E27FC236}">
                      <a16:creationId xmlns:a16="http://schemas.microsoft.com/office/drawing/2014/main" id="{42981656-696C-4914-98FE-D9D117B07D3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81" y="2572"/>
                  <a:ext cx="725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12067" name="AutoShape 261">
                  <a:extLst>
                    <a:ext uri="{FF2B5EF4-FFF2-40B4-BE49-F238E27FC236}">
                      <a16:creationId xmlns:a16="http://schemas.microsoft.com/office/drawing/2014/main" id="{EDD151B8-91DC-4A8A-8C99-6AE64E38A75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94" y="2592"/>
                  <a:ext cx="687" cy="100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212046" name="Rectangle 262">
                <a:extLst>
                  <a:ext uri="{FF2B5EF4-FFF2-40B4-BE49-F238E27FC236}">
                    <a16:creationId xmlns:a16="http://schemas.microsoft.com/office/drawing/2014/main" id="{7F7FCE14-7883-4928-9AEC-F283061DBB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363"/>
                <a:ext cx="591" cy="38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047" name="Rectangle 263">
                <a:extLst>
                  <a:ext uri="{FF2B5EF4-FFF2-40B4-BE49-F238E27FC236}">
                    <a16:creationId xmlns:a16="http://schemas.microsoft.com/office/drawing/2014/main" id="{0928EDBE-1DED-41B2-B20E-97013F5AB7D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30" y="1651"/>
                <a:ext cx="591" cy="48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grpSp>
            <p:nvGrpSpPr>
              <p:cNvPr id="212048" name="Group 264">
                <a:extLst>
                  <a:ext uri="{FF2B5EF4-FFF2-40B4-BE49-F238E27FC236}">
                    <a16:creationId xmlns:a16="http://schemas.microsoft.com/office/drawing/2014/main" id="{3DA68ABA-D2F7-4F29-A501-C08D6B0B755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212064" name="AutoShape 265">
                  <a:extLst>
                    <a:ext uri="{FF2B5EF4-FFF2-40B4-BE49-F238E27FC236}">
                      <a16:creationId xmlns:a16="http://schemas.microsoft.com/office/drawing/2014/main" id="{7494CE46-9D8D-4737-B4B5-7A900C8F148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09" y="2572"/>
                  <a:ext cx="686" cy="133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12065" name="AutoShape 266">
                  <a:extLst>
                    <a:ext uri="{FF2B5EF4-FFF2-40B4-BE49-F238E27FC236}">
                      <a16:creationId xmlns:a16="http://schemas.microsoft.com/office/drawing/2014/main" id="{310309F0-648F-4558-B62A-E6F0FC499C6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1" y="2590"/>
                  <a:ext cx="648" cy="97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212049" name="Freeform 267">
                <a:extLst>
                  <a:ext uri="{FF2B5EF4-FFF2-40B4-BE49-F238E27FC236}">
                    <a16:creationId xmlns:a16="http://schemas.microsoft.com/office/drawing/2014/main" id="{41BFE58B-F815-4009-8B3A-3AA384A41C8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11 w 328"/>
                  <a:gd name="T3" fmla="*/ 8 h 226"/>
                  <a:gd name="T4" fmla="*/ 11 w 328"/>
                  <a:gd name="T5" fmla="*/ 14 h 226"/>
                  <a:gd name="T6" fmla="*/ 0 w 328"/>
                  <a:gd name="T7" fmla="*/ 6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212050" name="Group 268">
                <a:extLst>
                  <a:ext uri="{FF2B5EF4-FFF2-40B4-BE49-F238E27FC236}">
                    <a16:creationId xmlns:a16="http://schemas.microsoft.com/office/drawing/2014/main" id="{F032113D-AD9D-4843-B96E-F9DF346A40B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212062" name="AutoShape 269">
                  <a:extLst>
                    <a:ext uri="{FF2B5EF4-FFF2-40B4-BE49-F238E27FC236}">
                      <a16:creationId xmlns:a16="http://schemas.microsoft.com/office/drawing/2014/main" id="{BAE80124-B126-4031-B6F5-9E88B34352F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6" y="2565"/>
                  <a:ext cx="723" cy="14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12063" name="AutoShape 270">
                  <a:extLst>
                    <a:ext uri="{FF2B5EF4-FFF2-40B4-BE49-F238E27FC236}">
                      <a16:creationId xmlns:a16="http://schemas.microsoft.com/office/drawing/2014/main" id="{002C34E3-F20C-4EA3-802D-498BAE04876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9" y="2585"/>
                  <a:ext cx="686" cy="115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212051" name="Rectangle 271">
                <a:extLst>
                  <a:ext uri="{FF2B5EF4-FFF2-40B4-BE49-F238E27FC236}">
                    <a16:creationId xmlns:a16="http://schemas.microsoft.com/office/drawing/2014/main" id="{9D77C687-645B-4F56-95CE-93F4F4A43E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51" y="431"/>
                <a:ext cx="60" cy="2286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052" name="Freeform 272">
                <a:extLst>
                  <a:ext uri="{FF2B5EF4-FFF2-40B4-BE49-F238E27FC236}">
                    <a16:creationId xmlns:a16="http://schemas.microsoft.com/office/drawing/2014/main" id="{D6FC5305-6898-4FC6-9B76-AFFEA3EA509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11 w 296"/>
                  <a:gd name="T3" fmla="*/ 8 h 256"/>
                  <a:gd name="T4" fmla="*/ 11 w 296"/>
                  <a:gd name="T5" fmla="*/ 16 h 256"/>
                  <a:gd name="T6" fmla="*/ 0 w 296"/>
                  <a:gd name="T7" fmla="*/ 6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12053" name="Freeform 273">
                <a:extLst>
                  <a:ext uri="{FF2B5EF4-FFF2-40B4-BE49-F238E27FC236}">
                    <a16:creationId xmlns:a16="http://schemas.microsoft.com/office/drawing/2014/main" id="{81A8FAD8-F266-48F9-83E3-A02B0A9D2A5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11 w 304"/>
                  <a:gd name="T3" fmla="*/ 11 h 288"/>
                  <a:gd name="T4" fmla="*/ 10 w 304"/>
                  <a:gd name="T5" fmla="*/ 19 h 288"/>
                  <a:gd name="T6" fmla="*/ 2 w 304"/>
                  <a:gd name="T7" fmla="*/ 8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12054" name="Oval 274">
                <a:extLst>
                  <a:ext uri="{FF2B5EF4-FFF2-40B4-BE49-F238E27FC236}">
                    <a16:creationId xmlns:a16="http://schemas.microsoft.com/office/drawing/2014/main" id="{392292EB-81CC-4176-B93F-630067582E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2" y="2611"/>
                <a:ext cx="50" cy="96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055" name="Freeform 275">
                <a:extLst>
                  <a:ext uri="{FF2B5EF4-FFF2-40B4-BE49-F238E27FC236}">
                    <a16:creationId xmlns:a16="http://schemas.microsoft.com/office/drawing/2014/main" id="{83EB949A-73AC-46F1-8854-BE581E8EEE0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8 h 240"/>
                  <a:gd name="T2" fmla="*/ 2 w 306"/>
                  <a:gd name="T3" fmla="*/ 16 h 240"/>
                  <a:gd name="T4" fmla="*/ 11 w 306"/>
                  <a:gd name="T5" fmla="*/ 8 h 240"/>
                  <a:gd name="T6" fmla="*/ 11 w 306"/>
                  <a:gd name="T7" fmla="*/ 0 h 240"/>
                  <a:gd name="T8" fmla="*/ 0 w 306"/>
                  <a:gd name="T9" fmla="*/ 8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12056" name="AutoShape 276">
                <a:extLst>
                  <a:ext uri="{FF2B5EF4-FFF2-40B4-BE49-F238E27FC236}">
                    <a16:creationId xmlns:a16="http://schemas.microsoft.com/office/drawing/2014/main" id="{54A2CF79-EB13-4261-B70B-629AAEEB04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79"/>
                <a:ext cx="1201" cy="144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057" name="AutoShape 277">
                <a:extLst>
                  <a:ext uri="{FF2B5EF4-FFF2-40B4-BE49-F238E27FC236}">
                    <a16:creationId xmlns:a16="http://schemas.microsoft.com/office/drawing/2014/main" id="{23DD1FCC-DB10-478D-AAF5-3704FE35151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0" y="2708"/>
                <a:ext cx="1071" cy="86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chemeClr val="tx2"/>
                  </a:gs>
                  <a:gs pos="100000">
                    <a:schemeClr val="bg2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058" name="Oval 278">
                <a:extLst>
                  <a:ext uri="{FF2B5EF4-FFF2-40B4-BE49-F238E27FC236}">
                    <a16:creationId xmlns:a16="http://schemas.microsoft.com/office/drawing/2014/main" id="{03B475C7-A661-42EA-84BB-8108A88D7C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10" y="2381"/>
                <a:ext cx="160" cy="144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059" name="Oval 279">
                <a:extLst>
                  <a:ext uri="{FF2B5EF4-FFF2-40B4-BE49-F238E27FC236}">
                    <a16:creationId xmlns:a16="http://schemas.microsoft.com/office/drawing/2014/main" id="{3622438C-3DDF-4EF8-92F7-640E7B0969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0" y="2381"/>
                <a:ext cx="160" cy="144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FF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060" name="Oval 280">
                <a:extLst>
                  <a:ext uri="{FF2B5EF4-FFF2-40B4-BE49-F238E27FC236}">
                    <a16:creationId xmlns:a16="http://schemas.microsoft.com/office/drawing/2014/main" id="{2C5F4C9F-5631-4D5F-A432-082E6B3707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61" y="2381"/>
                <a:ext cx="160" cy="134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061" name="Rectangle 281">
                <a:extLst>
                  <a:ext uri="{FF2B5EF4-FFF2-40B4-BE49-F238E27FC236}">
                    <a16:creationId xmlns:a16="http://schemas.microsoft.com/office/drawing/2014/main" id="{EF717043-985B-4953-B239-6F69C79A9D8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1" y="1833"/>
                <a:ext cx="80" cy="759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</p:grpSp>
      </p:grpSp>
      <p:grpSp>
        <p:nvGrpSpPr>
          <p:cNvPr id="1137" name="Group 1068">
            <a:extLst>
              <a:ext uri="{FF2B5EF4-FFF2-40B4-BE49-F238E27FC236}">
                <a16:creationId xmlns:a16="http://schemas.microsoft.com/office/drawing/2014/main" id="{605FBB8E-79F4-47E3-AD7D-8F4D2B6000D2}"/>
              </a:ext>
            </a:extLst>
          </p:cNvPr>
          <p:cNvGrpSpPr>
            <a:grpSpLocks/>
          </p:cNvGrpSpPr>
          <p:nvPr/>
        </p:nvGrpSpPr>
        <p:grpSpPr bwMode="auto">
          <a:xfrm>
            <a:off x="7186613" y="5734050"/>
            <a:ext cx="347662" cy="681038"/>
            <a:chOff x="7923189" y="2486664"/>
            <a:chExt cx="360377" cy="884585"/>
          </a:xfrm>
        </p:grpSpPr>
        <p:pic>
          <p:nvPicPr>
            <p:cNvPr id="212000" name="Picture 3">
              <a:extLst>
                <a:ext uri="{FF2B5EF4-FFF2-40B4-BE49-F238E27FC236}">
                  <a16:creationId xmlns:a16="http://schemas.microsoft.com/office/drawing/2014/main" id="{C859B477-CD61-4B9C-87C5-A9FD1A6A48C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43998" y="2486664"/>
              <a:ext cx="239568" cy="5365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212001" name="Group 950">
              <a:extLst>
                <a:ext uri="{FF2B5EF4-FFF2-40B4-BE49-F238E27FC236}">
                  <a16:creationId xmlns:a16="http://schemas.microsoft.com/office/drawing/2014/main" id="{BD227C56-4287-4E91-8ABF-1F6C36D14AF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923189" y="2890236"/>
              <a:ext cx="227012" cy="481013"/>
              <a:chOff x="4140" y="429"/>
              <a:chExt cx="1425" cy="2396"/>
            </a:xfrm>
          </p:grpSpPr>
          <p:sp>
            <p:nvSpPr>
              <p:cNvPr id="212002" name="Freeform 951">
                <a:extLst>
                  <a:ext uri="{FF2B5EF4-FFF2-40B4-BE49-F238E27FC236}">
                    <a16:creationId xmlns:a16="http://schemas.microsoft.com/office/drawing/2014/main" id="{83B08DE9-071C-4E11-B2FE-0723E32F55A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2 w 354"/>
                  <a:gd name="T1" fmla="*/ 0 h 2742"/>
                  <a:gd name="T2" fmla="*/ 4 w 354"/>
                  <a:gd name="T3" fmla="*/ 9 h 2742"/>
                  <a:gd name="T4" fmla="*/ 4 w 354"/>
                  <a:gd name="T5" fmla="*/ 69 h 2742"/>
                  <a:gd name="T6" fmla="*/ 0 w 354"/>
                  <a:gd name="T7" fmla="*/ 72 h 2742"/>
                  <a:gd name="T8" fmla="*/ 2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12003" name="Rectangle 952">
                <a:extLst>
                  <a:ext uri="{FF2B5EF4-FFF2-40B4-BE49-F238E27FC236}">
                    <a16:creationId xmlns:a16="http://schemas.microsoft.com/office/drawing/2014/main" id="{80650075-1067-4711-92F1-83361C0870B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429"/>
                <a:ext cx="1046" cy="2285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004" name="Freeform 953">
                <a:extLst>
                  <a:ext uri="{FF2B5EF4-FFF2-40B4-BE49-F238E27FC236}">
                    <a16:creationId xmlns:a16="http://schemas.microsoft.com/office/drawing/2014/main" id="{D0EE2640-3654-40B2-B7B1-F82061CD90F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2 w 211"/>
                  <a:gd name="T3" fmla="*/ 7 h 2537"/>
                  <a:gd name="T4" fmla="*/ 2 w 211"/>
                  <a:gd name="T5" fmla="*/ 65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12005" name="Freeform 954">
                <a:extLst>
                  <a:ext uri="{FF2B5EF4-FFF2-40B4-BE49-F238E27FC236}">
                    <a16:creationId xmlns:a16="http://schemas.microsoft.com/office/drawing/2014/main" id="{04CE7828-CCD3-40B9-9A8C-A0B01C10AA1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4 w 328"/>
                  <a:gd name="T3" fmla="*/ 4 h 226"/>
                  <a:gd name="T4" fmla="*/ 4 w 328"/>
                  <a:gd name="T5" fmla="*/ 7 h 226"/>
                  <a:gd name="T6" fmla="*/ 0 w 328"/>
                  <a:gd name="T7" fmla="*/ 3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12006" name="Rectangle 955">
                <a:extLst>
                  <a:ext uri="{FF2B5EF4-FFF2-40B4-BE49-F238E27FC236}">
                    <a16:creationId xmlns:a16="http://schemas.microsoft.com/office/drawing/2014/main" id="{DE834A4A-7830-48E7-B502-949D0715E4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690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grpSp>
            <p:nvGrpSpPr>
              <p:cNvPr id="212007" name="Group 956">
                <a:extLst>
                  <a:ext uri="{FF2B5EF4-FFF2-40B4-BE49-F238E27FC236}">
                    <a16:creationId xmlns:a16="http://schemas.microsoft.com/office/drawing/2014/main" id="{CC4D8DCC-3607-4250-8D44-204B2D0F3B2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212032" name="AutoShape 957">
                  <a:extLst>
                    <a:ext uri="{FF2B5EF4-FFF2-40B4-BE49-F238E27FC236}">
                      <a16:creationId xmlns:a16="http://schemas.microsoft.com/office/drawing/2014/main" id="{AB421180-318E-4E96-842E-705BE71F7F6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66"/>
                  <a:ext cx="721" cy="14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12033" name="AutoShape 958">
                  <a:extLst>
                    <a:ext uri="{FF2B5EF4-FFF2-40B4-BE49-F238E27FC236}">
                      <a16:creationId xmlns:a16="http://schemas.microsoft.com/office/drawing/2014/main" id="{1BBBEE7B-CB41-4CB2-968F-D333E4819A8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1"/>
                  <a:ext cx="696" cy="114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212008" name="Rectangle 959">
                <a:extLst>
                  <a:ext uri="{FF2B5EF4-FFF2-40B4-BE49-F238E27FC236}">
                    <a16:creationId xmlns:a16="http://schemas.microsoft.com/office/drawing/2014/main" id="{69DE7E11-17E0-4467-AA4F-B30858447F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022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grpSp>
            <p:nvGrpSpPr>
              <p:cNvPr id="212009" name="Group 960">
                <a:extLst>
                  <a:ext uri="{FF2B5EF4-FFF2-40B4-BE49-F238E27FC236}">
                    <a16:creationId xmlns:a16="http://schemas.microsoft.com/office/drawing/2014/main" id="{8C9D2DC4-EE52-4A67-837E-020E81C0E16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212030" name="AutoShape 961">
                  <a:extLst>
                    <a:ext uri="{FF2B5EF4-FFF2-40B4-BE49-F238E27FC236}">
                      <a16:creationId xmlns:a16="http://schemas.microsoft.com/office/drawing/2014/main" id="{02E7C72E-4257-4830-B201-8E423498738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2564"/>
                  <a:ext cx="721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12031" name="AutoShape 962">
                  <a:extLst>
                    <a:ext uri="{FF2B5EF4-FFF2-40B4-BE49-F238E27FC236}">
                      <a16:creationId xmlns:a16="http://schemas.microsoft.com/office/drawing/2014/main" id="{42762F11-0621-4D24-BC72-1BC5506DC74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8" y="2581"/>
                  <a:ext cx="696" cy="107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212010" name="Rectangle 963">
                <a:extLst>
                  <a:ext uri="{FF2B5EF4-FFF2-40B4-BE49-F238E27FC236}">
                    <a16:creationId xmlns:a16="http://schemas.microsoft.com/office/drawing/2014/main" id="{1FD3A44F-AF5B-4D69-A01C-5200FD31C03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354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011" name="Rectangle 964">
                <a:extLst>
                  <a:ext uri="{FF2B5EF4-FFF2-40B4-BE49-F238E27FC236}">
                    <a16:creationId xmlns:a16="http://schemas.microsoft.com/office/drawing/2014/main" id="{88A42911-4712-45FB-9929-F36670E7EB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30" y="1655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grpSp>
            <p:nvGrpSpPr>
              <p:cNvPr id="212012" name="Group 965">
                <a:extLst>
                  <a:ext uri="{FF2B5EF4-FFF2-40B4-BE49-F238E27FC236}">
                    <a16:creationId xmlns:a16="http://schemas.microsoft.com/office/drawing/2014/main" id="{3D05A0E9-B1BA-4142-8EF5-FD68144F65E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212028" name="AutoShape 966">
                  <a:extLst>
                    <a:ext uri="{FF2B5EF4-FFF2-40B4-BE49-F238E27FC236}">
                      <a16:creationId xmlns:a16="http://schemas.microsoft.com/office/drawing/2014/main" id="{EB3E0B69-403B-4F1B-9031-01C5AB62080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8" y="2586"/>
                  <a:ext cx="720" cy="12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12029" name="AutoShape 967">
                  <a:extLst>
                    <a:ext uri="{FF2B5EF4-FFF2-40B4-BE49-F238E27FC236}">
                      <a16:creationId xmlns:a16="http://schemas.microsoft.com/office/drawing/2014/main" id="{228D7C77-5B39-432B-B0FE-4FC08067557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0" y="2586"/>
                  <a:ext cx="695" cy="10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212013" name="Freeform 968">
                <a:extLst>
                  <a:ext uri="{FF2B5EF4-FFF2-40B4-BE49-F238E27FC236}">
                    <a16:creationId xmlns:a16="http://schemas.microsoft.com/office/drawing/2014/main" id="{30C417D8-0AD2-4B99-9E3A-6EFDBFD9156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4 w 328"/>
                  <a:gd name="T3" fmla="*/ 3 h 226"/>
                  <a:gd name="T4" fmla="*/ 4 w 328"/>
                  <a:gd name="T5" fmla="*/ 6 h 226"/>
                  <a:gd name="T6" fmla="*/ 0 w 328"/>
                  <a:gd name="T7" fmla="*/ 2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212014" name="Group 969">
                <a:extLst>
                  <a:ext uri="{FF2B5EF4-FFF2-40B4-BE49-F238E27FC236}">
                    <a16:creationId xmlns:a16="http://schemas.microsoft.com/office/drawing/2014/main" id="{15EEE794-C46C-440F-BB53-1495DD50E33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212026" name="AutoShape 970">
                  <a:extLst>
                    <a:ext uri="{FF2B5EF4-FFF2-40B4-BE49-F238E27FC236}">
                      <a16:creationId xmlns:a16="http://schemas.microsoft.com/office/drawing/2014/main" id="{55701332-B04D-4F88-9D3C-7D33EA350F9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71"/>
                  <a:ext cx="732" cy="13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12027" name="AutoShape 971">
                  <a:extLst>
                    <a:ext uri="{FF2B5EF4-FFF2-40B4-BE49-F238E27FC236}">
                      <a16:creationId xmlns:a16="http://schemas.microsoft.com/office/drawing/2014/main" id="{CF3C0BAE-A12B-41ED-ACFF-32B3DAB9E5A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7"/>
                  <a:ext cx="720" cy="103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>
                    <a:solidFill>
                      <a:srgbClr val="000000"/>
                    </a:solidFill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212015" name="Rectangle 972">
                <a:extLst>
                  <a:ext uri="{FF2B5EF4-FFF2-40B4-BE49-F238E27FC236}">
                    <a16:creationId xmlns:a16="http://schemas.microsoft.com/office/drawing/2014/main" id="{3CC037F8-1281-4E12-B754-3D8F6728FEA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46" y="429"/>
                <a:ext cx="70" cy="2285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016" name="Freeform 973">
                <a:extLst>
                  <a:ext uri="{FF2B5EF4-FFF2-40B4-BE49-F238E27FC236}">
                    <a16:creationId xmlns:a16="http://schemas.microsoft.com/office/drawing/2014/main" id="{E2710B39-C21B-4F0B-ABC1-93DAC34AA40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4 w 296"/>
                  <a:gd name="T3" fmla="*/ 3 h 256"/>
                  <a:gd name="T4" fmla="*/ 4 w 296"/>
                  <a:gd name="T5" fmla="*/ 6 h 256"/>
                  <a:gd name="T6" fmla="*/ 0 w 296"/>
                  <a:gd name="T7" fmla="*/ 2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12017" name="Freeform 974">
                <a:extLst>
                  <a:ext uri="{FF2B5EF4-FFF2-40B4-BE49-F238E27FC236}">
                    <a16:creationId xmlns:a16="http://schemas.microsoft.com/office/drawing/2014/main" id="{B27BEECC-BB93-4A8C-99F2-3EA1EC80DC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4 w 304"/>
                  <a:gd name="T3" fmla="*/ 5 h 288"/>
                  <a:gd name="T4" fmla="*/ 3 w 304"/>
                  <a:gd name="T5" fmla="*/ 8 h 288"/>
                  <a:gd name="T6" fmla="*/ 2 w 304"/>
                  <a:gd name="T7" fmla="*/ 3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12018" name="Oval 975">
                <a:extLst>
                  <a:ext uri="{FF2B5EF4-FFF2-40B4-BE49-F238E27FC236}">
                    <a16:creationId xmlns:a16="http://schemas.microsoft.com/office/drawing/2014/main" id="{FD9C9ECB-766F-40E0-8E8F-DE5A0094F2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5" y="2611"/>
                <a:ext cx="50" cy="95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019" name="Freeform 976">
                <a:extLst>
                  <a:ext uri="{FF2B5EF4-FFF2-40B4-BE49-F238E27FC236}">
                    <a16:creationId xmlns:a16="http://schemas.microsoft.com/office/drawing/2014/main" id="{2E477168-7BC4-48C1-B237-CED1BABE9E9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3 h 240"/>
                  <a:gd name="T2" fmla="*/ 2 w 306"/>
                  <a:gd name="T3" fmla="*/ 7 h 240"/>
                  <a:gd name="T4" fmla="*/ 4 w 306"/>
                  <a:gd name="T5" fmla="*/ 3 h 240"/>
                  <a:gd name="T6" fmla="*/ 4 w 306"/>
                  <a:gd name="T7" fmla="*/ 0 h 240"/>
                  <a:gd name="T8" fmla="*/ 0 w 306"/>
                  <a:gd name="T9" fmla="*/ 3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12020" name="AutoShape 977">
                <a:extLst>
                  <a:ext uri="{FF2B5EF4-FFF2-40B4-BE49-F238E27FC236}">
                    <a16:creationId xmlns:a16="http://schemas.microsoft.com/office/drawing/2014/main" id="{1FD736F2-F1C2-4987-AE6C-313F2949E05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75"/>
                <a:ext cx="1196" cy="150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021" name="AutoShape 978">
                <a:extLst>
                  <a:ext uri="{FF2B5EF4-FFF2-40B4-BE49-F238E27FC236}">
                    <a16:creationId xmlns:a16="http://schemas.microsoft.com/office/drawing/2014/main" id="{AEB3558C-E0AC-4E02-82AC-DB0AAC69C3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2714"/>
                <a:ext cx="1066" cy="7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chemeClr val="tx2"/>
                  </a:gs>
                  <a:gs pos="100000">
                    <a:schemeClr val="bg2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022" name="Oval 979">
                <a:extLst>
                  <a:ext uri="{FF2B5EF4-FFF2-40B4-BE49-F238E27FC236}">
                    <a16:creationId xmlns:a16="http://schemas.microsoft.com/office/drawing/2014/main" id="{0E4528B0-8167-4F87-9A02-300EEC37616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9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023" name="Oval 980">
                <a:extLst>
                  <a:ext uri="{FF2B5EF4-FFF2-40B4-BE49-F238E27FC236}">
                    <a16:creationId xmlns:a16="http://schemas.microsoft.com/office/drawing/2014/main" id="{CC871644-B680-4DF0-84D3-7C9EB130B93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9" y="2382"/>
                <a:ext cx="159" cy="142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1800">
                  <a:solidFill>
                    <a:srgbClr val="FF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024" name="Oval 981">
                <a:extLst>
                  <a:ext uri="{FF2B5EF4-FFF2-40B4-BE49-F238E27FC236}">
                    <a16:creationId xmlns:a16="http://schemas.microsoft.com/office/drawing/2014/main" id="{1A295B29-35F5-4DED-8209-66C09C10B0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8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12025" name="Rectangle 982">
                <a:extLst>
                  <a:ext uri="{FF2B5EF4-FFF2-40B4-BE49-F238E27FC236}">
                    <a16:creationId xmlns:a16="http://schemas.microsoft.com/office/drawing/2014/main" id="{BD49479A-5934-4A42-8B1A-5E7224172E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7" y="1837"/>
                <a:ext cx="80" cy="759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</p:grpSp>
      </p:grpSp>
      <p:grpSp>
        <p:nvGrpSpPr>
          <p:cNvPr id="1143" name="Group 19">
            <a:extLst>
              <a:ext uri="{FF2B5EF4-FFF2-40B4-BE49-F238E27FC236}">
                <a16:creationId xmlns:a16="http://schemas.microsoft.com/office/drawing/2014/main" id="{4DCBB3A1-4E7A-4F1D-9C0C-5E932181A1D3}"/>
              </a:ext>
            </a:extLst>
          </p:cNvPr>
          <p:cNvGrpSpPr>
            <a:grpSpLocks/>
          </p:cNvGrpSpPr>
          <p:nvPr/>
        </p:nvGrpSpPr>
        <p:grpSpPr bwMode="auto">
          <a:xfrm>
            <a:off x="227013" y="3719513"/>
            <a:ext cx="982662" cy="1585912"/>
            <a:chOff x="226804" y="3719080"/>
            <a:chExt cx="982820" cy="1586234"/>
          </a:xfrm>
        </p:grpSpPr>
        <p:pic>
          <p:nvPicPr>
            <p:cNvPr id="211997" name="Picture 9">
              <a:extLst>
                <a:ext uri="{FF2B5EF4-FFF2-40B4-BE49-F238E27FC236}">
                  <a16:creationId xmlns:a16="http://schemas.microsoft.com/office/drawing/2014/main" id="{DAC7DC8F-EC15-48E9-B14F-90E7B16B466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3109" y="5014480"/>
              <a:ext cx="405029" cy="2908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11998" name="Cloud Callout 16">
              <a:extLst>
                <a:ext uri="{FF2B5EF4-FFF2-40B4-BE49-F238E27FC236}">
                  <a16:creationId xmlns:a16="http://schemas.microsoft.com/office/drawing/2014/main" id="{C42C0B6B-2151-4E41-BAD0-E311EFCBFFFE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226804" y="3719080"/>
              <a:ext cx="982820" cy="514019"/>
            </a:xfrm>
            <a:prstGeom prst="cloudCallout">
              <a:avLst>
                <a:gd name="adj1" fmla="val -7606"/>
                <a:gd name="adj2" fmla="val 147866"/>
              </a:avLst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Arial" panose="020B0604020202020204" pitchFamily="34" charset="0"/>
              </a:endParaRPr>
            </a:p>
          </p:txBody>
        </p:sp>
        <p:pic>
          <p:nvPicPr>
            <p:cNvPr id="211999" name="Picture 18" descr="madman.jpg">
              <a:extLst>
                <a:ext uri="{FF2B5EF4-FFF2-40B4-BE49-F238E27FC236}">
                  <a16:creationId xmlns:a16="http://schemas.microsoft.com/office/drawing/2014/main" id="{C1BFE79E-8081-4C3D-9381-4EF592FE9E4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7767" y="3870258"/>
              <a:ext cx="767350" cy="21165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211984" name="Content Placeholder 12">
            <a:extLst>
              <a:ext uri="{FF2B5EF4-FFF2-40B4-BE49-F238E27FC236}">
                <a16:creationId xmlns:a16="http://schemas.microsoft.com/office/drawing/2014/main" id="{82823145-9E9D-44B1-810A-5B466496980B}"/>
              </a:ext>
            </a:extLst>
          </p:cNvPr>
          <p:cNvSpPr txBox="1">
            <a:spLocks/>
          </p:cNvSpPr>
          <p:nvPr/>
        </p:nvSpPr>
        <p:spPr bwMode="auto">
          <a:xfrm>
            <a:off x="715963" y="1265238"/>
            <a:ext cx="7772400" cy="806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287338" indent="-287338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681038" indent="-223838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buSzPct val="100000"/>
              <a:buFont typeface="Wingdings" panose="05000000000000000000" pitchFamily="2" charset="2"/>
              <a:buChar char="§"/>
            </a:pPr>
            <a:r>
              <a:rPr lang="en-US" altLang="en-US">
                <a:solidFill>
                  <a:srgbClr val="000000"/>
                </a:solidFill>
              </a:rPr>
              <a:t>CDN: stores copies of content at CDN nodes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en-US">
                <a:solidFill>
                  <a:srgbClr val="000000"/>
                </a:solidFill>
                <a:ea typeface="ＭＳ Ｐゴシック" panose="020B0600070205080204" pitchFamily="34" charset="-128"/>
              </a:rPr>
              <a:t>e.g. Netflix stores copies of MadMen</a:t>
            </a:r>
          </a:p>
        </p:txBody>
      </p:sp>
      <p:grpSp>
        <p:nvGrpSpPr>
          <p:cNvPr id="1144" name="Group 22">
            <a:extLst>
              <a:ext uri="{FF2B5EF4-FFF2-40B4-BE49-F238E27FC236}">
                <a16:creationId xmlns:a16="http://schemas.microsoft.com/office/drawing/2014/main" id="{DE3BCC2E-6B5E-42C4-8085-4A96B674C844}"/>
              </a:ext>
            </a:extLst>
          </p:cNvPr>
          <p:cNvGrpSpPr>
            <a:grpSpLocks/>
          </p:cNvGrpSpPr>
          <p:nvPr/>
        </p:nvGrpSpPr>
        <p:grpSpPr bwMode="auto">
          <a:xfrm>
            <a:off x="34925" y="5030788"/>
            <a:ext cx="1857375" cy="338137"/>
            <a:chOff x="5957397" y="-30236"/>
            <a:chExt cx="1857399" cy="338554"/>
          </a:xfrm>
        </p:grpSpPr>
        <p:sp>
          <p:nvSpPr>
            <p:cNvPr id="211995" name="Rectangle 20">
              <a:extLst>
                <a:ext uri="{FF2B5EF4-FFF2-40B4-BE49-F238E27FC236}">
                  <a16:creationId xmlns:a16="http://schemas.microsoft.com/office/drawing/2014/main" id="{43F1236B-AC2B-474A-81D1-23C80655D6C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7398" y="0"/>
              <a:ext cx="1829556" cy="272128"/>
            </a:xfrm>
            <a:prstGeom prst="rect">
              <a:avLst/>
            </a:pr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211996" name="TextBox 21">
              <a:extLst>
                <a:ext uri="{FF2B5EF4-FFF2-40B4-BE49-F238E27FC236}">
                  <a16:creationId xmlns:a16="http://schemas.microsoft.com/office/drawing/2014/main" id="{AF57E485-A0B1-44FC-A184-8B57CEDBFED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957397" y="-30236"/>
              <a:ext cx="1857399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600">
                  <a:solidFill>
                    <a:srgbClr val="FFFFFF"/>
                  </a:solidFill>
                  <a:latin typeface="Arial" panose="020B0604020202020204" pitchFamily="34" charset="0"/>
                </a:rPr>
                <a:t>where’s Madmen?</a:t>
              </a:r>
            </a:p>
          </p:txBody>
        </p:sp>
      </p:grpSp>
      <p:grpSp>
        <p:nvGrpSpPr>
          <p:cNvPr id="1145" name="Group 1112">
            <a:extLst>
              <a:ext uri="{FF2B5EF4-FFF2-40B4-BE49-F238E27FC236}">
                <a16:creationId xmlns:a16="http://schemas.microsoft.com/office/drawing/2014/main" id="{1EE8C930-FCC2-490C-B841-CFDEA901F5D0}"/>
              </a:ext>
            </a:extLst>
          </p:cNvPr>
          <p:cNvGrpSpPr>
            <a:grpSpLocks/>
          </p:cNvGrpSpPr>
          <p:nvPr/>
        </p:nvGrpSpPr>
        <p:grpSpPr bwMode="auto">
          <a:xfrm>
            <a:off x="7261225" y="4778375"/>
            <a:ext cx="1279525" cy="338138"/>
            <a:chOff x="5931471" y="-30236"/>
            <a:chExt cx="1279747" cy="338971"/>
          </a:xfrm>
        </p:grpSpPr>
        <p:sp>
          <p:nvSpPr>
            <p:cNvPr id="211993" name="Rectangle 1113">
              <a:extLst>
                <a:ext uri="{FF2B5EF4-FFF2-40B4-BE49-F238E27FC236}">
                  <a16:creationId xmlns:a16="http://schemas.microsoft.com/office/drawing/2014/main" id="{5DE7C277-8222-410C-B3BE-F25785A727F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7398" y="13898"/>
              <a:ext cx="1225865" cy="258229"/>
            </a:xfrm>
            <a:prstGeom prst="rect">
              <a:avLst/>
            </a:pr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211994" name="TextBox 1114">
              <a:extLst>
                <a:ext uri="{FF2B5EF4-FFF2-40B4-BE49-F238E27FC236}">
                  <a16:creationId xmlns:a16="http://schemas.microsoft.com/office/drawing/2014/main" id="{98D33D45-9AB5-42A7-BB28-BFCEEA007B7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931471" y="-30236"/>
              <a:ext cx="1279747" cy="3389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600">
                  <a:solidFill>
                    <a:srgbClr val="FFFFFF"/>
                  </a:solidFill>
                  <a:latin typeface="Arial" panose="020B0604020202020204" pitchFamily="34" charset="0"/>
                </a:rPr>
                <a:t>manifest file</a:t>
              </a:r>
            </a:p>
          </p:txBody>
        </p:sp>
      </p:grpSp>
      <p:sp>
        <p:nvSpPr>
          <p:cNvPr id="28" name="Freeform 27">
            <a:extLst>
              <a:ext uri="{FF2B5EF4-FFF2-40B4-BE49-F238E27FC236}">
                <a16:creationId xmlns:a16="http://schemas.microsoft.com/office/drawing/2014/main" id="{1D49E65F-5B2A-41D9-8AE0-6A3B084FF655}"/>
              </a:ext>
            </a:extLst>
          </p:cNvPr>
          <p:cNvSpPr>
            <a:spLocks/>
          </p:cNvSpPr>
          <p:nvPr/>
        </p:nvSpPr>
        <p:spPr bwMode="auto">
          <a:xfrm>
            <a:off x="1074738" y="4243388"/>
            <a:ext cx="1008062" cy="881062"/>
          </a:xfrm>
          <a:custGeom>
            <a:avLst/>
            <a:gdLst>
              <a:gd name="T0" fmla="*/ 126602 w 1284637"/>
              <a:gd name="T1" fmla="*/ 0 h 1108430"/>
              <a:gd name="T2" fmla="*/ 144873 w 1284637"/>
              <a:gd name="T3" fmla="*/ 140276 h 1108430"/>
              <a:gd name="T4" fmla="*/ 0 w 1284637"/>
              <a:gd name="T5" fmla="*/ 140115 h 1108430"/>
              <a:gd name="T6" fmla="*/ 0 60000 65536"/>
              <a:gd name="T7" fmla="*/ 0 60000 65536"/>
              <a:gd name="T8" fmla="*/ 0 60000 65536"/>
              <a:gd name="T9" fmla="*/ 0 w 1284637"/>
              <a:gd name="T10" fmla="*/ 0 h 1108430"/>
              <a:gd name="T11" fmla="*/ 1284637 w 1284637"/>
              <a:gd name="T12" fmla="*/ 1108430 h 110843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284637" h="1108430">
                <a:moveTo>
                  <a:pt x="1122624" y="0"/>
                </a:moveTo>
                <a:lnTo>
                  <a:pt x="1284637" y="1108430"/>
                </a:lnTo>
                <a:lnTo>
                  <a:pt x="0" y="1107156"/>
                </a:lnTo>
              </a:path>
            </a:pathLst>
          </a:custGeom>
          <a:noFill/>
          <a:ln w="5715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/>
          <a:lstStyle/>
          <a:p>
            <a:endParaRPr lang="zh-HK" altLang="en-US"/>
          </a:p>
        </p:txBody>
      </p:sp>
      <p:sp>
        <p:nvSpPr>
          <p:cNvPr id="1121" name="Freeform 1120">
            <a:extLst>
              <a:ext uri="{FF2B5EF4-FFF2-40B4-BE49-F238E27FC236}">
                <a16:creationId xmlns:a16="http://schemas.microsoft.com/office/drawing/2014/main" id="{313097C2-3A81-4477-9C18-4838B835ECB3}"/>
              </a:ext>
            </a:extLst>
          </p:cNvPr>
          <p:cNvSpPr>
            <a:spLocks/>
          </p:cNvSpPr>
          <p:nvPr/>
        </p:nvSpPr>
        <p:spPr bwMode="auto">
          <a:xfrm flipV="1">
            <a:off x="1100138" y="5127625"/>
            <a:ext cx="2166937" cy="709613"/>
          </a:xfrm>
          <a:custGeom>
            <a:avLst/>
            <a:gdLst>
              <a:gd name="T0" fmla="*/ 3870887 w 1898925"/>
              <a:gd name="T1" fmla="*/ 0 h 980345"/>
              <a:gd name="T2" fmla="*/ 6231784 w 1898925"/>
              <a:gd name="T3" fmla="*/ 32743 h 980345"/>
              <a:gd name="T4" fmla="*/ 4799837 w 1898925"/>
              <a:gd name="T5" fmla="*/ 37202 h 980345"/>
              <a:gd name="T6" fmla="*/ 2787559 w 1898925"/>
              <a:gd name="T7" fmla="*/ 52176 h 980345"/>
              <a:gd name="T8" fmla="*/ 0 w 1898925"/>
              <a:gd name="T9" fmla="*/ 53410 h 98034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898925"/>
              <a:gd name="T16" fmla="*/ 0 h 980345"/>
              <a:gd name="T17" fmla="*/ 1898925 w 1898925"/>
              <a:gd name="T18" fmla="*/ 980345 h 98034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898925" h="980345">
                <a:moveTo>
                  <a:pt x="1179521" y="0"/>
                </a:moveTo>
                <a:lnTo>
                  <a:pt x="1898925" y="600997"/>
                </a:lnTo>
                <a:lnTo>
                  <a:pt x="1462589" y="682836"/>
                </a:lnTo>
                <a:cubicBezTo>
                  <a:pt x="1258197" y="730637"/>
                  <a:pt x="1110581" y="844165"/>
                  <a:pt x="849414" y="957692"/>
                </a:cubicBezTo>
                <a:lnTo>
                  <a:pt x="0" y="980345"/>
                </a:lnTo>
              </a:path>
            </a:pathLst>
          </a:custGeom>
          <a:noFill/>
          <a:ln w="5715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/>
          <a:lstStyle/>
          <a:p>
            <a:endParaRPr lang="zh-HK" altLang="en-US"/>
          </a:p>
        </p:txBody>
      </p:sp>
      <p:sp>
        <p:nvSpPr>
          <p:cNvPr id="1122" name="Content Placeholder 12">
            <a:extLst>
              <a:ext uri="{FF2B5EF4-FFF2-40B4-BE49-F238E27FC236}">
                <a16:creationId xmlns:a16="http://schemas.microsoft.com/office/drawing/2014/main" id="{5588F164-B30A-D646-A5F4-EAAD6517FDAC}"/>
              </a:ext>
            </a:extLst>
          </p:cNvPr>
          <p:cNvSpPr txBox="1">
            <a:spLocks/>
          </p:cNvSpPr>
          <p:nvPr/>
        </p:nvSpPr>
        <p:spPr bwMode="auto">
          <a:xfrm>
            <a:off x="771525" y="2505075"/>
            <a:ext cx="7650163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 marL="342900" indent="-34290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65000"/>
              <a:buFont typeface="Wingdings" charset="0"/>
              <a:buChar char="v"/>
              <a:defRPr sz="2800">
                <a:solidFill>
                  <a:schemeClr val="tx1"/>
                </a:solidFill>
                <a:latin typeface="+mn-lt"/>
                <a:ea typeface="ＭＳ Ｐゴシック" charset="0"/>
                <a:cs typeface="+mn-cs"/>
              </a:defRPr>
            </a:lvl1pPr>
            <a:lvl2pPr marL="742950" indent="-28575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Font typeface="Wingdings" charset="0"/>
              <a:buChar char="§"/>
              <a:defRPr sz="2400">
                <a:solidFill>
                  <a:schemeClr val="tx1"/>
                </a:solidFill>
                <a:latin typeface="+mn-lt"/>
                <a:ea typeface="Arial" charset="0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Comic Sans MS" pitchFamily="66" charset="0"/>
                <a:ea typeface="Arial" charset="0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Times New Roman" pitchFamily="18" charset="0"/>
                <a:ea typeface="Arial" charset="0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18" charset="0"/>
                <a:ea typeface="Arial" charset="0"/>
                <a:cs typeface="+mn-cs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18" charset="0"/>
                <a:cs typeface="+mn-cs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18" charset="0"/>
                <a:cs typeface="+mn-cs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18" charset="0"/>
                <a:cs typeface="+mn-cs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18" charset="0"/>
                <a:cs typeface="+mn-cs"/>
              </a:defRPr>
            </a:lvl9pPr>
          </a:lstStyle>
          <a:p>
            <a:pPr marL="681038" lvl="1" indent="-223838">
              <a:buFont typeface="Arial"/>
              <a:buChar char="•"/>
              <a:defRPr/>
            </a:pPr>
            <a:r>
              <a:rPr lang="en-US" dirty="0">
                <a:solidFill>
                  <a:srgbClr val="0070C0"/>
                </a:solidFill>
              </a:rPr>
              <a:t>directed to nearby copy</a:t>
            </a:r>
            <a:r>
              <a:rPr lang="en-US" dirty="0">
                <a:solidFill>
                  <a:srgbClr val="000000"/>
                </a:solidFill>
              </a:rPr>
              <a:t>, retrieves content</a:t>
            </a:r>
          </a:p>
          <a:p>
            <a:pPr marL="457200" lvl="1" indent="0">
              <a:buFont typeface="Wingdings" charset="0"/>
              <a:buNone/>
              <a:defRPr/>
            </a:pP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123" name="Content Placeholder 12">
            <a:extLst>
              <a:ext uri="{FF2B5EF4-FFF2-40B4-BE49-F238E27FC236}">
                <a16:creationId xmlns:a16="http://schemas.microsoft.com/office/drawing/2014/main" id="{73B636F8-047A-1742-88CB-E94AD6375E42}"/>
              </a:ext>
            </a:extLst>
          </p:cNvPr>
          <p:cNvSpPr txBox="1">
            <a:spLocks/>
          </p:cNvSpPr>
          <p:nvPr/>
        </p:nvSpPr>
        <p:spPr bwMode="auto">
          <a:xfrm>
            <a:off x="787400" y="2852738"/>
            <a:ext cx="7772400" cy="503237"/>
          </a:xfrm>
          <a:prstGeom prst="rect">
            <a:avLst/>
          </a:prstGeom>
          <a:noFill/>
          <a:ln>
            <a:noFill/>
          </a:ln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 marL="342900" indent="-34290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65000"/>
              <a:buFont typeface="Wingdings" charset="0"/>
              <a:buChar char="v"/>
              <a:defRPr sz="2800">
                <a:solidFill>
                  <a:schemeClr val="tx1"/>
                </a:solidFill>
                <a:latin typeface="+mn-lt"/>
                <a:ea typeface="ＭＳ Ｐゴシック" charset="0"/>
                <a:cs typeface="+mn-cs"/>
              </a:defRPr>
            </a:lvl1pPr>
            <a:lvl2pPr marL="742950" indent="-28575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Font typeface="Wingdings" charset="0"/>
              <a:buChar char="§"/>
              <a:defRPr sz="2400">
                <a:solidFill>
                  <a:schemeClr val="tx1"/>
                </a:solidFill>
                <a:latin typeface="+mn-lt"/>
                <a:ea typeface="Arial" charset="0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Comic Sans MS" pitchFamily="66" charset="0"/>
                <a:ea typeface="Arial" charset="0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Times New Roman" pitchFamily="18" charset="0"/>
                <a:ea typeface="Arial" charset="0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18" charset="0"/>
                <a:ea typeface="Arial" charset="0"/>
                <a:cs typeface="+mn-cs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18" charset="0"/>
                <a:cs typeface="+mn-cs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18" charset="0"/>
                <a:cs typeface="+mn-cs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18" charset="0"/>
                <a:cs typeface="+mn-cs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18" charset="0"/>
                <a:cs typeface="+mn-cs"/>
              </a:defRPr>
            </a:lvl9pPr>
          </a:lstStyle>
          <a:p>
            <a:pPr marL="681038" lvl="1" indent="-223838">
              <a:buFont typeface="Arial"/>
              <a:buChar char="•"/>
              <a:defRPr/>
            </a:pPr>
            <a:r>
              <a:rPr lang="en-US" dirty="0">
                <a:solidFill>
                  <a:srgbClr val="0070C0"/>
                </a:solidFill>
              </a:rPr>
              <a:t>may choose different copy</a:t>
            </a:r>
            <a:r>
              <a:rPr lang="en-US" dirty="0">
                <a:solidFill>
                  <a:srgbClr val="000000"/>
                </a:solidFill>
              </a:rPr>
              <a:t> if network path congested</a:t>
            </a:r>
          </a:p>
          <a:p>
            <a:pPr marL="457200" lvl="1" indent="0">
              <a:buFont typeface="Wingdings" charset="0"/>
              <a:buNone/>
              <a:defRPr/>
            </a:pP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11991" name="Rectangle 7">
            <a:extLst>
              <a:ext uri="{FF2B5EF4-FFF2-40B4-BE49-F238E27FC236}">
                <a16:creationId xmlns:a16="http://schemas.microsoft.com/office/drawing/2014/main" id="{D6D57A84-0A90-4CE2-A711-2F8745CF2CE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6924675" y="6454775"/>
            <a:ext cx="1547813" cy="30003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en-US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211992" name="Rectangle 8">
            <a:extLst>
              <a:ext uri="{FF2B5EF4-FFF2-40B4-BE49-F238E27FC236}">
                <a16:creationId xmlns:a16="http://schemas.microsoft.com/office/drawing/2014/main" id="{42DA80B7-B3A9-432F-893C-1230333E225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en-US" sz="1200">
                <a:latin typeface="Tahoma" panose="020B0604030504040204" pitchFamily="34" charset="0"/>
              </a:rPr>
              <a:t>2-</a:t>
            </a:r>
            <a:fld id="{B5DBE7D2-8FAC-46BB-9604-D4A06E74D8D1}" type="slidenum">
              <a:rPr lang="en-US" altLang="en-US" sz="1200">
                <a:latin typeface="Tahoma" panose="020B0604030504040204" pitchFamily="34" charset="0"/>
              </a:rPr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t>92</a:t>
            </a:fld>
            <a:endParaRPr lang="en-US" altLang="en-US" sz="1200"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0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Whoosh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9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Whoosh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 nodeType="afterGroup">
                            <p:stCondLst>
                              <p:cond delay="250"/>
                            </p:stCondLst>
                            <p:childTnLst>
                              <p:par>
                                <p:cTn id="11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Whoosh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4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0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Whoosh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 nodeType="afterGroup">
                            <p:stCondLst>
                              <p:cond delay="750"/>
                            </p:stCondLst>
                            <p:childTnLst>
                              <p:par>
                                <p:cTn id="17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9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Whoosh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20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9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0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Whoosh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 nodeType="afterGroup">
                            <p:stCondLst>
                              <p:cond delay="1250"/>
                            </p:stCondLst>
                            <p:childTnLst>
                              <p:par>
                                <p:cTn id="23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Whoosh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500"/>
                                        <p:tgtEl>
                                          <p:spTgt spid="1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 nodeType="clickPar">
                      <p:stCondLst>
                        <p:cond delay="indefinite"/>
                      </p:stCondLst>
                      <p:childTnLst>
                        <p:par>
                          <p:cTn id="3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" dur="5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1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 nodeType="clickPar">
                      <p:stCondLst>
                        <p:cond delay="indefinite"/>
                      </p:stCondLst>
                      <p:childTnLst>
                        <p:par>
                          <p:cTn id="3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1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44" presetID="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65214E-6 3.59408E-6 L 0.11335 -0.02916 L 0.14356 -0.02685 L 0.31852 0.00185 L 0.46138 -0.03078 L 0.55164 -0.00486 L 0.62333 0.0155 L 0.72418 -0.01088 L 0.77539 -0.05508 " pathEditMode="relative" rAng="0" ptsTypes="AAAAAAAAA">
                                      <p:cBhvr>
                                        <p:cTn id="45" dur="2000" fill="hold"/>
                                        <p:tgtEl>
                                          <p:spTgt spid="114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8761" y="-199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 nodeType="afterGroup">
                            <p:stCondLst>
                              <p:cond delay="2500"/>
                            </p:stCondLst>
                            <p:childTnLst>
                              <p:par>
                                <p:cTn id="47" presetID="9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48" dur="500"/>
                                        <p:tgtEl>
                                          <p:spTgt spid="11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 nodeType="afterGroup">
                            <p:stCondLst>
                              <p:cond delay="3000"/>
                            </p:stCondLst>
                            <p:childTnLst>
                              <p:par>
                                <p:cTn id="51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3" dur="500"/>
                                        <p:tgtEl>
                                          <p:spTgt spid="1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 nodeType="afterGroup">
                            <p:stCondLst>
                              <p:cond delay="3500"/>
                            </p:stCondLst>
                            <p:childTnLst>
                              <p:par>
                                <p:cTn id="55" presetID="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486 -0.00046 L -0.12238 0.06989 L -0.2812 0.02152 L -0.43152 0.0523 L -0.6367 0.028 L -0.76549 0.05462 " pathEditMode="relative" rAng="0" ptsTypes="AAAAAA">
                                      <p:cBhvr>
                                        <p:cTn id="56" dur="2000" fill="hold"/>
                                        <p:tgtEl>
                                          <p:spTgt spid="11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8518" y="351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 nodeType="afterGroup">
                            <p:stCondLst>
                              <p:cond delay="5500"/>
                            </p:stCondLst>
                            <p:childTnLst>
                              <p:par>
                                <p:cTn id="58" presetID="9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9" dur="500"/>
                                        <p:tgtEl>
                                          <p:spTgt spid="11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 nodeType="afterGroup">
                            <p:stCondLst>
                              <p:cond delay="6000"/>
                            </p:stCondLst>
                            <p:childTnLst>
                              <p:par>
                                <p:cTn id="62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 nodeType="clickPar">
                      <p:stCondLst>
                        <p:cond delay="indefinite"/>
                      </p:stCondLst>
                      <p:childTnLst>
                        <p:par>
                          <p:cTn id="6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9" dur="500"/>
                                        <p:tgtEl>
                                          <p:spTgt spid="1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71" presetID="9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7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75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7" dur="500"/>
                                        <p:tgtEl>
                                          <p:spTgt spid="1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build="p"/>
      <p:bldP spid="1122" grpId="0"/>
      <p:bldP spid="1123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0161" name="Picture 11" descr="underline_base">
            <a:extLst>
              <a:ext uri="{FF2B5EF4-FFF2-40B4-BE49-F238E27FC236}">
                <a16:creationId xmlns:a16="http://schemas.microsoft.com/office/drawing/2014/main" id="{642003DA-7246-4273-9DDA-B0CE31230669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663" y="1068388"/>
            <a:ext cx="41132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20162" name="Rectangle 7">
            <a:extLst>
              <a:ext uri="{FF2B5EF4-FFF2-40B4-BE49-F238E27FC236}">
                <a16:creationId xmlns:a16="http://schemas.microsoft.com/office/drawing/2014/main" id="{3430AE92-0A56-4E61-B530-561DE3D18EB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220163" name="Rectangle 8">
            <a:extLst>
              <a:ext uri="{FF2B5EF4-FFF2-40B4-BE49-F238E27FC236}">
                <a16:creationId xmlns:a16="http://schemas.microsoft.com/office/drawing/2014/main" id="{CA948A8D-AFC7-4FE5-92A6-2AD52F315D1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200">
                <a:latin typeface="Tahoma" panose="020B0604030504040204" pitchFamily="34" charset="0"/>
              </a:rPr>
              <a:t>2-</a:t>
            </a:r>
            <a:fld id="{869B365E-D2C5-49C3-9560-BC5DDC5FEB40}" type="slidenum">
              <a:rPr lang="en-US" altLang="en-US" sz="120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93</a:t>
            </a:fld>
            <a:endParaRPr lang="en-US" altLang="en-US" sz="1200">
              <a:latin typeface="Tahoma" panose="020B0604030504040204" pitchFamily="34" charset="0"/>
            </a:endParaRPr>
          </a:p>
        </p:txBody>
      </p:sp>
      <p:sp>
        <p:nvSpPr>
          <p:cNvPr id="220164" name="Rectangle 2">
            <a:extLst>
              <a:ext uri="{FF2B5EF4-FFF2-40B4-BE49-F238E27FC236}">
                <a16:creationId xmlns:a16="http://schemas.microsoft.com/office/drawing/2014/main" id="{78F5C239-0F82-4F74-90BC-E61F3166966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>
                <a:ea typeface="ＭＳ Ｐゴシック" panose="020B0600070205080204" pitchFamily="34" charset="-128"/>
              </a:rPr>
              <a:t>Chapter 2: outline</a:t>
            </a:r>
          </a:p>
        </p:txBody>
      </p:sp>
      <p:sp>
        <p:nvSpPr>
          <p:cNvPr id="50180" name="Rectangle 3">
            <a:extLst>
              <a:ext uri="{FF2B5EF4-FFF2-40B4-BE49-F238E27FC236}">
                <a16:creationId xmlns:a16="http://schemas.microsoft.com/office/drawing/2014/main" id="{F1FD3333-52DE-684C-BAF8-73AE8A0AD2EA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33400" y="1611313"/>
            <a:ext cx="3810000" cy="4648200"/>
          </a:xfrm>
        </p:spPr>
        <p:txBody>
          <a:bodyPr/>
          <a:lstStyle/>
          <a:p>
            <a:pPr marL="512763" indent="-512763">
              <a:lnSpc>
                <a:spcPct val="100000"/>
              </a:lnSpc>
              <a:buFont typeface="Wingdings" charset="0"/>
              <a:buNone/>
              <a:defRPr/>
            </a:pPr>
            <a:r>
              <a:rPr lang="en-US" dirty="0">
                <a:latin typeface="Gill Sans MT" charset="0"/>
              </a:rPr>
              <a:t>2.1 principles of network applications</a:t>
            </a:r>
          </a:p>
          <a:p>
            <a:pPr marL="512763" indent="-512763">
              <a:lnSpc>
                <a:spcPct val="100000"/>
              </a:lnSpc>
              <a:buFont typeface="Wingdings" charset="0"/>
              <a:buNone/>
              <a:defRPr/>
            </a:pPr>
            <a:r>
              <a:rPr lang="en-US" dirty="0">
                <a:latin typeface="Gill Sans MT" charset="0"/>
              </a:rPr>
              <a:t>2.2 Web and HTTP</a:t>
            </a:r>
          </a:p>
          <a:p>
            <a:pPr marL="512763" indent="-512763">
              <a:lnSpc>
                <a:spcPct val="100000"/>
              </a:lnSpc>
              <a:buFont typeface="Wingdings" charset="0"/>
              <a:buNone/>
              <a:defRPr/>
            </a:pPr>
            <a:r>
              <a:rPr lang="en-US" dirty="0">
                <a:latin typeface="Gill Sans MT" charset="0"/>
              </a:rPr>
              <a:t>2.3 electronic mail</a:t>
            </a:r>
          </a:p>
          <a:p>
            <a:pPr marL="738188" lvl="1" indent="-287338">
              <a:lnSpc>
                <a:spcPct val="100000"/>
              </a:lnSpc>
              <a:buFont typeface="Arial"/>
              <a:buChar char="•"/>
              <a:defRPr/>
            </a:pPr>
            <a:r>
              <a:rPr lang="en-US" dirty="0">
                <a:latin typeface="Gill Sans MT" charset="0"/>
              </a:rPr>
              <a:t>SMTP, POP3, IMAP</a:t>
            </a:r>
          </a:p>
          <a:p>
            <a:pPr marL="512763" indent="-512763">
              <a:lnSpc>
                <a:spcPct val="100000"/>
              </a:lnSpc>
              <a:buFont typeface="Wingdings" charset="0"/>
              <a:buNone/>
              <a:defRPr/>
            </a:pPr>
            <a:r>
              <a:rPr lang="en-US" dirty="0">
                <a:latin typeface="Gill Sans MT" charset="0"/>
              </a:rPr>
              <a:t>2.4 DNS</a:t>
            </a:r>
          </a:p>
          <a:p>
            <a:pPr marL="457200" indent="-457200">
              <a:buFont typeface="Wingdings" charset="2"/>
              <a:buChar char="§"/>
              <a:defRPr/>
            </a:pPr>
            <a:endParaRPr lang="en-US" sz="2400" dirty="0">
              <a:latin typeface="Gill Sans MT" charset="0"/>
            </a:endParaRPr>
          </a:p>
        </p:txBody>
      </p:sp>
      <p:sp>
        <p:nvSpPr>
          <p:cNvPr id="220166" name="Rectangle 4">
            <a:extLst>
              <a:ext uri="{FF2B5EF4-FFF2-40B4-BE49-F238E27FC236}">
                <a16:creationId xmlns:a16="http://schemas.microsoft.com/office/drawing/2014/main" id="{89857912-C0CE-4C26-9090-765AB315F0D0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4673600" y="1600200"/>
            <a:ext cx="3876675" cy="4648200"/>
          </a:xfrm>
        </p:spPr>
        <p:txBody>
          <a:bodyPr/>
          <a:lstStyle/>
          <a:p>
            <a:pPr marL="512763" indent="-512763">
              <a:lnSpc>
                <a:spcPct val="100000"/>
              </a:lnSpc>
              <a:buFont typeface="Wingdings" panose="05000000000000000000" pitchFamily="2" charset="2"/>
              <a:buNone/>
            </a:pPr>
            <a:r>
              <a:rPr lang="en-US" altLang="en-US">
                <a:ea typeface="ＭＳ Ｐゴシック" panose="020B0600070205080204" pitchFamily="34" charset="-128"/>
              </a:rPr>
              <a:t>2.5 P2P applications</a:t>
            </a:r>
          </a:p>
          <a:p>
            <a:pPr marL="512763" indent="-512763">
              <a:lnSpc>
                <a:spcPct val="100000"/>
              </a:lnSpc>
              <a:buFont typeface="Wingdings" panose="05000000000000000000" pitchFamily="2" charset="2"/>
              <a:buNone/>
            </a:pPr>
            <a:r>
              <a:rPr lang="en-US" altLang="en-US">
                <a:ea typeface="ＭＳ Ｐゴシック" panose="020B0600070205080204" pitchFamily="34" charset="-128"/>
              </a:rPr>
              <a:t>2.6 video streaming and content distribution networks</a:t>
            </a:r>
          </a:p>
          <a:p>
            <a:pPr marL="512763" indent="-512763">
              <a:lnSpc>
                <a:spcPct val="100000"/>
              </a:lnSpc>
              <a:buFont typeface="Wingdings" panose="05000000000000000000" pitchFamily="2" charset="2"/>
              <a:buNone/>
            </a:pPr>
            <a:r>
              <a:rPr lang="en-US" altLang="en-US">
                <a:solidFill>
                  <a:srgbClr val="CC0000"/>
                </a:solidFill>
                <a:ea typeface="ＭＳ Ｐゴシック" panose="020B0600070205080204" pitchFamily="34" charset="-128"/>
              </a:rPr>
              <a:t>2.7 socket programming with UDP and TCP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026" name="Rectangle 7">
            <a:extLst>
              <a:ext uri="{FF2B5EF4-FFF2-40B4-BE49-F238E27FC236}">
                <a16:creationId xmlns:a16="http://schemas.microsoft.com/office/drawing/2014/main" id="{C03CC8B4-98CE-4F32-9A3D-138DFA3A1A3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257027" name="Rectangle 8">
            <a:extLst>
              <a:ext uri="{FF2B5EF4-FFF2-40B4-BE49-F238E27FC236}">
                <a16:creationId xmlns:a16="http://schemas.microsoft.com/office/drawing/2014/main" id="{1797CA73-84E2-4C9A-B393-0C0EDE8B120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  <a:ea typeface="新細明體" panose="02020500000000000000" pitchFamily="18" charset="-120"/>
              </a:rPr>
              <a:t>2-</a:t>
            </a:r>
            <a:fld id="{C4C64262-AAFB-4883-A7CC-78B62DE45F50}" type="slidenum">
              <a:rPr lang="en-US" altLang="zh-TW" sz="1200" smtClean="0">
                <a:solidFill>
                  <a:srgbClr val="000000"/>
                </a:solidFill>
                <a:latin typeface="Tahoma" panose="020B0604030504040204" pitchFamily="34" charset="0"/>
                <a:ea typeface="新細明體" panose="02020500000000000000" pitchFamily="18" charset="-120"/>
              </a:rPr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t>94</a:t>
            </a:fld>
            <a:endParaRPr lang="en-US" altLang="zh-TW" sz="1200">
              <a:solidFill>
                <a:srgbClr val="000000"/>
              </a:solidFill>
              <a:latin typeface="Tahoma" panose="020B0604030504040204" pitchFamily="34" charset="0"/>
              <a:ea typeface="新細明體" panose="02020500000000000000" pitchFamily="18" charset="-120"/>
            </a:endParaRPr>
          </a:p>
        </p:txBody>
      </p:sp>
      <p:sp>
        <p:nvSpPr>
          <p:cNvPr id="257028" name="Rectangle 2">
            <a:extLst>
              <a:ext uri="{FF2B5EF4-FFF2-40B4-BE49-F238E27FC236}">
                <a16:creationId xmlns:a16="http://schemas.microsoft.com/office/drawing/2014/main" id="{F2840238-03EF-4261-9A87-2C7B366EA88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12775" y="0"/>
            <a:ext cx="7772400" cy="1143000"/>
          </a:xfrm>
        </p:spPr>
        <p:txBody>
          <a:bodyPr/>
          <a:lstStyle/>
          <a:p>
            <a:r>
              <a:rPr lang="en-US" altLang="zh-TW" sz="4000"/>
              <a:t>Socket programming </a:t>
            </a:r>
            <a:endParaRPr lang="en-US" altLang="zh-TW"/>
          </a:p>
        </p:txBody>
      </p:sp>
      <p:sp>
        <p:nvSpPr>
          <p:cNvPr id="257029" name="Rectangle 3">
            <a:extLst>
              <a:ext uri="{FF2B5EF4-FFF2-40B4-BE49-F238E27FC236}">
                <a16:creationId xmlns:a16="http://schemas.microsoft.com/office/drawing/2014/main" id="{EBD751FB-D648-4F59-A8DD-BE474D8B9F6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492125" y="1395413"/>
            <a:ext cx="8021638" cy="1533525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i="1">
                <a:solidFill>
                  <a:srgbClr val="CC0000"/>
                </a:solidFill>
              </a:rPr>
              <a:t>goal:</a:t>
            </a:r>
            <a:r>
              <a:rPr lang="en-US" altLang="zh-TW">
                <a:solidFill>
                  <a:srgbClr val="000000"/>
                </a:solidFill>
              </a:rPr>
              <a:t> learn how to build client/server applications that communicate using sockets</a:t>
            </a:r>
            <a:endParaRPr lang="en-US" altLang="zh-TW" i="1">
              <a:solidFill>
                <a:srgbClr val="CC0000"/>
              </a:solidFill>
            </a:endParaRPr>
          </a:p>
          <a:p>
            <a:pPr>
              <a:buFont typeface="Wingdings" panose="05000000000000000000" pitchFamily="2" charset="2"/>
              <a:buNone/>
            </a:pPr>
            <a:r>
              <a:rPr lang="en-US" altLang="zh-TW" i="1">
                <a:solidFill>
                  <a:srgbClr val="CC0000"/>
                </a:solidFill>
              </a:rPr>
              <a:t>socket:</a:t>
            </a:r>
            <a:r>
              <a:rPr lang="en-US" altLang="zh-TW"/>
              <a:t> door between application process and end-end-transport protocol </a:t>
            </a:r>
          </a:p>
        </p:txBody>
      </p:sp>
      <p:grpSp>
        <p:nvGrpSpPr>
          <p:cNvPr id="257030" name="Group 60">
            <a:extLst>
              <a:ext uri="{FF2B5EF4-FFF2-40B4-BE49-F238E27FC236}">
                <a16:creationId xmlns:a16="http://schemas.microsoft.com/office/drawing/2014/main" id="{92CDB6E5-A631-4844-8F7A-2C964B488E32}"/>
              </a:ext>
            </a:extLst>
          </p:cNvPr>
          <p:cNvGrpSpPr>
            <a:grpSpLocks/>
          </p:cNvGrpSpPr>
          <p:nvPr/>
        </p:nvGrpSpPr>
        <p:grpSpPr bwMode="auto">
          <a:xfrm>
            <a:off x="296863" y="3335338"/>
            <a:ext cx="8208962" cy="2536825"/>
            <a:chOff x="358775" y="3459163"/>
            <a:chExt cx="8208963" cy="2536825"/>
          </a:xfrm>
        </p:grpSpPr>
        <p:sp>
          <p:nvSpPr>
            <p:cNvPr id="257032" name="Freeform 44">
              <a:extLst>
                <a:ext uri="{FF2B5EF4-FFF2-40B4-BE49-F238E27FC236}">
                  <a16:creationId xmlns:a16="http://schemas.microsoft.com/office/drawing/2014/main" id="{9051A26B-7771-4123-915D-B9DB0C8E7926}"/>
                </a:ext>
              </a:extLst>
            </p:cNvPr>
            <p:cNvSpPr>
              <a:spLocks/>
            </p:cNvSpPr>
            <p:nvPr/>
          </p:nvSpPr>
          <p:spPr bwMode="auto">
            <a:xfrm>
              <a:off x="6654800" y="3468688"/>
              <a:ext cx="736600" cy="1998662"/>
            </a:xfrm>
            <a:custGeom>
              <a:avLst/>
              <a:gdLst>
                <a:gd name="T0" fmla="*/ 2147483646 w 464"/>
                <a:gd name="T1" fmla="*/ 2147483646 h 1259"/>
                <a:gd name="T2" fmla="*/ 0 w 464"/>
                <a:gd name="T3" fmla="*/ 0 h 1259"/>
                <a:gd name="T4" fmla="*/ 2147483646 w 464"/>
                <a:gd name="T5" fmla="*/ 2147483646 h 1259"/>
                <a:gd name="T6" fmla="*/ 2147483646 w 464"/>
                <a:gd name="T7" fmla="*/ 2147483646 h 1259"/>
                <a:gd name="T8" fmla="*/ 2147483646 w 464"/>
                <a:gd name="T9" fmla="*/ 2147483646 h 125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464"/>
                <a:gd name="T16" fmla="*/ 0 h 1259"/>
                <a:gd name="T17" fmla="*/ 464 w 464"/>
                <a:gd name="T18" fmla="*/ 1259 h 1259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464" h="1259">
                  <a:moveTo>
                    <a:pt x="464" y="1060"/>
                  </a:moveTo>
                  <a:lnTo>
                    <a:pt x="0" y="0"/>
                  </a:lnTo>
                  <a:lnTo>
                    <a:pt x="6" y="1258"/>
                  </a:lnTo>
                  <a:lnTo>
                    <a:pt x="382" y="1259"/>
                  </a:lnTo>
                  <a:lnTo>
                    <a:pt x="464" y="1060"/>
                  </a:lnTo>
                  <a:close/>
                </a:path>
              </a:pathLst>
            </a:custGeom>
            <a:gradFill rotWithShape="1">
              <a:gsLst>
                <a:gs pos="0">
                  <a:schemeClr val="bg1"/>
                </a:gs>
                <a:gs pos="100000">
                  <a:schemeClr val="folHlink"/>
                </a:gs>
              </a:gsLst>
              <a:lin ang="0" scaled="1"/>
            </a:gradFill>
            <a:ln w="9525">
              <a:solidFill>
                <a:srgbClr val="DDDDDD"/>
              </a:solidFill>
              <a:round/>
              <a:headEnd/>
              <a:tailEnd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57033" name="Freeform 7">
              <a:extLst>
                <a:ext uri="{FF2B5EF4-FFF2-40B4-BE49-F238E27FC236}">
                  <a16:creationId xmlns:a16="http://schemas.microsoft.com/office/drawing/2014/main" id="{3F994988-1EC7-4FAC-B70C-4D269A79193B}"/>
                </a:ext>
              </a:extLst>
            </p:cNvPr>
            <p:cNvSpPr>
              <a:spLocks/>
            </p:cNvSpPr>
            <p:nvPr/>
          </p:nvSpPr>
          <p:spPr bwMode="auto">
            <a:xfrm>
              <a:off x="3340100" y="4765675"/>
              <a:ext cx="1808163" cy="1031875"/>
            </a:xfrm>
            <a:custGeom>
              <a:avLst/>
              <a:gdLst>
                <a:gd name="T0" fmla="*/ 2147483646 w 2135"/>
                <a:gd name="T1" fmla="*/ 2147483646 h 1662"/>
                <a:gd name="T2" fmla="*/ 2147483646 w 2135"/>
                <a:gd name="T3" fmla="*/ 2147483646 h 1662"/>
                <a:gd name="T4" fmla="*/ 2147483646 w 2135"/>
                <a:gd name="T5" fmla="*/ 2147483646 h 1662"/>
                <a:gd name="T6" fmla="*/ 2147483646 w 2135"/>
                <a:gd name="T7" fmla="*/ 2147483646 h 1662"/>
                <a:gd name="T8" fmla="*/ 2147483646 w 2135"/>
                <a:gd name="T9" fmla="*/ 2147483646 h 1662"/>
                <a:gd name="T10" fmla="*/ 2147483646 w 2135"/>
                <a:gd name="T11" fmla="*/ 2147483646 h 1662"/>
                <a:gd name="T12" fmla="*/ 2147483646 w 2135"/>
                <a:gd name="T13" fmla="*/ 2147483646 h 1662"/>
                <a:gd name="T14" fmla="*/ 2147483646 w 2135"/>
                <a:gd name="T15" fmla="*/ 2147483646 h 1662"/>
                <a:gd name="T16" fmla="*/ 2147483646 w 2135"/>
                <a:gd name="T17" fmla="*/ 2147483646 h 1662"/>
                <a:gd name="T18" fmla="*/ 2147483646 w 2135"/>
                <a:gd name="T19" fmla="*/ 2147483646 h 1662"/>
                <a:gd name="T20" fmla="*/ 2147483646 w 2135"/>
                <a:gd name="T21" fmla="*/ 2147483646 h 1662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w 2135"/>
                <a:gd name="T34" fmla="*/ 0 h 1662"/>
                <a:gd name="T35" fmla="*/ 2135 w 2135"/>
                <a:gd name="T36" fmla="*/ 1662 h 1662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T33" t="T34" r="T35" b="T36"/>
              <a:pathLst>
                <a:path w="2135" h="1662">
                  <a:moveTo>
                    <a:pt x="27" y="652"/>
                  </a:moveTo>
                  <a:cubicBezTo>
                    <a:pt x="14" y="487"/>
                    <a:pt x="0" y="152"/>
                    <a:pt x="105" y="76"/>
                  </a:cubicBezTo>
                  <a:cubicBezTo>
                    <a:pt x="210" y="0"/>
                    <a:pt x="473" y="192"/>
                    <a:pt x="657" y="196"/>
                  </a:cubicBezTo>
                  <a:cubicBezTo>
                    <a:pt x="841" y="200"/>
                    <a:pt x="985" y="65"/>
                    <a:pt x="1209" y="100"/>
                  </a:cubicBezTo>
                  <a:cubicBezTo>
                    <a:pt x="1433" y="135"/>
                    <a:pt x="1867" y="232"/>
                    <a:pt x="2001" y="406"/>
                  </a:cubicBezTo>
                  <a:cubicBezTo>
                    <a:pt x="2135" y="580"/>
                    <a:pt x="2083" y="945"/>
                    <a:pt x="2013" y="1144"/>
                  </a:cubicBezTo>
                  <a:cubicBezTo>
                    <a:pt x="1943" y="1343"/>
                    <a:pt x="1781" y="1538"/>
                    <a:pt x="1581" y="1600"/>
                  </a:cubicBezTo>
                  <a:cubicBezTo>
                    <a:pt x="1381" y="1662"/>
                    <a:pt x="993" y="1571"/>
                    <a:pt x="813" y="1516"/>
                  </a:cubicBezTo>
                  <a:cubicBezTo>
                    <a:pt x="633" y="1461"/>
                    <a:pt x="606" y="1345"/>
                    <a:pt x="501" y="1270"/>
                  </a:cubicBezTo>
                  <a:cubicBezTo>
                    <a:pt x="396" y="1195"/>
                    <a:pt x="262" y="1169"/>
                    <a:pt x="183" y="1066"/>
                  </a:cubicBezTo>
                  <a:cubicBezTo>
                    <a:pt x="104" y="963"/>
                    <a:pt x="25" y="819"/>
                    <a:pt x="27" y="652"/>
                  </a:cubicBezTo>
                  <a:close/>
                </a:path>
              </a:pathLst>
            </a:custGeom>
            <a:solidFill>
              <a:srgbClr val="33CCC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257034" name="Text Box 51">
              <a:extLst>
                <a:ext uri="{FF2B5EF4-FFF2-40B4-BE49-F238E27FC236}">
                  <a16:creationId xmlns:a16="http://schemas.microsoft.com/office/drawing/2014/main" id="{FA972F84-976D-4798-B1FD-911FA549D8C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78250" y="4897438"/>
              <a:ext cx="874713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000000"/>
                  </a:solidFill>
                  <a:latin typeface="Arial" panose="020B0604020202020204" pitchFamily="34" charset="0"/>
                </a:rPr>
                <a:t>Internet</a:t>
              </a:r>
            </a:p>
          </p:txBody>
        </p:sp>
        <p:sp>
          <p:nvSpPr>
            <p:cNvPr id="257035" name="Line 52">
              <a:extLst>
                <a:ext uri="{FF2B5EF4-FFF2-40B4-BE49-F238E27FC236}">
                  <a16:creationId xmlns:a16="http://schemas.microsoft.com/office/drawing/2014/main" id="{9885BF75-F818-4ED2-A805-BE5195C0E28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98800" y="5308600"/>
              <a:ext cx="221138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257036" name="Text Box 53">
              <a:extLst>
                <a:ext uri="{FF2B5EF4-FFF2-40B4-BE49-F238E27FC236}">
                  <a16:creationId xmlns:a16="http://schemas.microsoft.com/office/drawing/2014/main" id="{F6220653-0775-4BDD-8771-FC2216AA99C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119938" y="4533900"/>
              <a:ext cx="1063625" cy="8255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CC0000"/>
                  </a:solidFill>
                  <a:latin typeface="Arial" panose="020B0604020202020204" pitchFamily="34" charset="0"/>
                </a:rPr>
                <a:t>controlled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CC0000"/>
                  </a:solidFill>
                  <a:latin typeface="Arial" panose="020B0604020202020204" pitchFamily="34" charset="0"/>
                </a:rPr>
                <a:t>by OS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zh-TW" sz="1600">
                <a:solidFill>
                  <a:srgbClr val="CC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57037" name="Text Box 56">
              <a:extLst>
                <a:ext uri="{FF2B5EF4-FFF2-40B4-BE49-F238E27FC236}">
                  <a16:creationId xmlns:a16="http://schemas.microsoft.com/office/drawing/2014/main" id="{4A5E3125-5FE1-44F9-89B3-E69E09D9942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097713" y="3633788"/>
              <a:ext cx="1470025" cy="5334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CC0000"/>
                  </a:solidFill>
                  <a:latin typeface="Arial" panose="020B0604020202020204" pitchFamily="34" charset="0"/>
                </a:rPr>
                <a:t>controlled by</a:t>
              </a:r>
            </a:p>
            <a:p>
              <a:pPr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CC0000"/>
                  </a:solidFill>
                  <a:latin typeface="Arial" panose="020B0604020202020204" pitchFamily="34" charset="0"/>
                </a:rPr>
                <a:t>app developer</a:t>
              </a:r>
            </a:p>
          </p:txBody>
        </p:sp>
        <p:sp>
          <p:nvSpPr>
            <p:cNvPr id="257038" name="Freeform 50">
              <a:extLst>
                <a:ext uri="{FF2B5EF4-FFF2-40B4-BE49-F238E27FC236}">
                  <a16:creationId xmlns:a16="http://schemas.microsoft.com/office/drawing/2014/main" id="{E8E35EEF-0F90-45C8-88C6-681308502F2B}"/>
                </a:ext>
              </a:extLst>
            </p:cNvPr>
            <p:cNvSpPr>
              <a:spLocks/>
            </p:cNvSpPr>
            <p:nvPr/>
          </p:nvSpPr>
          <p:spPr bwMode="auto">
            <a:xfrm>
              <a:off x="914400" y="3532188"/>
              <a:ext cx="758825" cy="1997075"/>
            </a:xfrm>
            <a:custGeom>
              <a:avLst/>
              <a:gdLst>
                <a:gd name="T0" fmla="*/ 0 w 478"/>
                <a:gd name="T1" fmla="*/ 2147483646 h 1258"/>
                <a:gd name="T2" fmla="*/ 2147483646 w 478"/>
                <a:gd name="T3" fmla="*/ 0 h 1258"/>
                <a:gd name="T4" fmla="*/ 2147483646 w 478"/>
                <a:gd name="T5" fmla="*/ 2147483646 h 1258"/>
                <a:gd name="T6" fmla="*/ 2147483646 w 478"/>
                <a:gd name="T7" fmla="*/ 2147483646 h 1258"/>
                <a:gd name="T8" fmla="*/ 0 w 478"/>
                <a:gd name="T9" fmla="*/ 2147483646 h 125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478"/>
                <a:gd name="T16" fmla="*/ 0 h 1258"/>
                <a:gd name="T17" fmla="*/ 478 w 478"/>
                <a:gd name="T18" fmla="*/ 1258 h 125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478" h="1258">
                  <a:moveTo>
                    <a:pt x="0" y="1040"/>
                  </a:moveTo>
                  <a:lnTo>
                    <a:pt x="478" y="0"/>
                  </a:lnTo>
                  <a:lnTo>
                    <a:pt x="472" y="1258"/>
                  </a:lnTo>
                  <a:lnTo>
                    <a:pt x="41" y="1246"/>
                  </a:lnTo>
                  <a:lnTo>
                    <a:pt x="0" y="1040"/>
                  </a:lnTo>
                  <a:close/>
                </a:path>
              </a:pathLst>
            </a:custGeom>
            <a:gradFill rotWithShape="1">
              <a:gsLst>
                <a:gs pos="0">
                  <a:schemeClr val="bg1"/>
                </a:gs>
                <a:gs pos="100000">
                  <a:schemeClr val="folHlink"/>
                </a:gs>
              </a:gsLst>
              <a:lin ang="0" scaled="1"/>
            </a:gradFill>
            <a:ln w="9525">
              <a:solidFill>
                <a:srgbClr val="DDDDDD"/>
              </a:solidFill>
              <a:round/>
              <a:headEnd/>
              <a:tailEnd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57039" name="Rectangle 23">
              <a:extLst>
                <a:ext uri="{FF2B5EF4-FFF2-40B4-BE49-F238E27FC236}">
                  <a16:creationId xmlns:a16="http://schemas.microsoft.com/office/drawing/2014/main" id="{513DC993-62B6-4DD0-AB6B-6D76A21A8F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7675" y="3487738"/>
              <a:ext cx="1296988" cy="1981200"/>
            </a:xfrm>
            <a:prstGeom prst="rect">
              <a:avLst/>
            </a:pr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57040" name="Rectangle 24">
              <a:extLst>
                <a:ext uri="{FF2B5EF4-FFF2-40B4-BE49-F238E27FC236}">
                  <a16:creationId xmlns:a16="http://schemas.microsoft.com/office/drawing/2014/main" id="{BF49F196-6098-454A-8E3E-BC5F2440CEF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79575" y="3541713"/>
              <a:ext cx="1273175" cy="1979612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57041" name="Line 25">
              <a:extLst>
                <a:ext uri="{FF2B5EF4-FFF2-40B4-BE49-F238E27FC236}">
                  <a16:creationId xmlns:a16="http://schemas.microsoft.com/office/drawing/2014/main" id="{7D1258B8-4850-40C6-8155-EA425E8C8F5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89100" y="4302125"/>
              <a:ext cx="1263650" cy="317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257042" name="Text Box 26">
              <a:extLst>
                <a:ext uri="{FF2B5EF4-FFF2-40B4-BE49-F238E27FC236}">
                  <a16:creationId xmlns:a16="http://schemas.microsoft.com/office/drawing/2014/main" id="{225F9CD7-C60A-4184-8967-F97A526342A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646238" y="4284663"/>
              <a:ext cx="1317625" cy="3254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1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solidFill>
                    <a:srgbClr val="969696"/>
                  </a:solidFill>
                  <a:latin typeface="Tahoma" panose="020B0604030504040204" pitchFamily="34" charset="0"/>
                </a:rPr>
                <a:t>transport</a:t>
              </a:r>
            </a:p>
          </p:txBody>
        </p:sp>
        <p:sp>
          <p:nvSpPr>
            <p:cNvPr id="257043" name="Line 27">
              <a:extLst>
                <a:ext uri="{FF2B5EF4-FFF2-40B4-BE49-F238E27FC236}">
                  <a16:creationId xmlns:a16="http://schemas.microsoft.com/office/drawing/2014/main" id="{8B4250C5-ACE4-4B71-AD80-56E73631752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97038" y="4622800"/>
              <a:ext cx="1263650" cy="317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257044" name="Line 28">
              <a:extLst>
                <a:ext uri="{FF2B5EF4-FFF2-40B4-BE49-F238E27FC236}">
                  <a16:creationId xmlns:a16="http://schemas.microsoft.com/office/drawing/2014/main" id="{661BB027-1AA6-46B4-A5FF-84802BB0163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82750" y="4932363"/>
              <a:ext cx="1263650" cy="317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257045" name="Line 29">
              <a:extLst>
                <a:ext uri="{FF2B5EF4-FFF2-40B4-BE49-F238E27FC236}">
                  <a16:creationId xmlns:a16="http://schemas.microsoft.com/office/drawing/2014/main" id="{989606A3-E8B1-4E50-A4E7-15C0BEA3194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82750" y="5218113"/>
              <a:ext cx="1263650" cy="317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257046" name="Text Box 26">
              <a:extLst>
                <a:ext uri="{FF2B5EF4-FFF2-40B4-BE49-F238E27FC236}">
                  <a16:creationId xmlns:a16="http://schemas.microsoft.com/office/drawing/2014/main" id="{4C71855D-E545-40B9-8B80-E955A11008A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681163" y="3532188"/>
              <a:ext cx="1317625" cy="3254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1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solidFill>
                    <a:srgbClr val="000000"/>
                  </a:solidFill>
                  <a:latin typeface="Tahoma" panose="020B0604030504040204" pitchFamily="34" charset="0"/>
                </a:rPr>
                <a:t>application</a:t>
              </a:r>
            </a:p>
          </p:txBody>
        </p:sp>
        <p:sp>
          <p:nvSpPr>
            <p:cNvPr id="257047" name="Text Box 26">
              <a:extLst>
                <a:ext uri="{FF2B5EF4-FFF2-40B4-BE49-F238E27FC236}">
                  <a16:creationId xmlns:a16="http://schemas.microsoft.com/office/drawing/2014/main" id="{1F3CEAF6-7B7B-4B63-B3E5-20BFCA1E21C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636713" y="5189538"/>
              <a:ext cx="1317625" cy="3254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1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solidFill>
                    <a:srgbClr val="969696"/>
                  </a:solidFill>
                  <a:latin typeface="Tahoma" panose="020B0604030504040204" pitchFamily="34" charset="0"/>
                </a:rPr>
                <a:t>physical</a:t>
              </a:r>
            </a:p>
          </p:txBody>
        </p:sp>
        <p:sp>
          <p:nvSpPr>
            <p:cNvPr id="257048" name="Text Box 26">
              <a:extLst>
                <a:ext uri="{FF2B5EF4-FFF2-40B4-BE49-F238E27FC236}">
                  <a16:creationId xmlns:a16="http://schemas.microsoft.com/office/drawing/2014/main" id="{680CC0EF-FECF-465B-9BAC-D111167DD82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655763" y="4903788"/>
              <a:ext cx="1317625" cy="3254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1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solidFill>
                    <a:srgbClr val="969696"/>
                  </a:solidFill>
                  <a:latin typeface="Tahoma" panose="020B0604030504040204" pitchFamily="34" charset="0"/>
                </a:rPr>
                <a:t>link</a:t>
              </a:r>
            </a:p>
          </p:txBody>
        </p:sp>
        <p:sp>
          <p:nvSpPr>
            <p:cNvPr id="257049" name="Text Box 26">
              <a:extLst>
                <a:ext uri="{FF2B5EF4-FFF2-40B4-BE49-F238E27FC236}">
                  <a16:creationId xmlns:a16="http://schemas.microsoft.com/office/drawing/2014/main" id="{C4609B7C-5183-4650-886B-0FABCAF1A6E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646238" y="4608513"/>
              <a:ext cx="1317625" cy="3254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1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solidFill>
                    <a:srgbClr val="969696"/>
                  </a:solidFill>
                  <a:latin typeface="Tahoma" panose="020B0604030504040204" pitchFamily="34" charset="0"/>
                </a:rPr>
                <a:t>network</a:t>
              </a:r>
            </a:p>
          </p:txBody>
        </p:sp>
        <p:sp>
          <p:nvSpPr>
            <p:cNvPr id="257050" name="Oval 62">
              <a:extLst>
                <a:ext uri="{FF2B5EF4-FFF2-40B4-BE49-F238E27FC236}">
                  <a16:creationId xmlns:a16="http://schemas.microsoft.com/office/drawing/2014/main" id="{76D4BCE8-5DBD-457A-B3D8-A608EB11C4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14513" y="3806825"/>
              <a:ext cx="990600" cy="304800"/>
            </a:xfrm>
            <a:prstGeom prst="ellipse">
              <a:avLst/>
            </a:prstGeom>
            <a:solidFill>
              <a:srgbClr val="CCFFFF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000000"/>
                  </a:solidFill>
                  <a:latin typeface="Arial" panose="020B0604020202020204" pitchFamily="34" charset="0"/>
                </a:rPr>
                <a:t>process</a:t>
              </a:r>
            </a:p>
          </p:txBody>
        </p:sp>
        <p:grpSp>
          <p:nvGrpSpPr>
            <p:cNvPr id="257051" name="Group 63">
              <a:extLst>
                <a:ext uri="{FF2B5EF4-FFF2-40B4-BE49-F238E27FC236}">
                  <a16:creationId xmlns:a16="http://schemas.microsoft.com/office/drawing/2014/main" id="{260E34EB-CE64-4FBB-B9A4-DE50A50173F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062163" y="4167188"/>
              <a:ext cx="546100" cy="225425"/>
              <a:chOff x="1287" y="2524"/>
              <a:chExt cx="260" cy="100"/>
            </a:xfrm>
          </p:grpSpPr>
          <p:sp>
            <p:nvSpPr>
              <p:cNvPr id="257081" name="Rectangle 64">
                <a:extLst>
                  <a:ext uri="{FF2B5EF4-FFF2-40B4-BE49-F238E27FC236}">
                    <a16:creationId xmlns:a16="http://schemas.microsoft.com/office/drawing/2014/main" id="{2C93C599-E830-42C9-BE42-9AA92BD065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87" y="2524"/>
                <a:ext cx="260" cy="100"/>
              </a:xfrm>
              <a:prstGeom prst="rect">
                <a:avLst/>
              </a:prstGeom>
              <a:solidFill>
                <a:srgbClr val="FFFF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rgbClr val="3333CC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57082" name="Rectangle 65">
                <a:extLst>
                  <a:ext uri="{FF2B5EF4-FFF2-40B4-BE49-F238E27FC236}">
                    <a16:creationId xmlns:a16="http://schemas.microsoft.com/office/drawing/2014/main" id="{687B4E2D-9A8B-44C6-87F9-C0BB743F75A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338" y="2537"/>
                <a:ext cx="156" cy="76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CC99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rgbClr val="3333CC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57083" name="Rectangle 66">
                <a:extLst>
                  <a:ext uri="{FF2B5EF4-FFF2-40B4-BE49-F238E27FC236}">
                    <a16:creationId xmlns:a16="http://schemas.microsoft.com/office/drawing/2014/main" id="{517C10AC-08CE-417F-81EB-8CB4D75E5E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503" y="2582"/>
                <a:ext cx="27" cy="27"/>
              </a:xfrm>
              <a:prstGeom prst="rect">
                <a:avLst/>
              </a:prstGeom>
              <a:solidFill>
                <a:srgbClr val="CC9900"/>
              </a:solidFill>
              <a:ln w="9525">
                <a:solidFill>
                  <a:srgbClr val="CC99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rgbClr val="3333CC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57084" name="Rectangle 67">
                <a:extLst>
                  <a:ext uri="{FF2B5EF4-FFF2-40B4-BE49-F238E27FC236}">
                    <a16:creationId xmlns:a16="http://schemas.microsoft.com/office/drawing/2014/main" id="{6644E9B1-8180-4227-B775-AAEEBBD10B2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98" y="2583"/>
                <a:ext cx="26" cy="27"/>
              </a:xfrm>
              <a:prstGeom prst="rect">
                <a:avLst/>
              </a:prstGeom>
              <a:solidFill>
                <a:srgbClr val="CC9900"/>
              </a:solidFill>
              <a:ln w="9525">
                <a:solidFill>
                  <a:srgbClr val="CC99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rgbClr val="3333CC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57052" name="Rectangle 23">
              <a:extLst>
                <a:ext uri="{FF2B5EF4-FFF2-40B4-BE49-F238E27FC236}">
                  <a16:creationId xmlns:a16="http://schemas.microsoft.com/office/drawing/2014/main" id="{5F3F4BB7-69C3-4EB4-B88F-8D194D6F72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80038" y="3459163"/>
              <a:ext cx="1296987" cy="1981200"/>
            </a:xfrm>
            <a:prstGeom prst="rect">
              <a:avLst/>
            </a:pr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57053" name="Rectangle 24">
              <a:extLst>
                <a:ext uri="{FF2B5EF4-FFF2-40B4-BE49-F238E27FC236}">
                  <a16:creationId xmlns:a16="http://schemas.microsoft.com/office/drawing/2014/main" id="{D3D30A2F-635D-44C6-B4A2-FE478BF474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41938" y="3513138"/>
              <a:ext cx="1273175" cy="1979612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57054" name="Line 25">
              <a:extLst>
                <a:ext uri="{FF2B5EF4-FFF2-40B4-BE49-F238E27FC236}">
                  <a16:creationId xmlns:a16="http://schemas.microsoft.com/office/drawing/2014/main" id="{DBFB9788-E3DB-410F-A384-28D5AB65FF0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351463" y="4273550"/>
              <a:ext cx="1263650" cy="317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257055" name="Text Box 26">
              <a:extLst>
                <a:ext uri="{FF2B5EF4-FFF2-40B4-BE49-F238E27FC236}">
                  <a16:creationId xmlns:a16="http://schemas.microsoft.com/office/drawing/2014/main" id="{8CCAB4F6-12A9-4129-AC21-8B6F026D2AB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08600" y="4256088"/>
              <a:ext cx="1317625" cy="3254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1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solidFill>
                    <a:srgbClr val="969696"/>
                  </a:solidFill>
                  <a:latin typeface="Tahoma" panose="020B0604030504040204" pitchFamily="34" charset="0"/>
                </a:rPr>
                <a:t>transport</a:t>
              </a:r>
            </a:p>
          </p:txBody>
        </p:sp>
        <p:sp>
          <p:nvSpPr>
            <p:cNvPr id="257056" name="Line 27">
              <a:extLst>
                <a:ext uri="{FF2B5EF4-FFF2-40B4-BE49-F238E27FC236}">
                  <a16:creationId xmlns:a16="http://schemas.microsoft.com/office/drawing/2014/main" id="{682B3C2A-A38A-43D8-8478-5295605DB72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359400" y="4594225"/>
              <a:ext cx="1263650" cy="317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257057" name="Line 28">
              <a:extLst>
                <a:ext uri="{FF2B5EF4-FFF2-40B4-BE49-F238E27FC236}">
                  <a16:creationId xmlns:a16="http://schemas.microsoft.com/office/drawing/2014/main" id="{906F5945-DF05-4367-930B-044F736AE10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345113" y="4903788"/>
              <a:ext cx="1263650" cy="317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257058" name="Line 29">
              <a:extLst>
                <a:ext uri="{FF2B5EF4-FFF2-40B4-BE49-F238E27FC236}">
                  <a16:creationId xmlns:a16="http://schemas.microsoft.com/office/drawing/2014/main" id="{F5FFF7D7-C3F1-4C37-A24B-32790B1BC4D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345113" y="5189538"/>
              <a:ext cx="1263650" cy="317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257059" name="Text Box 26">
              <a:extLst>
                <a:ext uri="{FF2B5EF4-FFF2-40B4-BE49-F238E27FC236}">
                  <a16:creationId xmlns:a16="http://schemas.microsoft.com/office/drawing/2014/main" id="{41997A02-6BC7-4212-A782-41689FC3DED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43525" y="3503613"/>
              <a:ext cx="1317625" cy="3254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1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solidFill>
                    <a:srgbClr val="000000"/>
                  </a:solidFill>
                  <a:latin typeface="Tahoma" panose="020B0604030504040204" pitchFamily="34" charset="0"/>
                </a:rPr>
                <a:t>application</a:t>
              </a:r>
            </a:p>
          </p:txBody>
        </p:sp>
        <p:sp>
          <p:nvSpPr>
            <p:cNvPr id="257060" name="Text Box 26">
              <a:extLst>
                <a:ext uri="{FF2B5EF4-FFF2-40B4-BE49-F238E27FC236}">
                  <a16:creationId xmlns:a16="http://schemas.microsoft.com/office/drawing/2014/main" id="{44C94365-DA0C-48F6-B29F-044FDFB57A8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99075" y="5160963"/>
              <a:ext cx="1317625" cy="3254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1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solidFill>
                    <a:srgbClr val="969696"/>
                  </a:solidFill>
                  <a:latin typeface="Tahoma" panose="020B0604030504040204" pitchFamily="34" charset="0"/>
                </a:rPr>
                <a:t>physical</a:t>
              </a:r>
            </a:p>
          </p:txBody>
        </p:sp>
        <p:sp>
          <p:nvSpPr>
            <p:cNvPr id="257061" name="Text Box 26">
              <a:extLst>
                <a:ext uri="{FF2B5EF4-FFF2-40B4-BE49-F238E27FC236}">
                  <a16:creationId xmlns:a16="http://schemas.microsoft.com/office/drawing/2014/main" id="{7F0C1964-AC66-4340-BD16-70DE37EAD4A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18125" y="4875213"/>
              <a:ext cx="1317625" cy="3254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1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solidFill>
                    <a:srgbClr val="969696"/>
                  </a:solidFill>
                  <a:latin typeface="Tahoma" panose="020B0604030504040204" pitchFamily="34" charset="0"/>
                </a:rPr>
                <a:t>link</a:t>
              </a:r>
            </a:p>
          </p:txBody>
        </p:sp>
        <p:sp>
          <p:nvSpPr>
            <p:cNvPr id="257062" name="Text Box 26">
              <a:extLst>
                <a:ext uri="{FF2B5EF4-FFF2-40B4-BE49-F238E27FC236}">
                  <a16:creationId xmlns:a16="http://schemas.microsoft.com/office/drawing/2014/main" id="{1B938529-B1FA-40B9-AC9D-784717230C2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08600" y="4579938"/>
              <a:ext cx="1317625" cy="3254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1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solidFill>
                    <a:srgbClr val="969696"/>
                  </a:solidFill>
                  <a:latin typeface="Tahoma" panose="020B0604030504040204" pitchFamily="34" charset="0"/>
                </a:rPr>
                <a:t>network</a:t>
              </a:r>
            </a:p>
          </p:txBody>
        </p:sp>
        <p:sp>
          <p:nvSpPr>
            <p:cNvPr id="257063" name="Oval 80">
              <a:extLst>
                <a:ext uri="{FF2B5EF4-FFF2-40B4-BE49-F238E27FC236}">
                  <a16:creationId xmlns:a16="http://schemas.microsoft.com/office/drawing/2014/main" id="{D586B2D1-4EFA-4319-AB72-B21F3034B4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76875" y="3778250"/>
              <a:ext cx="990600" cy="304800"/>
            </a:xfrm>
            <a:prstGeom prst="ellipse">
              <a:avLst/>
            </a:prstGeom>
            <a:solidFill>
              <a:srgbClr val="CCFFFF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000000"/>
                  </a:solidFill>
                  <a:latin typeface="Arial" panose="020B0604020202020204" pitchFamily="34" charset="0"/>
                </a:rPr>
                <a:t>process</a:t>
              </a:r>
            </a:p>
          </p:txBody>
        </p:sp>
        <p:grpSp>
          <p:nvGrpSpPr>
            <p:cNvPr id="257064" name="Group 81">
              <a:extLst>
                <a:ext uri="{FF2B5EF4-FFF2-40B4-BE49-F238E27FC236}">
                  <a16:creationId xmlns:a16="http://schemas.microsoft.com/office/drawing/2014/main" id="{84064E0A-6AD0-47E9-97FB-CCE17774412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724525" y="4138613"/>
              <a:ext cx="546100" cy="225425"/>
              <a:chOff x="1287" y="2524"/>
              <a:chExt cx="260" cy="100"/>
            </a:xfrm>
          </p:grpSpPr>
          <p:sp>
            <p:nvSpPr>
              <p:cNvPr id="257077" name="Rectangle 82">
                <a:extLst>
                  <a:ext uri="{FF2B5EF4-FFF2-40B4-BE49-F238E27FC236}">
                    <a16:creationId xmlns:a16="http://schemas.microsoft.com/office/drawing/2014/main" id="{2586D0A5-7441-4C8D-BC66-808B5F706D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87" y="2524"/>
                <a:ext cx="260" cy="100"/>
              </a:xfrm>
              <a:prstGeom prst="rect">
                <a:avLst/>
              </a:prstGeom>
              <a:solidFill>
                <a:srgbClr val="FFFF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rgbClr val="3333CC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57078" name="Rectangle 83">
                <a:extLst>
                  <a:ext uri="{FF2B5EF4-FFF2-40B4-BE49-F238E27FC236}">
                    <a16:creationId xmlns:a16="http://schemas.microsoft.com/office/drawing/2014/main" id="{EADA851D-D347-478C-8CC3-8C9BA10E1E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338" y="2537"/>
                <a:ext cx="156" cy="76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CC99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rgbClr val="3333CC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57079" name="Rectangle 84">
                <a:extLst>
                  <a:ext uri="{FF2B5EF4-FFF2-40B4-BE49-F238E27FC236}">
                    <a16:creationId xmlns:a16="http://schemas.microsoft.com/office/drawing/2014/main" id="{F503F36C-087F-48F0-BB45-5F6956F6A6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503" y="2582"/>
                <a:ext cx="27" cy="27"/>
              </a:xfrm>
              <a:prstGeom prst="rect">
                <a:avLst/>
              </a:prstGeom>
              <a:solidFill>
                <a:srgbClr val="CC9900"/>
              </a:solidFill>
              <a:ln w="9525">
                <a:solidFill>
                  <a:srgbClr val="CC99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rgbClr val="3333CC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57080" name="Rectangle 85">
                <a:extLst>
                  <a:ext uri="{FF2B5EF4-FFF2-40B4-BE49-F238E27FC236}">
                    <a16:creationId xmlns:a16="http://schemas.microsoft.com/office/drawing/2014/main" id="{3BBAEB72-BEBA-4666-952D-523DCA2ECE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98" y="2583"/>
                <a:ext cx="26" cy="27"/>
              </a:xfrm>
              <a:prstGeom prst="rect">
                <a:avLst/>
              </a:prstGeom>
              <a:solidFill>
                <a:srgbClr val="CC9900"/>
              </a:solidFill>
              <a:ln w="9525">
                <a:solidFill>
                  <a:srgbClr val="CC99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rgbClr val="3333CC"/>
                  </a:buClr>
                  <a:buSzPct val="85000"/>
                  <a:buFont typeface="ZapfDingbats" pitchFamily="82" charset="2"/>
                  <a:buNone/>
                </a:pPr>
                <a:endParaRPr lang="zh-TW" altLang="zh-TW" sz="20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57065" name="Line 87">
              <a:extLst>
                <a:ext uri="{FF2B5EF4-FFF2-40B4-BE49-F238E27FC236}">
                  <a16:creationId xmlns:a16="http://schemas.microsoft.com/office/drawing/2014/main" id="{AE17DF11-7580-48E3-BAA8-4800738A02E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534150" y="3910013"/>
              <a:ext cx="609600" cy="0"/>
            </a:xfrm>
            <a:prstGeom prst="line">
              <a:avLst/>
            </a:prstGeom>
            <a:noFill/>
            <a:ln w="1905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57066" name="Line 88">
              <a:extLst>
                <a:ext uri="{FF2B5EF4-FFF2-40B4-BE49-F238E27FC236}">
                  <a16:creationId xmlns:a16="http://schemas.microsoft.com/office/drawing/2014/main" id="{62F388D1-CBB6-4661-825C-3DDF3794560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759575" y="4335463"/>
              <a:ext cx="0" cy="1022350"/>
            </a:xfrm>
            <a:prstGeom prst="line">
              <a:avLst/>
            </a:prstGeom>
            <a:noFill/>
            <a:ln w="1905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57067" name="Line 89">
              <a:extLst>
                <a:ext uri="{FF2B5EF4-FFF2-40B4-BE49-F238E27FC236}">
                  <a16:creationId xmlns:a16="http://schemas.microsoft.com/office/drawing/2014/main" id="{3618409F-E6C7-4B89-8C5B-D26FE01C531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783388" y="4835525"/>
              <a:ext cx="609600" cy="0"/>
            </a:xfrm>
            <a:prstGeom prst="line">
              <a:avLst/>
            </a:prstGeom>
            <a:noFill/>
            <a:ln w="1905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57068" name="Text Box 56">
              <a:extLst>
                <a:ext uri="{FF2B5EF4-FFF2-40B4-BE49-F238E27FC236}">
                  <a16:creationId xmlns:a16="http://schemas.microsoft.com/office/drawing/2014/main" id="{9227B8E0-35B3-4750-883C-F7614980241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97288" y="3590925"/>
              <a:ext cx="917575" cy="3667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 i="1">
                  <a:solidFill>
                    <a:srgbClr val="CC0000"/>
                  </a:solidFill>
                  <a:latin typeface="Arial" panose="020B0604020202020204" pitchFamily="34" charset="0"/>
                </a:rPr>
                <a:t>socket</a:t>
              </a:r>
            </a:p>
          </p:txBody>
        </p:sp>
        <p:sp>
          <p:nvSpPr>
            <p:cNvPr id="257069" name="Line 91">
              <a:extLst>
                <a:ext uri="{FF2B5EF4-FFF2-40B4-BE49-F238E27FC236}">
                  <a16:creationId xmlns:a16="http://schemas.microsoft.com/office/drawing/2014/main" id="{BC4B67DD-2E1A-4B74-9FC2-5A5BDB51619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700338" y="3790950"/>
              <a:ext cx="968375" cy="434975"/>
            </a:xfrm>
            <a:prstGeom prst="line">
              <a:avLst/>
            </a:prstGeom>
            <a:noFill/>
            <a:ln w="1905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57070" name="Line 92">
              <a:extLst>
                <a:ext uri="{FF2B5EF4-FFF2-40B4-BE49-F238E27FC236}">
                  <a16:creationId xmlns:a16="http://schemas.microsoft.com/office/drawing/2014/main" id="{F79C23C8-CAA5-4815-A509-C2507DFA2B9D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4635500" y="3779838"/>
              <a:ext cx="968375" cy="434975"/>
            </a:xfrm>
            <a:prstGeom prst="line">
              <a:avLst/>
            </a:prstGeom>
            <a:noFill/>
            <a:ln w="1905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257071" name="Group 93">
              <a:extLst>
                <a:ext uri="{FF2B5EF4-FFF2-40B4-BE49-F238E27FC236}">
                  <a16:creationId xmlns:a16="http://schemas.microsoft.com/office/drawing/2014/main" id="{2C65D6AD-D09A-4DD2-89BF-F67960E73CF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8775" y="4808538"/>
              <a:ext cx="1035050" cy="904875"/>
              <a:chOff x="-44" y="1473"/>
              <a:chExt cx="981" cy="1105"/>
            </a:xfrm>
          </p:grpSpPr>
          <p:pic>
            <p:nvPicPr>
              <p:cNvPr id="257075" name="Picture 94" descr="desktop_computer_stylized_medium">
                <a:extLst>
                  <a:ext uri="{FF2B5EF4-FFF2-40B4-BE49-F238E27FC236}">
                    <a16:creationId xmlns:a16="http://schemas.microsoft.com/office/drawing/2014/main" id="{9802E844-CB3C-4E50-B1DF-3BFCA374BCC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-44" y="1473"/>
                <a:ext cx="981" cy="11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57076" name="Freeform 95">
                <a:extLst>
                  <a:ext uri="{FF2B5EF4-FFF2-40B4-BE49-F238E27FC236}">
                    <a16:creationId xmlns:a16="http://schemas.microsoft.com/office/drawing/2014/main" id="{6B6C408E-39B2-4418-9D86-4F2A9E144E85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374" y="1579"/>
                <a:ext cx="477" cy="506"/>
              </a:xfrm>
              <a:custGeom>
                <a:avLst/>
                <a:gdLst>
                  <a:gd name="T0" fmla="*/ 0 w 356"/>
                  <a:gd name="T1" fmla="*/ 0 h 368"/>
                  <a:gd name="T2" fmla="*/ 20218433 w 356"/>
                  <a:gd name="T3" fmla="*/ 2544776 h 368"/>
                  <a:gd name="T4" fmla="*/ 23984813 w 356"/>
                  <a:gd name="T5" fmla="*/ 53030324 h 368"/>
                  <a:gd name="T6" fmla="*/ 5285912 w 356"/>
                  <a:gd name="T7" fmla="*/ 66320202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grpSp>
          <p:nvGrpSpPr>
            <p:cNvPr id="257072" name="Group 96">
              <a:extLst>
                <a:ext uri="{FF2B5EF4-FFF2-40B4-BE49-F238E27FC236}">
                  <a16:creationId xmlns:a16="http://schemas.microsoft.com/office/drawing/2014/main" id="{89739AB6-8933-4E20-9230-7D5A04740D93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7075488" y="5091113"/>
              <a:ext cx="1035050" cy="904875"/>
              <a:chOff x="-44" y="1473"/>
              <a:chExt cx="981" cy="1105"/>
            </a:xfrm>
          </p:grpSpPr>
          <p:pic>
            <p:nvPicPr>
              <p:cNvPr id="257073" name="Picture 97" descr="desktop_computer_stylized_medium">
                <a:extLst>
                  <a:ext uri="{FF2B5EF4-FFF2-40B4-BE49-F238E27FC236}">
                    <a16:creationId xmlns:a16="http://schemas.microsoft.com/office/drawing/2014/main" id="{D32A6A09-E637-4C25-9B61-7353F121D81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-44" y="1473"/>
                <a:ext cx="981" cy="11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57074" name="Freeform 98">
                <a:extLst>
                  <a:ext uri="{FF2B5EF4-FFF2-40B4-BE49-F238E27FC236}">
                    <a16:creationId xmlns:a16="http://schemas.microsoft.com/office/drawing/2014/main" id="{17F222C0-E723-4239-9658-3385750C7020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374" y="1579"/>
                <a:ext cx="477" cy="506"/>
              </a:xfrm>
              <a:custGeom>
                <a:avLst/>
                <a:gdLst>
                  <a:gd name="T0" fmla="*/ 0 w 356"/>
                  <a:gd name="T1" fmla="*/ 0 h 368"/>
                  <a:gd name="T2" fmla="*/ 20218433 w 356"/>
                  <a:gd name="T3" fmla="*/ 2544776 h 368"/>
                  <a:gd name="T4" fmla="*/ 23984813 w 356"/>
                  <a:gd name="T5" fmla="*/ 53030324 h 368"/>
                  <a:gd name="T6" fmla="*/ 5285912 w 356"/>
                  <a:gd name="T7" fmla="*/ 66320202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</p:grpSp>
      <p:pic>
        <p:nvPicPr>
          <p:cNvPr id="257031" name="Picture 17" descr="underline_base">
            <a:extLst>
              <a:ext uri="{FF2B5EF4-FFF2-40B4-BE49-F238E27FC236}">
                <a16:creationId xmlns:a16="http://schemas.microsoft.com/office/drawing/2014/main" id="{B2A41149-CD0E-4142-951C-9EE904C64F59}"/>
              </a:ext>
            </a:extLst>
          </p:cNvPr>
          <p:cNvPicPr>
            <a:picLocks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6263" y="857250"/>
            <a:ext cx="45704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050" name="Rectangle 7">
            <a:extLst>
              <a:ext uri="{FF2B5EF4-FFF2-40B4-BE49-F238E27FC236}">
                <a16:creationId xmlns:a16="http://schemas.microsoft.com/office/drawing/2014/main" id="{C6671255-EC0D-42DF-AD5C-73FC74F4F46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258051" name="Rectangle 8">
            <a:extLst>
              <a:ext uri="{FF2B5EF4-FFF2-40B4-BE49-F238E27FC236}">
                <a16:creationId xmlns:a16="http://schemas.microsoft.com/office/drawing/2014/main" id="{EDBD2B16-09F5-4480-AF2B-C05837BB1D6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  <a:ea typeface="新細明體" panose="02020500000000000000" pitchFamily="18" charset="-120"/>
              </a:rPr>
              <a:t>2-</a:t>
            </a:r>
            <a:fld id="{B2FE24C2-4A9F-4A1B-8DCE-8F390188CD8F}" type="slidenum">
              <a:rPr lang="en-US" altLang="zh-TW" sz="1200" smtClean="0">
                <a:solidFill>
                  <a:srgbClr val="000000"/>
                </a:solidFill>
                <a:latin typeface="Tahoma" panose="020B0604030504040204" pitchFamily="34" charset="0"/>
                <a:ea typeface="新細明體" panose="02020500000000000000" pitchFamily="18" charset="-120"/>
              </a:rPr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t>95</a:t>
            </a:fld>
            <a:endParaRPr lang="en-US" altLang="zh-TW" sz="1200">
              <a:solidFill>
                <a:srgbClr val="000000"/>
              </a:solidFill>
              <a:latin typeface="Tahoma" panose="020B0604030504040204" pitchFamily="34" charset="0"/>
              <a:ea typeface="新細明體" panose="02020500000000000000" pitchFamily="18" charset="-120"/>
            </a:endParaRPr>
          </a:p>
        </p:txBody>
      </p:sp>
      <p:sp>
        <p:nvSpPr>
          <p:cNvPr id="258052" name="Rectangle 2">
            <a:extLst>
              <a:ext uri="{FF2B5EF4-FFF2-40B4-BE49-F238E27FC236}">
                <a16:creationId xmlns:a16="http://schemas.microsoft.com/office/drawing/2014/main" id="{B7EEFDB3-E88A-40C0-8909-95CBFCE117C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12775" y="0"/>
            <a:ext cx="7772400" cy="1143000"/>
          </a:xfrm>
        </p:spPr>
        <p:txBody>
          <a:bodyPr/>
          <a:lstStyle/>
          <a:p>
            <a:r>
              <a:rPr lang="en-US" altLang="zh-TW" sz="4000"/>
              <a:t>Socket programming </a:t>
            </a:r>
            <a:endParaRPr lang="en-US" altLang="zh-TW"/>
          </a:p>
        </p:txBody>
      </p:sp>
      <p:sp>
        <p:nvSpPr>
          <p:cNvPr id="258053" name="Rectangle 3">
            <a:extLst>
              <a:ext uri="{FF2B5EF4-FFF2-40B4-BE49-F238E27FC236}">
                <a16:creationId xmlns:a16="http://schemas.microsoft.com/office/drawing/2014/main" id="{6AE68852-257D-4511-BB75-E9C373AB67B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492125" y="1395413"/>
            <a:ext cx="8021638" cy="1533525"/>
          </a:xfrm>
        </p:spPr>
        <p:txBody>
          <a:bodyPr/>
          <a:lstStyle/>
          <a:p>
            <a:pPr marL="342900" lvl="1" indent="-342900">
              <a:buSzPct val="65000"/>
              <a:buFont typeface="Wingdings" panose="05000000000000000000" pitchFamily="2" charset="2"/>
              <a:buNone/>
            </a:pPr>
            <a:r>
              <a:rPr lang="en-US" altLang="zh-TW" sz="2800" i="1">
                <a:solidFill>
                  <a:srgbClr val="22228B"/>
                </a:solidFill>
              </a:rPr>
              <a:t>Two socket types for two transport services:</a:t>
            </a:r>
          </a:p>
          <a:p>
            <a:pPr marL="342900" lvl="1" indent="-342900">
              <a:buSzPct val="65000"/>
            </a:pPr>
            <a:r>
              <a:rPr lang="en-US" altLang="zh-TW" sz="2800" i="1">
                <a:solidFill>
                  <a:srgbClr val="CC0000"/>
                </a:solidFill>
              </a:rPr>
              <a:t>UDP:</a:t>
            </a:r>
            <a:r>
              <a:rPr lang="en-US" altLang="zh-TW" sz="2800">
                <a:solidFill>
                  <a:srgbClr val="000000"/>
                </a:solidFill>
              </a:rPr>
              <a:t> </a:t>
            </a:r>
            <a:r>
              <a:rPr lang="en-US" altLang="zh-TW" sz="2800"/>
              <a:t>unreliable datagram</a:t>
            </a:r>
            <a:endParaRPr lang="en-US" altLang="zh-TW" i="1">
              <a:solidFill>
                <a:srgbClr val="CC0000"/>
              </a:solidFill>
            </a:endParaRPr>
          </a:p>
          <a:p>
            <a:pPr marL="342900" lvl="1" indent="-342900">
              <a:buSzPct val="65000"/>
            </a:pPr>
            <a:r>
              <a:rPr lang="en-US" altLang="zh-TW" sz="2800" i="1">
                <a:solidFill>
                  <a:srgbClr val="CC0000"/>
                </a:solidFill>
              </a:rPr>
              <a:t>TCP:</a:t>
            </a:r>
            <a:r>
              <a:rPr lang="en-US" altLang="zh-TW" sz="2800"/>
              <a:t> reliable, byte stream-oriented </a:t>
            </a:r>
          </a:p>
          <a:p>
            <a:pPr>
              <a:buFont typeface="Wingdings" panose="05000000000000000000" pitchFamily="2" charset="2"/>
              <a:buNone/>
            </a:pPr>
            <a:endParaRPr lang="en-US" altLang="zh-TW"/>
          </a:p>
        </p:txBody>
      </p:sp>
      <p:pic>
        <p:nvPicPr>
          <p:cNvPr id="258054" name="Picture 17" descr="underline_base">
            <a:extLst>
              <a:ext uri="{FF2B5EF4-FFF2-40B4-BE49-F238E27FC236}">
                <a16:creationId xmlns:a16="http://schemas.microsoft.com/office/drawing/2014/main" id="{123CC0ED-4E26-4EE7-86DC-FA7A2D7DB818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6263" y="857250"/>
            <a:ext cx="45704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1" name="Rectangle 3">
            <a:extLst>
              <a:ext uri="{FF2B5EF4-FFF2-40B4-BE49-F238E27FC236}">
                <a16:creationId xmlns:a16="http://schemas.microsoft.com/office/drawing/2014/main" id="{F56885DC-7AEB-4A17-85BB-DE6B3D0312D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5750" y="2981325"/>
            <a:ext cx="8021638" cy="1533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lvl="1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itchFamily="2" charset="2"/>
              <a:buNone/>
              <a:defRPr/>
            </a:pPr>
            <a:r>
              <a:rPr lang="en-US" sz="2800" i="1" kern="0" dirty="0">
                <a:solidFill>
                  <a:srgbClr val="C00000"/>
                </a:solidFill>
                <a:latin typeface="Gill Sans MT" pitchFamily="34" charset="0"/>
                <a:ea typeface="ＭＳ Ｐゴシック" charset="0"/>
              </a:rPr>
              <a:t>Application Example</a:t>
            </a:r>
            <a:r>
              <a:rPr lang="en-US" sz="2800" i="1" kern="0" dirty="0">
                <a:solidFill>
                  <a:srgbClr val="2D2DB9">
                    <a:lumMod val="75000"/>
                  </a:srgbClr>
                </a:solidFill>
                <a:latin typeface="Gill Sans MT" pitchFamily="34" charset="0"/>
                <a:ea typeface="ＭＳ Ｐゴシック" charset="0"/>
              </a:rPr>
              <a:t>:</a:t>
            </a:r>
          </a:p>
          <a:p>
            <a:pPr marL="514350" indent="-5143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+mj-lt"/>
              <a:buAutoNum type="arabicPeriod"/>
              <a:defRPr/>
            </a:pPr>
            <a:r>
              <a:rPr lang="en-US" sz="2800" kern="0" dirty="0">
                <a:solidFill>
                  <a:srgbClr val="C00000"/>
                </a:solidFill>
                <a:latin typeface="Gill Sans MT" pitchFamily="34" charset="0"/>
                <a:cs typeface="ＭＳ Ｐゴシック" charset="0"/>
              </a:rPr>
              <a:t>Client</a:t>
            </a:r>
            <a:r>
              <a:rPr lang="en-US" sz="2800" kern="0" dirty="0">
                <a:solidFill>
                  <a:srgbClr val="000000"/>
                </a:solidFill>
                <a:latin typeface="Gill Sans MT" pitchFamily="34" charset="0"/>
                <a:cs typeface="ＭＳ Ｐゴシック" charset="0"/>
              </a:rPr>
              <a:t> reads a line of characters (data) from its keyboard and sends the data to the server.</a:t>
            </a:r>
          </a:p>
          <a:p>
            <a:pPr marL="514350" indent="-5143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+mj-lt"/>
              <a:buAutoNum type="arabicPeriod"/>
              <a:defRPr/>
            </a:pPr>
            <a:r>
              <a:rPr lang="en-US" sz="2800" kern="0" dirty="0">
                <a:solidFill>
                  <a:srgbClr val="000000"/>
                </a:solidFill>
                <a:latin typeface="Gill Sans MT" pitchFamily="34" charset="0"/>
                <a:cs typeface="ＭＳ Ｐゴシック" charset="0"/>
              </a:rPr>
              <a:t>The </a:t>
            </a:r>
            <a:r>
              <a:rPr lang="en-US" sz="2800" kern="0" dirty="0">
                <a:solidFill>
                  <a:srgbClr val="C00000"/>
                </a:solidFill>
                <a:latin typeface="Gill Sans MT" pitchFamily="34" charset="0"/>
                <a:cs typeface="ＭＳ Ｐゴシック" charset="0"/>
              </a:rPr>
              <a:t>server</a:t>
            </a:r>
            <a:r>
              <a:rPr lang="en-US" sz="2800" kern="0" dirty="0">
                <a:solidFill>
                  <a:srgbClr val="000000"/>
                </a:solidFill>
                <a:latin typeface="Gill Sans MT" pitchFamily="34" charset="0"/>
                <a:cs typeface="ＭＳ Ｐゴシック" charset="0"/>
              </a:rPr>
              <a:t> receives the data and </a:t>
            </a:r>
            <a:r>
              <a:rPr lang="en-US" sz="2800" kern="0" dirty="0">
                <a:solidFill>
                  <a:srgbClr val="C00000"/>
                </a:solidFill>
                <a:latin typeface="Gill Sans MT" pitchFamily="34" charset="0"/>
                <a:cs typeface="ＭＳ Ｐゴシック" charset="0"/>
              </a:rPr>
              <a:t>converts characters to uppercase</a:t>
            </a:r>
            <a:r>
              <a:rPr lang="en-US" sz="2800" kern="0" dirty="0">
                <a:solidFill>
                  <a:srgbClr val="000000"/>
                </a:solidFill>
                <a:latin typeface="Gill Sans MT" pitchFamily="34" charset="0"/>
                <a:cs typeface="ＭＳ Ｐゴシック" charset="0"/>
              </a:rPr>
              <a:t>.</a:t>
            </a:r>
          </a:p>
          <a:p>
            <a:pPr marL="514350" indent="-5143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+mj-lt"/>
              <a:buAutoNum type="arabicPeriod"/>
              <a:defRPr/>
            </a:pPr>
            <a:r>
              <a:rPr lang="en-US" sz="2800" kern="0" dirty="0">
                <a:solidFill>
                  <a:srgbClr val="000000"/>
                </a:solidFill>
                <a:latin typeface="Gill Sans MT" pitchFamily="34" charset="0"/>
                <a:cs typeface="ＭＳ Ｐゴシック" charset="0"/>
              </a:rPr>
              <a:t>The server sends the modified data to the client.</a:t>
            </a:r>
          </a:p>
          <a:p>
            <a:pPr marL="514350" indent="-5143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+mj-lt"/>
              <a:buAutoNum type="arabicPeriod"/>
              <a:defRPr/>
            </a:pPr>
            <a:r>
              <a:rPr lang="en-US" sz="2800" kern="0" dirty="0">
                <a:solidFill>
                  <a:srgbClr val="000000"/>
                </a:solidFill>
                <a:latin typeface="Gill Sans MT" pitchFamily="34" charset="0"/>
                <a:cs typeface="ＭＳ Ｐゴシック" charset="0"/>
              </a:rPr>
              <a:t>The client receives the modified data and displays the line on its screen.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074" name="Rectangle 7">
            <a:extLst>
              <a:ext uri="{FF2B5EF4-FFF2-40B4-BE49-F238E27FC236}">
                <a16:creationId xmlns:a16="http://schemas.microsoft.com/office/drawing/2014/main" id="{2D9DAEAF-43CA-4927-BD69-D9291FEED0C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259075" name="Rectangle 8">
            <a:extLst>
              <a:ext uri="{FF2B5EF4-FFF2-40B4-BE49-F238E27FC236}">
                <a16:creationId xmlns:a16="http://schemas.microsoft.com/office/drawing/2014/main" id="{1DAB53DC-7195-413A-8A81-C6C02629BC3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  <a:ea typeface="新細明體" panose="02020500000000000000" pitchFamily="18" charset="-120"/>
              </a:rPr>
              <a:t>2-</a:t>
            </a:r>
            <a:fld id="{77061CC8-D0A7-469D-9268-0ED985DA3379}" type="slidenum">
              <a:rPr lang="en-US" altLang="zh-TW" sz="1200" smtClean="0">
                <a:solidFill>
                  <a:srgbClr val="000000"/>
                </a:solidFill>
                <a:latin typeface="Tahoma" panose="020B0604030504040204" pitchFamily="34" charset="0"/>
                <a:ea typeface="新細明體" panose="02020500000000000000" pitchFamily="18" charset="-120"/>
              </a:rPr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t>96</a:t>
            </a:fld>
            <a:endParaRPr lang="en-US" altLang="zh-TW" sz="1200">
              <a:solidFill>
                <a:srgbClr val="000000"/>
              </a:solidFill>
              <a:latin typeface="Tahoma" panose="020B0604030504040204" pitchFamily="34" charset="0"/>
              <a:ea typeface="新細明體" panose="02020500000000000000" pitchFamily="18" charset="-120"/>
            </a:endParaRPr>
          </a:p>
        </p:txBody>
      </p:sp>
      <p:pic>
        <p:nvPicPr>
          <p:cNvPr id="259076" name="Picture 15" descr="underline_base">
            <a:extLst>
              <a:ext uri="{FF2B5EF4-FFF2-40B4-BE49-F238E27FC236}">
                <a16:creationId xmlns:a16="http://schemas.microsoft.com/office/drawing/2014/main" id="{11FD3CF0-2E5C-466A-AF68-31CBF6805F32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575" y="790575"/>
            <a:ext cx="63992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59077" name="Rectangle 2">
            <a:extLst>
              <a:ext uri="{FF2B5EF4-FFF2-40B4-BE49-F238E27FC236}">
                <a16:creationId xmlns:a16="http://schemas.microsoft.com/office/drawing/2014/main" id="{4451D042-C834-4534-9E6B-14AEB53BC76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11175" y="0"/>
            <a:ext cx="7772400" cy="1143000"/>
          </a:xfrm>
        </p:spPr>
        <p:txBody>
          <a:bodyPr/>
          <a:lstStyle/>
          <a:p>
            <a:r>
              <a:rPr lang="en-US" altLang="zh-TW" sz="4000"/>
              <a:t>Socket programming </a:t>
            </a:r>
            <a:r>
              <a:rPr lang="en-US" altLang="zh-TW" sz="4000" i="1">
                <a:solidFill>
                  <a:srgbClr val="CC0000"/>
                </a:solidFill>
              </a:rPr>
              <a:t>with UDP</a:t>
            </a:r>
            <a:endParaRPr lang="en-US" altLang="zh-TW">
              <a:solidFill>
                <a:srgbClr val="CC0000"/>
              </a:solidFill>
            </a:endParaRPr>
          </a:p>
        </p:txBody>
      </p:sp>
      <p:sp>
        <p:nvSpPr>
          <p:cNvPr id="259078" name="Rectangle 3">
            <a:extLst>
              <a:ext uri="{FF2B5EF4-FFF2-40B4-BE49-F238E27FC236}">
                <a16:creationId xmlns:a16="http://schemas.microsoft.com/office/drawing/2014/main" id="{C39E15A7-7F79-40BD-8CF0-3328D003CA4B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455613" y="1354138"/>
            <a:ext cx="7265987" cy="4648200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dirty="0">
                <a:solidFill>
                  <a:srgbClr val="CC0000"/>
                </a:solidFill>
              </a:rPr>
              <a:t>UDP: no </a:t>
            </a:r>
            <a:r>
              <a:rPr lang="ja-JP" altLang="en-US" dirty="0">
                <a:solidFill>
                  <a:srgbClr val="CC0000"/>
                </a:solidFill>
              </a:rPr>
              <a:t>“</a:t>
            </a:r>
            <a:r>
              <a:rPr lang="en-US" altLang="ja-JP" dirty="0">
                <a:solidFill>
                  <a:srgbClr val="CC0000"/>
                </a:solidFill>
              </a:rPr>
              <a:t>connection</a:t>
            </a:r>
            <a:r>
              <a:rPr lang="ja-JP" altLang="en-US" dirty="0">
                <a:solidFill>
                  <a:srgbClr val="CC0000"/>
                </a:solidFill>
              </a:rPr>
              <a:t>”</a:t>
            </a:r>
            <a:r>
              <a:rPr lang="en-US" altLang="ja-JP" dirty="0">
                <a:solidFill>
                  <a:srgbClr val="CC0000"/>
                </a:solidFill>
              </a:rPr>
              <a:t> between client &amp; server</a:t>
            </a:r>
          </a:p>
          <a:p>
            <a:r>
              <a:rPr lang="en-US" altLang="zh-TW" sz="2400" dirty="0"/>
              <a:t>no handshaking before sending data</a:t>
            </a:r>
          </a:p>
          <a:p>
            <a:r>
              <a:rPr lang="en-US" altLang="zh-TW" sz="2400" dirty="0">
                <a:solidFill>
                  <a:schemeClr val="accent2"/>
                </a:solidFill>
              </a:rPr>
              <a:t>sender explicitly attaches IP destination address and port # to each packet</a:t>
            </a:r>
          </a:p>
          <a:p>
            <a:r>
              <a:rPr lang="en-US" altLang="zh-TW" sz="2400" dirty="0"/>
              <a:t>receiver extracts sender IP address and port # from received packet</a:t>
            </a:r>
          </a:p>
          <a:p>
            <a:pPr>
              <a:spcBef>
                <a:spcPct val="50000"/>
              </a:spcBef>
              <a:buFont typeface="Wingdings" panose="05000000000000000000" pitchFamily="2" charset="2"/>
              <a:buNone/>
            </a:pPr>
            <a:r>
              <a:rPr lang="en-US" altLang="zh-TW" dirty="0">
                <a:solidFill>
                  <a:srgbClr val="CC0000"/>
                </a:solidFill>
              </a:rPr>
              <a:t>UDP: transmitted data may be lost or received out-of-order</a:t>
            </a:r>
          </a:p>
          <a:p>
            <a:pPr>
              <a:spcBef>
                <a:spcPct val="50000"/>
              </a:spcBef>
              <a:buFont typeface="Wingdings" panose="05000000000000000000" pitchFamily="2" charset="2"/>
              <a:buNone/>
            </a:pPr>
            <a:r>
              <a:rPr lang="en-US" altLang="zh-TW" dirty="0"/>
              <a:t>Application viewpoint:</a:t>
            </a:r>
          </a:p>
          <a:p>
            <a:pPr>
              <a:lnSpc>
                <a:spcPts val="2800"/>
              </a:lnSpc>
              <a:spcBef>
                <a:spcPct val="0"/>
              </a:spcBef>
              <a:buClrTx/>
              <a:buSzTx/>
            </a:pPr>
            <a:r>
              <a:rPr lang="en-US" altLang="zh-TW" sz="2400" dirty="0"/>
              <a:t>UDP provides </a:t>
            </a:r>
            <a:r>
              <a:rPr lang="en-US" altLang="zh-TW" sz="2400" i="1" dirty="0"/>
              <a:t>unreliable</a:t>
            </a:r>
            <a:r>
              <a:rPr lang="en-US" altLang="zh-TW" sz="2400" dirty="0"/>
              <a:t> transfer of groups of bytes (</a:t>
            </a:r>
            <a:r>
              <a:rPr lang="ja-JP" altLang="en-US" sz="2400" dirty="0"/>
              <a:t>“</a:t>
            </a:r>
            <a:r>
              <a:rPr lang="en-US" altLang="ja-JP" sz="2400" dirty="0"/>
              <a:t>datagrams</a:t>
            </a:r>
            <a:r>
              <a:rPr lang="ja-JP" altLang="en-US" sz="2400" dirty="0"/>
              <a:t>”</a:t>
            </a:r>
            <a:r>
              <a:rPr lang="en-US" altLang="ja-JP" sz="2400" dirty="0"/>
              <a:t>)  between client and server</a:t>
            </a:r>
          </a:p>
          <a:p>
            <a:pPr>
              <a:spcBef>
                <a:spcPct val="50000"/>
              </a:spcBef>
              <a:buFont typeface="Wingdings" panose="05000000000000000000" pitchFamily="2" charset="2"/>
              <a:buNone/>
            </a:pPr>
            <a:endParaRPr lang="en-US" altLang="zh-TW" dirty="0">
              <a:solidFill>
                <a:srgbClr val="CC0000"/>
              </a:solidFill>
            </a:endParaRPr>
          </a:p>
          <a:p>
            <a:pPr>
              <a:spcBef>
                <a:spcPct val="50000"/>
              </a:spcBef>
              <a:buFont typeface="Wingdings" panose="05000000000000000000" pitchFamily="2" charset="2"/>
              <a:buNone/>
            </a:pPr>
            <a:endParaRPr lang="en-US" altLang="zh-TW" dirty="0">
              <a:solidFill>
                <a:srgbClr val="CC0000"/>
              </a:solidFill>
            </a:endParaRPr>
          </a:p>
          <a:p>
            <a:pPr>
              <a:spcBef>
                <a:spcPct val="50000"/>
              </a:spcBef>
              <a:buFont typeface="Wingdings" panose="05000000000000000000" pitchFamily="2" charset="2"/>
              <a:buNone/>
            </a:pPr>
            <a:endParaRPr lang="en-US" altLang="zh-TW" dirty="0">
              <a:solidFill>
                <a:srgbClr val="CC0000"/>
              </a:solidFill>
            </a:endParaRPr>
          </a:p>
          <a:p>
            <a:pPr>
              <a:spcBef>
                <a:spcPct val="50000"/>
              </a:spcBef>
              <a:buFont typeface="Wingdings" panose="05000000000000000000" pitchFamily="2" charset="2"/>
              <a:buNone/>
            </a:pPr>
            <a:endParaRPr lang="en-US" altLang="zh-TW" dirty="0">
              <a:solidFill>
                <a:srgbClr val="CC0000"/>
              </a:solidFill>
            </a:endParaRPr>
          </a:p>
          <a:p>
            <a:pPr>
              <a:spcBef>
                <a:spcPct val="50000"/>
              </a:spcBef>
              <a:buFont typeface="Wingdings" panose="05000000000000000000" pitchFamily="2" charset="2"/>
              <a:buNone/>
            </a:pPr>
            <a:endParaRPr lang="en-US" altLang="zh-TW" dirty="0">
              <a:solidFill>
                <a:srgbClr val="CC0000"/>
              </a:solidFill>
            </a:endParaRPr>
          </a:p>
          <a:p>
            <a:pPr>
              <a:spcBef>
                <a:spcPct val="50000"/>
              </a:spcBef>
              <a:buFont typeface="Wingdings" panose="05000000000000000000" pitchFamily="2" charset="2"/>
              <a:buNone/>
            </a:pPr>
            <a:endParaRPr lang="en-US" altLang="zh-TW" dirty="0">
              <a:solidFill>
                <a:srgbClr val="CC0000"/>
              </a:solidFill>
            </a:endParaRPr>
          </a:p>
          <a:p>
            <a:pPr>
              <a:spcBef>
                <a:spcPct val="50000"/>
              </a:spcBef>
              <a:buFont typeface="Wingdings" panose="05000000000000000000" pitchFamily="2" charset="2"/>
              <a:buNone/>
            </a:pPr>
            <a:endParaRPr lang="en-US" altLang="zh-TW" dirty="0">
              <a:solidFill>
                <a:srgbClr val="CC0000"/>
              </a:solidFill>
            </a:endParaRPr>
          </a:p>
          <a:p>
            <a:pPr>
              <a:spcBef>
                <a:spcPct val="50000"/>
              </a:spcBef>
              <a:buFont typeface="Wingdings" panose="05000000000000000000" pitchFamily="2" charset="2"/>
              <a:buNone/>
            </a:pPr>
            <a:endParaRPr lang="en-US" altLang="zh-TW" dirty="0">
              <a:solidFill>
                <a:srgbClr val="CC0000"/>
              </a:solidFill>
            </a:endParaRPr>
          </a:p>
          <a:p>
            <a:pPr>
              <a:spcBef>
                <a:spcPct val="50000"/>
              </a:spcBef>
              <a:buFont typeface="Wingdings" panose="05000000000000000000" pitchFamily="2" charset="2"/>
              <a:buNone/>
            </a:pPr>
            <a:endParaRPr lang="en-US" altLang="zh-TW" dirty="0">
              <a:solidFill>
                <a:srgbClr val="CC0000"/>
              </a:solidFill>
            </a:endParaRPr>
          </a:p>
          <a:p>
            <a:pPr>
              <a:spcBef>
                <a:spcPct val="50000"/>
              </a:spcBef>
              <a:buFont typeface="Wingdings" panose="05000000000000000000" pitchFamily="2" charset="2"/>
              <a:buNone/>
            </a:pPr>
            <a:endParaRPr lang="en-US" altLang="zh-TW" dirty="0">
              <a:solidFill>
                <a:srgbClr val="CC0000"/>
              </a:solidFill>
            </a:endParaRPr>
          </a:p>
          <a:p>
            <a:pPr>
              <a:spcBef>
                <a:spcPct val="50000"/>
              </a:spcBef>
              <a:buFont typeface="Wingdings" panose="05000000000000000000" pitchFamily="2" charset="2"/>
              <a:buNone/>
            </a:pPr>
            <a:endParaRPr lang="en-US" altLang="zh-TW" dirty="0">
              <a:solidFill>
                <a:srgbClr val="CC0000"/>
              </a:solidFill>
            </a:endParaRPr>
          </a:p>
          <a:p>
            <a:pPr>
              <a:spcBef>
                <a:spcPct val="50000"/>
              </a:spcBef>
              <a:buFont typeface="Wingdings" panose="05000000000000000000" pitchFamily="2" charset="2"/>
              <a:buNone/>
            </a:pPr>
            <a:endParaRPr lang="en-US" altLang="zh-TW" dirty="0">
              <a:solidFill>
                <a:srgbClr val="CC0000"/>
              </a:solidFill>
            </a:endParaRPr>
          </a:p>
          <a:p>
            <a:pPr>
              <a:spcBef>
                <a:spcPct val="50000"/>
              </a:spcBef>
              <a:buFont typeface="Wingdings" panose="05000000000000000000" pitchFamily="2" charset="2"/>
              <a:buNone/>
            </a:pPr>
            <a:endParaRPr lang="en-US" altLang="zh-TW" dirty="0">
              <a:solidFill>
                <a:srgbClr val="CC0000"/>
              </a:solidFill>
            </a:endParaRPr>
          </a:p>
          <a:p>
            <a:pPr>
              <a:spcBef>
                <a:spcPct val="50000"/>
              </a:spcBef>
              <a:buFont typeface="Wingdings" panose="05000000000000000000" pitchFamily="2" charset="2"/>
              <a:buNone/>
            </a:pPr>
            <a:endParaRPr lang="en-US" altLang="zh-TW" dirty="0">
              <a:solidFill>
                <a:srgbClr val="CC0000"/>
              </a:solidFill>
            </a:endParaRPr>
          </a:p>
          <a:p>
            <a:pPr>
              <a:spcBef>
                <a:spcPct val="50000"/>
              </a:spcBef>
              <a:buFont typeface="Wingdings" panose="05000000000000000000" pitchFamily="2" charset="2"/>
              <a:buNone/>
            </a:pPr>
            <a:endParaRPr lang="en-US" altLang="zh-TW" dirty="0">
              <a:solidFill>
                <a:srgbClr val="CC0000"/>
              </a:solidFill>
            </a:endParaRPr>
          </a:p>
          <a:p>
            <a:pPr>
              <a:spcBef>
                <a:spcPct val="50000"/>
              </a:spcBef>
              <a:buFont typeface="Wingdings" panose="05000000000000000000" pitchFamily="2" charset="2"/>
              <a:buNone/>
            </a:pPr>
            <a:endParaRPr lang="en-US" altLang="zh-TW" dirty="0">
              <a:solidFill>
                <a:srgbClr val="CC0000"/>
              </a:solidFill>
            </a:endParaRPr>
          </a:p>
          <a:p>
            <a:pPr>
              <a:spcBef>
                <a:spcPct val="50000"/>
              </a:spcBef>
              <a:buFont typeface="Wingdings" panose="05000000000000000000" pitchFamily="2" charset="2"/>
              <a:buNone/>
            </a:pPr>
            <a:endParaRPr lang="en-US" altLang="zh-TW" dirty="0">
              <a:solidFill>
                <a:srgbClr val="CC0000"/>
              </a:solidFill>
            </a:endParaRPr>
          </a:p>
          <a:p>
            <a:pPr>
              <a:spcBef>
                <a:spcPct val="50000"/>
              </a:spcBef>
              <a:buFont typeface="Wingdings" panose="05000000000000000000" pitchFamily="2" charset="2"/>
              <a:buNone/>
            </a:pPr>
            <a:endParaRPr lang="en-US" altLang="zh-TW" dirty="0">
              <a:solidFill>
                <a:srgbClr val="CC0000"/>
              </a:solidFill>
            </a:endParaRPr>
          </a:p>
          <a:p>
            <a:pPr>
              <a:spcBef>
                <a:spcPct val="50000"/>
              </a:spcBef>
              <a:buFont typeface="Wingdings" panose="05000000000000000000" pitchFamily="2" charset="2"/>
              <a:buNone/>
            </a:pPr>
            <a:endParaRPr lang="en-US" altLang="zh-TW" dirty="0">
              <a:solidFill>
                <a:srgbClr val="CC0000"/>
              </a:solidFill>
            </a:endParaRPr>
          </a:p>
          <a:p>
            <a:pPr>
              <a:spcBef>
                <a:spcPct val="50000"/>
              </a:spcBef>
              <a:buFont typeface="Wingdings" panose="05000000000000000000" pitchFamily="2" charset="2"/>
              <a:buNone/>
            </a:pPr>
            <a:endParaRPr lang="en-US" altLang="zh-TW" dirty="0">
              <a:solidFill>
                <a:srgbClr val="CC0000"/>
              </a:solidFill>
            </a:endParaRPr>
          </a:p>
          <a:p>
            <a:pPr>
              <a:spcBef>
                <a:spcPct val="50000"/>
              </a:spcBef>
              <a:buFont typeface="Wingdings" panose="05000000000000000000" pitchFamily="2" charset="2"/>
              <a:buNone/>
            </a:pPr>
            <a:endParaRPr lang="en-US" altLang="zh-TW" dirty="0">
              <a:solidFill>
                <a:srgbClr val="CC0000"/>
              </a:solidFill>
            </a:endParaRPr>
          </a:p>
          <a:p>
            <a:pPr>
              <a:spcBef>
                <a:spcPct val="50000"/>
              </a:spcBef>
              <a:buFont typeface="Wingdings" panose="05000000000000000000" pitchFamily="2" charset="2"/>
              <a:buNone/>
            </a:pPr>
            <a:endParaRPr lang="en-US" altLang="zh-TW" dirty="0">
              <a:solidFill>
                <a:srgbClr val="CC0000"/>
              </a:solidFill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098" name="Rectangle 2">
            <a:extLst>
              <a:ext uri="{FF2B5EF4-FFF2-40B4-BE49-F238E27FC236}">
                <a16:creationId xmlns:a16="http://schemas.microsoft.com/office/drawing/2014/main" id="{73603F96-D354-4F8C-A23C-9687A0EB058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88950" y="0"/>
            <a:ext cx="7772400" cy="1143000"/>
          </a:xfrm>
        </p:spPr>
        <p:txBody>
          <a:bodyPr/>
          <a:lstStyle/>
          <a:p>
            <a:r>
              <a:rPr lang="en-US" altLang="zh-TW" sz="3600"/>
              <a:t>Client/server socket interaction: UDP</a:t>
            </a:r>
            <a:endParaRPr lang="en-US" altLang="zh-TW"/>
          </a:p>
        </p:txBody>
      </p:sp>
      <p:grpSp>
        <p:nvGrpSpPr>
          <p:cNvPr id="2" name="Group 4">
            <a:extLst>
              <a:ext uri="{FF2B5EF4-FFF2-40B4-BE49-F238E27FC236}">
                <a16:creationId xmlns:a16="http://schemas.microsoft.com/office/drawing/2014/main" id="{96BFEC90-CD17-4FC2-989B-9143C3C06A65}"/>
              </a:ext>
            </a:extLst>
          </p:cNvPr>
          <p:cNvGrpSpPr>
            <a:grpSpLocks/>
          </p:cNvGrpSpPr>
          <p:nvPr/>
        </p:nvGrpSpPr>
        <p:grpSpPr bwMode="auto">
          <a:xfrm>
            <a:off x="5510213" y="4081463"/>
            <a:ext cx="2211387" cy="2111375"/>
            <a:chOff x="3485" y="2550"/>
            <a:chExt cx="1393" cy="1330"/>
          </a:xfrm>
        </p:grpSpPr>
        <p:grpSp>
          <p:nvGrpSpPr>
            <p:cNvPr id="260123" name="Group 5">
              <a:extLst>
                <a:ext uri="{FF2B5EF4-FFF2-40B4-BE49-F238E27FC236}">
                  <a16:creationId xmlns:a16="http://schemas.microsoft.com/office/drawing/2014/main" id="{A0C85B9F-FA24-47F7-A47E-14F523CA7C1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485" y="2964"/>
              <a:ext cx="1393" cy="916"/>
              <a:chOff x="3485" y="2964"/>
              <a:chExt cx="1393" cy="916"/>
            </a:xfrm>
          </p:grpSpPr>
          <p:sp>
            <p:nvSpPr>
              <p:cNvPr id="260125" name="Text Box 6">
                <a:extLst>
                  <a:ext uri="{FF2B5EF4-FFF2-40B4-BE49-F238E27FC236}">
                    <a16:creationId xmlns:a16="http://schemas.microsoft.com/office/drawing/2014/main" id="{CE4DFDCA-A38D-4E8E-8778-5C0CC0E74FE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09" y="3473"/>
                <a:ext cx="900" cy="40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800">
                    <a:solidFill>
                      <a:srgbClr val="000000"/>
                    </a:solidFill>
                    <a:latin typeface="Arial" panose="020B0604020202020204" pitchFamily="34" charset="0"/>
                  </a:rPr>
                  <a:t>close</a:t>
                </a:r>
              </a:p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800">
                    <a:solidFill>
                      <a:srgbClr val="7030A0"/>
                    </a:solidFill>
                    <a:latin typeface="Arial" panose="020B0604020202020204" pitchFamily="34" charset="0"/>
                  </a:rPr>
                  <a:t>clientSocket</a:t>
                </a:r>
                <a:endParaRPr lang="en-US" altLang="zh-TW" sz="1800">
                  <a:solidFill>
                    <a:srgbClr val="7030A0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60126" name="Line 7">
                <a:extLst>
                  <a:ext uri="{FF2B5EF4-FFF2-40B4-BE49-F238E27FC236}">
                    <a16:creationId xmlns:a16="http://schemas.microsoft.com/office/drawing/2014/main" id="{3395D8E9-F264-411D-935F-D07177AE1C1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936" y="3318"/>
                <a:ext cx="0" cy="204"/>
              </a:xfrm>
              <a:prstGeom prst="line">
                <a:avLst/>
              </a:prstGeom>
              <a:noFill/>
              <a:ln w="28575">
                <a:solidFill>
                  <a:srgbClr val="000099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anchor="ctr">
                <a:spAutoFit/>
              </a:bodyPr>
              <a:lstStyle/>
              <a:p>
                <a:endParaRPr lang="zh-HK" altLang="en-US"/>
              </a:p>
            </p:txBody>
          </p:sp>
          <p:sp>
            <p:nvSpPr>
              <p:cNvPr id="260127" name="Text Box 8">
                <a:extLst>
                  <a:ext uri="{FF2B5EF4-FFF2-40B4-BE49-F238E27FC236}">
                    <a16:creationId xmlns:a16="http://schemas.microsoft.com/office/drawing/2014/main" id="{5D9AC5AA-5911-4B4D-ACF7-3291C55E801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485" y="2964"/>
                <a:ext cx="1393" cy="40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800">
                    <a:solidFill>
                      <a:srgbClr val="000000"/>
                    </a:solidFill>
                    <a:latin typeface="Arial" panose="020B0604020202020204" pitchFamily="34" charset="0"/>
                  </a:rPr>
                  <a:t>read datagram from</a:t>
                </a:r>
              </a:p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800">
                    <a:solidFill>
                      <a:srgbClr val="7030A0"/>
                    </a:solidFill>
                    <a:latin typeface="Arial" panose="020B0604020202020204" pitchFamily="34" charset="0"/>
                  </a:rPr>
                  <a:t>clientSocket</a:t>
                </a:r>
                <a:endParaRPr lang="en-US" altLang="zh-TW" sz="1800">
                  <a:solidFill>
                    <a:srgbClr val="7030A0"/>
                  </a:solidFill>
                  <a:latin typeface="Times New Roman" panose="02020603050405020304" pitchFamily="18" charset="0"/>
                </a:endParaRPr>
              </a:p>
            </p:txBody>
          </p:sp>
        </p:grpSp>
        <p:sp>
          <p:nvSpPr>
            <p:cNvPr id="260124" name="Line 9">
              <a:extLst>
                <a:ext uri="{FF2B5EF4-FFF2-40B4-BE49-F238E27FC236}">
                  <a16:creationId xmlns:a16="http://schemas.microsoft.com/office/drawing/2014/main" id="{BB4BCE1F-7BBF-4FEC-99AE-20CCDD1C8D0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64" y="2550"/>
              <a:ext cx="0" cy="522"/>
            </a:xfrm>
            <a:prstGeom prst="line">
              <a:avLst/>
            </a:prstGeom>
            <a:noFill/>
            <a:ln w="28575">
              <a:solidFill>
                <a:srgbClr val="000099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>
              <a:spAutoFit/>
            </a:bodyPr>
            <a:lstStyle/>
            <a:p>
              <a:endParaRPr lang="zh-HK" altLang="en-US"/>
            </a:p>
          </p:txBody>
        </p:sp>
      </p:grpSp>
      <p:grpSp>
        <p:nvGrpSpPr>
          <p:cNvPr id="4" name="Group 10">
            <a:extLst>
              <a:ext uri="{FF2B5EF4-FFF2-40B4-BE49-F238E27FC236}">
                <a16:creationId xmlns:a16="http://schemas.microsoft.com/office/drawing/2014/main" id="{0DB30519-DA65-4C07-A9D9-D37513756984}"/>
              </a:ext>
            </a:extLst>
          </p:cNvPr>
          <p:cNvGrpSpPr>
            <a:grpSpLocks/>
          </p:cNvGrpSpPr>
          <p:nvPr/>
        </p:nvGrpSpPr>
        <p:grpSpPr bwMode="auto">
          <a:xfrm>
            <a:off x="3000375" y="1333500"/>
            <a:ext cx="6203950" cy="2690813"/>
            <a:chOff x="1890" y="840"/>
            <a:chExt cx="3908" cy="1695"/>
          </a:xfrm>
        </p:grpSpPr>
        <p:grpSp>
          <p:nvGrpSpPr>
            <p:cNvPr id="260116" name="Group 11">
              <a:extLst>
                <a:ext uri="{FF2B5EF4-FFF2-40B4-BE49-F238E27FC236}">
                  <a16:creationId xmlns:a16="http://schemas.microsoft.com/office/drawing/2014/main" id="{4644AF29-35A6-458D-AD3F-1893AD7A583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397" y="1240"/>
              <a:ext cx="2290" cy="612"/>
              <a:chOff x="3241" y="1750"/>
              <a:chExt cx="2290" cy="612"/>
            </a:xfrm>
          </p:grpSpPr>
          <p:sp>
            <p:nvSpPr>
              <p:cNvPr id="260121" name="Text Box 12">
                <a:extLst>
                  <a:ext uri="{FF2B5EF4-FFF2-40B4-BE49-F238E27FC236}">
                    <a16:creationId xmlns:a16="http://schemas.microsoft.com/office/drawing/2014/main" id="{A497BCC9-BC64-40B3-9CB4-F987DEA323C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241" y="1750"/>
                <a:ext cx="1021" cy="46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800">
                    <a:solidFill>
                      <a:srgbClr val="000000"/>
                    </a:solidFill>
                    <a:latin typeface="Arial" panose="020B0604020202020204" pitchFamily="34" charset="0"/>
                  </a:rPr>
                  <a:t>create socket:</a:t>
                </a:r>
              </a:p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zh-TW" sz="2400">
                  <a:solidFill>
                    <a:srgbClr val="000000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60122" name="Text Box 13">
                <a:extLst>
                  <a:ext uri="{FF2B5EF4-FFF2-40B4-BE49-F238E27FC236}">
                    <a16:creationId xmlns:a16="http://schemas.microsoft.com/office/drawing/2014/main" id="{27E5D82B-B217-4D51-8A24-24EB3457BBB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241" y="1944"/>
                <a:ext cx="2290" cy="41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ts val="2000"/>
                  </a:lnSpc>
                  <a:buClr>
                    <a:srgbClr val="3333CC"/>
                  </a:buClr>
                  <a:buSzPct val="85000"/>
                  <a:buFont typeface="ZapfDingbats" pitchFamily="82" charset="2"/>
                  <a:buNone/>
                </a:pPr>
                <a:r>
                  <a:rPr lang="en-US" altLang="zh-TW" sz="1800">
                    <a:solidFill>
                      <a:srgbClr val="7030A0"/>
                    </a:solidFill>
                    <a:latin typeface="Arial" panose="020B0604020202020204" pitchFamily="34" charset="0"/>
                  </a:rPr>
                  <a:t>clientSocket =</a:t>
                </a:r>
              </a:p>
              <a:p>
                <a:pPr>
                  <a:lnSpc>
                    <a:spcPts val="2000"/>
                  </a:lnSpc>
                  <a:buClr>
                    <a:srgbClr val="3333CC"/>
                  </a:buClr>
                  <a:buSzPct val="85000"/>
                  <a:buFont typeface="ZapfDingbats" pitchFamily="82" charset="2"/>
                  <a:buNone/>
                </a:pPr>
                <a:r>
                  <a:rPr lang="en-US" altLang="zh-TW" sz="1800">
                    <a:solidFill>
                      <a:srgbClr val="7030A0"/>
                    </a:solidFill>
                    <a:latin typeface="Arial" panose="020B0604020202020204" pitchFamily="34" charset="0"/>
                  </a:rPr>
                  <a:t>socket(AF_INET,SOCK_DGRAM)</a:t>
                </a:r>
                <a:endParaRPr lang="en-US" altLang="zh-TW" sz="1800">
                  <a:solidFill>
                    <a:srgbClr val="7030A0"/>
                  </a:solidFill>
                  <a:latin typeface="Times New Roman" panose="02020603050405020304" pitchFamily="18" charset="0"/>
                </a:endParaRPr>
              </a:p>
            </p:txBody>
          </p:sp>
        </p:grpSp>
        <p:sp>
          <p:nvSpPr>
            <p:cNvPr id="260117" name="Text Box 14">
              <a:extLst>
                <a:ext uri="{FF2B5EF4-FFF2-40B4-BE49-F238E27FC236}">
                  <a16:creationId xmlns:a16="http://schemas.microsoft.com/office/drawing/2014/main" id="{3F0A9FBD-93C2-4468-8314-45E61059734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70" y="840"/>
              <a:ext cx="116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50000"/>
                </a:spcBef>
                <a:buClrTx/>
                <a:buSzTx/>
                <a:buFontTx/>
                <a:buNone/>
              </a:pPr>
              <a:endParaRPr lang="zh-TW" altLang="zh-TW" sz="24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60118" name="Text Box 15">
              <a:extLst>
                <a:ext uri="{FF2B5EF4-FFF2-40B4-BE49-F238E27FC236}">
                  <a16:creationId xmlns:a16="http://schemas.microsoft.com/office/drawing/2014/main" id="{1A4B89CB-AC73-4782-AC15-5DA804D3B5E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389" y="1953"/>
              <a:ext cx="2409" cy="5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 dirty="0">
                  <a:solidFill>
                    <a:srgbClr val="000000"/>
                  </a:solidFill>
                  <a:latin typeface="Arial" panose="020B0604020202020204" pitchFamily="34" charset="0"/>
                </a:rPr>
                <a:t>Create datagram with </a:t>
              </a:r>
              <a:r>
                <a:rPr lang="en-US" altLang="zh-TW" sz="1800" dirty="0">
                  <a:solidFill>
                    <a:srgbClr val="0070C0"/>
                  </a:solidFill>
                  <a:latin typeface="Arial" panose="020B0604020202020204" pitchFamily="34" charset="0"/>
                </a:rPr>
                <a:t>server IP</a:t>
              </a:r>
              <a:r>
                <a:rPr lang="en-US" altLang="zh-TW" sz="1800" dirty="0">
                  <a:solidFill>
                    <a:srgbClr val="000000"/>
                  </a:solidFill>
                  <a:latin typeface="Arial" panose="020B0604020202020204" pitchFamily="34" charset="0"/>
                </a:rPr>
                <a:t> and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 dirty="0">
                  <a:solidFill>
                    <a:srgbClr val="0070C0"/>
                  </a:solidFill>
                  <a:latin typeface="Arial" panose="020B0604020202020204" pitchFamily="34" charset="0"/>
                </a:rPr>
                <a:t>port=x</a:t>
              </a:r>
              <a:r>
                <a:rPr lang="en-US" altLang="zh-TW" sz="1800" dirty="0">
                  <a:solidFill>
                    <a:srgbClr val="000000"/>
                  </a:solidFill>
                  <a:latin typeface="Arial" panose="020B0604020202020204" pitchFamily="34" charset="0"/>
                </a:rPr>
                <a:t>; send datagram via</a:t>
              </a:r>
              <a:br>
                <a:rPr lang="en-US" altLang="zh-TW" sz="1800" dirty="0">
                  <a:solidFill>
                    <a:srgbClr val="CC0000"/>
                  </a:solidFill>
                  <a:latin typeface="Arial" panose="020B0604020202020204" pitchFamily="34" charset="0"/>
                </a:rPr>
              </a:br>
              <a:r>
                <a:rPr lang="en-US" altLang="zh-TW" sz="1800" dirty="0" err="1">
                  <a:solidFill>
                    <a:srgbClr val="7030A0"/>
                  </a:solidFill>
                  <a:latin typeface="Arial" panose="020B0604020202020204" pitchFamily="34" charset="0"/>
                </a:rPr>
                <a:t>clientSocket</a:t>
              </a:r>
              <a:endParaRPr lang="en-US" altLang="zh-TW" sz="1800" dirty="0">
                <a:solidFill>
                  <a:srgbClr val="7030A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60119" name="Line 16">
              <a:extLst>
                <a:ext uri="{FF2B5EF4-FFF2-40B4-BE49-F238E27FC236}">
                  <a16:creationId xmlns:a16="http://schemas.microsoft.com/office/drawing/2014/main" id="{B2FFF582-8581-46F2-BE24-E93E27C9F79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28" y="1830"/>
              <a:ext cx="0" cy="204"/>
            </a:xfrm>
            <a:prstGeom prst="line">
              <a:avLst/>
            </a:prstGeom>
            <a:noFill/>
            <a:ln w="28575">
              <a:solidFill>
                <a:srgbClr val="000099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>
              <a:spAutoFit/>
            </a:bodyPr>
            <a:lstStyle/>
            <a:p>
              <a:endParaRPr lang="zh-HK" altLang="en-US"/>
            </a:p>
          </p:txBody>
        </p:sp>
        <p:sp>
          <p:nvSpPr>
            <p:cNvPr id="260120" name="Line 17">
              <a:extLst>
                <a:ext uri="{FF2B5EF4-FFF2-40B4-BE49-F238E27FC236}">
                  <a16:creationId xmlns:a16="http://schemas.microsoft.com/office/drawing/2014/main" id="{97B12ACF-ADCD-4043-A1F6-0038C6621C1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890" y="2208"/>
              <a:ext cx="1518" cy="252"/>
            </a:xfrm>
            <a:prstGeom prst="line">
              <a:avLst/>
            </a:prstGeom>
            <a:noFill/>
            <a:ln w="28575">
              <a:solidFill>
                <a:srgbClr val="CC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zh-HK" altLang="en-US"/>
            </a:p>
          </p:txBody>
        </p:sp>
      </p:grpSp>
      <p:sp>
        <p:nvSpPr>
          <p:cNvPr id="260101" name="Text Box 18">
            <a:extLst>
              <a:ext uri="{FF2B5EF4-FFF2-40B4-BE49-F238E27FC236}">
                <a16:creationId xmlns:a16="http://schemas.microsoft.com/office/drawing/2014/main" id="{91B6B995-3F49-4DCC-9048-A8A10AF4B7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20738" y="2187575"/>
            <a:ext cx="2462212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solidFill>
                  <a:srgbClr val="000000"/>
                </a:solidFill>
                <a:latin typeface="Arial" panose="020B0604020202020204" pitchFamily="34" charset="0"/>
              </a:rPr>
              <a:t>create socket, </a:t>
            </a:r>
            <a:r>
              <a:rPr lang="en-US" altLang="zh-TW" sz="1800">
                <a:solidFill>
                  <a:srgbClr val="0070C0"/>
                </a:solidFill>
                <a:latin typeface="Arial" panose="020B0604020202020204" pitchFamily="34" charset="0"/>
              </a:rPr>
              <a:t>port= x</a:t>
            </a:r>
            <a:r>
              <a:rPr lang="en-US" altLang="zh-TW" sz="1800">
                <a:solidFill>
                  <a:srgbClr val="000000"/>
                </a:solidFill>
                <a:latin typeface="Arial" panose="020B0604020202020204" pitchFamily="34" charset="0"/>
              </a:rPr>
              <a:t>:</a:t>
            </a:r>
            <a:endParaRPr lang="en-US" altLang="zh-TW" sz="18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260102" name="Text Box 19">
            <a:extLst>
              <a:ext uri="{FF2B5EF4-FFF2-40B4-BE49-F238E27FC236}">
                <a16:creationId xmlns:a16="http://schemas.microsoft.com/office/drawing/2014/main" id="{E8DF19F5-47BF-4162-A795-BAF412A14B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3438" y="2482850"/>
            <a:ext cx="3635375" cy="663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ts val="2000"/>
              </a:lnSpc>
              <a:buClr>
                <a:srgbClr val="3333CC"/>
              </a:buClr>
              <a:buSzPct val="85000"/>
              <a:buFont typeface="ZapfDingbats" pitchFamily="82" charset="2"/>
              <a:buNone/>
            </a:pPr>
            <a:r>
              <a:rPr lang="en-US" altLang="zh-TW" sz="1800">
                <a:solidFill>
                  <a:srgbClr val="CC0000"/>
                </a:solidFill>
                <a:latin typeface="Arial" panose="020B0604020202020204" pitchFamily="34" charset="0"/>
              </a:rPr>
              <a:t>serverSocket =</a:t>
            </a:r>
          </a:p>
          <a:p>
            <a:pPr>
              <a:lnSpc>
                <a:spcPts val="2000"/>
              </a:lnSpc>
              <a:buClr>
                <a:srgbClr val="3333CC"/>
              </a:buClr>
              <a:buSzPct val="85000"/>
              <a:buFont typeface="ZapfDingbats" pitchFamily="82" charset="2"/>
              <a:buNone/>
            </a:pPr>
            <a:r>
              <a:rPr lang="en-US" altLang="zh-TW" sz="1800">
                <a:solidFill>
                  <a:srgbClr val="CC0000"/>
                </a:solidFill>
                <a:latin typeface="Arial" panose="020B0604020202020204" pitchFamily="34" charset="0"/>
              </a:rPr>
              <a:t>socket(AF_INET,SOCK_DGRAM)</a:t>
            </a:r>
            <a:endParaRPr lang="en-US" altLang="zh-TW" sz="1800">
              <a:solidFill>
                <a:srgbClr val="CC0000"/>
              </a:solidFill>
              <a:latin typeface="Times New Roman" panose="02020603050405020304" pitchFamily="18" charset="0"/>
            </a:endParaRPr>
          </a:p>
        </p:txBody>
      </p:sp>
      <p:grpSp>
        <p:nvGrpSpPr>
          <p:cNvPr id="6" name="Group 20">
            <a:extLst>
              <a:ext uri="{FF2B5EF4-FFF2-40B4-BE49-F238E27FC236}">
                <a16:creationId xmlns:a16="http://schemas.microsoft.com/office/drawing/2014/main" id="{41CC88F5-AB24-4BD8-A461-9E48770B977F}"/>
              </a:ext>
            </a:extLst>
          </p:cNvPr>
          <p:cNvGrpSpPr>
            <a:grpSpLocks/>
          </p:cNvGrpSpPr>
          <p:nvPr/>
        </p:nvGrpSpPr>
        <p:grpSpPr bwMode="auto">
          <a:xfrm>
            <a:off x="1316038" y="3146425"/>
            <a:ext cx="2211387" cy="1122363"/>
            <a:chOff x="885" y="1982"/>
            <a:chExt cx="1393" cy="707"/>
          </a:xfrm>
        </p:grpSpPr>
        <p:sp>
          <p:nvSpPr>
            <p:cNvPr id="260114" name="Line 21">
              <a:extLst>
                <a:ext uri="{FF2B5EF4-FFF2-40B4-BE49-F238E27FC236}">
                  <a16:creationId xmlns:a16="http://schemas.microsoft.com/office/drawing/2014/main" id="{6615898B-089E-4B93-942E-64932A1617E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" y="1982"/>
              <a:ext cx="0" cy="366"/>
            </a:xfrm>
            <a:prstGeom prst="line">
              <a:avLst/>
            </a:prstGeom>
            <a:noFill/>
            <a:ln w="28575">
              <a:solidFill>
                <a:srgbClr val="000099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>
              <a:spAutoFit/>
            </a:bodyPr>
            <a:lstStyle/>
            <a:p>
              <a:endParaRPr lang="zh-HK" altLang="en-US"/>
            </a:p>
          </p:txBody>
        </p:sp>
        <p:sp>
          <p:nvSpPr>
            <p:cNvPr id="260115" name="Text Box 22">
              <a:extLst>
                <a:ext uri="{FF2B5EF4-FFF2-40B4-BE49-F238E27FC236}">
                  <a16:creationId xmlns:a16="http://schemas.microsoft.com/office/drawing/2014/main" id="{53BED221-3771-4721-B91B-FCD60E5D4ED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85" y="2282"/>
              <a:ext cx="1393" cy="4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solidFill>
                    <a:srgbClr val="000000"/>
                  </a:solidFill>
                  <a:latin typeface="Arial" panose="020B0604020202020204" pitchFamily="34" charset="0"/>
                </a:rPr>
                <a:t>read datagram from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solidFill>
                    <a:srgbClr val="CC0000"/>
                  </a:solidFill>
                  <a:latin typeface="Arial" panose="020B0604020202020204" pitchFamily="34" charset="0"/>
                </a:rPr>
                <a:t>serverSocke</a:t>
              </a:r>
              <a:r>
                <a:rPr lang="en-US" altLang="zh-TW" sz="1800">
                  <a:solidFill>
                    <a:srgbClr val="FF0000"/>
                  </a:solidFill>
                  <a:latin typeface="Arial" panose="020B0604020202020204" pitchFamily="34" charset="0"/>
                </a:rPr>
                <a:t>t</a:t>
              </a:r>
              <a:endParaRPr lang="en-US" altLang="zh-TW" sz="18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7" name="Group 23">
            <a:extLst>
              <a:ext uri="{FF2B5EF4-FFF2-40B4-BE49-F238E27FC236}">
                <a16:creationId xmlns:a16="http://schemas.microsoft.com/office/drawing/2014/main" id="{C494DA7D-E9C4-4D52-8880-B88224C51BC5}"/>
              </a:ext>
            </a:extLst>
          </p:cNvPr>
          <p:cNvGrpSpPr>
            <a:grpSpLocks/>
          </p:cNvGrpSpPr>
          <p:nvPr/>
        </p:nvGrpSpPr>
        <p:grpSpPr bwMode="auto">
          <a:xfrm>
            <a:off x="1338263" y="4295775"/>
            <a:ext cx="3973512" cy="1660525"/>
            <a:chOff x="899" y="2720"/>
            <a:chExt cx="2503" cy="1046"/>
          </a:xfrm>
        </p:grpSpPr>
        <p:sp>
          <p:nvSpPr>
            <p:cNvPr id="260111" name="Text Box 24">
              <a:extLst>
                <a:ext uri="{FF2B5EF4-FFF2-40B4-BE49-F238E27FC236}">
                  <a16:creationId xmlns:a16="http://schemas.microsoft.com/office/drawing/2014/main" id="{DCCFB981-1151-4A65-B08C-8D1A60E32F9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99" y="2835"/>
              <a:ext cx="1062" cy="9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solidFill>
                    <a:srgbClr val="000000"/>
                  </a:solidFill>
                  <a:latin typeface="Arial" panose="020B0604020202020204" pitchFamily="34" charset="0"/>
                </a:rPr>
                <a:t>write reply to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solidFill>
                    <a:srgbClr val="CC0000"/>
                  </a:solidFill>
                  <a:latin typeface="Arial" panose="020B0604020202020204" pitchFamily="34" charset="0"/>
                </a:rPr>
                <a:t>serverSocket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solidFill>
                    <a:srgbClr val="000000"/>
                  </a:solidFill>
                  <a:latin typeface="Arial" panose="020B0604020202020204" pitchFamily="34" charset="0"/>
                </a:rPr>
                <a:t>specifying </a:t>
              </a:r>
              <a:br>
                <a:rPr lang="en-US" altLang="zh-TW" sz="1800">
                  <a:solidFill>
                    <a:srgbClr val="000000"/>
                  </a:solidFill>
                  <a:latin typeface="Arial" panose="020B0604020202020204" pitchFamily="34" charset="0"/>
                </a:rPr>
              </a:br>
              <a:r>
                <a:rPr lang="en-US" altLang="zh-TW" sz="1800">
                  <a:solidFill>
                    <a:srgbClr val="000000"/>
                  </a:solidFill>
                  <a:latin typeface="Arial" panose="020B0604020202020204" pitchFamily="34" charset="0"/>
                </a:rPr>
                <a:t>client address,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solidFill>
                    <a:srgbClr val="000000"/>
                  </a:solidFill>
                  <a:latin typeface="Arial" panose="020B0604020202020204" pitchFamily="34" charset="0"/>
                </a:rPr>
                <a:t>port number</a:t>
              </a:r>
              <a:endParaRPr lang="en-US" altLang="zh-TW" sz="18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60112" name="Line 25">
              <a:extLst>
                <a:ext uri="{FF2B5EF4-FFF2-40B4-BE49-F238E27FC236}">
                  <a16:creationId xmlns:a16="http://schemas.microsoft.com/office/drawing/2014/main" id="{639283A8-F15B-431C-89A8-B8E29108416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02" y="2720"/>
              <a:ext cx="0" cy="198"/>
            </a:xfrm>
            <a:prstGeom prst="line">
              <a:avLst/>
            </a:prstGeom>
            <a:noFill/>
            <a:ln w="28575">
              <a:solidFill>
                <a:srgbClr val="000099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>
              <a:spAutoFit/>
            </a:bodyPr>
            <a:lstStyle/>
            <a:p>
              <a:endParaRPr lang="zh-HK" altLang="en-US"/>
            </a:p>
          </p:txBody>
        </p:sp>
        <p:sp>
          <p:nvSpPr>
            <p:cNvPr id="260113" name="Line 26">
              <a:extLst>
                <a:ext uri="{FF2B5EF4-FFF2-40B4-BE49-F238E27FC236}">
                  <a16:creationId xmlns:a16="http://schemas.microsoft.com/office/drawing/2014/main" id="{07DAF8C3-627C-4A91-BA20-655B5C5FF5C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66" y="2970"/>
              <a:ext cx="1536" cy="180"/>
            </a:xfrm>
            <a:prstGeom prst="line">
              <a:avLst/>
            </a:prstGeom>
            <a:noFill/>
            <a:ln w="28575">
              <a:solidFill>
                <a:srgbClr val="CC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>
              <a:spAutoFit/>
            </a:bodyPr>
            <a:lstStyle/>
            <a:p>
              <a:endParaRPr lang="zh-HK" altLang="en-US"/>
            </a:p>
          </p:txBody>
        </p:sp>
      </p:grpSp>
      <p:sp>
        <p:nvSpPr>
          <p:cNvPr id="260105" name="Footer Placeholder 2">
            <a:extLst>
              <a:ext uri="{FF2B5EF4-FFF2-40B4-BE49-F238E27FC236}">
                <a16:creationId xmlns:a16="http://schemas.microsoft.com/office/drawing/2014/main" id="{F6095123-66E3-4B64-A6CC-8223E5091681}"/>
              </a:ext>
            </a:extLst>
          </p:cNvPr>
          <p:cNvSpPr txBox="1">
            <a:spLocks noGrp="1"/>
          </p:cNvSpPr>
          <p:nvPr/>
        </p:nvSpPr>
        <p:spPr bwMode="auto">
          <a:xfrm>
            <a:off x="7618413" y="6532563"/>
            <a:ext cx="1452562" cy="285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Application  2-</a:t>
            </a:r>
            <a:fld id="{47826B14-EEEF-4ED8-BCD9-17F870BBF534}" type="slidenum">
              <a:rPr lang="en-US" altLang="zh-TW" sz="1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97</a:t>
            </a:fld>
            <a:endParaRPr lang="en-US" altLang="zh-TW" sz="120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60106" name="Picture 32" descr="underline_base">
            <a:extLst>
              <a:ext uri="{FF2B5EF4-FFF2-40B4-BE49-F238E27FC236}">
                <a16:creationId xmlns:a16="http://schemas.microsoft.com/office/drawing/2014/main" id="{D756BC30-FE0E-4559-B94E-A5D6FFE264B9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125" y="782638"/>
            <a:ext cx="7313613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60107" name="Text Box 22">
            <a:extLst>
              <a:ext uri="{FF2B5EF4-FFF2-40B4-BE49-F238E27FC236}">
                <a16:creationId xmlns:a16="http://schemas.microsoft.com/office/drawing/2014/main" id="{37C97D3A-E43B-460B-B739-4377BC43C1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7700" y="1304925"/>
            <a:ext cx="3686175" cy="52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TW">
                <a:solidFill>
                  <a:srgbClr val="000000"/>
                </a:solidFill>
              </a:rPr>
              <a:t>server</a:t>
            </a:r>
            <a:r>
              <a:rPr lang="en-US" altLang="zh-TW" sz="2400">
                <a:solidFill>
                  <a:srgbClr val="000000"/>
                </a:solidFill>
              </a:rPr>
              <a:t> (running</a:t>
            </a:r>
            <a:r>
              <a:rPr lang="en-US" altLang="zh-TW" sz="2000">
                <a:solidFill>
                  <a:srgbClr val="000000"/>
                </a:solidFill>
              </a:rPr>
              <a:t> on</a:t>
            </a:r>
            <a:r>
              <a:rPr lang="en-US" altLang="zh-TW" sz="1800">
                <a:solidFill>
                  <a:srgbClr val="000000"/>
                </a:solidFill>
                <a:latin typeface="Comic Sans MS" panose="030F0702030302020204" pitchFamily="66" charset="0"/>
              </a:rPr>
              <a:t> </a:t>
            </a:r>
            <a:r>
              <a:rPr lang="en-US" altLang="zh-TW" sz="1800">
                <a:solidFill>
                  <a:srgbClr val="0070C0"/>
                </a:solidFill>
                <a:latin typeface="Comic Sans MS" panose="030F0702030302020204" pitchFamily="66" charset="0"/>
              </a:rPr>
              <a:t>serverIP</a:t>
            </a:r>
            <a:r>
              <a:rPr lang="en-US" altLang="zh-TW" sz="2400">
                <a:solidFill>
                  <a:srgbClr val="000000"/>
                </a:solidFill>
              </a:rPr>
              <a:t>)</a:t>
            </a:r>
          </a:p>
        </p:txBody>
      </p:sp>
      <p:sp>
        <p:nvSpPr>
          <p:cNvPr id="260108" name="Text Box 23">
            <a:extLst>
              <a:ext uri="{FF2B5EF4-FFF2-40B4-BE49-F238E27FC236}">
                <a16:creationId xmlns:a16="http://schemas.microsoft.com/office/drawing/2014/main" id="{3B08B083-6B39-4C27-908B-F58D9F53AC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11788" y="1301750"/>
            <a:ext cx="962025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TW">
                <a:solidFill>
                  <a:srgbClr val="000000"/>
                </a:solidFill>
              </a:rPr>
              <a:t>client</a:t>
            </a:r>
          </a:p>
        </p:txBody>
      </p:sp>
      <p:sp>
        <p:nvSpPr>
          <p:cNvPr id="260109" name="Line 35">
            <a:extLst>
              <a:ext uri="{FF2B5EF4-FFF2-40B4-BE49-F238E27FC236}">
                <a16:creationId xmlns:a16="http://schemas.microsoft.com/office/drawing/2014/main" id="{D0FB5C1A-530A-4393-9240-3AD28933E4E4}"/>
              </a:ext>
            </a:extLst>
          </p:cNvPr>
          <p:cNvSpPr>
            <a:spLocks noChangeShapeType="1"/>
          </p:cNvSpPr>
          <p:nvPr/>
        </p:nvSpPr>
        <p:spPr bwMode="auto">
          <a:xfrm>
            <a:off x="804863" y="1755775"/>
            <a:ext cx="3341687" cy="0"/>
          </a:xfrm>
          <a:prstGeom prst="line">
            <a:avLst/>
          </a:prstGeom>
          <a:noFill/>
          <a:ln w="19050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260110" name="Line 36">
            <a:extLst>
              <a:ext uri="{FF2B5EF4-FFF2-40B4-BE49-F238E27FC236}">
                <a16:creationId xmlns:a16="http://schemas.microsoft.com/office/drawing/2014/main" id="{60D8CF43-278D-4058-9741-016F93CAEF7E}"/>
              </a:ext>
            </a:extLst>
          </p:cNvPr>
          <p:cNvSpPr>
            <a:spLocks noChangeShapeType="1"/>
          </p:cNvSpPr>
          <p:nvPr/>
        </p:nvSpPr>
        <p:spPr bwMode="auto">
          <a:xfrm>
            <a:off x="5545138" y="1766888"/>
            <a:ext cx="676275" cy="0"/>
          </a:xfrm>
          <a:prstGeom prst="line">
            <a:avLst/>
          </a:prstGeom>
          <a:noFill/>
          <a:ln w="19050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146" name="Rectangle 7">
            <a:extLst>
              <a:ext uri="{FF2B5EF4-FFF2-40B4-BE49-F238E27FC236}">
                <a16:creationId xmlns:a16="http://schemas.microsoft.com/office/drawing/2014/main" id="{92F5E4E0-6E43-43B7-A4D4-AF0B1116275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262147" name="Rectangle 8">
            <a:extLst>
              <a:ext uri="{FF2B5EF4-FFF2-40B4-BE49-F238E27FC236}">
                <a16:creationId xmlns:a16="http://schemas.microsoft.com/office/drawing/2014/main" id="{7BD03277-5A22-4AE7-AF78-962C1B5E05D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  <a:ea typeface="新細明體" panose="02020500000000000000" pitchFamily="18" charset="-120"/>
              </a:rPr>
              <a:t>2-</a:t>
            </a:r>
            <a:fld id="{8CCE9236-022C-4A45-8FB0-2A3A420DC6F4}" type="slidenum">
              <a:rPr lang="en-US" altLang="zh-TW" sz="1200" smtClean="0">
                <a:solidFill>
                  <a:srgbClr val="000000"/>
                </a:solidFill>
                <a:latin typeface="Tahoma" panose="020B0604030504040204" pitchFamily="34" charset="0"/>
                <a:ea typeface="新細明體" panose="02020500000000000000" pitchFamily="18" charset="-120"/>
              </a:rPr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t>98</a:t>
            </a:fld>
            <a:endParaRPr lang="en-US" altLang="zh-TW" sz="1200">
              <a:solidFill>
                <a:srgbClr val="000000"/>
              </a:solidFill>
              <a:latin typeface="Tahoma" panose="020B0604030504040204" pitchFamily="34" charset="0"/>
              <a:ea typeface="新細明體" panose="02020500000000000000" pitchFamily="18" charset="-120"/>
            </a:endParaRPr>
          </a:p>
        </p:txBody>
      </p:sp>
      <p:sp>
        <p:nvSpPr>
          <p:cNvPr id="262148" name="Rectangle 2">
            <a:extLst>
              <a:ext uri="{FF2B5EF4-FFF2-40B4-BE49-F238E27FC236}">
                <a16:creationId xmlns:a16="http://schemas.microsoft.com/office/drawing/2014/main" id="{A1E6DD20-13FF-4EFC-8C60-96C62FB73A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2275" y="88900"/>
            <a:ext cx="7772400" cy="9477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3600">
                <a:solidFill>
                  <a:srgbClr val="000099"/>
                </a:solidFill>
              </a:rPr>
              <a:t>Example app: UDP client</a:t>
            </a:r>
            <a:endParaRPr lang="en-US" altLang="zh-TW" sz="4400">
              <a:solidFill>
                <a:srgbClr val="000099"/>
              </a:solidFill>
            </a:endParaRPr>
          </a:p>
        </p:txBody>
      </p:sp>
      <p:sp>
        <p:nvSpPr>
          <p:cNvPr id="262149" name="TextBox 1">
            <a:extLst>
              <a:ext uri="{FF2B5EF4-FFF2-40B4-BE49-F238E27FC236}">
                <a16:creationId xmlns:a16="http://schemas.microsoft.com/office/drawing/2014/main" id="{47F586C8-FA96-462C-AFDA-A8D9A620A2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05100" y="1651000"/>
            <a:ext cx="6167438" cy="4649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ts val="2800"/>
              </a:lnSpc>
              <a:buClr>
                <a:srgbClr val="3333CC"/>
              </a:buClr>
              <a:buSzPct val="85000"/>
              <a:buFont typeface="ZapfDingbats" pitchFamily="82" charset="2"/>
              <a:buNone/>
            </a:pP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from socket import *</a:t>
            </a:r>
          </a:p>
          <a:p>
            <a:pPr>
              <a:lnSpc>
                <a:spcPts val="2800"/>
              </a:lnSpc>
              <a:buClr>
                <a:srgbClr val="3333CC"/>
              </a:buClr>
              <a:buSzPct val="85000"/>
              <a:buFont typeface="ZapfDingbats" pitchFamily="82" charset="2"/>
              <a:buNone/>
            </a:pPr>
            <a:r>
              <a:rPr lang="en-US" altLang="zh-TW" sz="2000">
                <a:solidFill>
                  <a:srgbClr val="0070C0"/>
                </a:solidFill>
                <a:latin typeface="Arial" panose="020B0604020202020204" pitchFamily="34" charset="0"/>
              </a:rPr>
              <a:t>serverName = </a:t>
            </a:r>
            <a:r>
              <a:rPr lang="en-US" altLang="en-US" sz="2000">
                <a:solidFill>
                  <a:srgbClr val="0070C0"/>
                </a:solidFill>
                <a:latin typeface="Arial" panose="020B0604020202020204" pitchFamily="34" charset="0"/>
              </a:rPr>
              <a:t>‘</a:t>
            </a:r>
            <a:r>
              <a:rPr lang="en-US" altLang="zh-TW" sz="2000">
                <a:solidFill>
                  <a:srgbClr val="0070C0"/>
                </a:solidFill>
                <a:latin typeface="Arial" panose="020B0604020202020204" pitchFamily="34" charset="0"/>
              </a:rPr>
              <a:t>hostname</a:t>
            </a:r>
            <a:r>
              <a:rPr lang="en-US" altLang="en-US" sz="2000">
                <a:solidFill>
                  <a:srgbClr val="0070C0"/>
                </a:solidFill>
                <a:latin typeface="Arial" panose="020B0604020202020204" pitchFamily="34" charset="0"/>
              </a:rPr>
              <a:t>’</a:t>
            </a:r>
            <a:endParaRPr lang="en-US" altLang="zh-TW" sz="2000">
              <a:solidFill>
                <a:srgbClr val="0070C0"/>
              </a:solidFill>
              <a:latin typeface="Arial" panose="020B0604020202020204" pitchFamily="34" charset="0"/>
            </a:endParaRPr>
          </a:p>
          <a:p>
            <a:pPr>
              <a:lnSpc>
                <a:spcPts val="2800"/>
              </a:lnSpc>
              <a:buClr>
                <a:srgbClr val="3333CC"/>
              </a:buClr>
              <a:buSzPct val="85000"/>
              <a:buFont typeface="ZapfDingbats" pitchFamily="82" charset="2"/>
              <a:buNone/>
            </a:pP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serverPort = 12000</a:t>
            </a:r>
          </a:p>
          <a:p>
            <a:pPr>
              <a:lnSpc>
                <a:spcPts val="2800"/>
              </a:lnSpc>
              <a:buClr>
                <a:srgbClr val="3333CC"/>
              </a:buClr>
              <a:buSzPct val="85000"/>
              <a:buFont typeface="ZapfDingbats" pitchFamily="82" charset="2"/>
              <a:buNone/>
            </a:pPr>
            <a:r>
              <a:rPr lang="en-US" altLang="zh-TW" sz="2000">
                <a:solidFill>
                  <a:srgbClr val="0070C0"/>
                </a:solidFill>
                <a:latin typeface="Arial" panose="020B0604020202020204" pitchFamily="34" charset="0"/>
              </a:rPr>
              <a:t>clientSocket = socket(socket.AF_INET, </a:t>
            </a:r>
          </a:p>
          <a:p>
            <a:pPr>
              <a:lnSpc>
                <a:spcPts val="2800"/>
              </a:lnSpc>
              <a:buClr>
                <a:srgbClr val="3333CC"/>
              </a:buClr>
              <a:buSzPct val="85000"/>
              <a:buFont typeface="ZapfDingbats" pitchFamily="82" charset="2"/>
              <a:buNone/>
            </a:pPr>
            <a:r>
              <a:rPr lang="en-US" altLang="zh-TW" sz="2000">
                <a:solidFill>
                  <a:srgbClr val="0070C0"/>
                </a:solidFill>
                <a:latin typeface="Arial" panose="020B0604020202020204" pitchFamily="34" charset="0"/>
              </a:rPr>
              <a:t>                                   socket.SOCK_DGRAM)</a:t>
            </a:r>
          </a:p>
          <a:p>
            <a:pPr>
              <a:lnSpc>
                <a:spcPts val="2800"/>
              </a:lnSpc>
              <a:buClr>
                <a:srgbClr val="3333CC"/>
              </a:buClr>
              <a:buSzPct val="85000"/>
              <a:buFont typeface="ZapfDingbats" pitchFamily="82" charset="2"/>
              <a:buNone/>
            </a:pP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message = raw_input(</a:t>
            </a:r>
            <a:r>
              <a:rPr lang="en-US" altLang="en-US" sz="2000">
                <a:solidFill>
                  <a:srgbClr val="000000"/>
                </a:solidFill>
                <a:latin typeface="Arial" panose="020B0604020202020204" pitchFamily="34" charset="0"/>
              </a:rPr>
              <a:t>’</a:t>
            </a: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Input lowercase sentence:</a:t>
            </a:r>
            <a:r>
              <a:rPr lang="en-US" altLang="en-US" sz="2000">
                <a:solidFill>
                  <a:srgbClr val="000000"/>
                </a:solidFill>
                <a:latin typeface="Arial" panose="020B0604020202020204" pitchFamily="34" charset="0"/>
              </a:rPr>
              <a:t>’</a:t>
            </a: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)</a:t>
            </a:r>
          </a:p>
          <a:p>
            <a:pPr>
              <a:lnSpc>
                <a:spcPts val="2800"/>
              </a:lnSpc>
              <a:buClr>
                <a:srgbClr val="3333CC"/>
              </a:buClr>
              <a:buSzPct val="85000"/>
              <a:buFont typeface="ZapfDingbats" pitchFamily="82" charset="2"/>
              <a:buNone/>
            </a:pP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clientSocket.sendto</a:t>
            </a:r>
            <a:r>
              <a:rPr lang="en-US" altLang="zh-TW" sz="1800">
                <a:solidFill>
                  <a:srgbClr val="000000"/>
                </a:solidFill>
                <a:latin typeface="Arial" panose="020B0604020202020204" pitchFamily="34" charset="0"/>
              </a:rPr>
              <a:t>(message,(serverName, serverPort))</a:t>
            </a:r>
          </a:p>
          <a:p>
            <a:pPr>
              <a:lnSpc>
                <a:spcPts val="2800"/>
              </a:lnSpc>
              <a:buClr>
                <a:srgbClr val="3333CC"/>
              </a:buClr>
              <a:buSzPct val="85000"/>
              <a:buFont typeface="ZapfDingbats" pitchFamily="82" charset="2"/>
              <a:buNone/>
            </a:pPr>
            <a:r>
              <a:rPr lang="en-US" altLang="zh-TW" sz="2000">
                <a:solidFill>
                  <a:srgbClr val="0070C0"/>
                </a:solidFill>
                <a:latin typeface="Arial" panose="020B0604020202020204" pitchFamily="34" charset="0"/>
              </a:rPr>
              <a:t>modifiedMessage, serverAddress = </a:t>
            </a:r>
          </a:p>
          <a:p>
            <a:pPr>
              <a:lnSpc>
                <a:spcPts val="2800"/>
              </a:lnSpc>
              <a:buClr>
                <a:srgbClr val="3333CC"/>
              </a:buClr>
              <a:buSzPct val="85000"/>
              <a:buFont typeface="ZapfDingbats" pitchFamily="82" charset="2"/>
              <a:buNone/>
            </a:pPr>
            <a:r>
              <a:rPr lang="en-US" altLang="zh-TW" sz="2000">
                <a:solidFill>
                  <a:srgbClr val="0070C0"/>
                </a:solidFill>
                <a:latin typeface="Arial" panose="020B0604020202020204" pitchFamily="34" charset="0"/>
              </a:rPr>
              <a:t>                                   clientSocket.recvfrom(2048)</a:t>
            </a:r>
          </a:p>
          <a:p>
            <a:pPr>
              <a:lnSpc>
                <a:spcPts val="2800"/>
              </a:lnSpc>
              <a:buClr>
                <a:srgbClr val="3333CC"/>
              </a:buClr>
              <a:buSzPct val="85000"/>
              <a:buFont typeface="ZapfDingbats" pitchFamily="82" charset="2"/>
              <a:buNone/>
            </a:pP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print modifiedMessage</a:t>
            </a:r>
          </a:p>
          <a:p>
            <a:pPr>
              <a:lnSpc>
                <a:spcPts val="2800"/>
              </a:lnSpc>
              <a:buClr>
                <a:srgbClr val="3333CC"/>
              </a:buClr>
              <a:buSzPct val="85000"/>
              <a:buFont typeface="ZapfDingbats" pitchFamily="82" charset="2"/>
              <a:buNone/>
            </a:pP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clientSocket.close()</a:t>
            </a:r>
          </a:p>
        </p:txBody>
      </p:sp>
      <p:sp>
        <p:nvSpPr>
          <p:cNvPr id="262150" name="TextBox 2">
            <a:extLst>
              <a:ext uri="{FF2B5EF4-FFF2-40B4-BE49-F238E27FC236}">
                <a16:creationId xmlns:a16="http://schemas.microsoft.com/office/drawing/2014/main" id="{F26B5DBE-1075-427D-B051-9D71CDDE14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17800" y="1168400"/>
            <a:ext cx="2741613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rgbClr val="3333CC"/>
              </a:buClr>
              <a:buSzPct val="85000"/>
              <a:buFont typeface="ZapfDingbats" pitchFamily="82" charset="2"/>
              <a:buNone/>
            </a:pPr>
            <a:r>
              <a:rPr lang="en-US" altLang="zh-TW" sz="2400" i="1">
                <a:solidFill>
                  <a:srgbClr val="CC0000"/>
                </a:solidFill>
                <a:latin typeface="Arial" panose="020B0604020202020204" pitchFamily="34" charset="0"/>
              </a:rPr>
              <a:t>Python UDPClient</a:t>
            </a:r>
          </a:p>
        </p:txBody>
      </p:sp>
      <p:grpSp>
        <p:nvGrpSpPr>
          <p:cNvPr id="2" name="Group 46">
            <a:extLst>
              <a:ext uri="{FF2B5EF4-FFF2-40B4-BE49-F238E27FC236}">
                <a16:creationId xmlns:a16="http://schemas.microsoft.com/office/drawing/2014/main" id="{4F5C93EC-E6DC-44BE-97E1-04A35B3EE21D}"/>
              </a:ext>
            </a:extLst>
          </p:cNvPr>
          <p:cNvGrpSpPr>
            <a:grpSpLocks/>
          </p:cNvGrpSpPr>
          <p:nvPr/>
        </p:nvGrpSpPr>
        <p:grpSpPr bwMode="auto">
          <a:xfrm>
            <a:off x="228600" y="1606550"/>
            <a:ext cx="2451100" cy="546100"/>
            <a:chOff x="228727" y="1605758"/>
            <a:chExt cx="2450973" cy="547500"/>
          </a:xfrm>
        </p:grpSpPr>
        <p:sp>
          <p:nvSpPr>
            <p:cNvPr id="262169" name="TextBox 3">
              <a:extLst>
                <a:ext uri="{FF2B5EF4-FFF2-40B4-BE49-F238E27FC236}">
                  <a16:creationId xmlns:a16="http://schemas.microsoft.com/office/drawing/2014/main" id="{47A4E275-3FB0-4F95-B69F-78B4326AB6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8727" y="1605758"/>
              <a:ext cx="2057612" cy="5475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ts val="1600"/>
                </a:lnSpc>
                <a:buClr>
                  <a:srgbClr val="3333CC"/>
                </a:buClr>
                <a:buSzPct val="85000"/>
                <a:buFont typeface="ZapfDingbats" pitchFamily="82" charset="2"/>
                <a:buNone/>
              </a:pPr>
              <a:r>
                <a:rPr lang="en-US" altLang="zh-TW" sz="1400">
                  <a:solidFill>
                    <a:srgbClr val="000099"/>
                  </a:solidFill>
                  <a:latin typeface="Arial" panose="020B0604020202020204" pitchFamily="34" charset="0"/>
                </a:rPr>
                <a:t>include Python</a:t>
              </a:r>
              <a:r>
                <a:rPr lang="en-US" altLang="en-US" sz="1400">
                  <a:solidFill>
                    <a:srgbClr val="000099"/>
                  </a:solidFill>
                  <a:latin typeface="Arial" panose="020B0604020202020204" pitchFamily="34" charset="0"/>
                </a:rPr>
                <a:t>’</a:t>
              </a:r>
              <a:r>
                <a:rPr lang="en-US" altLang="zh-TW" sz="1400">
                  <a:solidFill>
                    <a:srgbClr val="000099"/>
                  </a:solidFill>
                  <a:latin typeface="Arial" panose="020B0604020202020204" pitchFamily="34" charset="0"/>
                </a:rPr>
                <a:t>s socket </a:t>
              </a:r>
            </a:p>
            <a:p>
              <a:pPr>
                <a:lnSpc>
                  <a:spcPts val="1600"/>
                </a:lnSpc>
                <a:buClr>
                  <a:srgbClr val="3333CC"/>
                </a:buClr>
                <a:buSzPct val="85000"/>
                <a:buFont typeface="ZapfDingbats" pitchFamily="82" charset="2"/>
                <a:buNone/>
              </a:pPr>
              <a:r>
                <a:rPr lang="en-US" altLang="zh-TW" sz="1400">
                  <a:solidFill>
                    <a:srgbClr val="000099"/>
                  </a:solidFill>
                  <a:latin typeface="Arial" panose="020B0604020202020204" pitchFamily="34" charset="0"/>
                </a:rPr>
                <a:t>library</a:t>
              </a:r>
            </a:p>
          </p:txBody>
        </p:sp>
        <p:cxnSp>
          <p:nvCxnSpPr>
            <p:cNvPr id="262170" name="Straight Connector 10">
              <a:extLst>
                <a:ext uri="{FF2B5EF4-FFF2-40B4-BE49-F238E27FC236}">
                  <a16:creationId xmlns:a16="http://schemas.microsoft.com/office/drawing/2014/main" id="{34AB48B9-FB62-47CB-A657-2C068956709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952522" y="1930400"/>
              <a:ext cx="1727178" cy="8139"/>
            </a:xfrm>
            <a:prstGeom prst="line">
              <a:avLst/>
            </a:prstGeom>
            <a:noFill/>
            <a:ln w="12700">
              <a:solidFill>
                <a:srgbClr val="CC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3" name="Group 47">
            <a:extLst>
              <a:ext uri="{FF2B5EF4-FFF2-40B4-BE49-F238E27FC236}">
                <a16:creationId xmlns:a16="http://schemas.microsoft.com/office/drawing/2014/main" id="{C409D40D-EE4A-46DE-AB4C-3807D9C6938E}"/>
              </a:ext>
            </a:extLst>
          </p:cNvPr>
          <p:cNvGrpSpPr>
            <a:grpSpLocks/>
          </p:cNvGrpSpPr>
          <p:nvPr/>
        </p:nvGrpSpPr>
        <p:grpSpPr bwMode="auto">
          <a:xfrm>
            <a:off x="190500" y="2917825"/>
            <a:ext cx="2587625" cy="523875"/>
            <a:chOff x="189714" y="2918148"/>
            <a:chExt cx="2587958" cy="522566"/>
          </a:xfrm>
        </p:grpSpPr>
        <p:sp>
          <p:nvSpPr>
            <p:cNvPr id="262167" name="TextBox 31">
              <a:extLst>
                <a:ext uri="{FF2B5EF4-FFF2-40B4-BE49-F238E27FC236}">
                  <a16:creationId xmlns:a16="http://schemas.microsoft.com/office/drawing/2014/main" id="{ED34FC7E-446E-4F52-89B9-C87A2930957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9714" y="2918148"/>
              <a:ext cx="2271818" cy="5225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rgbClr val="3333CC"/>
                </a:buClr>
                <a:buSzPct val="85000"/>
                <a:buFont typeface="ZapfDingbats" pitchFamily="82" charset="2"/>
                <a:buNone/>
              </a:pPr>
              <a:r>
                <a:rPr lang="en-US" altLang="zh-TW" sz="1400">
                  <a:solidFill>
                    <a:srgbClr val="000099"/>
                  </a:solidFill>
                  <a:latin typeface="Arial" panose="020B0604020202020204" pitchFamily="34" charset="0"/>
                </a:rPr>
                <a:t>create UDP socket for client</a:t>
              </a:r>
            </a:p>
          </p:txBody>
        </p:sp>
        <p:cxnSp>
          <p:nvCxnSpPr>
            <p:cNvPr id="262168" name="Straight Connector 32">
              <a:extLst>
                <a:ext uri="{FF2B5EF4-FFF2-40B4-BE49-F238E27FC236}">
                  <a16:creationId xmlns:a16="http://schemas.microsoft.com/office/drawing/2014/main" id="{A36E5F4F-7DEF-4B62-8154-F01FFB7ED75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0143" y="3165929"/>
              <a:ext cx="727529" cy="2721"/>
            </a:xfrm>
            <a:prstGeom prst="line">
              <a:avLst/>
            </a:prstGeom>
            <a:noFill/>
            <a:ln w="12700">
              <a:solidFill>
                <a:srgbClr val="CC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4" name="Group 48">
            <a:extLst>
              <a:ext uri="{FF2B5EF4-FFF2-40B4-BE49-F238E27FC236}">
                <a16:creationId xmlns:a16="http://schemas.microsoft.com/office/drawing/2014/main" id="{BF4883EC-E51B-4596-A6FF-DF1F3F68C78A}"/>
              </a:ext>
            </a:extLst>
          </p:cNvPr>
          <p:cNvGrpSpPr>
            <a:grpSpLocks/>
          </p:cNvGrpSpPr>
          <p:nvPr/>
        </p:nvGrpSpPr>
        <p:grpSpPr bwMode="auto">
          <a:xfrm>
            <a:off x="215900" y="3530600"/>
            <a:ext cx="2505075" cy="547688"/>
            <a:chOff x="215900" y="3530600"/>
            <a:chExt cx="2505529" cy="547500"/>
          </a:xfrm>
        </p:grpSpPr>
        <p:sp>
          <p:nvSpPr>
            <p:cNvPr id="262165" name="TextBox 34">
              <a:extLst>
                <a:ext uri="{FF2B5EF4-FFF2-40B4-BE49-F238E27FC236}">
                  <a16:creationId xmlns:a16="http://schemas.microsoft.com/office/drawing/2014/main" id="{4E7764C0-3474-41A1-931F-6BC7E6300A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5900" y="3530600"/>
              <a:ext cx="1621833" cy="5475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ts val="1600"/>
                </a:lnSpc>
                <a:buClr>
                  <a:srgbClr val="3333CC"/>
                </a:buClr>
                <a:buSzPct val="85000"/>
                <a:buFont typeface="ZapfDingbats" pitchFamily="82" charset="2"/>
                <a:buNone/>
              </a:pPr>
              <a:r>
                <a:rPr lang="en-US" altLang="zh-TW" sz="1400">
                  <a:solidFill>
                    <a:srgbClr val="000099"/>
                  </a:solidFill>
                  <a:latin typeface="Arial" panose="020B0604020202020204" pitchFamily="34" charset="0"/>
                </a:rPr>
                <a:t>get user keyboard</a:t>
              </a:r>
            </a:p>
            <a:p>
              <a:pPr>
                <a:lnSpc>
                  <a:spcPts val="1600"/>
                </a:lnSpc>
                <a:buClr>
                  <a:srgbClr val="3333CC"/>
                </a:buClr>
                <a:buSzPct val="85000"/>
                <a:buFont typeface="ZapfDingbats" pitchFamily="82" charset="2"/>
                <a:buNone/>
              </a:pPr>
              <a:r>
                <a:rPr lang="en-US" altLang="zh-TW" sz="1400">
                  <a:solidFill>
                    <a:srgbClr val="000099"/>
                  </a:solidFill>
                  <a:latin typeface="Arial" panose="020B0604020202020204" pitchFamily="34" charset="0"/>
                </a:rPr>
                <a:t>input </a:t>
              </a:r>
            </a:p>
          </p:txBody>
        </p:sp>
        <p:cxnSp>
          <p:nvCxnSpPr>
            <p:cNvPr id="262166" name="Straight Connector 35">
              <a:extLst>
                <a:ext uri="{FF2B5EF4-FFF2-40B4-BE49-F238E27FC236}">
                  <a16:creationId xmlns:a16="http://schemas.microsoft.com/office/drawing/2014/main" id="{6E5110C7-3FF0-4171-BF58-991975353BEB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762000" y="3968752"/>
              <a:ext cx="1959429" cy="4534"/>
            </a:xfrm>
            <a:prstGeom prst="line">
              <a:avLst/>
            </a:prstGeom>
            <a:noFill/>
            <a:ln w="12700">
              <a:solidFill>
                <a:srgbClr val="CC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5" name="Group 49">
            <a:extLst>
              <a:ext uri="{FF2B5EF4-FFF2-40B4-BE49-F238E27FC236}">
                <a16:creationId xmlns:a16="http://schemas.microsoft.com/office/drawing/2014/main" id="{D42C78E9-3475-4EBF-8DAD-968F6F366768}"/>
              </a:ext>
            </a:extLst>
          </p:cNvPr>
          <p:cNvGrpSpPr>
            <a:grpSpLocks/>
          </p:cNvGrpSpPr>
          <p:nvPr/>
        </p:nvGrpSpPr>
        <p:grpSpPr bwMode="auto">
          <a:xfrm>
            <a:off x="166688" y="4064000"/>
            <a:ext cx="2568575" cy="523875"/>
            <a:chOff x="166472" y="4064002"/>
            <a:chExt cx="2568858" cy="522566"/>
          </a:xfrm>
        </p:grpSpPr>
        <p:sp>
          <p:nvSpPr>
            <p:cNvPr id="262163" name="TextBox 36">
              <a:extLst>
                <a:ext uri="{FF2B5EF4-FFF2-40B4-BE49-F238E27FC236}">
                  <a16:creationId xmlns:a16="http://schemas.microsoft.com/office/drawing/2014/main" id="{368C59F7-0456-435E-A6BC-62D1641CF34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66472" y="4064002"/>
              <a:ext cx="2349500" cy="5225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rgbClr val="3333CC"/>
                </a:buClr>
                <a:buSzPct val="85000"/>
                <a:buFont typeface="ZapfDingbats" pitchFamily="82" charset="2"/>
                <a:buNone/>
              </a:pPr>
              <a:r>
                <a:rPr lang="en-US" altLang="zh-TW" sz="1400" dirty="0">
                  <a:solidFill>
                    <a:srgbClr val="FF0000"/>
                  </a:solidFill>
                  <a:latin typeface="Arial" panose="020B0604020202020204" pitchFamily="34" charset="0"/>
                </a:rPr>
                <a:t>Attach server name, port to message</a:t>
              </a:r>
              <a:r>
                <a:rPr lang="en-US" altLang="zh-TW" sz="1400" dirty="0">
                  <a:solidFill>
                    <a:srgbClr val="000099"/>
                  </a:solidFill>
                  <a:latin typeface="Arial" panose="020B0604020202020204" pitchFamily="34" charset="0"/>
                </a:rPr>
                <a:t>; send into socket</a:t>
              </a:r>
            </a:p>
          </p:txBody>
        </p:sp>
        <p:cxnSp>
          <p:nvCxnSpPr>
            <p:cNvPr id="262164" name="Straight Connector 39">
              <a:extLst>
                <a:ext uri="{FF2B5EF4-FFF2-40B4-BE49-F238E27FC236}">
                  <a16:creationId xmlns:a16="http://schemas.microsoft.com/office/drawing/2014/main" id="{1375CDD1-C5A0-4CBD-B187-6D53F7AC3C6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69589" y="4443249"/>
              <a:ext cx="665741" cy="0"/>
            </a:xfrm>
            <a:prstGeom prst="line">
              <a:avLst/>
            </a:prstGeom>
            <a:noFill/>
            <a:ln w="12700">
              <a:solidFill>
                <a:srgbClr val="CC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6" name="Group 55">
            <a:extLst>
              <a:ext uri="{FF2B5EF4-FFF2-40B4-BE49-F238E27FC236}">
                <a16:creationId xmlns:a16="http://schemas.microsoft.com/office/drawing/2014/main" id="{E8CD8F8A-8006-4C92-B265-4B919FD478E6}"/>
              </a:ext>
            </a:extLst>
          </p:cNvPr>
          <p:cNvGrpSpPr>
            <a:grpSpLocks/>
          </p:cNvGrpSpPr>
          <p:nvPr/>
        </p:nvGrpSpPr>
        <p:grpSpPr bwMode="auto">
          <a:xfrm>
            <a:off x="214313" y="5472113"/>
            <a:ext cx="2511425" cy="523875"/>
            <a:chOff x="214386" y="5472277"/>
            <a:chExt cx="2511708" cy="523220"/>
          </a:xfrm>
        </p:grpSpPr>
        <p:sp>
          <p:nvSpPr>
            <p:cNvPr id="262161" name="TextBox 61">
              <a:extLst>
                <a:ext uri="{FF2B5EF4-FFF2-40B4-BE49-F238E27FC236}">
                  <a16:creationId xmlns:a16="http://schemas.microsoft.com/office/drawing/2014/main" id="{3DAEF553-EE41-4D4E-8B68-DCE569B3BB1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4386" y="5472277"/>
              <a:ext cx="2349500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rgbClr val="3333CC"/>
                </a:buClr>
                <a:buSzPct val="85000"/>
                <a:buFont typeface="ZapfDingbats" pitchFamily="82" charset="2"/>
                <a:buNone/>
              </a:pPr>
              <a:r>
                <a:rPr lang="en-US" altLang="zh-TW" sz="1400">
                  <a:solidFill>
                    <a:srgbClr val="000099"/>
                  </a:solidFill>
                  <a:latin typeface="Arial" panose="020B0604020202020204" pitchFamily="34" charset="0"/>
                </a:rPr>
                <a:t>print out received string and close socket</a:t>
              </a:r>
            </a:p>
          </p:txBody>
        </p:sp>
        <p:cxnSp>
          <p:nvCxnSpPr>
            <p:cNvPr id="262162" name="Straight Connector 62">
              <a:extLst>
                <a:ext uri="{FF2B5EF4-FFF2-40B4-BE49-F238E27FC236}">
                  <a16:creationId xmlns:a16="http://schemas.microsoft.com/office/drawing/2014/main" id="{16133B04-6149-4234-9732-1689124DD643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230329" y="5657589"/>
              <a:ext cx="495765" cy="242"/>
            </a:xfrm>
            <a:prstGeom prst="line">
              <a:avLst/>
            </a:prstGeom>
            <a:noFill/>
            <a:ln w="12700">
              <a:solidFill>
                <a:srgbClr val="CC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7" name="Group 54">
            <a:extLst>
              <a:ext uri="{FF2B5EF4-FFF2-40B4-BE49-F238E27FC236}">
                <a16:creationId xmlns:a16="http://schemas.microsoft.com/office/drawing/2014/main" id="{5B5E4BC2-1DD9-4601-AA9C-31852FB73F91}"/>
              </a:ext>
            </a:extLst>
          </p:cNvPr>
          <p:cNvGrpSpPr>
            <a:grpSpLocks/>
          </p:cNvGrpSpPr>
          <p:nvPr/>
        </p:nvGrpSpPr>
        <p:grpSpPr bwMode="auto">
          <a:xfrm>
            <a:off x="-157163" y="4530725"/>
            <a:ext cx="2900363" cy="677863"/>
            <a:chOff x="-157119" y="4530536"/>
            <a:chExt cx="2900123" cy="678317"/>
          </a:xfrm>
        </p:grpSpPr>
        <p:sp>
          <p:nvSpPr>
            <p:cNvPr id="262158" name="TextBox 56">
              <a:extLst>
                <a:ext uri="{FF2B5EF4-FFF2-40B4-BE49-F238E27FC236}">
                  <a16:creationId xmlns:a16="http://schemas.microsoft.com/office/drawing/2014/main" id="{35595B48-D303-40BF-AD4E-CA740070E8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92835" y="4642544"/>
              <a:ext cx="2349500" cy="56630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rgbClr val="3333CC"/>
                </a:buClr>
                <a:buSzPct val="85000"/>
                <a:buFont typeface="ZapfDingbats" pitchFamily="82" charset="2"/>
                <a:buNone/>
              </a:pPr>
              <a:r>
                <a:rPr lang="en-US" altLang="zh-TW" sz="1400" dirty="0">
                  <a:solidFill>
                    <a:srgbClr val="000099"/>
                  </a:solidFill>
                  <a:latin typeface="Arial" panose="020B0604020202020204" pitchFamily="34" charset="0"/>
                </a:rPr>
                <a:t>read reply characters from</a:t>
              </a:r>
            </a:p>
            <a:p>
              <a:pPr>
                <a:lnSpc>
                  <a:spcPct val="100000"/>
                </a:lnSpc>
                <a:buClr>
                  <a:srgbClr val="3333CC"/>
                </a:buClr>
                <a:buSzPct val="85000"/>
                <a:buFont typeface="ZapfDingbats" pitchFamily="82" charset="2"/>
                <a:buNone/>
              </a:pPr>
              <a:r>
                <a:rPr lang="en-US" altLang="zh-TW" sz="1400" dirty="0">
                  <a:solidFill>
                    <a:srgbClr val="000099"/>
                  </a:solidFill>
                  <a:latin typeface="Arial" panose="020B0604020202020204" pitchFamily="34" charset="0"/>
                </a:rPr>
                <a:t>socket into string</a:t>
              </a:r>
            </a:p>
          </p:txBody>
        </p:sp>
        <p:cxnSp>
          <p:nvCxnSpPr>
            <p:cNvPr id="262159" name="Straight Connector 59">
              <a:extLst>
                <a:ext uri="{FF2B5EF4-FFF2-40B4-BE49-F238E27FC236}">
                  <a16:creationId xmlns:a16="http://schemas.microsoft.com/office/drawing/2014/main" id="{312FD572-F622-4520-A26E-195CC92E9AA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2415586" y="4830837"/>
              <a:ext cx="327418" cy="416"/>
            </a:xfrm>
            <a:prstGeom prst="line">
              <a:avLst/>
            </a:prstGeom>
            <a:noFill/>
            <a:ln w="12700">
              <a:solidFill>
                <a:srgbClr val="CC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62160" name="TextBox 53">
              <a:extLst>
                <a:ext uri="{FF2B5EF4-FFF2-40B4-BE49-F238E27FC236}">
                  <a16:creationId xmlns:a16="http://schemas.microsoft.com/office/drawing/2014/main" id="{7427002B-257B-4095-B7DD-08E2FA17680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-157119" y="4530536"/>
              <a:ext cx="184666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rgbClr val="3333CC"/>
                </a:buClr>
                <a:buSzPct val="85000"/>
                <a:buFont typeface="ZapfDingbats" pitchFamily="82" charset="2"/>
                <a:buNone/>
              </a:pPr>
              <a:endParaRPr lang="zh-TW" altLang="zh-TW" sz="2000">
                <a:solidFill>
                  <a:srgbClr val="000000"/>
                </a:solidFill>
                <a:latin typeface="Arial" panose="020B0604020202020204" pitchFamily="34" charset="0"/>
              </a:endParaRPr>
            </a:p>
          </p:txBody>
        </p:sp>
      </p:grpSp>
      <p:pic>
        <p:nvPicPr>
          <p:cNvPr id="262157" name="Picture 17" descr="underline_base">
            <a:extLst>
              <a:ext uri="{FF2B5EF4-FFF2-40B4-BE49-F238E27FC236}">
                <a16:creationId xmlns:a16="http://schemas.microsoft.com/office/drawing/2014/main" id="{93F5411D-EB52-46A9-91DF-BDF978807F28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6263" y="808038"/>
            <a:ext cx="45704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 nodeType="clickPar">
                      <p:stCondLst>
                        <p:cond delay="indefinite"/>
                      </p:stCondLst>
                      <p:childTnLst>
                        <p:par>
                          <p:cTn id="1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8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 nodeType="clickPar">
                      <p:stCondLst>
                        <p:cond delay="indefinite"/>
                      </p:stCondLst>
                      <p:childTnLst>
                        <p:par>
                          <p:cTn id="2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6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 nodeType="clickPar">
                      <p:stCondLst>
                        <p:cond delay="indefinite"/>
                      </p:stCondLst>
                      <p:childTnLst>
                        <p:par>
                          <p:cTn id="3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4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 nodeType="clickPar">
                      <p:stCondLst>
                        <p:cond delay="indefinite"/>
                      </p:stCondLst>
                      <p:childTnLst>
                        <p:par>
                          <p:cTn id="4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2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4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170" name="Rectangle 7">
            <a:extLst>
              <a:ext uri="{FF2B5EF4-FFF2-40B4-BE49-F238E27FC236}">
                <a16:creationId xmlns:a16="http://schemas.microsoft.com/office/drawing/2014/main" id="{8EB03680-B6F4-4528-A7F1-F3C6EFDDADF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263171" name="Rectangle 8">
            <a:extLst>
              <a:ext uri="{FF2B5EF4-FFF2-40B4-BE49-F238E27FC236}">
                <a16:creationId xmlns:a16="http://schemas.microsoft.com/office/drawing/2014/main" id="{AB0DF082-EBCE-4A14-B940-1F3E58E6B55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  <a:ea typeface="新細明體" panose="02020500000000000000" pitchFamily="18" charset="-120"/>
              </a:rPr>
              <a:t>2-</a:t>
            </a:r>
            <a:fld id="{87EBAE0E-4EC4-4DE2-9836-51CCEEC8343B}" type="slidenum">
              <a:rPr lang="en-US" altLang="zh-TW" sz="1200" smtClean="0">
                <a:solidFill>
                  <a:srgbClr val="000000"/>
                </a:solidFill>
                <a:latin typeface="Tahoma" panose="020B0604030504040204" pitchFamily="34" charset="0"/>
                <a:ea typeface="新細明體" panose="02020500000000000000" pitchFamily="18" charset="-120"/>
              </a:rPr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t>99</a:t>
            </a:fld>
            <a:endParaRPr lang="en-US" altLang="zh-TW" sz="1200">
              <a:solidFill>
                <a:srgbClr val="000000"/>
              </a:solidFill>
              <a:latin typeface="Tahoma" panose="020B0604030504040204" pitchFamily="34" charset="0"/>
              <a:ea typeface="新細明體" panose="02020500000000000000" pitchFamily="18" charset="-120"/>
            </a:endParaRPr>
          </a:p>
        </p:txBody>
      </p:sp>
      <p:sp>
        <p:nvSpPr>
          <p:cNvPr id="263172" name="Rectangle 2">
            <a:extLst>
              <a:ext uri="{FF2B5EF4-FFF2-40B4-BE49-F238E27FC236}">
                <a16:creationId xmlns:a16="http://schemas.microsoft.com/office/drawing/2014/main" id="{305B6BD6-A03F-4257-9E62-6146A9540D6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12775" y="0"/>
            <a:ext cx="7772400" cy="1143000"/>
          </a:xfrm>
        </p:spPr>
        <p:txBody>
          <a:bodyPr/>
          <a:lstStyle/>
          <a:p>
            <a:r>
              <a:rPr lang="en-US" altLang="zh-TW" sz="4000"/>
              <a:t>Example app: UDP client (cont’d)</a:t>
            </a:r>
            <a:endParaRPr lang="en-US" altLang="zh-TW" sz="4800"/>
          </a:p>
        </p:txBody>
      </p:sp>
      <p:sp>
        <p:nvSpPr>
          <p:cNvPr id="263173" name="Rectangle 3">
            <a:extLst>
              <a:ext uri="{FF2B5EF4-FFF2-40B4-BE49-F238E27FC236}">
                <a16:creationId xmlns:a16="http://schemas.microsoft.com/office/drawing/2014/main" id="{1AE5C67D-009A-4543-8881-7261B15297D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492125" y="1395413"/>
            <a:ext cx="8312150" cy="4724400"/>
          </a:xfrm>
        </p:spPr>
        <p:txBody>
          <a:bodyPr/>
          <a:lstStyle/>
          <a:p>
            <a:pPr marL="342900" lvl="1" indent="-342900">
              <a:buSzPct val="65000"/>
              <a:buFont typeface="Wingdings" panose="05000000000000000000" pitchFamily="2" charset="2"/>
              <a:buNone/>
            </a:pPr>
            <a:r>
              <a:rPr lang="en-US" altLang="zh-TW" sz="2800" i="1" dirty="0" err="1">
                <a:solidFill>
                  <a:srgbClr val="22228B"/>
                </a:solidFill>
              </a:rPr>
              <a:t>serverName</a:t>
            </a:r>
            <a:r>
              <a:rPr lang="en-US" altLang="zh-TW" sz="2800" i="1" dirty="0">
                <a:solidFill>
                  <a:srgbClr val="22228B"/>
                </a:solidFill>
              </a:rPr>
              <a:t> = ‘hostname’</a:t>
            </a:r>
          </a:p>
          <a:p>
            <a:pPr marL="342900" lvl="1" indent="-342900">
              <a:buSzPct val="65000"/>
            </a:pPr>
            <a:r>
              <a:rPr lang="en-US" altLang="zh-TW" i="1" dirty="0"/>
              <a:t>a string containing either:</a:t>
            </a:r>
          </a:p>
          <a:p>
            <a:pPr marL="742950" lvl="2" indent="-342900">
              <a:buSzPct val="65000"/>
            </a:pPr>
            <a:r>
              <a:rPr lang="en-US" altLang="zh-TW" sz="2400" i="1" dirty="0">
                <a:latin typeface="Gill Sans MT" panose="020B0502020104020203" pitchFamily="34" charset="0"/>
              </a:rPr>
              <a:t>Server’s IP address or </a:t>
            </a:r>
          </a:p>
          <a:p>
            <a:pPr marL="742950" lvl="2" indent="-342900">
              <a:buSzPct val="65000"/>
            </a:pPr>
            <a:r>
              <a:rPr lang="en-US" altLang="zh-TW" sz="2400" i="1" dirty="0">
                <a:latin typeface="Gill Sans MT" panose="020B0502020104020203" pitchFamily="34" charset="0"/>
              </a:rPr>
              <a:t>Server’s hostname </a:t>
            </a:r>
            <a:r>
              <a:rPr lang="en-US" altLang="zh-TW" sz="2400" i="1" dirty="0">
                <a:latin typeface="Gill Sans MT" panose="020B0502020104020203" pitchFamily="34" charset="0"/>
                <a:cs typeface="Arial" panose="020B0604020202020204" pitchFamily="34" charset="0"/>
              </a:rPr>
              <a:t>→ </a:t>
            </a:r>
            <a:r>
              <a:rPr lang="en-US" altLang="zh-TW" sz="2400" dirty="0">
                <a:latin typeface="Gill Sans MT" panose="020B0502020104020203" pitchFamily="34" charset="0"/>
              </a:rPr>
              <a:t>DNS lookup will automatically be  performed to get the IP address. </a:t>
            </a:r>
          </a:p>
          <a:p>
            <a:pPr marL="742950" lvl="2" indent="-342900">
              <a:buSzPct val="65000"/>
              <a:buFontTx/>
              <a:buNone/>
            </a:pPr>
            <a:endParaRPr lang="en-US" altLang="zh-TW" sz="2400" dirty="0">
              <a:latin typeface="Gill Sans MT" panose="020B0502020104020203" pitchFamily="34" charset="0"/>
            </a:endParaRPr>
          </a:p>
          <a:p>
            <a:pPr marL="342900" lvl="1" indent="-342900">
              <a:buSzPct val="65000"/>
              <a:buFont typeface="Wingdings" panose="05000000000000000000" pitchFamily="2" charset="2"/>
              <a:buNone/>
            </a:pPr>
            <a:r>
              <a:rPr lang="en-US" altLang="zh-TW" dirty="0" err="1">
                <a:solidFill>
                  <a:srgbClr val="000099"/>
                </a:solidFill>
              </a:rPr>
              <a:t>clientSocket</a:t>
            </a:r>
            <a:r>
              <a:rPr lang="en-US" altLang="zh-TW" dirty="0">
                <a:solidFill>
                  <a:srgbClr val="000099"/>
                </a:solidFill>
              </a:rPr>
              <a:t> = socket(</a:t>
            </a:r>
            <a:r>
              <a:rPr lang="en-US" altLang="zh-TW" dirty="0" err="1">
                <a:solidFill>
                  <a:srgbClr val="000099"/>
                </a:solidFill>
              </a:rPr>
              <a:t>socket.AF_INET</a:t>
            </a:r>
            <a:r>
              <a:rPr lang="en-US" altLang="zh-TW" dirty="0">
                <a:solidFill>
                  <a:srgbClr val="000099"/>
                </a:solidFill>
              </a:rPr>
              <a:t>, </a:t>
            </a:r>
            <a:r>
              <a:rPr lang="en-US" altLang="zh-TW" dirty="0" err="1">
                <a:solidFill>
                  <a:srgbClr val="000099"/>
                </a:solidFill>
              </a:rPr>
              <a:t>socket.SOCK_DGRAM</a:t>
            </a:r>
            <a:r>
              <a:rPr lang="en-US" altLang="zh-TW" dirty="0">
                <a:solidFill>
                  <a:srgbClr val="000099"/>
                </a:solidFill>
              </a:rPr>
              <a:t>) </a:t>
            </a:r>
          </a:p>
          <a:p>
            <a:pPr marL="342900" lvl="1" indent="-342900">
              <a:buSzPct val="65000"/>
            </a:pPr>
            <a:r>
              <a:rPr lang="en-US" altLang="zh-TW" dirty="0"/>
              <a:t>AF_INET: IPv4</a:t>
            </a:r>
          </a:p>
          <a:p>
            <a:pPr marL="342900" lvl="1" indent="-342900">
              <a:buSzPct val="65000"/>
            </a:pPr>
            <a:r>
              <a:rPr lang="en-US" altLang="zh-TW" dirty="0"/>
              <a:t>SOCK_DGRAM: UDP socket </a:t>
            </a:r>
          </a:p>
        </p:txBody>
      </p:sp>
      <p:pic>
        <p:nvPicPr>
          <p:cNvPr id="263174" name="Picture 17" descr="underline_base">
            <a:extLst>
              <a:ext uri="{FF2B5EF4-FFF2-40B4-BE49-F238E27FC236}">
                <a16:creationId xmlns:a16="http://schemas.microsoft.com/office/drawing/2014/main" id="{06A097C4-1DB3-470D-B755-2D030D946D5C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6263" y="857250"/>
            <a:ext cx="45704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17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17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17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194" name="Rectangle 7">
            <a:extLst>
              <a:ext uri="{FF2B5EF4-FFF2-40B4-BE49-F238E27FC236}">
                <a16:creationId xmlns:a16="http://schemas.microsoft.com/office/drawing/2014/main" id="{76003AA3-84AE-4944-82B1-DB1397721EA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264195" name="Rectangle 8">
            <a:extLst>
              <a:ext uri="{FF2B5EF4-FFF2-40B4-BE49-F238E27FC236}">
                <a16:creationId xmlns:a16="http://schemas.microsoft.com/office/drawing/2014/main" id="{3BF3C343-8FD3-45F4-87BA-26527D9F2BC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  <a:ea typeface="新細明體" panose="02020500000000000000" pitchFamily="18" charset="-120"/>
              </a:rPr>
              <a:t>2-</a:t>
            </a:r>
            <a:fld id="{D9FB1FC6-CF44-47D2-8BDB-1A73C9F7D473}" type="slidenum">
              <a:rPr lang="en-US" altLang="zh-TW" sz="1200" smtClean="0">
                <a:solidFill>
                  <a:srgbClr val="000000"/>
                </a:solidFill>
                <a:latin typeface="Tahoma" panose="020B0604030504040204" pitchFamily="34" charset="0"/>
                <a:ea typeface="新細明體" panose="02020500000000000000" pitchFamily="18" charset="-120"/>
              </a:rPr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t>100</a:t>
            </a:fld>
            <a:endParaRPr lang="en-US" altLang="zh-TW" sz="1200">
              <a:solidFill>
                <a:srgbClr val="000000"/>
              </a:solidFill>
              <a:latin typeface="Tahoma" panose="020B0604030504040204" pitchFamily="34" charset="0"/>
              <a:ea typeface="新細明體" panose="02020500000000000000" pitchFamily="18" charset="-120"/>
            </a:endParaRPr>
          </a:p>
        </p:txBody>
      </p:sp>
      <p:sp>
        <p:nvSpPr>
          <p:cNvPr id="264196" name="Rectangle 2">
            <a:extLst>
              <a:ext uri="{FF2B5EF4-FFF2-40B4-BE49-F238E27FC236}">
                <a16:creationId xmlns:a16="http://schemas.microsoft.com/office/drawing/2014/main" id="{BDDC8045-5A3F-4321-BE48-205DEA4CD0D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12775" y="0"/>
            <a:ext cx="7772400" cy="1143000"/>
          </a:xfrm>
        </p:spPr>
        <p:txBody>
          <a:bodyPr/>
          <a:lstStyle/>
          <a:p>
            <a:r>
              <a:rPr lang="en-US" altLang="zh-TW" sz="4000"/>
              <a:t>Example app: UDP client (cont’d)</a:t>
            </a:r>
            <a:endParaRPr lang="en-US" altLang="zh-TW" sz="4800"/>
          </a:p>
        </p:txBody>
      </p:sp>
      <p:sp>
        <p:nvSpPr>
          <p:cNvPr id="264197" name="Rectangle 3">
            <a:extLst>
              <a:ext uri="{FF2B5EF4-FFF2-40B4-BE49-F238E27FC236}">
                <a16:creationId xmlns:a16="http://schemas.microsoft.com/office/drawing/2014/main" id="{86DD7A00-D6B7-4B4A-9679-0C8C4B87603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11138" y="1395413"/>
            <a:ext cx="9124950" cy="4724400"/>
          </a:xfrm>
        </p:spPr>
        <p:txBody>
          <a:bodyPr/>
          <a:lstStyle/>
          <a:p>
            <a:pPr marL="342900" lvl="1" indent="-342900">
              <a:buSzPct val="65000"/>
              <a:buFont typeface="Wingdings" panose="05000000000000000000" pitchFamily="2" charset="2"/>
              <a:buNone/>
            </a:pPr>
            <a:r>
              <a:rPr lang="en-US" altLang="zh-TW" sz="2800" i="1" dirty="0" err="1">
                <a:solidFill>
                  <a:srgbClr val="22228B"/>
                </a:solidFill>
              </a:rPr>
              <a:t>modifiedMessage</a:t>
            </a:r>
            <a:r>
              <a:rPr lang="en-US" altLang="zh-TW" sz="2800" i="1" dirty="0">
                <a:solidFill>
                  <a:srgbClr val="22228B"/>
                </a:solidFill>
              </a:rPr>
              <a:t>, </a:t>
            </a:r>
            <a:r>
              <a:rPr lang="en-US" altLang="zh-TW" sz="2800" i="1" dirty="0" err="1">
                <a:solidFill>
                  <a:srgbClr val="22228B"/>
                </a:solidFill>
              </a:rPr>
              <a:t>serverAddress</a:t>
            </a:r>
            <a:r>
              <a:rPr lang="en-US" altLang="zh-TW" sz="2800" i="1" dirty="0">
                <a:solidFill>
                  <a:srgbClr val="22228B"/>
                </a:solidFill>
              </a:rPr>
              <a:t> = </a:t>
            </a:r>
            <a:r>
              <a:rPr lang="en-US" altLang="zh-TW" sz="2800" i="1" dirty="0" err="1">
                <a:solidFill>
                  <a:srgbClr val="22228B"/>
                </a:solidFill>
              </a:rPr>
              <a:t>clientSocket.recvfrom</a:t>
            </a:r>
            <a:r>
              <a:rPr lang="en-US" altLang="zh-TW" sz="2800" i="1" dirty="0">
                <a:solidFill>
                  <a:srgbClr val="22228B"/>
                </a:solidFill>
              </a:rPr>
              <a:t>(2048) </a:t>
            </a:r>
          </a:p>
          <a:p>
            <a:pPr marL="342900" lvl="1" indent="-342900">
              <a:buSzPct val="65000"/>
            </a:pPr>
            <a:r>
              <a:rPr lang="en-US" altLang="zh-TW" i="1" dirty="0" err="1"/>
              <a:t>modifiedMessage</a:t>
            </a:r>
            <a:r>
              <a:rPr lang="en-US" altLang="zh-TW" dirty="0"/>
              <a:t>: packet’s data</a:t>
            </a:r>
          </a:p>
          <a:p>
            <a:pPr marL="342900" lvl="1" indent="-342900">
              <a:buSzPct val="65000"/>
            </a:pPr>
            <a:r>
              <a:rPr lang="en-US" altLang="zh-TW" i="1" dirty="0" err="1"/>
              <a:t>serverAddress</a:t>
            </a:r>
            <a:r>
              <a:rPr lang="en-US" altLang="zh-TW" dirty="0"/>
              <a:t>: packet’s source address </a:t>
            </a:r>
          </a:p>
          <a:p>
            <a:pPr marL="342900" lvl="1" indent="-342900">
              <a:buSzPct val="65000"/>
            </a:pPr>
            <a:r>
              <a:rPr lang="en-US" altLang="zh-TW" dirty="0"/>
              <a:t>buffer size = 2048</a:t>
            </a:r>
            <a:endParaRPr lang="en-US" altLang="zh-TW" i="1" dirty="0"/>
          </a:p>
          <a:p>
            <a:pPr marL="742950" lvl="2" indent="-342900">
              <a:buSzPct val="65000"/>
              <a:buFontTx/>
              <a:buNone/>
            </a:pPr>
            <a:endParaRPr lang="en-US" altLang="zh-TW" sz="2400" dirty="0">
              <a:latin typeface="Gill Sans MT" panose="020B0502020104020203" pitchFamily="34" charset="0"/>
            </a:endParaRPr>
          </a:p>
        </p:txBody>
      </p:sp>
      <p:pic>
        <p:nvPicPr>
          <p:cNvPr id="264198" name="Picture 17" descr="underline_base">
            <a:extLst>
              <a:ext uri="{FF2B5EF4-FFF2-40B4-BE49-F238E27FC236}">
                <a16:creationId xmlns:a16="http://schemas.microsoft.com/office/drawing/2014/main" id="{8F3D6CB9-19CB-46EF-A85C-5A304266F1E7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6263" y="857250"/>
            <a:ext cx="45704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218" name="Rectangle 7">
            <a:extLst>
              <a:ext uri="{FF2B5EF4-FFF2-40B4-BE49-F238E27FC236}">
                <a16:creationId xmlns:a16="http://schemas.microsoft.com/office/drawing/2014/main" id="{BB5C4C69-E399-41E1-8400-23BC1EB4B67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265219" name="Rectangle 8">
            <a:extLst>
              <a:ext uri="{FF2B5EF4-FFF2-40B4-BE49-F238E27FC236}">
                <a16:creationId xmlns:a16="http://schemas.microsoft.com/office/drawing/2014/main" id="{75A4A99E-E620-437F-992B-9AAA0B9A632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  <a:ea typeface="新細明體" panose="02020500000000000000" pitchFamily="18" charset="-120"/>
              </a:rPr>
              <a:t>2-</a:t>
            </a:r>
            <a:fld id="{ECEEE099-4405-4211-86E4-FC6D8BFE26ED}" type="slidenum">
              <a:rPr lang="en-US" altLang="zh-TW" sz="1200" smtClean="0">
                <a:solidFill>
                  <a:srgbClr val="000000"/>
                </a:solidFill>
                <a:latin typeface="Tahoma" panose="020B0604030504040204" pitchFamily="34" charset="0"/>
                <a:ea typeface="新細明體" panose="02020500000000000000" pitchFamily="18" charset="-120"/>
              </a:rPr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t>101</a:t>
            </a:fld>
            <a:endParaRPr lang="en-US" altLang="zh-TW" sz="1200">
              <a:solidFill>
                <a:srgbClr val="000000"/>
              </a:solidFill>
              <a:latin typeface="Tahoma" panose="020B0604030504040204" pitchFamily="34" charset="0"/>
              <a:ea typeface="新細明體" panose="02020500000000000000" pitchFamily="18" charset="-120"/>
            </a:endParaRPr>
          </a:p>
        </p:txBody>
      </p:sp>
      <p:sp>
        <p:nvSpPr>
          <p:cNvPr id="265220" name="Rectangle 2">
            <a:extLst>
              <a:ext uri="{FF2B5EF4-FFF2-40B4-BE49-F238E27FC236}">
                <a16:creationId xmlns:a16="http://schemas.microsoft.com/office/drawing/2014/main" id="{7FB30499-9991-4FE9-892E-2453CE7ED0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2275" y="88900"/>
            <a:ext cx="7772400" cy="9477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3600">
                <a:solidFill>
                  <a:srgbClr val="000099"/>
                </a:solidFill>
              </a:rPr>
              <a:t>Example app: UDP server</a:t>
            </a:r>
            <a:endParaRPr lang="en-US" altLang="zh-TW" sz="4400">
              <a:solidFill>
                <a:srgbClr val="000099"/>
              </a:solidFill>
            </a:endParaRPr>
          </a:p>
        </p:txBody>
      </p:sp>
      <p:sp>
        <p:nvSpPr>
          <p:cNvPr id="265221" name="TextBox 1">
            <a:extLst>
              <a:ext uri="{FF2B5EF4-FFF2-40B4-BE49-F238E27FC236}">
                <a16:creationId xmlns:a16="http://schemas.microsoft.com/office/drawing/2014/main" id="{7409B546-04F3-484E-84E4-204E530B3F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17800" y="1651000"/>
            <a:ext cx="6143625" cy="3638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ts val="2800"/>
              </a:lnSpc>
              <a:buClr>
                <a:srgbClr val="3333CC"/>
              </a:buClr>
              <a:buSzPct val="85000"/>
              <a:buFont typeface="ZapfDingbats" pitchFamily="82" charset="2"/>
              <a:buNone/>
            </a:pP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from socket import *</a:t>
            </a:r>
          </a:p>
          <a:p>
            <a:pPr>
              <a:lnSpc>
                <a:spcPts val="2800"/>
              </a:lnSpc>
              <a:buClr>
                <a:srgbClr val="3333CC"/>
              </a:buClr>
              <a:buSzPct val="85000"/>
              <a:buFont typeface="ZapfDingbats" pitchFamily="82" charset="2"/>
              <a:buNone/>
            </a:pP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serverPort = 12000</a:t>
            </a:r>
          </a:p>
          <a:p>
            <a:pPr>
              <a:lnSpc>
                <a:spcPts val="2800"/>
              </a:lnSpc>
              <a:buClr>
                <a:srgbClr val="3333CC"/>
              </a:buClr>
              <a:buSzPct val="85000"/>
              <a:buFont typeface="ZapfDingbats" pitchFamily="82" charset="2"/>
              <a:buNone/>
            </a:pP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serverSocket = socket(AF_INET, SOCK_DGRAM)</a:t>
            </a:r>
          </a:p>
          <a:p>
            <a:pPr>
              <a:lnSpc>
                <a:spcPts val="2800"/>
              </a:lnSpc>
              <a:buClr>
                <a:srgbClr val="3333CC"/>
              </a:buClr>
              <a:buSzPct val="85000"/>
              <a:buFont typeface="ZapfDingbats" pitchFamily="82" charset="2"/>
              <a:buNone/>
            </a:pPr>
            <a:r>
              <a:rPr lang="en-US" altLang="zh-TW" sz="2000">
                <a:solidFill>
                  <a:srgbClr val="0070C0"/>
                </a:solidFill>
                <a:latin typeface="Arial" panose="020B0604020202020204" pitchFamily="34" charset="0"/>
              </a:rPr>
              <a:t>serverSocket.bind((</a:t>
            </a:r>
            <a:r>
              <a:rPr lang="fr-FR" altLang="zh-TW" sz="2000">
                <a:solidFill>
                  <a:srgbClr val="0070C0"/>
                </a:solidFill>
                <a:latin typeface="Arial" panose="020B0604020202020204" pitchFamily="34" charset="0"/>
              </a:rPr>
              <a:t>''</a:t>
            </a:r>
            <a:r>
              <a:rPr lang="en-US" altLang="zh-TW" sz="2000">
                <a:solidFill>
                  <a:srgbClr val="0070C0"/>
                </a:solidFill>
                <a:latin typeface="Arial" panose="020B0604020202020204" pitchFamily="34" charset="0"/>
              </a:rPr>
              <a:t>, serverPort))</a:t>
            </a:r>
          </a:p>
          <a:p>
            <a:pPr>
              <a:lnSpc>
                <a:spcPts val="2800"/>
              </a:lnSpc>
              <a:buClr>
                <a:srgbClr val="3333CC"/>
              </a:buClr>
              <a:buSzPct val="85000"/>
              <a:buFont typeface="ZapfDingbats" pitchFamily="82" charset="2"/>
              <a:buNone/>
            </a:pP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print </a:t>
            </a:r>
            <a:r>
              <a:rPr lang="ja-JP" altLang="en-US" sz="2000">
                <a:solidFill>
                  <a:srgbClr val="000000"/>
                </a:solidFill>
                <a:latin typeface="Arial" panose="020B0604020202020204" pitchFamily="34" charset="0"/>
              </a:rPr>
              <a:t>“</a:t>
            </a:r>
            <a:r>
              <a:rPr lang="en-US" altLang="ja-JP" sz="2000" i="1">
                <a:solidFill>
                  <a:srgbClr val="000000"/>
                </a:solidFill>
                <a:latin typeface="Arial" panose="020B0604020202020204" pitchFamily="34" charset="0"/>
              </a:rPr>
              <a:t>The server is ready to receive</a:t>
            </a:r>
            <a:r>
              <a:rPr lang="en-US" altLang="en-US" sz="2000">
                <a:solidFill>
                  <a:srgbClr val="000000"/>
                </a:solidFill>
                <a:latin typeface="Arial" panose="020B0604020202020204" pitchFamily="34" charset="0"/>
              </a:rPr>
              <a:t>”</a:t>
            </a:r>
            <a:endParaRPr lang="en-US" altLang="ja-JP" sz="200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>
              <a:lnSpc>
                <a:spcPts val="2800"/>
              </a:lnSpc>
              <a:buClr>
                <a:srgbClr val="3333CC"/>
              </a:buClr>
              <a:buSzPct val="85000"/>
              <a:buFont typeface="ZapfDingbats" pitchFamily="82" charset="2"/>
              <a:buNone/>
            </a:pP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while 1:</a:t>
            </a:r>
          </a:p>
          <a:p>
            <a:pPr>
              <a:lnSpc>
                <a:spcPts val="2400"/>
              </a:lnSpc>
              <a:buClr>
                <a:srgbClr val="3333CC"/>
              </a:buClr>
              <a:buSzPct val="85000"/>
              <a:buFont typeface="ZapfDingbats" pitchFamily="82" charset="2"/>
              <a:buNone/>
            </a:pPr>
            <a:r>
              <a:rPr lang="en-US" altLang="zh-TW" sz="1800">
                <a:solidFill>
                  <a:srgbClr val="000000"/>
                </a:solidFill>
                <a:latin typeface="Arial" panose="020B0604020202020204" pitchFamily="34" charset="0"/>
              </a:rPr>
              <a:t>    message, clientAddress = serverSocket.recvfrom(2048)</a:t>
            </a:r>
          </a:p>
          <a:p>
            <a:pPr>
              <a:lnSpc>
                <a:spcPts val="2400"/>
              </a:lnSpc>
              <a:buClr>
                <a:srgbClr val="3333CC"/>
              </a:buClr>
              <a:buSzPct val="85000"/>
              <a:buFont typeface="ZapfDingbats" pitchFamily="82" charset="2"/>
              <a:buNone/>
            </a:pPr>
            <a:r>
              <a:rPr lang="en-US" altLang="zh-TW" sz="1800">
                <a:solidFill>
                  <a:srgbClr val="000000"/>
                </a:solidFill>
                <a:latin typeface="Arial" panose="020B0604020202020204" pitchFamily="34" charset="0"/>
              </a:rPr>
              <a:t>    modifiedMessage = message.upper()</a:t>
            </a:r>
          </a:p>
          <a:p>
            <a:pPr>
              <a:lnSpc>
                <a:spcPts val="2400"/>
              </a:lnSpc>
              <a:buClr>
                <a:srgbClr val="3333CC"/>
              </a:buClr>
              <a:buSzPct val="85000"/>
              <a:buFont typeface="ZapfDingbats" pitchFamily="82" charset="2"/>
              <a:buNone/>
            </a:pPr>
            <a:r>
              <a:rPr lang="en-US" altLang="zh-TW" sz="1800">
                <a:solidFill>
                  <a:srgbClr val="000000"/>
                </a:solidFill>
                <a:latin typeface="Arial" panose="020B0604020202020204" pitchFamily="34" charset="0"/>
              </a:rPr>
              <a:t>    serverSocket.sendto(modifiedMessage, clientAddress)</a:t>
            </a:r>
          </a:p>
        </p:txBody>
      </p:sp>
      <p:sp>
        <p:nvSpPr>
          <p:cNvPr id="265222" name="TextBox 2">
            <a:extLst>
              <a:ext uri="{FF2B5EF4-FFF2-40B4-BE49-F238E27FC236}">
                <a16:creationId xmlns:a16="http://schemas.microsoft.com/office/drawing/2014/main" id="{A2C97DD6-940A-4715-A657-CD4ED23F6D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17800" y="1168400"/>
            <a:ext cx="2860675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rgbClr val="3333CC"/>
              </a:buClr>
              <a:buSzPct val="85000"/>
              <a:buFont typeface="ZapfDingbats" pitchFamily="82" charset="2"/>
              <a:buNone/>
            </a:pPr>
            <a:r>
              <a:rPr lang="en-US" altLang="zh-TW" sz="2400" i="1">
                <a:solidFill>
                  <a:srgbClr val="CC0000"/>
                </a:solidFill>
                <a:latin typeface="Arial" panose="020B0604020202020204" pitchFamily="34" charset="0"/>
              </a:rPr>
              <a:t>Python UDPServer</a:t>
            </a:r>
          </a:p>
        </p:txBody>
      </p:sp>
      <p:grpSp>
        <p:nvGrpSpPr>
          <p:cNvPr id="2" name="Group 13">
            <a:extLst>
              <a:ext uri="{FF2B5EF4-FFF2-40B4-BE49-F238E27FC236}">
                <a16:creationId xmlns:a16="http://schemas.microsoft.com/office/drawing/2014/main" id="{39905F38-D158-4F42-9EFB-1DE6DC65A47F}"/>
              </a:ext>
            </a:extLst>
          </p:cNvPr>
          <p:cNvGrpSpPr>
            <a:grpSpLocks/>
          </p:cNvGrpSpPr>
          <p:nvPr/>
        </p:nvGrpSpPr>
        <p:grpSpPr bwMode="auto">
          <a:xfrm>
            <a:off x="165100" y="2554288"/>
            <a:ext cx="2587625" cy="307975"/>
            <a:chOff x="164314" y="2554972"/>
            <a:chExt cx="2587958" cy="307777"/>
          </a:xfrm>
        </p:grpSpPr>
        <p:sp>
          <p:nvSpPr>
            <p:cNvPr id="265237" name="TextBox 31">
              <a:extLst>
                <a:ext uri="{FF2B5EF4-FFF2-40B4-BE49-F238E27FC236}">
                  <a16:creationId xmlns:a16="http://schemas.microsoft.com/office/drawing/2014/main" id="{C75B8FEF-5744-448C-9A10-F253F974ECD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64314" y="2554972"/>
              <a:ext cx="2559082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rgbClr val="3333CC"/>
                </a:buClr>
                <a:buSzPct val="85000"/>
                <a:buFont typeface="ZapfDingbats" pitchFamily="82" charset="2"/>
                <a:buNone/>
              </a:pPr>
              <a:r>
                <a:rPr lang="en-US" altLang="zh-TW" sz="1400">
                  <a:solidFill>
                    <a:srgbClr val="000099"/>
                  </a:solidFill>
                  <a:latin typeface="Arial" panose="020B0604020202020204" pitchFamily="34" charset="0"/>
                </a:rPr>
                <a:t>create UDP socket</a:t>
              </a:r>
            </a:p>
          </p:txBody>
        </p:sp>
        <p:cxnSp>
          <p:nvCxnSpPr>
            <p:cNvPr id="265238" name="Straight Connector 32">
              <a:extLst>
                <a:ext uri="{FF2B5EF4-FFF2-40B4-BE49-F238E27FC236}">
                  <a16:creationId xmlns:a16="http://schemas.microsoft.com/office/drawing/2014/main" id="{11B33A2C-C12F-4A83-B82C-8BB9E847276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822045" y="2748411"/>
              <a:ext cx="930227" cy="1139"/>
            </a:xfrm>
            <a:prstGeom prst="line">
              <a:avLst/>
            </a:prstGeom>
            <a:noFill/>
            <a:ln w="12700">
              <a:solidFill>
                <a:srgbClr val="CC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3" name="Group 14">
            <a:extLst>
              <a:ext uri="{FF2B5EF4-FFF2-40B4-BE49-F238E27FC236}">
                <a16:creationId xmlns:a16="http://schemas.microsoft.com/office/drawing/2014/main" id="{AD15B167-69FF-4D5F-A79D-12425817E90D}"/>
              </a:ext>
            </a:extLst>
          </p:cNvPr>
          <p:cNvGrpSpPr>
            <a:grpSpLocks/>
          </p:cNvGrpSpPr>
          <p:nvPr/>
        </p:nvGrpSpPr>
        <p:grpSpPr bwMode="auto">
          <a:xfrm>
            <a:off x="169863" y="2884488"/>
            <a:ext cx="2540000" cy="523875"/>
            <a:chOff x="169076" y="2884812"/>
            <a:chExt cx="2541127" cy="523220"/>
          </a:xfrm>
        </p:grpSpPr>
        <p:sp>
          <p:nvSpPr>
            <p:cNvPr id="265235" name="TextBox 26">
              <a:extLst>
                <a:ext uri="{FF2B5EF4-FFF2-40B4-BE49-F238E27FC236}">
                  <a16:creationId xmlns:a16="http://schemas.microsoft.com/office/drawing/2014/main" id="{EE4F9757-6201-444F-99C8-39B36F9B6BA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69076" y="2884812"/>
              <a:ext cx="2271818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rgbClr val="3333CC"/>
                </a:buClr>
                <a:buSzPct val="85000"/>
                <a:buFont typeface="ZapfDingbats" pitchFamily="82" charset="2"/>
                <a:buNone/>
              </a:pPr>
              <a:r>
                <a:rPr lang="en-US" altLang="zh-TW" sz="1400">
                  <a:solidFill>
                    <a:srgbClr val="000099"/>
                  </a:solidFill>
                  <a:latin typeface="Arial" panose="020B0604020202020204" pitchFamily="34" charset="0"/>
                </a:rPr>
                <a:t>bind socket to local port number 12000</a:t>
              </a:r>
            </a:p>
          </p:txBody>
        </p:sp>
        <p:cxnSp>
          <p:nvCxnSpPr>
            <p:cNvPr id="265236" name="Straight Connector 30">
              <a:extLst>
                <a:ext uri="{FF2B5EF4-FFF2-40B4-BE49-F238E27FC236}">
                  <a16:creationId xmlns:a16="http://schemas.microsoft.com/office/drawing/2014/main" id="{D75CFD2B-89CF-4037-8B49-8EF4D497793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982674" y="3169104"/>
              <a:ext cx="727529" cy="2721"/>
            </a:xfrm>
            <a:prstGeom prst="line">
              <a:avLst/>
            </a:prstGeom>
            <a:noFill/>
            <a:ln w="12700">
              <a:solidFill>
                <a:srgbClr val="CC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4" name="Group 15">
            <a:extLst>
              <a:ext uri="{FF2B5EF4-FFF2-40B4-BE49-F238E27FC236}">
                <a16:creationId xmlns:a16="http://schemas.microsoft.com/office/drawing/2014/main" id="{570E860D-6779-4D0E-89A6-DE7536163765}"/>
              </a:ext>
            </a:extLst>
          </p:cNvPr>
          <p:cNvGrpSpPr>
            <a:grpSpLocks/>
          </p:cNvGrpSpPr>
          <p:nvPr/>
        </p:nvGrpSpPr>
        <p:grpSpPr bwMode="auto">
          <a:xfrm>
            <a:off x="182563" y="3789363"/>
            <a:ext cx="2527300" cy="298450"/>
            <a:chOff x="182564" y="3788573"/>
            <a:chExt cx="2528092" cy="299227"/>
          </a:xfrm>
        </p:grpSpPr>
        <p:sp>
          <p:nvSpPr>
            <p:cNvPr id="265233" name="TextBox 34">
              <a:extLst>
                <a:ext uri="{FF2B5EF4-FFF2-40B4-BE49-F238E27FC236}">
                  <a16:creationId xmlns:a16="http://schemas.microsoft.com/office/drawing/2014/main" id="{7EBA70D5-0C8F-4D25-BD9F-D384917576E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2564" y="3788573"/>
              <a:ext cx="1194763" cy="2992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ts val="1600"/>
                </a:lnSpc>
                <a:buClr>
                  <a:srgbClr val="3333CC"/>
                </a:buClr>
                <a:buSzPct val="85000"/>
                <a:buFont typeface="ZapfDingbats" pitchFamily="82" charset="2"/>
                <a:buNone/>
              </a:pPr>
              <a:r>
                <a:rPr lang="en-US" altLang="zh-TW" sz="1400">
                  <a:solidFill>
                    <a:srgbClr val="000099"/>
                  </a:solidFill>
                  <a:latin typeface="Arial" panose="020B0604020202020204" pitchFamily="34" charset="0"/>
                </a:rPr>
                <a:t>loop forever</a:t>
              </a:r>
            </a:p>
          </p:txBody>
        </p:sp>
        <p:cxnSp>
          <p:nvCxnSpPr>
            <p:cNvPr id="265234" name="Straight Connector 35">
              <a:extLst>
                <a:ext uri="{FF2B5EF4-FFF2-40B4-BE49-F238E27FC236}">
                  <a16:creationId xmlns:a16="http://schemas.microsoft.com/office/drawing/2014/main" id="{E79E5FAF-6396-4F37-9713-E3B429E0BB6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1266031" y="3964781"/>
              <a:ext cx="1444625" cy="3969"/>
            </a:xfrm>
            <a:prstGeom prst="line">
              <a:avLst/>
            </a:prstGeom>
            <a:noFill/>
            <a:ln w="12700">
              <a:solidFill>
                <a:srgbClr val="CC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5" name="Group 17">
            <a:extLst>
              <a:ext uri="{FF2B5EF4-FFF2-40B4-BE49-F238E27FC236}">
                <a16:creationId xmlns:a16="http://schemas.microsoft.com/office/drawing/2014/main" id="{B8774FE4-92C1-4597-9846-7856961015E0}"/>
              </a:ext>
            </a:extLst>
          </p:cNvPr>
          <p:cNvGrpSpPr>
            <a:grpSpLocks/>
          </p:cNvGrpSpPr>
          <p:nvPr/>
        </p:nvGrpSpPr>
        <p:grpSpPr bwMode="auto">
          <a:xfrm>
            <a:off x="176213" y="4151313"/>
            <a:ext cx="2743200" cy="708025"/>
            <a:chOff x="176621" y="4151971"/>
            <a:chExt cx="2743174" cy="707869"/>
          </a:xfrm>
        </p:grpSpPr>
        <p:sp>
          <p:nvSpPr>
            <p:cNvPr id="265231" name="TextBox 36">
              <a:extLst>
                <a:ext uri="{FF2B5EF4-FFF2-40B4-BE49-F238E27FC236}">
                  <a16:creationId xmlns:a16="http://schemas.microsoft.com/office/drawing/2014/main" id="{9BAD8A2C-613A-49F6-BE32-11DCC2AA5BD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6621" y="4151971"/>
              <a:ext cx="2349500" cy="7078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ts val="1600"/>
                </a:lnSpc>
                <a:buClr>
                  <a:srgbClr val="3333CC"/>
                </a:buClr>
                <a:buSzPct val="85000"/>
                <a:buFont typeface="ZapfDingbats" pitchFamily="82" charset="2"/>
                <a:buNone/>
              </a:pPr>
              <a:r>
                <a:rPr lang="en-US" altLang="zh-TW" sz="1400">
                  <a:solidFill>
                    <a:srgbClr val="000099"/>
                  </a:solidFill>
                  <a:latin typeface="Arial" panose="020B0604020202020204" pitchFamily="34" charset="0"/>
                </a:rPr>
                <a:t>Read from UDP socket into message, getting client</a:t>
              </a:r>
              <a:r>
                <a:rPr lang="en-US" altLang="en-US" sz="1400">
                  <a:solidFill>
                    <a:srgbClr val="000099"/>
                  </a:solidFill>
                  <a:latin typeface="Arial" panose="020B0604020202020204" pitchFamily="34" charset="0"/>
                </a:rPr>
                <a:t>’</a:t>
              </a:r>
              <a:r>
                <a:rPr lang="en-US" altLang="zh-TW" sz="1400">
                  <a:solidFill>
                    <a:srgbClr val="000099"/>
                  </a:solidFill>
                  <a:latin typeface="Arial" panose="020B0604020202020204" pitchFamily="34" charset="0"/>
                </a:rPr>
                <a:t>s address (client IP and port)</a:t>
              </a:r>
            </a:p>
          </p:txBody>
        </p:sp>
        <p:cxnSp>
          <p:nvCxnSpPr>
            <p:cNvPr id="265232" name="Straight Connector 39">
              <a:extLst>
                <a:ext uri="{FF2B5EF4-FFF2-40B4-BE49-F238E27FC236}">
                  <a16:creationId xmlns:a16="http://schemas.microsoft.com/office/drawing/2014/main" id="{FF139A95-CD47-4E51-A6D7-A3C8235A3852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1981317" y="4399595"/>
              <a:ext cx="938478" cy="1261"/>
            </a:xfrm>
            <a:prstGeom prst="line">
              <a:avLst/>
            </a:prstGeom>
            <a:noFill/>
            <a:ln w="12700">
              <a:solidFill>
                <a:srgbClr val="CC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6" name="Group 18">
            <a:extLst>
              <a:ext uri="{FF2B5EF4-FFF2-40B4-BE49-F238E27FC236}">
                <a16:creationId xmlns:a16="http://schemas.microsoft.com/office/drawing/2014/main" id="{D3C5841E-9E5F-4E7D-BEEB-E974208E081F}"/>
              </a:ext>
            </a:extLst>
          </p:cNvPr>
          <p:cNvGrpSpPr>
            <a:grpSpLocks/>
          </p:cNvGrpSpPr>
          <p:nvPr/>
        </p:nvGrpSpPr>
        <p:grpSpPr bwMode="auto">
          <a:xfrm>
            <a:off x="312738" y="4948238"/>
            <a:ext cx="2695575" cy="523875"/>
            <a:chOff x="212916" y="4997129"/>
            <a:chExt cx="2696483" cy="523220"/>
          </a:xfrm>
        </p:grpSpPr>
        <p:sp>
          <p:nvSpPr>
            <p:cNvPr id="265229" name="TextBox 61">
              <a:extLst>
                <a:ext uri="{FF2B5EF4-FFF2-40B4-BE49-F238E27FC236}">
                  <a16:creationId xmlns:a16="http://schemas.microsoft.com/office/drawing/2014/main" id="{1ED8FD90-5022-4337-8516-30964A0D3B2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2916" y="4997129"/>
              <a:ext cx="2349500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rgbClr val="3333CC"/>
                </a:buClr>
                <a:buSzPct val="85000"/>
                <a:buFont typeface="ZapfDingbats" pitchFamily="82" charset="2"/>
                <a:buNone/>
              </a:pPr>
              <a:r>
                <a:rPr lang="en-US" altLang="zh-TW" sz="1400">
                  <a:solidFill>
                    <a:srgbClr val="000099"/>
                  </a:solidFill>
                  <a:latin typeface="Arial" panose="020B0604020202020204" pitchFamily="34" charset="0"/>
                </a:rPr>
                <a:t>send upper case string back to this client</a:t>
              </a:r>
            </a:p>
          </p:txBody>
        </p:sp>
        <p:cxnSp>
          <p:nvCxnSpPr>
            <p:cNvPr id="265230" name="Straight Connector 62">
              <a:extLst>
                <a:ext uri="{FF2B5EF4-FFF2-40B4-BE49-F238E27FC236}">
                  <a16:creationId xmlns:a16="http://schemas.microsoft.com/office/drawing/2014/main" id="{2AFE536B-F869-4A01-A396-0637DC086D8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147293" y="5106673"/>
              <a:ext cx="762106" cy="1209"/>
            </a:xfrm>
            <a:prstGeom prst="line">
              <a:avLst/>
            </a:prstGeom>
            <a:noFill/>
            <a:ln w="12700">
              <a:solidFill>
                <a:srgbClr val="CC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pic>
        <p:nvPicPr>
          <p:cNvPr id="265228" name="Picture 17" descr="underline_base">
            <a:extLst>
              <a:ext uri="{FF2B5EF4-FFF2-40B4-BE49-F238E27FC236}">
                <a16:creationId xmlns:a16="http://schemas.microsoft.com/office/drawing/2014/main" id="{2B027471-2E9A-4833-8F13-D695D8292693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663" y="782638"/>
            <a:ext cx="45704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 nodeType="clickPar">
                      <p:stCondLst>
                        <p:cond delay="indefinite"/>
                      </p:stCondLst>
                      <p:childTnLst>
                        <p:par>
                          <p:cTn id="1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8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 nodeType="clickPar">
                      <p:stCondLst>
                        <p:cond delay="indefinite"/>
                      </p:stCondLst>
                      <p:childTnLst>
                        <p:par>
                          <p:cTn id="2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6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 nodeType="clickPar">
                      <p:stCondLst>
                        <p:cond delay="indefinite"/>
                      </p:stCondLst>
                      <p:childTnLst>
                        <p:par>
                          <p:cTn id="3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4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266" name="Rectangle 7">
            <a:extLst>
              <a:ext uri="{FF2B5EF4-FFF2-40B4-BE49-F238E27FC236}">
                <a16:creationId xmlns:a16="http://schemas.microsoft.com/office/drawing/2014/main" id="{86FDA94A-565C-4653-BB48-31D519136F3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267267" name="Rectangle 8">
            <a:extLst>
              <a:ext uri="{FF2B5EF4-FFF2-40B4-BE49-F238E27FC236}">
                <a16:creationId xmlns:a16="http://schemas.microsoft.com/office/drawing/2014/main" id="{985B4AB0-F63D-478B-AEA0-73FC1A487B4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  <a:ea typeface="新細明體" panose="02020500000000000000" pitchFamily="18" charset="-120"/>
              </a:rPr>
              <a:t>2-</a:t>
            </a:r>
            <a:fld id="{6F1B15D7-2E5E-4FAE-9DDC-0E4DB2983190}" type="slidenum">
              <a:rPr lang="en-US" altLang="zh-TW" sz="1200" smtClean="0">
                <a:solidFill>
                  <a:srgbClr val="000000"/>
                </a:solidFill>
                <a:latin typeface="Tahoma" panose="020B0604030504040204" pitchFamily="34" charset="0"/>
                <a:ea typeface="新細明體" panose="02020500000000000000" pitchFamily="18" charset="-120"/>
              </a:rPr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t>102</a:t>
            </a:fld>
            <a:endParaRPr lang="en-US" altLang="zh-TW" sz="1200">
              <a:solidFill>
                <a:srgbClr val="000000"/>
              </a:solidFill>
              <a:latin typeface="Tahoma" panose="020B0604030504040204" pitchFamily="34" charset="0"/>
              <a:ea typeface="新細明體" panose="02020500000000000000" pitchFamily="18" charset="-120"/>
            </a:endParaRPr>
          </a:p>
        </p:txBody>
      </p:sp>
      <p:pic>
        <p:nvPicPr>
          <p:cNvPr id="267268" name="Picture 16" descr="underline_base">
            <a:extLst>
              <a:ext uri="{FF2B5EF4-FFF2-40B4-BE49-F238E27FC236}">
                <a16:creationId xmlns:a16="http://schemas.microsoft.com/office/drawing/2014/main" id="{8893FCA6-CC28-4D85-9F14-8BA4EF951968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7688" y="868363"/>
            <a:ext cx="63992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67269" name="Rectangle 2">
            <a:extLst>
              <a:ext uri="{FF2B5EF4-FFF2-40B4-BE49-F238E27FC236}">
                <a16:creationId xmlns:a16="http://schemas.microsoft.com/office/drawing/2014/main" id="{3FF5030C-07E8-4817-AC63-9FB8374D64C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23863" y="196850"/>
            <a:ext cx="7772400" cy="903288"/>
          </a:xfrm>
        </p:spPr>
        <p:txBody>
          <a:bodyPr/>
          <a:lstStyle/>
          <a:p>
            <a:r>
              <a:rPr lang="en-US" altLang="zh-TW" sz="4000"/>
              <a:t>Socket programming </a:t>
            </a:r>
            <a:r>
              <a:rPr lang="en-US" altLang="zh-TW" sz="4000" i="1">
                <a:solidFill>
                  <a:srgbClr val="CC0000"/>
                </a:solidFill>
              </a:rPr>
              <a:t>with TCP</a:t>
            </a:r>
            <a:endParaRPr lang="en-US" altLang="zh-TW">
              <a:solidFill>
                <a:srgbClr val="CC0000"/>
              </a:solidFill>
            </a:endParaRPr>
          </a:p>
        </p:txBody>
      </p:sp>
      <p:sp>
        <p:nvSpPr>
          <p:cNvPr id="267270" name="Rectangle 3">
            <a:extLst>
              <a:ext uri="{FF2B5EF4-FFF2-40B4-BE49-F238E27FC236}">
                <a16:creationId xmlns:a16="http://schemas.microsoft.com/office/drawing/2014/main" id="{737CFB1C-3AE6-4F1B-94C0-D3CFA4283C5E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14350" y="1352550"/>
            <a:ext cx="3810000" cy="4648200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sz="2400" dirty="0">
                <a:solidFill>
                  <a:srgbClr val="CC0000"/>
                </a:solidFill>
              </a:rPr>
              <a:t>client must contact server</a:t>
            </a:r>
          </a:p>
          <a:p>
            <a:r>
              <a:rPr lang="en-US" altLang="zh-TW" sz="2200" dirty="0"/>
              <a:t>server process must first be running</a:t>
            </a:r>
          </a:p>
          <a:p>
            <a:r>
              <a:rPr lang="en-US" altLang="zh-TW" sz="2200" dirty="0"/>
              <a:t>server must have created socket (</a:t>
            </a:r>
            <a:r>
              <a:rPr lang="en-US" altLang="zh-TW" sz="2200" dirty="0">
                <a:solidFill>
                  <a:srgbClr val="0070C0"/>
                </a:solidFill>
              </a:rPr>
              <a:t>Welcoming socket</a:t>
            </a:r>
            <a:r>
              <a:rPr lang="en-US" altLang="zh-TW" sz="2200" dirty="0"/>
              <a:t>) that welcomes client</a:t>
            </a:r>
            <a:r>
              <a:rPr lang="ja-JP" altLang="en-US" sz="2200" dirty="0"/>
              <a:t>’</a:t>
            </a:r>
            <a:r>
              <a:rPr lang="en-US" altLang="ja-JP" sz="2200" dirty="0"/>
              <a:t>s contact</a:t>
            </a:r>
          </a:p>
          <a:p>
            <a:pPr>
              <a:spcBef>
                <a:spcPct val="50000"/>
              </a:spcBef>
              <a:buFont typeface="Wingdings" panose="05000000000000000000" pitchFamily="2" charset="2"/>
              <a:buNone/>
            </a:pPr>
            <a:r>
              <a:rPr lang="en-US" altLang="zh-TW" sz="2400" dirty="0">
                <a:solidFill>
                  <a:srgbClr val="CC0000"/>
                </a:solidFill>
              </a:rPr>
              <a:t>client contacts server by:</a:t>
            </a:r>
          </a:p>
          <a:p>
            <a:r>
              <a:rPr lang="en-US" altLang="zh-TW" sz="2200" dirty="0"/>
              <a:t>Creating TCP socket, specifying IP address, port number of server process</a:t>
            </a:r>
          </a:p>
          <a:p>
            <a:r>
              <a:rPr lang="en-US" altLang="zh-TW" sz="2200" i="1" dirty="0">
                <a:solidFill>
                  <a:srgbClr val="CC0000"/>
                </a:solidFill>
              </a:rPr>
              <a:t>when client creates socket (</a:t>
            </a:r>
            <a:r>
              <a:rPr lang="en-US" altLang="zh-TW" sz="2200" i="1" dirty="0">
                <a:solidFill>
                  <a:srgbClr val="0070C0"/>
                </a:solidFill>
              </a:rPr>
              <a:t>Client socket</a:t>
            </a:r>
            <a:r>
              <a:rPr lang="en-US" altLang="zh-TW" sz="2200" i="1" dirty="0">
                <a:solidFill>
                  <a:srgbClr val="CC0000"/>
                </a:solidFill>
              </a:rPr>
              <a:t>):</a:t>
            </a:r>
            <a:r>
              <a:rPr lang="en-US" altLang="zh-TW" sz="2200" dirty="0"/>
              <a:t> client TCP establishes connection to server TCP</a:t>
            </a:r>
          </a:p>
          <a:p>
            <a:endParaRPr lang="en-US" altLang="zh-TW" sz="2000" dirty="0"/>
          </a:p>
        </p:txBody>
      </p:sp>
      <p:sp>
        <p:nvSpPr>
          <p:cNvPr id="267271" name="Rectangle 4">
            <a:extLst>
              <a:ext uri="{FF2B5EF4-FFF2-40B4-BE49-F238E27FC236}">
                <a16:creationId xmlns:a16="http://schemas.microsoft.com/office/drawing/2014/main" id="{8C4700A0-3FCF-497F-96C1-C78F2CE1EEC3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4203700" y="1390650"/>
            <a:ext cx="4822825" cy="3000375"/>
          </a:xfrm>
        </p:spPr>
        <p:txBody>
          <a:bodyPr/>
          <a:lstStyle/>
          <a:p>
            <a:r>
              <a:rPr lang="en-US" altLang="zh-TW" sz="2200"/>
              <a:t>when contacted by client, </a:t>
            </a:r>
            <a:r>
              <a:rPr lang="en-US" altLang="zh-TW" sz="2200" i="1">
                <a:solidFill>
                  <a:srgbClr val="CC0000"/>
                </a:solidFill>
              </a:rPr>
              <a:t>server TCP creates new socket</a:t>
            </a:r>
            <a:r>
              <a:rPr lang="en-US" altLang="zh-TW" sz="2200"/>
              <a:t> (</a:t>
            </a:r>
            <a:r>
              <a:rPr lang="en-US" altLang="zh-TW" sz="2200">
                <a:solidFill>
                  <a:srgbClr val="0070C0"/>
                </a:solidFill>
              </a:rPr>
              <a:t>Connection socket</a:t>
            </a:r>
            <a:r>
              <a:rPr lang="en-US" altLang="zh-TW" sz="2200"/>
              <a:t>) for server process to communicate with that particular client</a:t>
            </a:r>
          </a:p>
          <a:p>
            <a:pPr lvl="1"/>
            <a:r>
              <a:rPr lang="en-US" altLang="zh-TW" sz="2200"/>
              <a:t>allows server to talk with multiple clients</a:t>
            </a:r>
          </a:p>
          <a:p>
            <a:pPr lvl="1"/>
            <a:r>
              <a:rPr lang="en-US" altLang="zh-TW" sz="2200"/>
              <a:t>source port numbers used to distinguish clients</a:t>
            </a:r>
            <a:endParaRPr lang="en-US" altLang="zh-TW" sz="2200" i="1"/>
          </a:p>
        </p:txBody>
      </p:sp>
      <p:pic>
        <p:nvPicPr>
          <p:cNvPr id="267272" name="Picture 12">
            <a:extLst>
              <a:ext uri="{FF2B5EF4-FFF2-40B4-BE49-F238E27FC236}">
                <a16:creationId xmlns:a16="http://schemas.microsoft.com/office/drawing/2014/main" id="{17141F38-D463-41C4-A90F-52EE5850AB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7500" y="4159250"/>
            <a:ext cx="2827338" cy="2565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314" name="Rectangle 7">
            <a:extLst>
              <a:ext uri="{FF2B5EF4-FFF2-40B4-BE49-F238E27FC236}">
                <a16:creationId xmlns:a16="http://schemas.microsoft.com/office/drawing/2014/main" id="{3F3398F3-04AB-4321-A0C0-D109982E7F9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269315" name="Rectangle 8">
            <a:extLst>
              <a:ext uri="{FF2B5EF4-FFF2-40B4-BE49-F238E27FC236}">
                <a16:creationId xmlns:a16="http://schemas.microsoft.com/office/drawing/2014/main" id="{E218A9C0-7FDF-478A-AE0E-4BA88F9D0A4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  <a:ea typeface="新細明體" panose="02020500000000000000" pitchFamily="18" charset="-120"/>
              </a:rPr>
              <a:t>2-</a:t>
            </a:r>
            <a:fld id="{553BFF3C-B7E8-4F68-9434-9DDE8CAA99A9}" type="slidenum">
              <a:rPr lang="en-US" altLang="zh-TW" sz="1200" smtClean="0">
                <a:solidFill>
                  <a:srgbClr val="000000"/>
                </a:solidFill>
                <a:latin typeface="Tahoma" panose="020B0604030504040204" pitchFamily="34" charset="0"/>
                <a:ea typeface="新細明體" panose="02020500000000000000" pitchFamily="18" charset="-120"/>
              </a:rPr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t>103</a:t>
            </a:fld>
            <a:endParaRPr lang="en-US" altLang="zh-TW" sz="1200">
              <a:solidFill>
                <a:srgbClr val="000000"/>
              </a:solidFill>
              <a:latin typeface="Tahoma" panose="020B0604030504040204" pitchFamily="34" charset="0"/>
              <a:ea typeface="新細明體" panose="02020500000000000000" pitchFamily="18" charset="-120"/>
            </a:endParaRPr>
          </a:p>
        </p:txBody>
      </p:sp>
      <p:sp>
        <p:nvSpPr>
          <p:cNvPr id="269316" name="Rectangle 2">
            <a:extLst>
              <a:ext uri="{FF2B5EF4-FFF2-40B4-BE49-F238E27FC236}">
                <a16:creationId xmlns:a16="http://schemas.microsoft.com/office/drawing/2014/main" id="{2FF761C3-47FB-42A2-8D05-A843AF4D3D9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22275" y="88900"/>
            <a:ext cx="7772400" cy="947738"/>
          </a:xfrm>
        </p:spPr>
        <p:txBody>
          <a:bodyPr/>
          <a:lstStyle/>
          <a:p>
            <a:r>
              <a:rPr lang="en-US" altLang="zh-TW" sz="3600"/>
              <a:t>Client/server socket interaction: TCP</a:t>
            </a:r>
            <a:endParaRPr lang="en-US" altLang="zh-TW"/>
          </a:p>
        </p:txBody>
      </p:sp>
      <p:grpSp>
        <p:nvGrpSpPr>
          <p:cNvPr id="2" name="Group 3">
            <a:extLst>
              <a:ext uri="{FF2B5EF4-FFF2-40B4-BE49-F238E27FC236}">
                <a16:creationId xmlns:a16="http://schemas.microsoft.com/office/drawing/2014/main" id="{7051600E-E14F-4574-960F-B4A10770EE23}"/>
              </a:ext>
            </a:extLst>
          </p:cNvPr>
          <p:cNvGrpSpPr>
            <a:grpSpLocks/>
          </p:cNvGrpSpPr>
          <p:nvPr/>
        </p:nvGrpSpPr>
        <p:grpSpPr bwMode="auto">
          <a:xfrm>
            <a:off x="1357313" y="3016250"/>
            <a:ext cx="1931987" cy="930275"/>
            <a:chOff x="827" y="2027"/>
            <a:chExt cx="1217" cy="586"/>
          </a:xfrm>
        </p:grpSpPr>
        <p:sp>
          <p:nvSpPr>
            <p:cNvPr id="269354" name="Text Box 4">
              <a:extLst>
                <a:ext uri="{FF2B5EF4-FFF2-40B4-BE49-F238E27FC236}">
                  <a16:creationId xmlns:a16="http://schemas.microsoft.com/office/drawing/2014/main" id="{22A903A2-2742-4B9D-BE00-94EEAC3CB80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27" y="2027"/>
              <a:ext cx="1059" cy="32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solidFill>
                    <a:srgbClr val="000000"/>
                  </a:solidFill>
                  <a:latin typeface="Arial" panose="020B0604020202020204" pitchFamily="34" charset="0"/>
                </a:rPr>
                <a:t>wait for incoming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solidFill>
                    <a:srgbClr val="000000"/>
                  </a:solidFill>
                  <a:latin typeface="Arial" panose="020B0604020202020204" pitchFamily="34" charset="0"/>
                </a:rPr>
                <a:t>connection request</a:t>
              </a:r>
              <a:endParaRPr lang="en-US" altLang="zh-TW" sz="24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69355" name="Text Box 5">
              <a:extLst>
                <a:ext uri="{FF2B5EF4-FFF2-40B4-BE49-F238E27FC236}">
                  <a16:creationId xmlns:a16="http://schemas.microsoft.com/office/drawing/2014/main" id="{21F3B82D-E0EE-474F-A8D1-F2AD6D76212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28" y="2283"/>
              <a:ext cx="1216" cy="3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solidFill>
                    <a:srgbClr val="0070C0"/>
                  </a:solidFill>
                  <a:latin typeface="Arial" panose="020B0604020202020204" pitchFamily="34" charset="0"/>
                </a:rPr>
                <a:t>connectionSocket </a:t>
              </a:r>
              <a:r>
                <a:rPr lang="en-US" altLang="zh-TW" sz="1400">
                  <a:latin typeface="Arial" panose="020B0604020202020204" pitchFamily="34" charset="0"/>
                </a:rPr>
                <a:t>=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Arial" panose="020B0604020202020204" pitchFamily="34" charset="0"/>
                </a:rPr>
                <a:t>serverSocket.accept()</a:t>
              </a:r>
              <a:endParaRPr lang="en-US" altLang="zh-TW" sz="2400"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3" name="Group 6">
            <a:extLst>
              <a:ext uri="{FF2B5EF4-FFF2-40B4-BE49-F238E27FC236}">
                <a16:creationId xmlns:a16="http://schemas.microsoft.com/office/drawing/2014/main" id="{1CF449AF-1CF8-4380-8562-036709CCB8C0}"/>
              </a:ext>
            </a:extLst>
          </p:cNvPr>
          <p:cNvGrpSpPr>
            <a:grpSpLocks/>
          </p:cNvGrpSpPr>
          <p:nvPr/>
        </p:nvGrpSpPr>
        <p:grpSpPr bwMode="auto">
          <a:xfrm>
            <a:off x="1338263" y="1776413"/>
            <a:ext cx="2357437" cy="1317625"/>
            <a:chOff x="821" y="1246"/>
            <a:chExt cx="1485" cy="830"/>
          </a:xfrm>
        </p:grpSpPr>
        <p:grpSp>
          <p:nvGrpSpPr>
            <p:cNvPr id="269350" name="Group 7">
              <a:extLst>
                <a:ext uri="{FF2B5EF4-FFF2-40B4-BE49-F238E27FC236}">
                  <a16:creationId xmlns:a16="http://schemas.microsoft.com/office/drawing/2014/main" id="{6EC12049-A25B-4839-BBC2-D50E215AF94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21" y="1246"/>
              <a:ext cx="1485" cy="586"/>
              <a:chOff x="329" y="1270"/>
              <a:chExt cx="1485" cy="586"/>
            </a:xfrm>
          </p:grpSpPr>
          <p:sp>
            <p:nvSpPr>
              <p:cNvPr id="269352" name="Text Box 8">
                <a:extLst>
                  <a:ext uri="{FF2B5EF4-FFF2-40B4-BE49-F238E27FC236}">
                    <a16:creationId xmlns:a16="http://schemas.microsoft.com/office/drawing/2014/main" id="{CE43D9D0-2805-42D6-8A03-3B435E35433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29" y="1270"/>
                <a:ext cx="1213" cy="46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400">
                    <a:solidFill>
                      <a:srgbClr val="000000"/>
                    </a:solidFill>
                    <a:latin typeface="Arial" panose="020B0604020202020204" pitchFamily="34" charset="0"/>
                  </a:rPr>
                  <a:t>create socket,</a:t>
                </a:r>
              </a:p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400">
                    <a:solidFill>
                      <a:srgbClr val="000000"/>
                    </a:solidFill>
                    <a:latin typeface="Arial" panose="020B0604020202020204" pitchFamily="34" charset="0"/>
                  </a:rPr>
                  <a:t>port=</a:t>
                </a:r>
                <a:r>
                  <a:rPr lang="en-US" altLang="zh-TW" sz="1400" b="1">
                    <a:solidFill>
                      <a:srgbClr val="000000"/>
                    </a:solidFill>
                    <a:latin typeface="Courier New" panose="02070309020205020404" pitchFamily="49" charset="0"/>
                  </a:rPr>
                  <a:t>x</a:t>
                </a:r>
                <a:r>
                  <a:rPr lang="en-US" altLang="zh-TW" sz="1400">
                    <a:solidFill>
                      <a:srgbClr val="000000"/>
                    </a:solidFill>
                    <a:latin typeface="Arial" panose="020B0604020202020204" pitchFamily="34" charset="0"/>
                  </a:rPr>
                  <a:t>, </a:t>
                </a:r>
                <a:r>
                  <a:rPr lang="en-US" altLang="zh-TW" sz="1400">
                    <a:solidFill>
                      <a:srgbClr val="00B050"/>
                    </a:solidFill>
                    <a:latin typeface="Arial" panose="020B0604020202020204" pitchFamily="34" charset="0"/>
                  </a:rPr>
                  <a:t>for incoming request</a:t>
                </a:r>
                <a:r>
                  <a:rPr lang="en-US" altLang="zh-TW" sz="1400">
                    <a:solidFill>
                      <a:srgbClr val="000000"/>
                    </a:solidFill>
                    <a:latin typeface="Arial" panose="020B0604020202020204" pitchFamily="34" charset="0"/>
                  </a:rPr>
                  <a:t>:</a:t>
                </a:r>
                <a:endParaRPr lang="en-US" altLang="zh-TW" sz="2400">
                  <a:solidFill>
                    <a:srgbClr val="000000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69353" name="Text Box 9">
                <a:extLst>
                  <a:ext uri="{FF2B5EF4-FFF2-40B4-BE49-F238E27FC236}">
                    <a16:creationId xmlns:a16="http://schemas.microsoft.com/office/drawing/2014/main" id="{46E268DC-F2CA-4C36-AF27-1017E5826E6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33" y="1662"/>
                <a:ext cx="1481" cy="19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buClr>
                    <a:srgbClr val="3333CC"/>
                  </a:buClr>
                  <a:buSzPct val="85000"/>
                  <a:buFont typeface="ZapfDingbats" pitchFamily="82" charset="2"/>
                  <a:buNone/>
                </a:pPr>
                <a:r>
                  <a:rPr lang="en-US" altLang="zh-TW" sz="1400" dirty="0" err="1">
                    <a:solidFill>
                      <a:srgbClr val="00B050"/>
                    </a:solidFill>
                    <a:latin typeface="Arial" panose="020B0604020202020204" pitchFamily="34" charset="0"/>
                  </a:rPr>
                  <a:t>serverSocket</a:t>
                </a:r>
                <a:r>
                  <a:rPr lang="en-US" altLang="zh-TW" sz="1400" dirty="0">
                    <a:solidFill>
                      <a:srgbClr val="00B050"/>
                    </a:solidFill>
                    <a:latin typeface="Arial" panose="020B0604020202020204" pitchFamily="34" charset="0"/>
                  </a:rPr>
                  <a:t> </a:t>
                </a:r>
                <a:r>
                  <a:rPr lang="en-US" altLang="zh-TW" sz="1400" dirty="0">
                    <a:latin typeface="Arial" panose="020B0604020202020204" pitchFamily="34" charset="0"/>
                  </a:rPr>
                  <a:t>= socket()</a:t>
                </a:r>
                <a:endParaRPr lang="en-US" altLang="zh-TW" sz="2400" dirty="0">
                  <a:latin typeface="Times New Roman" panose="02020603050405020304" pitchFamily="18" charset="0"/>
                </a:endParaRPr>
              </a:p>
            </p:txBody>
          </p:sp>
        </p:grpSp>
        <p:sp>
          <p:nvSpPr>
            <p:cNvPr id="269351" name="Line 10">
              <a:extLst>
                <a:ext uri="{FF2B5EF4-FFF2-40B4-BE49-F238E27FC236}">
                  <a16:creationId xmlns:a16="http://schemas.microsoft.com/office/drawing/2014/main" id="{7CDEC7D6-640F-4B69-9FA9-313A90B8041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84" y="1872"/>
              <a:ext cx="0" cy="204"/>
            </a:xfrm>
            <a:prstGeom prst="line">
              <a:avLst/>
            </a:prstGeom>
            <a:noFill/>
            <a:ln w="28575">
              <a:solidFill>
                <a:srgbClr val="000099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>
              <a:spAutoFit/>
            </a:bodyPr>
            <a:lstStyle/>
            <a:p>
              <a:endParaRPr lang="zh-HK" altLang="en-US"/>
            </a:p>
          </p:txBody>
        </p:sp>
      </p:grpSp>
      <p:grpSp>
        <p:nvGrpSpPr>
          <p:cNvPr id="5" name="Group 11">
            <a:extLst>
              <a:ext uri="{FF2B5EF4-FFF2-40B4-BE49-F238E27FC236}">
                <a16:creationId xmlns:a16="http://schemas.microsoft.com/office/drawing/2014/main" id="{1150D7BB-6C40-44F1-8B93-98985EC54D27}"/>
              </a:ext>
            </a:extLst>
          </p:cNvPr>
          <p:cNvGrpSpPr>
            <a:grpSpLocks/>
          </p:cNvGrpSpPr>
          <p:nvPr/>
        </p:nvGrpSpPr>
        <p:grpSpPr bwMode="auto">
          <a:xfrm>
            <a:off x="5135563" y="3024188"/>
            <a:ext cx="2357437" cy="728662"/>
            <a:chOff x="3333" y="1204"/>
            <a:chExt cx="1485" cy="459"/>
          </a:xfrm>
        </p:grpSpPr>
        <p:sp>
          <p:nvSpPr>
            <p:cNvPr id="269348" name="Text Box 12">
              <a:extLst>
                <a:ext uri="{FF2B5EF4-FFF2-40B4-BE49-F238E27FC236}">
                  <a16:creationId xmlns:a16="http://schemas.microsoft.com/office/drawing/2014/main" id="{5FE91915-8260-4EED-BF95-0E22E2E7E41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335" y="1204"/>
              <a:ext cx="1450" cy="32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solidFill>
                    <a:srgbClr val="000000"/>
                  </a:solidFill>
                  <a:latin typeface="Arial" panose="020B0604020202020204" pitchFamily="34" charset="0"/>
                </a:rPr>
                <a:t>create socket,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solidFill>
                    <a:srgbClr val="000000"/>
                  </a:solidFill>
                  <a:latin typeface="Arial" panose="020B0604020202020204" pitchFamily="34" charset="0"/>
                </a:rPr>
                <a:t>connect to </a:t>
              </a:r>
              <a:r>
                <a:rPr lang="en-US" altLang="zh-TW" sz="1400" b="1">
                  <a:solidFill>
                    <a:srgbClr val="000000"/>
                  </a:solidFill>
                  <a:latin typeface="Courier New" panose="02070309020205020404" pitchFamily="49" charset="0"/>
                </a:rPr>
                <a:t>hostid</a:t>
              </a:r>
              <a:r>
                <a:rPr lang="en-US" altLang="zh-TW" sz="1400">
                  <a:solidFill>
                    <a:srgbClr val="000000"/>
                  </a:solidFill>
                  <a:latin typeface="Arial" panose="020B0604020202020204" pitchFamily="34" charset="0"/>
                </a:rPr>
                <a:t>, port=</a:t>
              </a:r>
              <a:r>
                <a:rPr lang="en-US" altLang="zh-TW" sz="1400" b="1">
                  <a:solidFill>
                    <a:srgbClr val="000000"/>
                  </a:solidFill>
                  <a:latin typeface="Courier New" panose="02070309020205020404" pitchFamily="49" charset="0"/>
                </a:rPr>
                <a:t>x</a:t>
              </a:r>
              <a:endParaRPr lang="en-US" altLang="zh-TW" sz="24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69349" name="Text Box 13">
              <a:extLst>
                <a:ext uri="{FF2B5EF4-FFF2-40B4-BE49-F238E27FC236}">
                  <a16:creationId xmlns:a16="http://schemas.microsoft.com/office/drawing/2014/main" id="{8F0F9BBD-5F39-4F2E-AD1C-6F819D3E0D9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333" y="1469"/>
              <a:ext cx="1485" cy="19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solidFill>
                    <a:srgbClr val="7030A0"/>
                  </a:solidFill>
                  <a:latin typeface="Arial" panose="020B0604020202020204" pitchFamily="34" charset="0"/>
                </a:rPr>
                <a:t>clientSocket</a:t>
              </a:r>
              <a:r>
                <a:rPr lang="en-US" altLang="zh-TW" sz="1400">
                  <a:latin typeface="Arial" panose="020B0604020202020204" pitchFamily="34" charset="0"/>
                </a:rPr>
                <a:t> = socket()</a:t>
              </a:r>
              <a:endParaRPr lang="en-US" altLang="zh-TW" sz="2400">
                <a:latin typeface="Times New Roman" panose="02020603050405020304" pitchFamily="18" charset="0"/>
              </a:endParaRPr>
            </a:p>
          </p:txBody>
        </p:sp>
      </p:grpSp>
      <p:sp>
        <p:nvSpPr>
          <p:cNvPr id="269320" name="Text Box 22">
            <a:extLst>
              <a:ext uri="{FF2B5EF4-FFF2-40B4-BE49-F238E27FC236}">
                <a16:creationId xmlns:a16="http://schemas.microsoft.com/office/drawing/2014/main" id="{015E4B6C-892F-4065-88A5-BDECD54429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5488" y="1139825"/>
            <a:ext cx="3530600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TW">
                <a:solidFill>
                  <a:srgbClr val="000000"/>
                </a:solidFill>
              </a:rPr>
              <a:t>server</a:t>
            </a:r>
            <a:r>
              <a:rPr lang="en-US" altLang="zh-TW" sz="2400">
                <a:solidFill>
                  <a:srgbClr val="000000"/>
                </a:solidFill>
              </a:rPr>
              <a:t> (running</a:t>
            </a:r>
            <a:r>
              <a:rPr lang="en-US" altLang="zh-TW" sz="2000">
                <a:solidFill>
                  <a:srgbClr val="000000"/>
                </a:solidFill>
              </a:rPr>
              <a:t> on</a:t>
            </a:r>
            <a:r>
              <a:rPr lang="en-US" altLang="zh-TW" sz="1800">
                <a:solidFill>
                  <a:srgbClr val="000000"/>
                </a:solidFill>
                <a:latin typeface="Comic Sans MS" panose="030F0702030302020204" pitchFamily="66" charset="0"/>
              </a:rPr>
              <a:t> </a:t>
            </a:r>
            <a:r>
              <a:rPr lang="en-US" altLang="zh-TW" sz="1800" b="1">
                <a:solidFill>
                  <a:srgbClr val="000000"/>
                </a:solidFill>
                <a:latin typeface="Courier New" panose="02070309020205020404" pitchFamily="49" charset="0"/>
              </a:rPr>
              <a:t>hostid</a:t>
            </a:r>
            <a:r>
              <a:rPr lang="en-US" altLang="zh-TW" sz="2400">
                <a:solidFill>
                  <a:srgbClr val="000000"/>
                </a:solidFill>
              </a:rPr>
              <a:t>)</a:t>
            </a:r>
          </a:p>
        </p:txBody>
      </p:sp>
      <p:sp>
        <p:nvSpPr>
          <p:cNvPr id="269321" name="Text Box 23">
            <a:extLst>
              <a:ext uri="{FF2B5EF4-FFF2-40B4-BE49-F238E27FC236}">
                <a16:creationId xmlns:a16="http://schemas.microsoft.com/office/drawing/2014/main" id="{644466E7-A2E9-4F03-9ACD-2B91AC0FB7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11788" y="1135063"/>
            <a:ext cx="962025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TW">
                <a:solidFill>
                  <a:srgbClr val="000000"/>
                </a:solidFill>
              </a:rPr>
              <a:t>client</a:t>
            </a:r>
          </a:p>
        </p:txBody>
      </p:sp>
      <p:grpSp>
        <p:nvGrpSpPr>
          <p:cNvPr id="6" name="Group 24">
            <a:extLst>
              <a:ext uri="{FF2B5EF4-FFF2-40B4-BE49-F238E27FC236}">
                <a16:creationId xmlns:a16="http://schemas.microsoft.com/office/drawing/2014/main" id="{4E6DDC52-ED9E-4AE0-A11E-4222CE441432}"/>
              </a:ext>
            </a:extLst>
          </p:cNvPr>
          <p:cNvGrpSpPr>
            <a:grpSpLocks/>
          </p:cNvGrpSpPr>
          <p:nvPr/>
        </p:nvGrpSpPr>
        <p:grpSpPr bwMode="auto">
          <a:xfrm>
            <a:off x="2978150" y="3808413"/>
            <a:ext cx="4057650" cy="1371600"/>
            <a:chOff x="1848" y="2526"/>
            <a:chExt cx="2556" cy="864"/>
          </a:xfrm>
        </p:grpSpPr>
        <p:sp>
          <p:nvSpPr>
            <p:cNvPr id="269343" name="Line 25">
              <a:extLst>
                <a:ext uri="{FF2B5EF4-FFF2-40B4-BE49-F238E27FC236}">
                  <a16:creationId xmlns:a16="http://schemas.microsoft.com/office/drawing/2014/main" id="{6BD415F3-8A36-4BFE-AF10-C9FD0D81FA9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792" y="2964"/>
              <a:ext cx="6" cy="426"/>
            </a:xfrm>
            <a:prstGeom prst="line">
              <a:avLst/>
            </a:prstGeom>
            <a:noFill/>
            <a:ln w="28575">
              <a:solidFill>
                <a:srgbClr val="000099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>
              <a:spAutoFit/>
            </a:bodyPr>
            <a:lstStyle/>
            <a:p>
              <a:endParaRPr lang="zh-HK" altLang="en-US"/>
            </a:p>
          </p:txBody>
        </p:sp>
        <p:grpSp>
          <p:nvGrpSpPr>
            <p:cNvPr id="269344" name="Group 26">
              <a:extLst>
                <a:ext uri="{FF2B5EF4-FFF2-40B4-BE49-F238E27FC236}">
                  <a16:creationId xmlns:a16="http://schemas.microsoft.com/office/drawing/2014/main" id="{62124AD7-C673-4127-884D-C21DDCE520F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848" y="2526"/>
              <a:ext cx="2556" cy="516"/>
              <a:chOff x="1848" y="2526"/>
              <a:chExt cx="2556" cy="516"/>
            </a:xfrm>
          </p:grpSpPr>
          <p:sp>
            <p:nvSpPr>
              <p:cNvPr id="269345" name="Text Box 27">
                <a:extLst>
                  <a:ext uri="{FF2B5EF4-FFF2-40B4-BE49-F238E27FC236}">
                    <a16:creationId xmlns:a16="http://schemas.microsoft.com/office/drawing/2014/main" id="{126B94B2-83A7-4299-96A3-CFD02E95FFB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335" y="2673"/>
                <a:ext cx="1069" cy="33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400">
                    <a:solidFill>
                      <a:srgbClr val="000000"/>
                    </a:solidFill>
                    <a:latin typeface="Arial" panose="020B0604020202020204" pitchFamily="34" charset="0"/>
                  </a:rPr>
                  <a:t>send request using</a:t>
                </a:r>
              </a:p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400">
                    <a:solidFill>
                      <a:srgbClr val="7030A0"/>
                    </a:solidFill>
                    <a:latin typeface="Arial" panose="020B0604020202020204" pitchFamily="34" charset="0"/>
                  </a:rPr>
                  <a:t>clientSocket</a:t>
                </a:r>
                <a:endParaRPr lang="en-US" altLang="zh-TW" sz="2400">
                  <a:solidFill>
                    <a:srgbClr val="7030A0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69346" name="Line 28">
                <a:extLst>
                  <a:ext uri="{FF2B5EF4-FFF2-40B4-BE49-F238E27FC236}">
                    <a16:creationId xmlns:a16="http://schemas.microsoft.com/office/drawing/2014/main" id="{48633E0F-2DB5-4B65-91F1-F945709F4AA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792" y="2526"/>
                <a:ext cx="0" cy="204"/>
              </a:xfrm>
              <a:prstGeom prst="line">
                <a:avLst/>
              </a:prstGeom>
              <a:noFill/>
              <a:ln w="28575">
                <a:solidFill>
                  <a:srgbClr val="000099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anchor="ctr">
                <a:spAutoFit/>
              </a:bodyPr>
              <a:lstStyle/>
              <a:p>
                <a:endParaRPr lang="zh-HK" altLang="en-US"/>
              </a:p>
            </p:txBody>
          </p:sp>
          <p:sp>
            <p:nvSpPr>
              <p:cNvPr id="269347" name="Line 29">
                <a:extLst>
                  <a:ext uri="{FF2B5EF4-FFF2-40B4-BE49-F238E27FC236}">
                    <a16:creationId xmlns:a16="http://schemas.microsoft.com/office/drawing/2014/main" id="{EB8043F7-175A-4274-8164-EC6716903BC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848" y="2790"/>
                <a:ext cx="1518" cy="252"/>
              </a:xfrm>
              <a:prstGeom prst="line">
                <a:avLst/>
              </a:prstGeom>
              <a:noFill/>
              <a:ln w="28575">
                <a:solidFill>
                  <a:srgbClr val="CC00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>
                <a:spAutoFit/>
              </a:bodyPr>
              <a:lstStyle/>
              <a:p>
                <a:endParaRPr lang="zh-HK" altLang="en-US"/>
              </a:p>
            </p:txBody>
          </p:sp>
        </p:grpSp>
      </p:grpSp>
      <p:grpSp>
        <p:nvGrpSpPr>
          <p:cNvPr id="8" name="Group 30">
            <a:extLst>
              <a:ext uri="{FF2B5EF4-FFF2-40B4-BE49-F238E27FC236}">
                <a16:creationId xmlns:a16="http://schemas.microsoft.com/office/drawing/2014/main" id="{1D791B58-B700-4582-975F-0059B82E7395}"/>
              </a:ext>
            </a:extLst>
          </p:cNvPr>
          <p:cNvGrpSpPr>
            <a:grpSpLocks/>
          </p:cNvGrpSpPr>
          <p:nvPr/>
        </p:nvGrpSpPr>
        <p:grpSpPr bwMode="auto">
          <a:xfrm>
            <a:off x="1347788" y="3903663"/>
            <a:ext cx="4097337" cy="1490662"/>
            <a:chOff x="821" y="2586"/>
            <a:chExt cx="2581" cy="939"/>
          </a:xfrm>
        </p:grpSpPr>
        <p:sp>
          <p:nvSpPr>
            <p:cNvPr id="269338" name="Text Box 31">
              <a:extLst>
                <a:ext uri="{FF2B5EF4-FFF2-40B4-BE49-F238E27FC236}">
                  <a16:creationId xmlns:a16="http://schemas.microsoft.com/office/drawing/2014/main" id="{FBD7F31E-C82E-4C04-AC99-9F6F57492FF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21" y="2787"/>
              <a:ext cx="1007" cy="3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solidFill>
                    <a:srgbClr val="000000"/>
                  </a:solidFill>
                  <a:latin typeface="Arial" panose="020B0604020202020204" pitchFamily="34" charset="0"/>
                </a:rPr>
                <a:t>read request from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solidFill>
                    <a:srgbClr val="0070C0"/>
                  </a:solidFill>
                  <a:latin typeface="Arial" panose="020B0604020202020204" pitchFamily="34" charset="0"/>
                </a:rPr>
                <a:t>connectionSocket</a:t>
              </a:r>
              <a:endParaRPr lang="en-US" altLang="zh-TW" sz="2400">
                <a:solidFill>
                  <a:srgbClr val="0070C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69339" name="Text Box 32">
              <a:extLst>
                <a:ext uri="{FF2B5EF4-FFF2-40B4-BE49-F238E27FC236}">
                  <a16:creationId xmlns:a16="http://schemas.microsoft.com/office/drawing/2014/main" id="{1C299841-EC97-4662-985E-49B47DABAD6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51" y="3195"/>
              <a:ext cx="1007" cy="3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solidFill>
                    <a:srgbClr val="000000"/>
                  </a:solidFill>
                  <a:latin typeface="Arial" panose="020B0604020202020204" pitchFamily="34" charset="0"/>
                </a:rPr>
                <a:t>write reply to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solidFill>
                    <a:srgbClr val="0070C0"/>
                  </a:solidFill>
                  <a:latin typeface="Arial" panose="020B0604020202020204" pitchFamily="34" charset="0"/>
                </a:rPr>
                <a:t>connectionSocket</a:t>
              </a:r>
              <a:endParaRPr lang="en-US" altLang="zh-TW" sz="2400">
                <a:solidFill>
                  <a:srgbClr val="0070C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69340" name="Line 33">
              <a:extLst>
                <a:ext uri="{FF2B5EF4-FFF2-40B4-BE49-F238E27FC236}">
                  <a16:creationId xmlns:a16="http://schemas.microsoft.com/office/drawing/2014/main" id="{3B92281A-15F3-4550-AA6E-1D5E97C825C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8" y="2586"/>
              <a:ext cx="0" cy="240"/>
            </a:xfrm>
            <a:prstGeom prst="line">
              <a:avLst/>
            </a:prstGeom>
            <a:noFill/>
            <a:ln w="28575">
              <a:solidFill>
                <a:srgbClr val="000099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>
              <a:spAutoFit/>
            </a:bodyPr>
            <a:lstStyle/>
            <a:p>
              <a:endParaRPr lang="zh-HK" altLang="en-US"/>
            </a:p>
          </p:txBody>
        </p:sp>
        <p:sp>
          <p:nvSpPr>
            <p:cNvPr id="269341" name="Line 34">
              <a:extLst>
                <a:ext uri="{FF2B5EF4-FFF2-40B4-BE49-F238E27FC236}">
                  <a16:creationId xmlns:a16="http://schemas.microsoft.com/office/drawing/2014/main" id="{C21CE72B-2FF8-4905-AE81-6D4B9B2B8BB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284" y="3090"/>
              <a:ext cx="6" cy="156"/>
            </a:xfrm>
            <a:prstGeom prst="line">
              <a:avLst/>
            </a:prstGeom>
            <a:noFill/>
            <a:ln w="28575">
              <a:solidFill>
                <a:srgbClr val="000099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>
              <a:spAutoFit/>
            </a:bodyPr>
            <a:lstStyle/>
            <a:p>
              <a:endParaRPr lang="zh-HK" altLang="en-US"/>
            </a:p>
          </p:txBody>
        </p:sp>
        <p:sp>
          <p:nvSpPr>
            <p:cNvPr id="269342" name="Line 35">
              <a:extLst>
                <a:ext uri="{FF2B5EF4-FFF2-40B4-BE49-F238E27FC236}">
                  <a16:creationId xmlns:a16="http://schemas.microsoft.com/office/drawing/2014/main" id="{610151CB-7F5E-4294-8868-CB7C4A6CB27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66" y="3306"/>
              <a:ext cx="1536" cy="180"/>
            </a:xfrm>
            <a:prstGeom prst="line">
              <a:avLst/>
            </a:prstGeom>
            <a:noFill/>
            <a:ln w="28575">
              <a:solidFill>
                <a:srgbClr val="CC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>
              <a:spAutoFit/>
            </a:bodyPr>
            <a:lstStyle/>
            <a:p>
              <a:endParaRPr lang="zh-HK" altLang="en-US"/>
            </a:p>
          </p:txBody>
        </p:sp>
      </p:grpSp>
      <p:pic>
        <p:nvPicPr>
          <p:cNvPr id="269324" name="Picture 45" descr="underline_base">
            <a:extLst>
              <a:ext uri="{FF2B5EF4-FFF2-40B4-BE49-F238E27FC236}">
                <a16:creationId xmlns:a16="http://schemas.microsoft.com/office/drawing/2014/main" id="{FCACE0B0-3519-4272-A446-018521F04595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2288" y="758825"/>
            <a:ext cx="73136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69325" name="Line 49">
            <a:extLst>
              <a:ext uri="{FF2B5EF4-FFF2-40B4-BE49-F238E27FC236}">
                <a16:creationId xmlns:a16="http://schemas.microsoft.com/office/drawing/2014/main" id="{C62D5A7E-8F6C-4F66-B715-CBC617800129}"/>
              </a:ext>
            </a:extLst>
          </p:cNvPr>
          <p:cNvSpPr>
            <a:spLocks noChangeShapeType="1"/>
          </p:cNvSpPr>
          <p:nvPr/>
        </p:nvSpPr>
        <p:spPr bwMode="auto">
          <a:xfrm>
            <a:off x="804863" y="1589088"/>
            <a:ext cx="3341687" cy="0"/>
          </a:xfrm>
          <a:prstGeom prst="line">
            <a:avLst/>
          </a:prstGeom>
          <a:noFill/>
          <a:ln w="19050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9" name="Group 52">
            <a:extLst>
              <a:ext uri="{FF2B5EF4-FFF2-40B4-BE49-F238E27FC236}">
                <a16:creationId xmlns:a16="http://schemas.microsoft.com/office/drawing/2014/main" id="{0774F098-DA04-4832-B525-AB033D4836F0}"/>
              </a:ext>
            </a:extLst>
          </p:cNvPr>
          <p:cNvGrpSpPr>
            <a:grpSpLocks/>
          </p:cNvGrpSpPr>
          <p:nvPr/>
        </p:nvGrpSpPr>
        <p:grpSpPr bwMode="auto">
          <a:xfrm>
            <a:off x="2967038" y="3103563"/>
            <a:ext cx="2200275" cy="587375"/>
            <a:chOff x="3043" y="1189"/>
            <a:chExt cx="1386" cy="370"/>
          </a:xfrm>
        </p:grpSpPr>
        <p:sp>
          <p:nvSpPr>
            <p:cNvPr id="269336" name="Line 37">
              <a:extLst>
                <a:ext uri="{FF2B5EF4-FFF2-40B4-BE49-F238E27FC236}">
                  <a16:creationId xmlns:a16="http://schemas.microsoft.com/office/drawing/2014/main" id="{3E593D8E-0CE3-467A-BD86-FD5968AB770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43" y="1372"/>
              <a:ext cx="1386" cy="0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prstDash val="dash"/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zh-HK" altLang="en-US"/>
            </a:p>
          </p:txBody>
        </p:sp>
        <p:sp>
          <p:nvSpPr>
            <p:cNvPr id="269337" name="Text Box 38">
              <a:extLst>
                <a:ext uri="{FF2B5EF4-FFF2-40B4-BE49-F238E27FC236}">
                  <a16:creationId xmlns:a16="http://schemas.microsoft.com/office/drawing/2014/main" id="{DF67EE63-E9A2-4F14-8746-92FCDB35EF9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06" y="1189"/>
              <a:ext cx="1204" cy="37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solidFill>
                    <a:srgbClr val="CC0000"/>
                  </a:solidFill>
                  <a:latin typeface="Arial" panose="020B0604020202020204" pitchFamily="34" charset="0"/>
                </a:rPr>
                <a:t>TCP </a:t>
              </a:r>
            </a:p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solidFill>
                    <a:srgbClr val="CC0000"/>
                  </a:solidFill>
                  <a:latin typeface="Arial" panose="020B0604020202020204" pitchFamily="34" charset="0"/>
                </a:rPr>
                <a:t>connection setup</a:t>
              </a:r>
              <a:endParaRPr lang="en-US" altLang="zh-TW" sz="2400">
                <a:solidFill>
                  <a:srgbClr val="CC0000"/>
                </a:solidFill>
                <a:latin typeface="Arial" panose="020B0604020202020204" pitchFamily="34" charset="0"/>
              </a:endParaRPr>
            </a:p>
          </p:txBody>
        </p:sp>
      </p:grpSp>
      <p:sp>
        <p:nvSpPr>
          <p:cNvPr id="269327" name="Line 50">
            <a:extLst>
              <a:ext uri="{FF2B5EF4-FFF2-40B4-BE49-F238E27FC236}">
                <a16:creationId xmlns:a16="http://schemas.microsoft.com/office/drawing/2014/main" id="{9CD8BCE8-49EB-49FD-9CB2-0A0450C60714}"/>
              </a:ext>
            </a:extLst>
          </p:cNvPr>
          <p:cNvSpPr>
            <a:spLocks noChangeShapeType="1"/>
          </p:cNvSpPr>
          <p:nvPr/>
        </p:nvSpPr>
        <p:spPr bwMode="auto">
          <a:xfrm>
            <a:off x="5545138" y="1600200"/>
            <a:ext cx="676275" cy="0"/>
          </a:xfrm>
          <a:prstGeom prst="line">
            <a:avLst/>
          </a:prstGeom>
          <a:noFill/>
          <a:ln w="19050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10" name="Group 53">
            <a:extLst>
              <a:ext uri="{FF2B5EF4-FFF2-40B4-BE49-F238E27FC236}">
                <a16:creationId xmlns:a16="http://schemas.microsoft.com/office/drawing/2014/main" id="{21EBE24B-99D6-4473-9D4D-2FDE253A948F}"/>
              </a:ext>
            </a:extLst>
          </p:cNvPr>
          <p:cNvGrpSpPr>
            <a:grpSpLocks/>
          </p:cNvGrpSpPr>
          <p:nvPr/>
        </p:nvGrpSpPr>
        <p:grpSpPr bwMode="auto">
          <a:xfrm>
            <a:off x="1298575" y="4251325"/>
            <a:ext cx="5453063" cy="1954213"/>
            <a:chOff x="832" y="2713"/>
            <a:chExt cx="3435" cy="1231"/>
          </a:xfrm>
        </p:grpSpPr>
        <p:sp>
          <p:nvSpPr>
            <p:cNvPr id="269329" name="Text Box 15">
              <a:extLst>
                <a:ext uri="{FF2B5EF4-FFF2-40B4-BE49-F238E27FC236}">
                  <a16:creationId xmlns:a16="http://schemas.microsoft.com/office/drawing/2014/main" id="{C75B9D26-FC96-4735-A81B-E177DA3AE17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67" y="3512"/>
              <a:ext cx="1007" cy="3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solidFill>
                    <a:srgbClr val="000000"/>
                  </a:solidFill>
                  <a:latin typeface="Arial" panose="020B0604020202020204" pitchFamily="34" charset="0"/>
                </a:rPr>
                <a:t>close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solidFill>
                    <a:srgbClr val="0070C0"/>
                  </a:solidFill>
                  <a:latin typeface="Arial" panose="020B0604020202020204" pitchFamily="34" charset="0"/>
                </a:rPr>
                <a:t>connectionSocket</a:t>
              </a:r>
              <a:endParaRPr lang="en-US" altLang="zh-TW" sz="2400">
                <a:solidFill>
                  <a:srgbClr val="0070C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69330" name="Line 16">
              <a:extLst>
                <a:ext uri="{FF2B5EF4-FFF2-40B4-BE49-F238E27FC236}">
                  <a16:creationId xmlns:a16="http://schemas.microsoft.com/office/drawing/2014/main" id="{EE281192-6724-4F7B-999C-B8F422D414C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18" y="3437"/>
              <a:ext cx="0" cy="204"/>
            </a:xfrm>
            <a:prstGeom prst="line">
              <a:avLst/>
            </a:prstGeom>
            <a:noFill/>
            <a:ln w="28575">
              <a:solidFill>
                <a:srgbClr val="000099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>
              <a:spAutoFit/>
            </a:bodyPr>
            <a:lstStyle/>
            <a:p>
              <a:endParaRPr lang="zh-HK" altLang="en-US"/>
            </a:p>
          </p:txBody>
        </p:sp>
        <p:sp>
          <p:nvSpPr>
            <p:cNvPr id="269331" name="Freeform 17">
              <a:extLst>
                <a:ext uri="{FF2B5EF4-FFF2-40B4-BE49-F238E27FC236}">
                  <a16:creationId xmlns:a16="http://schemas.microsoft.com/office/drawing/2014/main" id="{9C0F2CEF-B085-489A-A2C0-FD7B08157BCF}"/>
                </a:ext>
              </a:extLst>
            </p:cNvPr>
            <p:cNvSpPr>
              <a:spLocks/>
            </p:cNvSpPr>
            <p:nvPr/>
          </p:nvSpPr>
          <p:spPr bwMode="auto">
            <a:xfrm>
              <a:off x="832" y="2713"/>
              <a:ext cx="492" cy="306"/>
            </a:xfrm>
            <a:custGeom>
              <a:avLst/>
              <a:gdLst>
                <a:gd name="T0" fmla="*/ 492 w 492"/>
                <a:gd name="T1" fmla="*/ 0 h 2112"/>
                <a:gd name="T2" fmla="*/ 492 w 492"/>
                <a:gd name="T3" fmla="*/ 0 h 2112"/>
                <a:gd name="T4" fmla="*/ 0 w 492"/>
                <a:gd name="T5" fmla="*/ 0 h 2112"/>
                <a:gd name="T6" fmla="*/ 0 w 492"/>
                <a:gd name="T7" fmla="*/ 0 h 2112"/>
                <a:gd name="T8" fmla="*/ 402 w 492"/>
                <a:gd name="T9" fmla="*/ 0 h 211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492"/>
                <a:gd name="T16" fmla="*/ 0 h 2112"/>
                <a:gd name="T17" fmla="*/ 492 w 492"/>
                <a:gd name="T18" fmla="*/ 2112 h 211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492" h="2112">
                  <a:moveTo>
                    <a:pt x="492" y="1968"/>
                  </a:moveTo>
                  <a:lnTo>
                    <a:pt x="492" y="2112"/>
                  </a:lnTo>
                  <a:lnTo>
                    <a:pt x="0" y="2112"/>
                  </a:lnTo>
                  <a:lnTo>
                    <a:pt x="0" y="0"/>
                  </a:lnTo>
                  <a:lnTo>
                    <a:pt x="402" y="0"/>
                  </a:lnTo>
                </a:path>
              </a:pathLst>
            </a:custGeom>
            <a:noFill/>
            <a:ln w="28575">
              <a:solidFill>
                <a:srgbClr val="000099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>
              <a:spAutoFit/>
            </a:bodyPr>
            <a:lstStyle/>
            <a:p>
              <a:endParaRPr lang="zh-HK" altLang="en-US"/>
            </a:p>
          </p:txBody>
        </p:sp>
        <p:grpSp>
          <p:nvGrpSpPr>
            <p:cNvPr id="269332" name="Group 18">
              <a:extLst>
                <a:ext uri="{FF2B5EF4-FFF2-40B4-BE49-F238E27FC236}">
                  <a16:creationId xmlns:a16="http://schemas.microsoft.com/office/drawing/2014/main" id="{00E43C12-5D7A-415B-875F-FFE91AD6E18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393" y="3248"/>
              <a:ext cx="874" cy="696"/>
              <a:chOff x="3365" y="3375"/>
              <a:chExt cx="874" cy="696"/>
            </a:xfrm>
          </p:grpSpPr>
          <p:sp>
            <p:nvSpPr>
              <p:cNvPr id="269333" name="Text Box 19">
                <a:extLst>
                  <a:ext uri="{FF2B5EF4-FFF2-40B4-BE49-F238E27FC236}">
                    <a16:creationId xmlns:a16="http://schemas.microsoft.com/office/drawing/2014/main" id="{F6D058A6-E7BE-433C-862A-44FEF856DFD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365" y="3375"/>
                <a:ext cx="874" cy="33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400">
                    <a:solidFill>
                      <a:srgbClr val="000000"/>
                    </a:solidFill>
                    <a:latin typeface="Arial" panose="020B0604020202020204" pitchFamily="34" charset="0"/>
                  </a:rPr>
                  <a:t>read reply from</a:t>
                </a:r>
              </a:p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400">
                    <a:solidFill>
                      <a:srgbClr val="7030A0"/>
                    </a:solidFill>
                    <a:latin typeface="Arial" panose="020B0604020202020204" pitchFamily="34" charset="0"/>
                  </a:rPr>
                  <a:t>clientSocket</a:t>
                </a:r>
                <a:endParaRPr lang="en-US" altLang="zh-TW" sz="2400">
                  <a:solidFill>
                    <a:srgbClr val="7030A0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69334" name="Text Box 20">
                <a:extLst>
                  <a:ext uri="{FF2B5EF4-FFF2-40B4-BE49-F238E27FC236}">
                    <a16:creationId xmlns:a16="http://schemas.microsoft.com/office/drawing/2014/main" id="{9CA7387F-60AC-4918-A6D6-F00701DD21A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389" y="3741"/>
                <a:ext cx="725" cy="33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400">
                    <a:solidFill>
                      <a:srgbClr val="000000"/>
                    </a:solidFill>
                    <a:latin typeface="Arial" panose="020B0604020202020204" pitchFamily="34" charset="0"/>
                  </a:rPr>
                  <a:t>close</a:t>
                </a:r>
              </a:p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400">
                    <a:solidFill>
                      <a:srgbClr val="7030A0"/>
                    </a:solidFill>
                    <a:latin typeface="Arial" panose="020B0604020202020204" pitchFamily="34" charset="0"/>
                  </a:rPr>
                  <a:t>clientSocket</a:t>
                </a:r>
                <a:endParaRPr lang="en-US" altLang="zh-TW" sz="2400">
                  <a:solidFill>
                    <a:srgbClr val="7030A0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69335" name="Line 21">
                <a:extLst>
                  <a:ext uri="{FF2B5EF4-FFF2-40B4-BE49-F238E27FC236}">
                    <a16:creationId xmlns:a16="http://schemas.microsoft.com/office/drawing/2014/main" id="{E1EF03F9-01F3-4077-BF1F-33E3C0C9148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816" y="3690"/>
                <a:ext cx="0" cy="204"/>
              </a:xfrm>
              <a:prstGeom prst="line">
                <a:avLst/>
              </a:prstGeom>
              <a:noFill/>
              <a:ln w="28575">
                <a:solidFill>
                  <a:srgbClr val="000099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anchor="ctr">
                <a:spAutoFit/>
              </a:bodyPr>
              <a:lstStyle/>
              <a:p>
                <a:endParaRPr lang="zh-HK" altLang="en-US"/>
              </a:p>
            </p:txBody>
          </p:sp>
        </p:grp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 nodeType="clickPar">
                      <p:stCondLst>
                        <p:cond delay="indefinite"/>
                      </p:stCondLst>
                      <p:childTnLst>
                        <p:par>
                          <p:cTn id="1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 nodeType="clickPar">
                      <p:stCondLst>
                        <p:cond delay="indefinite"/>
                      </p:stCondLst>
                      <p:childTnLst>
                        <p:par>
                          <p:cTn id="3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338" name="Rectangle 7">
            <a:extLst>
              <a:ext uri="{FF2B5EF4-FFF2-40B4-BE49-F238E27FC236}">
                <a16:creationId xmlns:a16="http://schemas.microsoft.com/office/drawing/2014/main" id="{BB32CBC4-7E3B-485E-B812-814E6BB1871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270339" name="Rectangle 8">
            <a:extLst>
              <a:ext uri="{FF2B5EF4-FFF2-40B4-BE49-F238E27FC236}">
                <a16:creationId xmlns:a16="http://schemas.microsoft.com/office/drawing/2014/main" id="{C5C8B2AA-A469-4F32-AAAA-B32D4E8FEF3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  <a:ea typeface="新細明體" panose="02020500000000000000" pitchFamily="18" charset="-120"/>
              </a:rPr>
              <a:t>2-</a:t>
            </a:r>
            <a:fld id="{53370F87-7748-4F84-83CF-9629A6B207B3}" type="slidenum">
              <a:rPr lang="en-US" altLang="zh-TW" sz="1200" smtClean="0">
                <a:solidFill>
                  <a:srgbClr val="000000"/>
                </a:solidFill>
                <a:latin typeface="Tahoma" panose="020B0604030504040204" pitchFamily="34" charset="0"/>
                <a:ea typeface="新細明體" panose="02020500000000000000" pitchFamily="18" charset="-120"/>
              </a:rPr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t>104</a:t>
            </a:fld>
            <a:endParaRPr lang="en-US" altLang="zh-TW" sz="1200">
              <a:solidFill>
                <a:srgbClr val="000000"/>
              </a:solidFill>
              <a:latin typeface="Tahoma" panose="020B0604030504040204" pitchFamily="34" charset="0"/>
              <a:ea typeface="新細明體" panose="02020500000000000000" pitchFamily="18" charset="-120"/>
            </a:endParaRPr>
          </a:p>
        </p:txBody>
      </p:sp>
      <p:sp>
        <p:nvSpPr>
          <p:cNvPr id="270340" name="Rectangle 2">
            <a:extLst>
              <a:ext uri="{FF2B5EF4-FFF2-40B4-BE49-F238E27FC236}">
                <a16:creationId xmlns:a16="http://schemas.microsoft.com/office/drawing/2014/main" id="{8078AE4D-022B-4916-9D3D-175E42E92E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2275" y="88900"/>
            <a:ext cx="7772400" cy="9477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3600">
                <a:solidFill>
                  <a:srgbClr val="000099"/>
                </a:solidFill>
              </a:rPr>
              <a:t>Example  app: TCP client</a:t>
            </a:r>
            <a:endParaRPr lang="en-US" altLang="zh-TW" sz="4400">
              <a:solidFill>
                <a:srgbClr val="000099"/>
              </a:solidFill>
            </a:endParaRPr>
          </a:p>
        </p:txBody>
      </p:sp>
      <p:sp>
        <p:nvSpPr>
          <p:cNvPr id="270341" name="TextBox 1">
            <a:extLst>
              <a:ext uri="{FF2B5EF4-FFF2-40B4-BE49-F238E27FC236}">
                <a16:creationId xmlns:a16="http://schemas.microsoft.com/office/drawing/2014/main" id="{0D3CA84B-668C-4F51-9392-E12F1B1633B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05100" y="1651000"/>
            <a:ext cx="5894388" cy="4229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ts val="2800"/>
              </a:lnSpc>
              <a:buClr>
                <a:srgbClr val="3333CC"/>
              </a:buClr>
              <a:buSzPct val="85000"/>
              <a:buFont typeface="ZapfDingbats" pitchFamily="82" charset="2"/>
              <a:buNone/>
            </a:pP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from socket import *</a:t>
            </a:r>
          </a:p>
          <a:p>
            <a:pPr>
              <a:lnSpc>
                <a:spcPts val="2800"/>
              </a:lnSpc>
              <a:buClr>
                <a:srgbClr val="3333CC"/>
              </a:buClr>
              <a:buSzPct val="85000"/>
              <a:buFont typeface="ZapfDingbats" pitchFamily="82" charset="2"/>
              <a:buNone/>
            </a:pP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serverName = </a:t>
            </a:r>
            <a:r>
              <a:rPr lang="en-US" altLang="en-US" sz="2000">
                <a:solidFill>
                  <a:srgbClr val="000000"/>
                </a:solidFill>
                <a:latin typeface="Arial" panose="020B0604020202020204" pitchFamily="34" charset="0"/>
              </a:rPr>
              <a:t>’</a:t>
            </a:r>
            <a:r>
              <a:rPr lang="en-US" altLang="ja-JP" sz="2000">
                <a:solidFill>
                  <a:srgbClr val="000000"/>
                </a:solidFill>
                <a:latin typeface="Arial" panose="020B0604020202020204" pitchFamily="34" charset="0"/>
              </a:rPr>
              <a:t>servername</a:t>
            </a:r>
            <a:r>
              <a:rPr lang="en-US" altLang="en-US" sz="2000">
                <a:solidFill>
                  <a:srgbClr val="000000"/>
                </a:solidFill>
                <a:latin typeface="Arial" panose="020B0604020202020204" pitchFamily="34" charset="0"/>
              </a:rPr>
              <a:t>’</a:t>
            </a:r>
            <a:endParaRPr lang="en-US" altLang="ja-JP" sz="200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>
              <a:lnSpc>
                <a:spcPts val="2800"/>
              </a:lnSpc>
              <a:buClr>
                <a:srgbClr val="3333CC"/>
              </a:buClr>
              <a:buSzPct val="85000"/>
              <a:buFont typeface="ZapfDingbats" pitchFamily="82" charset="2"/>
              <a:buNone/>
            </a:pP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serverPort = 12000</a:t>
            </a:r>
          </a:p>
          <a:p>
            <a:pPr>
              <a:lnSpc>
                <a:spcPts val="2800"/>
              </a:lnSpc>
              <a:buClr>
                <a:srgbClr val="3333CC"/>
              </a:buClr>
              <a:buSzPct val="85000"/>
              <a:buFont typeface="ZapfDingbats" pitchFamily="82" charset="2"/>
              <a:buNone/>
            </a:pP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clientSocket = socket(AF_INET, SOCK_STREAM)</a:t>
            </a:r>
          </a:p>
          <a:p>
            <a:pPr>
              <a:lnSpc>
                <a:spcPts val="2800"/>
              </a:lnSpc>
              <a:buClr>
                <a:srgbClr val="3333CC"/>
              </a:buClr>
              <a:buSzPct val="85000"/>
              <a:buFont typeface="ZapfDingbats" pitchFamily="82" charset="2"/>
              <a:buNone/>
            </a:pPr>
            <a:r>
              <a:rPr lang="en-US" altLang="zh-TW" sz="2000">
                <a:solidFill>
                  <a:srgbClr val="0070C0"/>
                </a:solidFill>
                <a:latin typeface="Arial" panose="020B0604020202020204" pitchFamily="34" charset="0"/>
              </a:rPr>
              <a:t>clientSocket.connect((serverName,serverPort))</a:t>
            </a:r>
          </a:p>
          <a:p>
            <a:pPr>
              <a:lnSpc>
                <a:spcPts val="2800"/>
              </a:lnSpc>
              <a:buClr>
                <a:srgbClr val="3333CC"/>
              </a:buClr>
              <a:buSzPct val="85000"/>
              <a:buFont typeface="ZapfDingbats" pitchFamily="82" charset="2"/>
              <a:buNone/>
            </a:pP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sentence = raw_input(</a:t>
            </a:r>
            <a:r>
              <a:rPr lang="en-US" altLang="en-US" sz="2000">
                <a:solidFill>
                  <a:srgbClr val="000000"/>
                </a:solidFill>
                <a:latin typeface="Arial" panose="020B0604020202020204" pitchFamily="34" charset="0"/>
              </a:rPr>
              <a:t>‘</a:t>
            </a: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Input lowercase sentence:</a:t>
            </a:r>
            <a:r>
              <a:rPr lang="en-US" altLang="en-US" sz="2000">
                <a:solidFill>
                  <a:srgbClr val="000000"/>
                </a:solidFill>
                <a:latin typeface="Arial" panose="020B0604020202020204" pitchFamily="34" charset="0"/>
              </a:rPr>
              <a:t>’</a:t>
            </a: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)</a:t>
            </a:r>
          </a:p>
          <a:p>
            <a:pPr>
              <a:lnSpc>
                <a:spcPts val="2800"/>
              </a:lnSpc>
              <a:buClr>
                <a:srgbClr val="3333CC"/>
              </a:buClr>
              <a:buSzPct val="85000"/>
              <a:buFont typeface="ZapfDingbats" pitchFamily="82" charset="2"/>
              <a:buNone/>
            </a:pP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clientSocket.send(sentence)</a:t>
            </a:r>
          </a:p>
          <a:p>
            <a:pPr>
              <a:lnSpc>
                <a:spcPts val="2800"/>
              </a:lnSpc>
              <a:buClr>
                <a:srgbClr val="3333CC"/>
              </a:buClr>
              <a:buSzPct val="85000"/>
              <a:buFont typeface="ZapfDingbats" pitchFamily="82" charset="2"/>
              <a:buNone/>
            </a:pP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modifiedSentence = clientSocket.recv(1024)</a:t>
            </a:r>
          </a:p>
          <a:p>
            <a:pPr>
              <a:lnSpc>
                <a:spcPts val="2800"/>
              </a:lnSpc>
              <a:buClr>
                <a:srgbClr val="3333CC"/>
              </a:buClr>
              <a:buSzPct val="85000"/>
              <a:buFont typeface="ZapfDingbats" pitchFamily="82" charset="2"/>
              <a:buNone/>
            </a:pP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print </a:t>
            </a:r>
            <a:r>
              <a:rPr lang="en-US" altLang="en-US" sz="2000">
                <a:solidFill>
                  <a:srgbClr val="000000"/>
                </a:solidFill>
                <a:latin typeface="Arial" panose="020B0604020202020204" pitchFamily="34" charset="0"/>
              </a:rPr>
              <a:t>‘</a:t>
            </a: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From Server:</a:t>
            </a:r>
            <a:r>
              <a:rPr lang="en-US" altLang="en-US" sz="2000">
                <a:solidFill>
                  <a:srgbClr val="000000"/>
                </a:solidFill>
                <a:latin typeface="Arial" panose="020B0604020202020204" pitchFamily="34" charset="0"/>
              </a:rPr>
              <a:t>’</a:t>
            </a: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, modifiedSentence</a:t>
            </a:r>
          </a:p>
          <a:p>
            <a:pPr>
              <a:lnSpc>
                <a:spcPts val="2800"/>
              </a:lnSpc>
              <a:buClr>
                <a:srgbClr val="3333CC"/>
              </a:buClr>
              <a:buSzPct val="85000"/>
              <a:buFont typeface="ZapfDingbats" pitchFamily="82" charset="2"/>
              <a:buNone/>
            </a:pP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clientSocket.close()</a:t>
            </a:r>
          </a:p>
        </p:txBody>
      </p:sp>
      <p:sp>
        <p:nvSpPr>
          <p:cNvPr id="270342" name="TextBox 2">
            <a:extLst>
              <a:ext uri="{FF2B5EF4-FFF2-40B4-BE49-F238E27FC236}">
                <a16:creationId xmlns:a16="http://schemas.microsoft.com/office/drawing/2014/main" id="{FA61EDFA-CCC5-47AF-9783-ECE696A31CA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17800" y="1168400"/>
            <a:ext cx="2706688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rgbClr val="3333CC"/>
              </a:buClr>
              <a:buSzPct val="85000"/>
              <a:buFont typeface="ZapfDingbats" pitchFamily="82" charset="2"/>
              <a:buNone/>
            </a:pPr>
            <a:r>
              <a:rPr lang="en-US" altLang="zh-TW" sz="2400" i="1">
                <a:solidFill>
                  <a:srgbClr val="CC0000"/>
                </a:solidFill>
                <a:latin typeface="Arial" panose="020B0604020202020204" pitchFamily="34" charset="0"/>
              </a:rPr>
              <a:t>Python TCPClient</a:t>
            </a:r>
          </a:p>
        </p:txBody>
      </p:sp>
      <p:grpSp>
        <p:nvGrpSpPr>
          <p:cNvPr id="2" name="Group 47">
            <a:extLst>
              <a:ext uri="{FF2B5EF4-FFF2-40B4-BE49-F238E27FC236}">
                <a16:creationId xmlns:a16="http://schemas.microsoft.com/office/drawing/2014/main" id="{39AA4703-2FE8-472B-9AF5-97CAA2132EDC}"/>
              </a:ext>
            </a:extLst>
          </p:cNvPr>
          <p:cNvGrpSpPr>
            <a:grpSpLocks/>
          </p:cNvGrpSpPr>
          <p:nvPr/>
        </p:nvGrpSpPr>
        <p:grpSpPr bwMode="auto">
          <a:xfrm>
            <a:off x="0" y="2670175"/>
            <a:ext cx="2778125" cy="523875"/>
            <a:chOff x="-811" y="2671324"/>
            <a:chExt cx="2778483" cy="523220"/>
          </a:xfrm>
        </p:grpSpPr>
        <p:sp>
          <p:nvSpPr>
            <p:cNvPr id="270351" name="TextBox 31">
              <a:extLst>
                <a:ext uri="{FF2B5EF4-FFF2-40B4-BE49-F238E27FC236}">
                  <a16:creationId xmlns:a16="http://schemas.microsoft.com/office/drawing/2014/main" id="{A7159EF0-9B89-4C7B-B9B8-5CCB22B3B76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-811" y="2671324"/>
              <a:ext cx="2271818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rgbClr val="3333CC"/>
                </a:buClr>
                <a:buSzPct val="85000"/>
                <a:buFont typeface="ZapfDingbats" pitchFamily="82" charset="2"/>
                <a:buNone/>
              </a:pPr>
              <a:r>
                <a:rPr lang="en-US" altLang="zh-TW" sz="1400">
                  <a:solidFill>
                    <a:srgbClr val="000099"/>
                  </a:solidFill>
                  <a:latin typeface="Arial" panose="020B0604020202020204" pitchFamily="34" charset="0"/>
                </a:rPr>
                <a:t>create TCP socket for server, remote port 12000</a:t>
              </a:r>
            </a:p>
          </p:txBody>
        </p:sp>
        <p:cxnSp>
          <p:nvCxnSpPr>
            <p:cNvPr id="270352" name="Straight Connector 32">
              <a:extLst>
                <a:ext uri="{FF2B5EF4-FFF2-40B4-BE49-F238E27FC236}">
                  <a16:creationId xmlns:a16="http://schemas.microsoft.com/office/drawing/2014/main" id="{2C5EF35A-69A5-430D-8500-F43664C9FA3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0143" y="3165929"/>
              <a:ext cx="727529" cy="2721"/>
            </a:xfrm>
            <a:prstGeom prst="line">
              <a:avLst/>
            </a:prstGeom>
            <a:noFill/>
            <a:ln w="12700">
              <a:solidFill>
                <a:srgbClr val="CC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5" name="Oval 4">
            <a:extLst>
              <a:ext uri="{FF2B5EF4-FFF2-40B4-BE49-F238E27FC236}">
                <a16:creationId xmlns:a16="http://schemas.microsoft.com/office/drawing/2014/main" id="{E33FE420-EA0B-4505-9405-BB2DEC79DF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6500" y="2895600"/>
            <a:ext cx="2247900" cy="508000"/>
          </a:xfrm>
          <a:prstGeom prst="ellipse">
            <a:avLst/>
          </a:prstGeom>
          <a:noFill/>
          <a:ln w="19050">
            <a:solidFill>
              <a:srgbClr val="00009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rgbClr val="3333CC"/>
              </a:buClr>
              <a:buSzPct val="85000"/>
              <a:buFont typeface="ZapfDingbats" pitchFamily="82" charset="2"/>
              <a:buNone/>
            </a:pPr>
            <a:endParaRPr lang="zh-TW" altLang="zh-TW" sz="2400">
              <a:solidFill>
                <a:srgbClr val="000000"/>
              </a:solidFill>
              <a:latin typeface="Comic Sans MS" panose="030F0702030302020204" pitchFamily="66" charset="0"/>
            </a:endParaRPr>
          </a:p>
        </p:txBody>
      </p:sp>
      <p:pic>
        <p:nvPicPr>
          <p:cNvPr id="270345" name="Picture 17" descr="underline_base">
            <a:extLst>
              <a:ext uri="{FF2B5EF4-FFF2-40B4-BE49-F238E27FC236}">
                <a16:creationId xmlns:a16="http://schemas.microsoft.com/office/drawing/2014/main" id="{200AC745-AAC8-45F3-849D-DE586D900528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63" y="795338"/>
            <a:ext cx="45704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3" name="Group 47">
            <a:extLst>
              <a:ext uri="{FF2B5EF4-FFF2-40B4-BE49-F238E27FC236}">
                <a16:creationId xmlns:a16="http://schemas.microsoft.com/office/drawing/2014/main" id="{A40FBFF9-4751-47B3-8577-224EE66D4833}"/>
              </a:ext>
            </a:extLst>
          </p:cNvPr>
          <p:cNvGrpSpPr>
            <a:grpSpLocks/>
          </p:cNvGrpSpPr>
          <p:nvPr/>
        </p:nvGrpSpPr>
        <p:grpSpPr bwMode="auto">
          <a:xfrm>
            <a:off x="0" y="4171950"/>
            <a:ext cx="2794000" cy="523875"/>
            <a:chOff x="-17288" y="2918148"/>
            <a:chExt cx="2794960" cy="522566"/>
          </a:xfrm>
        </p:grpSpPr>
        <p:sp>
          <p:nvSpPr>
            <p:cNvPr id="270349" name="TextBox 31">
              <a:extLst>
                <a:ext uri="{FF2B5EF4-FFF2-40B4-BE49-F238E27FC236}">
                  <a16:creationId xmlns:a16="http://schemas.microsoft.com/office/drawing/2014/main" id="{AED4C796-DF66-49E5-A3F3-2BD19551D29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-17288" y="2918148"/>
              <a:ext cx="2271818" cy="5225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rgbClr val="3333CC"/>
                </a:buClr>
                <a:buSzPct val="85000"/>
                <a:buFont typeface="ZapfDingbats" pitchFamily="82" charset="2"/>
                <a:buNone/>
              </a:pPr>
              <a:r>
                <a:rPr lang="en-US" altLang="zh-TW" sz="1400" dirty="0">
                  <a:solidFill>
                    <a:srgbClr val="FF0000"/>
                  </a:solidFill>
                  <a:latin typeface="Arial" panose="020B0604020202020204" pitchFamily="34" charset="0"/>
                </a:rPr>
                <a:t>No need to attach server name, port </a:t>
              </a:r>
            </a:p>
          </p:txBody>
        </p:sp>
        <p:cxnSp>
          <p:nvCxnSpPr>
            <p:cNvPr id="270350" name="Straight Connector 32">
              <a:extLst>
                <a:ext uri="{FF2B5EF4-FFF2-40B4-BE49-F238E27FC236}">
                  <a16:creationId xmlns:a16="http://schemas.microsoft.com/office/drawing/2014/main" id="{ED6BA958-8578-4D0D-81D4-C7E5933E40F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0143" y="3165929"/>
              <a:ext cx="727529" cy="2721"/>
            </a:xfrm>
            <a:prstGeom prst="line">
              <a:avLst/>
            </a:prstGeom>
            <a:noFill/>
            <a:ln w="12700">
              <a:solidFill>
                <a:srgbClr val="CC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16" name="TextBox 31">
            <a:extLst>
              <a:ext uri="{FF2B5EF4-FFF2-40B4-BE49-F238E27FC236}">
                <a16:creationId xmlns:a16="http://schemas.microsoft.com/office/drawing/2014/main" id="{6CFC5415-1C34-4255-B6D6-D128F50185E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63" y="3294063"/>
            <a:ext cx="2325687" cy="739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rgbClr val="3333CC"/>
              </a:buClr>
              <a:buSzPct val="85000"/>
              <a:buFont typeface="ZapfDingbats" pitchFamily="82" charset="2"/>
              <a:buNone/>
            </a:pPr>
            <a:r>
              <a:rPr lang="en-US" altLang="zh-TW" sz="1400">
                <a:solidFill>
                  <a:srgbClr val="000099"/>
                </a:solidFill>
                <a:latin typeface="Arial" panose="020B0604020202020204" pitchFamily="34" charset="0"/>
              </a:rPr>
              <a:t>TCP connection is established between the client and server</a:t>
            </a:r>
          </a:p>
        </p:txBody>
      </p:sp>
      <p:cxnSp>
        <p:nvCxnSpPr>
          <p:cNvPr id="17" name="Straight Connector 32">
            <a:extLst>
              <a:ext uri="{FF2B5EF4-FFF2-40B4-BE49-F238E27FC236}">
                <a16:creationId xmlns:a16="http://schemas.microsoft.com/office/drawing/2014/main" id="{E7BC36CD-8AA9-4285-89F1-393C15A54EAA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116138" y="3556000"/>
            <a:ext cx="727075" cy="1588"/>
          </a:xfrm>
          <a:prstGeom prst="line">
            <a:avLst/>
          </a:prstGeom>
          <a:noFill/>
          <a:ln w="12700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6" grpId="0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7">
            <a:extLst>
              <a:ext uri="{FF2B5EF4-FFF2-40B4-BE49-F238E27FC236}">
                <a16:creationId xmlns:a16="http://schemas.microsoft.com/office/drawing/2014/main" id="{D331E3D5-A2E7-4A73-995F-E67648DC1CF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271363" name="Rectangle 8">
            <a:extLst>
              <a:ext uri="{FF2B5EF4-FFF2-40B4-BE49-F238E27FC236}">
                <a16:creationId xmlns:a16="http://schemas.microsoft.com/office/drawing/2014/main" id="{FB48E6E0-36D5-4995-AE64-AF166687028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  <a:ea typeface="新細明體" panose="02020500000000000000" pitchFamily="18" charset="-120"/>
              </a:rPr>
              <a:t>2-</a:t>
            </a:r>
            <a:fld id="{21F9BC44-4740-48CC-8B15-229A5EDD07E2}" type="slidenum">
              <a:rPr lang="en-US" altLang="zh-TW" sz="1200" smtClean="0">
                <a:solidFill>
                  <a:srgbClr val="000000"/>
                </a:solidFill>
                <a:latin typeface="Tahoma" panose="020B0604030504040204" pitchFamily="34" charset="0"/>
                <a:ea typeface="新細明體" panose="02020500000000000000" pitchFamily="18" charset="-120"/>
              </a:rPr>
              <a:pPr>
                <a:lnSpc>
                  <a:spcPct val="100000"/>
                </a:lnSpc>
                <a:buClr>
                  <a:schemeClr val="accent2"/>
                </a:buClr>
                <a:buSzPct val="85000"/>
                <a:buFont typeface="ZapfDingbats" pitchFamily="82" charset="2"/>
                <a:buNone/>
              </a:pPr>
              <a:t>105</a:t>
            </a:fld>
            <a:endParaRPr lang="en-US" altLang="zh-TW" sz="1200">
              <a:solidFill>
                <a:srgbClr val="000000"/>
              </a:solidFill>
              <a:latin typeface="Tahoma" panose="020B0604030504040204" pitchFamily="34" charset="0"/>
              <a:ea typeface="新細明體" panose="02020500000000000000" pitchFamily="18" charset="-120"/>
            </a:endParaRPr>
          </a:p>
        </p:txBody>
      </p:sp>
      <p:sp>
        <p:nvSpPr>
          <p:cNvPr id="271364" name="Rectangle 2">
            <a:extLst>
              <a:ext uri="{FF2B5EF4-FFF2-40B4-BE49-F238E27FC236}">
                <a16:creationId xmlns:a16="http://schemas.microsoft.com/office/drawing/2014/main" id="{350FB169-921D-417C-BC6F-11F783F25C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2275" y="88900"/>
            <a:ext cx="7772400" cy="9477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3600">
                <a:solidFill>
                  <a:srgbClr val="000099"/>
                </a:solidFill>
              </a:rPr>
              <a:t>Example app: TCP server</a:t>
            </a:r>
            <a:endParaRPr lang="en-US" altLang="zh-TW" sz="4400">
              <a:solidFill>
                <a:srgbClr val="000099"/>
              </a:solidFill>
            </a:endParaRPr>
          </a:p>
        </p:txBody>
      </p:sp>
      <p:sp>
        <p:nvSpPr>
          <p:cNvPr id="271365" name="TextBox 1">
            <a:extLst>
              <a:ext uri="{FF2B5EF4-FFF2-40B4-BE49-F238E27FC236}">
                <a16:creationId xmlns:a16="http://schemas.microsoft.com/office/drawing/2014/main" id="{1A498774-8A47-4F65-82C9-C3A0DC4B11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17800" y="1651000"/>
            <a:ext cx="5997575" cy="4832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rgbClr val="3333CC"/>
              </a:buClr>
              <a:buSzPct val="85000"/>
              <a:buFont typeface="ZapfDingbats" pitchFamily="82" charset="2"/>
              <a:buNone/>
            </a:pP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 from socket import *</a:t>
            </a:r>
          </a:p>
          <a:p>
            <a:pPr>
              <a:lnSpc>
                <a:spcPct val="100000"/>
              </a:lnSpc>
              <a:buClr>
                <a:srgbClr val="3333CC"/>
              </a:buClr>
              <a:buSzPct val="85000"/>
              <a:buFont typeface="ZapfDingbats" pitchFamily="82" charset="2"/>
              <a:buNone/>
            </a:pP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serverPort = 12000</a:t>
            </a:r>
          </a:p>
          <a:p>
            <a:pPr>
              <a:lnSpc>
                <a:spcPct val="100000"/>
              </a:lnSpc>
              <a:buClr>
                <a:srgbClr val="3333CC"/>
              </a:buClr>
              <a:buSzPct val="85000"/>
              <a:buFont typeface="ZapfDingbats" pitchFamily="82" charset="2"/>
              <a:buNone/>
            </a:pPr>
            <a:r>
              <a:rPr lang="en-US" altLang="zh-TW" sz="2000">
                <a:solidFill>
                  <a:srgbClr val="00B050"/>
                </a:solidFill>
                <a:latin typeface="Arial" panose="020B0604020202020204" pitchFamily="34" charset="0"/>
              </a:rPr>
              <a:t>serverSocket</a:t>
            </a: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 = socket(AF_INET,SOCK_STREAM)</a:t>
            </a:r>
          </a:p>
          <a:p>
            <a:pPr>
              <a:lnSpc>
                <a:spcPct val="100000"/>
              </a:lnSpc>
              <a:buClr>
                <a:srgbClr val="3333CC"/>
              </a:buClr>
              <a:buSzPct val="85000"/>
              <a:buFont typeface="ZapfDingbats" pitchFamily="82" charset="2"/>
              <a:buNone/>
            </a:pP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serverSocket.bind((</a:t>
            </a:r>
            <a:r>
              <a:rPr lang="en-US" altLang="en-US" sz="2000">
                <a:solidFill>
                  <a:srgbClr val="000000"/>
                </a:solidFill>
                <a:latin typeface="Arial" panose="020B0604020202020204" pitchFamily="34" charset="0"/>
              </a:rPr>
              <a:t>‘’</a:t>
            </a: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,serverPort))</a:t>
            </a:r>
          </a:p>
          <a:p>
            <a:pPr>
              <a:lnSpc>
                <a:spcPct val="100000"/>
              </a:lnSpc>
              <a:buClr>
                <a:srgbClr val="3333CC"/>
              </a:buClr>
              <a:buSzPct val="85000"/>
              <a:buFont typeface="ZapfDingbats" pitchFamily="82" charset="2"/>
              <a:buNone/>
            </a:pP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serverSocket.listen(1)</a:t>
            </a:r>
          </a:p>
          <a:p>
            <a:pPr>
              <a:lnSpc>
                <a:spcPct val="100000"/>
              </a:lnSpc>
              <a:buClr>
                <a:srgbClr val="3333CC"/>
              </a:buClr>
              <a:buSzPct val="85000"/>
              <a:buFont typeface="ZapfDingbats" pitchFamily="82" charset="2"/>
              <a:buNone/>
            </a:pP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print </a:t>
            </a:r>
            <a:r>
              <a:rPr lang="en-US" altLang="en-US" sz="2000">
                <a:solidFill>
                  <a:srgbClr val="000000"/>
                </a:solidFill>
                <a:latin typeface="Arial" panose="020B0604020202020204" pitchFamily="34" charset="0"/>
              </a:rPr>
              <a:t>‘</a:t>
            </a: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The server is ready to receive</a:t>
            </a:r>
            <a:r>
              <a:rPr lang="en-US" altLang="en-US" sz="2000">
                <a:solidFill>
                  <a:srgbClr val="000000"/>
                </a:solidFill>
                <a:latin typeface="Arial" panose="020B0604020202020204" pitchFamily="34" charset="0"/>
              </a:rPr>
              <a:t>’</a:t>
            </a:r>
            <a:endParaRPr lang="en-US" altLang="zh-TW" sz="200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>
              <a:lnSpc>
                <a:spcPct val="100000"/>
              </a:lnSpc>
              <a:buClr>
                <a:srgbClr val="3333CC"/>
              </a:buClr>
              <a:buSzPct val="85000"/>
              <a:buFont typeface="ZapfDingbats" pitchFamily="82" charset="2"/>
              <a:buNone/>
            </a:pP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while 1:</a:t>
            </a:r>
          </a:p>
          <a:p>
            <a:pPr>
              <a:lnSpc>
                <a:spcPct val="100000"/>
              </a:lnSpc>
              <a:buClr>
                <a:srgbClr val="3333CC"/>
              </a:buClr>
              <a:buSzPct val="85000"/>
              <a:buFont typeface="ZapfDingbats" pitchFamily="82" charset="2"/>
              <a:buNone/>
            </a:pP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     </a:t>
            </a:r>
            <a:r>
              <a:rPr lang="en-US" altLang="zh-TW" sz="2000">
                <a:solidFill>
                  <a:srgbClr val="0070C0"/>
                </a:solidFill>
                <a:latin typeface="Arial" panose="020B0604020202020204" pitchFamily="34" charset="0"/>
              </a:rPr>
              <a:t>connectionSocket</a:t>
            </a: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, addr = serverSocket.accept()</a:t>
            </a:r>
          </a:p>
          <a:p>
            <a:pPr>
              <a:lnSpc>
                <a:spcPct val="100000"/>
              </a:lnSpc>
              <a:buClr>
                <a:srgbClr val="3333CC"/>
              </a:buClr>
              <a:buSzPct val="85000"/>
              <a:buFont typeface="ZapfDingbats" pitchFamily="82" charset="2"/>
              <a:buNone/>
            </a:pP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     </a:t>
            </a:r>
          </a:p>
          <a:p>
            <a:pPr>
              <a:lnSpc>
                <a:spcPct val="100000"/>
              </a:lnSpc>
              <a:buClr>
                <a:srgbClr val="3333CC"/>
              </a:buClr>
              <a:buSzPct val="85000"/>
              <a:buFont typeface="ZapfDingbats" pitchFamily="82" charset="2"/>
              <a:buNone/>
            </a:pP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     sentence = connectionSocket.recv(1024)</a:t>
            </a:r>
          </a:p>
          <a:p>
            <a:pPr>
              <a:lnSpc>
                <a:spcPct val="100000"/>
              </a:lnSpc>
              <a:buClr>
                <a:srgbClr val="3333CC"/>
              </a:buClr>
              <a:buSzPct val="85000"/>
              <a:buFont typeface="ZapfDingbats" pitchFamily="82" charset="2"/>
              <a:buNone/>
            </a:pP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     capitalizedSentence = sentence.upper()</a:t>
            </a:r>
          </a:p>
          <a:p>
            <a:pPr>
              <a:lnSpc>
                <a:spcPct val="100000"/>
              </a:lnSpc>
              <a:buClr>
                <a:srgbClr val="3333CC"/>
              </a:buClr>
              <a:buSzPct val="85000"/>
              <a:buFont typeface="ZapfDingbats" pitchFamily="82" charset="2"/>
              <a:buNone/>
            </a:pP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     connectionSocket.send(capitalizedSentence)</a:t>
            </a:r>
          </a:p>
          <a:p>
            <a:pPr>
              <a:lnSpc>
                <a:spcPct val="100000"/>
              </a:lnSpc>
              <a:buClr>
                <a:srgbClr val="3333CC"/>
              </a:buClr>
              <a:buSzPct val="85000"/>
              <a:buFont typeface="ZapfDingbats" pitchFamily="82" charset="2"/>
              <a:buNone/>
            </a:pP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     connectionSocket.close()</a:t>
            </a:r>
            <a:endParaRPr lang="en-US" altLang="zh-TW" sz="18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271366" name="TextBox 2">
            <a:extLst>
              <a:ext uri="{FF2B5EF4-FFF2-40B4-BE49-F238E27FC236}">
                <a16:creationId xmlns:a16="http://schemas.microsoft.com/office/drawing/2014/main" id="{34034593-DE4A-4B2E-80DB-F068F3A8BA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17800" y="1168400"/>
            <a:ext cx="2827338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rgbClr val="3333CC"/>
              </a:buClr>
              <a:buSzPct val="85000"/>
              <a:buFont typeface="ZapfDingbats" pitchFamily="82" charset="2"/>
              <a:buNone/>
            </a:pPr>
            <a:r>
              <a:rPr lang="en-US" altLang="zh-TW" sz="2400" i="1">
                <a:solidFill>
                  <a:srgbClr val="CC0000"/>
                </a:solidFill>
                <a:latin typeface="Arial" panose="020B0604020202020204" pitchFamily="34" charset="0"/>
              </a:rPr>
              <a:t>Python TCPServer</a:t>
            </a:r>
          </a:p>
        </p:txBody>
      </p:sp>
      <p:grpSp>
        <p:nvGrpSpPr>
          <p:cNvPr id="2" name="Group 13">
            <a:extLst>
              <a:ext uri="{FF2B5EF4-FFF2-40B4-BE49-F238E27FC236}">
                <a16:creationId xmlns:a16="http://schemas.microsoft.com/office/drawing/2014/main" id="{E77DF513-415C-4410-AC9E-3920F82BA02B}"/>
              </a:ext>
            </a:extLst>
          </p:cNvPr>
          <p:cNvGrpSpPr>
            <a:grpSpLocks/>
          </p:cNvGrpSpPr>
          <p:nvPr/>
        </p:nvGrpSpPr>
        <p:grpSpPr bwMode="auto">
          <a:xfrm>
            <a:off x="152400" y="2173288"/>
            <a:ext cx="2559050" cy="566737"/>
            <a:chOff x="151614" y="2173972"/>
            <a:chExt cx="2559082" cy="566309"/>
          </a:xfrm>
        </p:grpSpPr>
        <p:sp>
          <p:nvSpPr>
            <p:cNvPr id="271384" name="TextBox 31">
              <a:extLst>
                <a:ext uri="{FF2B5EF4-FFF2-40B4-BE49-F238E27FC236}">
                  <a16:creationId xmlns:a16="http://schemas.microsoft.com/office/drawing/2014/main" id="{DC3CAFE0-A5BD-405C-90B0-3CE5D5994F6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51614" y="2173972"/>
              <a:ext cx="2559082" cy="56630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rgbClr val="3333CC"/>
                </a:buClr>
                <a:buSzPct val="85000"/>
                <a:buFont typeface="ZapfDingbats" pitchFamily="82" charset="2"/>
                <a:buNone/>
              </a:pPr>
              <a:r>
                <a:rPr lang="en-US" altLang="zh-TW" sz="1400">
                  <a:solidFill>
                    <a:srgbClr val="000099"/>
                  </a:solidFill>
                  <a:latin typeface="Arial" panose="020B0604020202020204" pitchFamily="34" charset="0"/>
                </a:rPr>
                <a:t>create TCP welcoming</a:t>
              </a:r>
            </a:p>
            <a:p>
              <a:pPr>
                <a:lnSpc>
                  <a:spcPct val="100000"/>
                </a:lnSpc>
                <a:buClr>
                  <a:srgbClr val="3333CC"/>
                </a:buClr>
                <a:buSzPct val="85000"/>
                <a:buFont typeface="ZapfDingbats" pitchFamily="82" charset="2"/>
                <a:buNone/>
              </a:pPr>
              <a:r>
                <a:rPr lang="en-US" altLang="zh-TW" sz="1400">
                  <a:solidFill>
                    <a:srgbClr val="000099"/>
                  </a:solidFill>
                  <a:latin typeface="Arial" panose="020B0604020202020204" pitchFamily="34" charset="0"/>
                </a:rPr>
                <a:t>socket</a:t>
              </a:r>
            </a:p>
          </p:txBody>
        </p:sp>
        <p:cxnSp>
          <p:nvCxnSpPr>
            <p:cNvPr id="271385" name="Straight Connector 32">
              <a:extLst>
                <a:ext uri="{FF2B5EF4-FFF2-40B4-BE49-F238E27FC236}">
                  <a16:creationId xmlns:a16="http://schemas.microsoft.com/office/drawing/2014/main" id="{C0E1A847-7C1B-4C58-A9B1-4BC5F3325FCA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695045" y="2596011"/>
              <a:ext cx="930227" cy="1139"/>
            </a:xfrm>
            <a:prstGeom prst="line">
              <a:avLst/>
            </a:prstGeom>
            <a:noFill/>
            <a:ln w="12700">
              <a:solidFill>
                <a:srgbClr val="CC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3" name="Group 14">
            <a:extLst>
              <a:ext uri="{FF2B5EF4-FFF2-40B4-BE49-F238E27FC236}">
                <a16:creationId xmlns:a16="http://schemas.microsoft.com/office/drawing/2014/main" id="{508EB964-7B8E-4D15-BC92-BA37BBB29D29}"/>
              </a:ext>
            </a:extLst>
          </p:cNvPr>
          <p:cNvGrpSpPr>
            <a:grpSpLocks/>
          </p:cNvGrpSpPr>
          <p:nvPr/>
        </p:nvGrpSpPr>
        <p:grpSpPr bwMode="auto">
          <a:xfrm>
            <a:off x="131763" y="3036888"/>
            <a:ext cx="2540000" cy="523875"/>
            <a:chOff x="169076" y="2884812"/>
            <a:chExt cx="2541127" cy="523220"/>
          </a:xfrm>
        </p:grpSpPr>
        <p:sp>
          <p:nvSpPr>
            <p:cNvPr id="271382" name="TextBox 26">
              <a:extLst>
                <a:ext uri="{FF2B5EF4-FFF2-40B4-BE49-F238E27FC236}">
                  <a16:creationId xmlns:a16="http://schemas.microsoft.com/office/drawing/2014/main" id="{E1B7DBAC-EB84-4120-AAF9-F822FB164E0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69076" y="2884812"/>
              <a:ext cx="2271818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rgbClr val="3333CC"/>
                </a:buClr>
                <a:buSzPct val="85000"/>
                <a:buFont typeface="ZapfDingbats" pitchFamily="82" charset="2"/>
                <a:buNone/>
              </a:pPr>
              <a:r>
                <a:rPr lang="en-US" altLang="zh-TW" sz="1400">
                  <a:solidFill>
                    <a:srgbClr val="000099"/>
                  </a:solidFill>
                  <a:latin typeface="Arial" panose="020B0604020202020204" pitchFamily="34" charset="0"/>
                </a:rPr>
                <a:t>server begins listening for  incoming TCP requests</a:t>
              </a:r>
            </a:p>
          </p:txBody>
        </p:sp>
        <p:cxnSp>
          <p:nvCxnSpPr>
            <p:cNvPr id="271383" name="Straight Connector 30">
              <a:extLst>
                <a:ext uri="{FF2B5EF4-FFF2-40B4-BE49-F238E27FC236}">
                  <a16:creationId xmlns:a16="http://schemas.microsoft.com/office/drawing/2014/main" id="{1B5BF011-AD3E-4DF8-AC20-DCE5401B2E8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982674" y="3169104"/>
              <a:ext cx="727529" cy="2721"/>
            </a:xfrm>
            <a:prstGeom prst="line">
              <a:avLst/>
            </a:prstGeom>
            <a:noFill/>
            <a:ln w="12700">
              <a:solidFill>
                <a:srgbClr val="CC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4" name="Group 15">
            <a:extLst>
              <a:ext uri="{FF2B5EF4-FFF2-40B4-BE49-F238E27FC236}">
                <a16:creationId xmlns:a16="http://schemas.microsoft.com/office/drawing/2014/main" id="{62B6817C-9FB9-41C9-A156-B36D1C97E8E9}"/>
              </a:ext>
            </a:extLst>
          </p:cNvPr>
          <p:cNvGrpSpPr>
            <a:grpSpLocks/>
          </p:cNvGrpSpPr>
          <p:nvPr/>
        </p:nvGrpSpPr>
        <p:grpSpPr bwMode="auto">
          <a:xfrm>
            <a:off x="528638" y="3816350"/>
            <a:ext cx="2155825" cy="298450"/>
            <a:chOff x="553383" y="3714241"/>
            <a:chExt cx="2157273" cy="299227"/>
          </a:xfrm>
        </p:grpSpPr>
        <p:sp>
          <p:nvSpPr>
            <p:cNvPr id="271380" name="TextBox 34">
              <a:extLst>
                <a:ext uri="{FF2B5EF4-FFF2-40B4-BE49-F238E27FC236}">
                  <a16:creationId xmlns:a16="http://schemas.microsoft.com/office/drawing/2014/main" id="{B1F36D5B-01A0-42C6-8BF1-33E87F0CBD0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3383" y="3714241"/>
              <a:ext cx="1194763" cy="2992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ts val="1600"/>
                </a:lnSpc>
                <a:buClr>
                  <a:srgbClr val="3333CC"/>
                </a:buClr>
                <a:buSzPct val="85000"/>
                <a:buFont typeface="ZapfDingbats" pitchFamily="82" charset="2"/>
                <a:buNone/>
              </a:pPr>
              <a:r>
                <a:rPr lang="en-US" altLang="zh-TW" sz="1400">
                  <a:solidFill>
                    <a:srgbClr val="000099"/>
                  </a:solidFill>
                  <a:latin typeface="Arial" panose="020B0604020202020204" pitchFamily="34" charset="0"/>
                </a:rPr>
                <a:t>loop forever</a:t>
              </a:r>
            </a:p>
          </p:txBody>
        </p:sp>
        <p:cxnSp>
          <p:nvCxnSpPr>
            <p:cNvPr id="271381" name="Straight Connector 35">
              <a:extLst>
                <a:ext uri="{FF2B5EF4-FFF2-40B4-BE49-F238E27FC236}">
                  <a16:creationId xmlns:a16="http://schemas.microsoft.com/office/drawing/2014/main" id="{DD73A567-7903-4341-AEDA-B5A6D5CDCFB4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1266031" y="3964781"/>
              <a:ext cx="1444625" cy="3969"/>
            </a:xfrm>
            <a:prstGeom prst="line">
              <a:avLst/>
            </a:prstGeom>
            <a:noFill/>
            <a:ln w="12700">
              <a:solidFill>
                <a:srgbClr val="CC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5" name="Group 17">
            <a:extLst>
              <a:ext uri="{FF2B5EF4-FFF2-40B4-BE49-F238E27FC236}">
                <a16:creationId xmlns:a16="http://schemas.microsoft.com/office/drawing/2014/main" id="{2612FBFC-A121-423B-ABEE-CE31492C29E5}"/>
              </a:ext>
            </a:extLst>
          </p:cNvPr>
          <p:cNvGrpSpPr>
            <a:grpSpLocks/>
          </p:cNvGrpSpPr>
          <p:nvPr/>
        </p:nvGrpSpPr>
        <p:grpSpPr bwMode="auto">
          <a:xfrm>
            <a:off x="198438" y="4176713"/>
            <a:ext cx="2813050" cy="752475"/>
            <a:chOff x="380319" y="3965998"/>
            <a:chExt cx="2392469" cy="752685"/>
          </a:xfrm>
        </p:grpSpPr>
        <p:sp>
          <p:nvSpPr>
            <p:cNvPr id="271378" name="TextBox 36">
              <a:extLst>
                <a:ext uri="{FF2B5EF4-FFF2-40B4-BE49-F238E27FC236}">
                  <a16:creationId xmlns:a16="http://schemas.microsoft.com/office/drawing/2014/main" id="{10D5C0AF-D988-4BA2-8F8A-CFE24FC0365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0319" y="3965998"/>
              <a:ext cx="2184910" cy="75268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ts val="1600"/>
                </a:lnSpc>
                <a:buClr>
                  <a:srgbClr val="3333CC"/>
                </a:buClr>
                <a:buSzPct val="85000"/>
                <a:buFont typeface="ZapfDingbats" pitchFamily="82" charset="2"/>
                <a:buNone/>
              </a:pPr>
              <a:r>
                <a:rPr lang="en-US" altLang="zh-TW" sz="1400">
                  <a:solidFill>
                    <a:srgbClr val="000099"/>
                  </a:solidFill>
                  <a:latin typeface="Arial" panose="020B0604020202020204" pitchFamily="34" charset="0"/>
                </a:rPr>
                <a:t>server waits on accept()</a:t>
              </a:r>
            </a:p>
            <a:p>
              <a:pPr>
                <a:lnSpc>
                  <a:spcPts val="1600"/>
                </a:lnSpc>
                <a:buClr>
                  <a:srgbClr val="3333CC"/>
                </a:buClr>
                <a:buSzPct val="85000"/>
                <a:buFont typeface="ZapfDingbats" pitchFamily="82" charset="2"/>
                <a:buNone/>
              </a:pPr>
              <a:r>
                <a:rPr lang="en-US" altLang="zh-TW" sz="1400">
                  <a:solidFill>
                    <a:srgbClr val="000099"/>
                  </a:solidFill>
                  <a:latin typeface="Arial" panose="020B0604020202020204" pitchFamily="34" charset="0"/>
                </a:rPr>
                <a:t>for incoming requests, </a:t>
              </a:r>
              <a:r>
                <a:rPr lang="en-US" altLang="zh-TW" sz="1400">
                  <a:solidFill>
                    <a:srgbClr val="FF0000"/>
                  </a:solidFill>
                  <a:latin typeface="Arial" panose="020B0604020202020204" pitchFamily="34" charset="0"/>
                </a:rPr>
                <a:t>new socket created on return</a:t>
              </a:r>
            </a:p>
          </p:txBody>
        </p:sp>
        <p:cxnSp>
          <p:nvCxnSpPr>
            <p:cNvPr id="271379" name="Straight Connector 39">
              <a:extLst>
                <a:ext uri="{FF2B5EF4-FFF2-40B4-BE49-F238E27FC236}">
                  <a16:creationId xmlns:a16="http://schemas.microsoft.com/office/drawing/2014/main" id="{EC7238F0-0011-4830-B001-0BF14BE801BA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2231565" y="4229808"/>
              <a:ext cx="541223" cy="5869"/>
            </a:xfrm>
            <a:prstGeom prst="line">
              <a:avLst/>
            </a:prstGeom>
            <a:noFill/>
            <a:ln w="12700">
              <a:solidFill>
                <a:srgbClr val="CC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6" name="Group 18">
            <a:extLst>
              <a:ext uri="{FF2B5EF4-FFF2-40B4-BE49-F238E27FC236}">
                <a16:creationId xmlns:a16="http://schemas.microsoft.com/office/drawing/2014/main" id="{D21F293F-0871-4BD9-8BB8-3628DF419F8C}"/>
              </a:ext>
            </a:extLst>
          </p:cNvPr>
          <p:cNvGrpSpPr>
            <a:grpSpLocks/>
          </p:cNvGrpSpPr>
          <p:nvPr/>
        </p:nvGrpSpPr>
        <p:grpSpPr bwMode="auto">
          <a:xfrm>
            <a:off x="258763" y="5149850"/>
            <a:ext cx="2860675" cy="523875"/>
            <a:chOff x="316741" y="4661874"/>
            <a:chExt cx="2859521" cy="524153"/>
          </a:xfrm>
        </p:grpSpPr>
        <p:sp>
          <p:nvSpPr>
            <p:cNvPr id="271376" name="TextBox 61">
              <a:extLst>
                <a:ext uri="{FF2B5EF4-FFF2-40B4-BE49-F238E27FC236}">
                  <a16:creationId xmlns:a16="http://schemas.microsoft.com/office/drawing/2014/main" id="{F6D11841-46AE-4CDD-BFA9-880F9EB8DE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6741" y="4661874"/>
              <a:ext cx="2349500" cy="52415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rgbClr val="3333CC"/>
                </a:buClr>
                <a:buSzPct val="85000"/>
                <a:buFont typeface="ZapfDingbats" pitchFamily="82" charset="2"/>
                <a:buNone/>
              </a:pPr>
              <a:r>
                <a:rPr lang="en-US" altLang="zh-TW" sz="1400">
                  <a:solidFill>
                    <a:srgbClr val="000099"/>
                  </a:solidFill>
                  <a:latin typeface="Arial" panose="020B0604020202020204" pitchFamily="34" charset="0"/>
                </a:rPr>
                <a:t>read bytes from socket (but not address as in UDP)</a:t>
              </a:r>
            </a:p>
          </p:txBody>
        </p:sp>
        <p:cxnSp>
          <p:nvCxnSpPr>
            <p:cNvPr id="271377" name="Straight Connector 62">
              <a:extLst>
                <a:ext uri="{FF2B5EF4-FFF2-40B4-BE49-F238E27FC236}">
                  <a16:creationId xmlns:a16="http://schemas.microsoft.com/office/drawing/2014/main" id="{10CA453F-261C-4BA3-9B38-767F365159F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875609" y="4682209"/>
              <a:ext cx="1300653" cy="499"/>
            </a:xfrm>
            <a:prstGeom prst="line">
              <a:avLst/>
            </a:prstGeom>
            <a:noFill/>
            <a:ln w="12700">
              <a:solidFill>
                <a:srgbClr val="CC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7" name="Group 28">
            <a:extLst>
              <a:ext uri="{FF2B5EF4-FFF2-40B4-BE49-F238E27FC236}">
                <a16:creationId xmlns:a16="http://schemas.microsoft.com/office/drawing/2014/main" id="{AAA1A22B-6CF7-460E-9612-B1BE29D1D63A}"/>
              </a:ext>
            </a:extLst>
          </p:cNvPr>
          <p:cNvGrpSpPr>
            <a:grpSpLocks/>
          </p:cNvGrpSpPr>
          <p:nvPr/>
        </p:nvGrpSpPr>
        <p:grpSpPr bwMode="auto">
          <a:xfrm>
            <a:off x="127000" y="5759450"/>
            <a:ext cx="2878138" cy="738188"/>
            <a:chOff x="162014" y="4686636"/>
            <a:chExt cx="2878315" cy="738664"/>
          </a:xfrm>
        </p:grpSpPr>
        <p:sp>
          <p:nvSpPr>
            <p:cNvPr id="271374" name="TextBox 29">
              <a:extLst>
                <a:ext uri="{FF2B5EF4-FFF2-40B4-BE49-F238E27FC236}">
                  <a16:creationId xmlns:a16="http://schemas.microsoft.com/office/drawing/2014/main" id="{ECA49D0D-B86E-4F88-87C2-94974A2369B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62014" y="4686636"/>
              <a:ext cx="2349500" cy="73866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buClr>
                  <a:srgbClr val="3333CC"/>
                </a:buClr>
                <a:buSzPct val="85000"/>
                <a:buFont typeface="ZapfDingbats" pitchFamily="82" charset="2"/>
                <a:buNone/>
              </a:pPr>
              <a:r>
                <a:rPr lang="en-US" altLang="zh-TW" sz="1400">
                  <a:solidFill>
                    <a:srgbClr val="FF0000"/>
                  </a:solidFill>
                  <a:latin typeface="Arial" panose="020B0604020202020204" pitchFamily="34" charset="0"/>
                </a:rPr>
                <a:t>close connection to this client (but </a:t>
              </a:r>
              <a:r>
                <a:rPr lang="en-US" altLang="zh-TW" sz="1400" i="1">
                  <a:solidFill>
                    <a:srgbClr val="FF0000"/>
                  </a:solidFill>
                  <a:latin typeface="Arial" panose="020B0604020202020204" pitchFamily="34" charset="0"/>
                </a:rPr>
                <a:t>not</a:t>
              </a:r>
              <a:r>
                <a:rPr lang="en-US" altLang="zh-TW" sz="1400">
                  <a:solidFill>
                    <a:srgbClr val="FF0000"/>
                  </a:solidFill>
                  <a:latin typeface="Arial" panose="020B0604020202020204" pitchFamily="34" charset="0"/>
                </a:rPr>
                <a:t> welcoming socket)</a:t>
              </a:r>
            </a:p>
          </p:txBody>
        </p:sp>
        <p:cxnSp>
          <p:nvCxnSpPr>
            <p:cNvPr id="271375" name="Straight Connector 33">
              <a:extLst>
                <a:ext uri="{FF2B5EF4-FFF2-40B4-BE49-F238E27FC236}">
                  <a16:creationId xmlns:a16="http://schemas.microsoft.com/office/drawing/2014/main" id="{70DB1393-E72D-4A56-B902-8ACEE8B92CAA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184198" y="4843734"/>
              <a:ext cx="856131" cy="2269"/>
            </a:xfrm>
            <a:prstGeom prst="line">
              <a:avLst/>
            </a:prstGeom>
            <a:noFill/>
            <a:ln w="12700">
              <a:solidFill>
                <a:srgbClr val="CC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pic>
        <p:nvPicPr>
          <p:cNvPr id="271373" name="Picture 17" descr="underline_base">
            <a:extLst>
              <a:ext uri="{FF2B5EF4-FFF2-40B4-BE49-F238E27FC236}">
                <a16:creationId xmlns:a16="http://schemas.microsoft.com/office/drawing/2014/main" id="{417865C4-2D9A-4738-9FA4-8870A5E1E4CD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350" y="769938"/>
            <a:ext cx="4570413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 nodeType="clickPar">
                      <p:stCondLst>
                        <p:cond delay="indefinite"/>
                      </p:stCondLst>
                      <p:childTnLst>
                        <p:par>
                          <p:cTn id="1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8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 nodeType="clickPar">
                      <p:stCondLst>
                        <p:cond delay="indefinite"/>
                      </p:stCondLst>
                      <p:childTnLst>
                        <p:par>
                          <p:cTn id="2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6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 nodeType="clickPar">
                      <p:stCondLst>
                        <p:cond delay="indefinite"/>
                      </p:stCondLst>
                      <p:childTnLst>
                        <p:par>
                          <p:cTn id="3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4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 nodeType="clickPar">
                      <p:stCondLst>
                        <p:cond delay="indefinite"/>
                      </p:stCondLst>
                      <p:childTnLst>
                        <p:par>
                          <p:cTn id="4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2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386" name="Rectangle 7">
            <a:extLst>
              <a:ext uri="{FF2B5EF4-FFF2-40B4-BE49-F238E27FC236}">
                <a16:creationId xmlns:a16="http://schemas.microsoft.com/office/drawing/2014/main" id="{B9826F9F-2CE6-4213-87D6-D00BD44346E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272387" name="Rectangle 8">
            <a:extLst>
              <a:ext uri="{FF2B5EF4-FFF2-40B4-BE49-F238E27FC236}">
                <a16:creationId xmlns:a16="http://schemas.microsoft.com/office/drawing/2014/main" id="{D89EE472-3D0A-41B6-BD0D-129FBF45DBA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2-</a:t>
            </a:r>
            <a:fld id="{DDD5D5D0-2E5A-47CF-842B-595C62A56304}" type="slidenum">
              <a:rPr lang="en-US" altLang="zh-TW" sz="1200" smtClean="0">
                <a:solidFill>
                  <a:srgbClr val="000000"/>
                </a:solidFill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106</a:t>
            </a:fld>
            <a:endParaRPr lang="en-US" altLang="zh-TW" sz="12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pic>
        <p:nvPicPr>
          <p:cNvPr id="272388" name="Picture 11" descr="underline_base">
            <a:extLst>
              <a:ext uri="{FF2B5EF4-FFF2-40B4-BE49-F238E27FC236}">
                <a16:creationId xmlns:a16="http://schemas.microsoft.com/office/drawing/2014/main" id="{288B25FB-15C6-4648-B167-EAE171DE5A6D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3088" y="833438"/>
            <a:ext cx="50276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72389" name="Rectangle 2">
            <a:extLst>
              <a:ext uri="{FF2B5EF4-FFF2-40B4-BE49-F238E27FC236}">
                <a16:creationId xmlns:a16="http://schemas.microsoft.com/office/drawing/2014/main" id="{7D025D15-CF7C-47A1-879C-6FD09B61619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06413" y="195263"/>
            <a:ext cx="5746750" cy="819150"/>
          </a:xfrm>
        </p:spPr>
        <p:txBody>
          <a:bodyPr/>
          <a:lstStyle/>
          <a:p>
            <a:r>
              <a:rPr lang="en-US" altLang="zh-TW">
                <a:ea typeface="ＭＳ Ｐゴシック" panose="020B0600070205080204" pitchFamily="34" charset="-128"/>
              </a:rPr>
              <a:t>Chapter 2: summary</a:t>
            </a:r>
          </a:p>
        </p:txBody>
      </p:sp>
      <p:sp>
        <p:nvSpPr>
          <p:cNvPr id="272390" name="Rectangle 3">
            <a:extLst>
              <a:ext uri="{FF2B5EF4-FFF2-40B4-BE49-F238E27FC236}">
                <a16:creationId xmlns:a16="http://schemas.microsoft.com/office/drawing/2014/main" id="{C63946E3-5DE7-4B1C-A8D1-A876AEA1E39A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14350" y="1854200"/>
            <a:ext cx="4313238" cy="3676650"/>
          </a:xfrm>
        </p:spPr>
        <p:txBody>
          <a:bodyPr/>
          <a:lstStyle/>
          <a:p>
            <a:r>
              <a:rPr lang="en-US" altLang="zh-TW" sz="2400">
                <a:ea typeface="ＭＳ Ｐゴシック" panose="020B0600070205080204" pitchFamily="34" charset="-128"/>
              </a:rPr>
              <a:t>application architectures</a:t>
            </a:r>
          </a:p>
          <a:p>
            <a:pPr lvl="1"/>
            <a:r>
              <a:rPr lang="en-US" altLang="zh-TW">
                <a:ea typeface="ＭＳ Ｐゴシック" panose="020B0600070205080204" pitchFamily="34" charset="-128"/>
              </a:rPr>
              <a:t>client-server</a:t>
            </a:r>
          </a:p>
          <a:p>
            <a:pPr lvl="1"/>
            <a:r>
              <a:rPr lang="en-US" altLang="zh-TW">
                <a:ea typeface="ＭＳ Ｐゴシック" panose="020B0600070205080204" pitchFamily="34" charset="-128"/>
              </a:rPr>
              <a:t>P2P</a:t>
            </a:r>
          </a:p>
          <a:p>
            <a:r>
              <a:rPr lang="en-US" altLang="zh-TW" sz="2400">
                <a:ea typeface="ＭＳ Ｐゴシック" panose="020B0600070205080204" pitchFamily="34" charset="-128"/>
              </a:rPr>
              <a:t>application service requirements:</a:t>
            </a:r>
          </a:p>
          <a:p>
            <a:pPr lvl="1"/>
            <a:r>
              <a:rPr lang="en-US" altLang="zh-TW">
                <a:ea typeface="ＭＳ Ｐゴシック" panose="020B0600070205080204" pitchFamily="34" charset="-128"/>
              </a:rPr>
              <a:t>reliability, bandwidth, delay</a:t>
            </a:r>
          </a:p>
          <a:p>
            <a:r>
              <a:rPr lang="en-US" altLang="zh-TW" sz="2400">
                <a:ea typeface="ＭＳ Ｐゴシック" panose="020B0600070205080204" pitchFamily="34" charset="-128"/>
              </a:rPr>
              <a:t>Internet transport service model</a:t>
            </a:r>
          </a:p>
          <a:p>
            <a:pPr lvl="1"/>
            <a:r>
              <a:rPr lang="en-US" altLang="zh-TW">
                <a:ea typeface="ＭＳ Ｐゴシック" panose="020B0600070205080204" pitchFamily="34" charset="-128"/>
              </a:rPr>
              <a:t>connection-oriented, reliable: TCP</a:t>
            </a:r>
          </a:p>
          <a:p>
            <a:pPr lvl="1"/>
            <a:r>
              <a:rPr lang="en-US" altLang="zh-TW">
                <a:ea typeface="ＭＳ Ｐゴシック" panose="020B0600070205080204" pitchFamily="34" charset="-128"/>
              </a:rPr>
              <a:t>unreliable, datagrams: UDP</a:t>
            </a:r>
          </a:p>
        </p:txBody>
      </p:sp>
      <p:sp>
        <p:nvSpPr>
          <p:cNvPr id="272391" name="Rectangle 4">
            <a:extLst>
              <a:ext uri="{FF2B5EF4-FFF2-40B4-BE49-F238E27FC236}">
                <a16:creationId xmlns:a16="http://schemas.microsoft.com/office/drawing/2014/main" id="{2FF333BD-7BD4-49DA-A041-489573BB5E0D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531813" y="1201738"/>
            <a:ext cx="7581900" cy="676275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i="1">
                <a:solidFill>
                  <a:srgbClr val="CC0000"/>
                </a:solidFill>
                <a:ea typeface="ＭＳ Ｐゴシック" panose="020B0600070205080204" pitchFamily="34" charset="-128"/>
              </a:rPr>
              <a:t>our study of network apps now complete!</a:t>
            </a:r>
          </a:p>
        </p:txBody>
      </p:sp>
      <p:sp>
        <p:nvSpPr>
          <p:cNvPr id="272392" name="Rectangle 5">
            <a:extLst>
              <a:ext uri="{FF2B5EF4-FFF2-40B4-BE49-F238E27FC236}">
                <a16:creationId xmlns:a16="http://schemas.microsoft.com/office/drawing/2014/main" id="{F7933E61-F1D7-4564-86D1-E7C600A252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67288" y="1809750"/>
            <a:ext cx="3962400" cy="3676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SzPct val="75000"/>
            </a:pPr>
            <a:r>
              <a:rPr lang="en-US" altLang="zh-TW" sz="2400" dirty="0">
                <a:solidFill>
                  <a:srgbClr val="000000"/>
                </a:solidFill>
              </a:rPr>
              <a:t>specific protocols:</a:t>
            </a:r>
          </a:p>
          <a:p>
            <a:pPr lvl="1">
              <a:lnSpc>
                <a:spcPct val="100000"/>
              </a:lnSpc>
            </a:pPr>
            <a:r>
              <a:rPr lang="en-US" altLang="zh-TW" dirty="0">
                <a:solidFill>
                  <a:srgbClr val="000000"/>
                </a:solidFill>
              </a:rPr>
              <a:t>HTTP</a:t>
            </a:r>
          </a:p>
          <a:p>
            <a:pPr lvl="1">
              <a:lnSpc>
                <a:spcPct val="100000"/>
              </a:lnSpc>
            </a:pPr>
            <a:r>
              <a:rPr lang="en-US" altLang="zh-TW" dirty="0">
                <a:solidFill>
                  <a:srgbClr val="000000"/>
                </a:solidFill>
              </a:rPr>
              <a:t>SMTP, POP, IMAP</a:t>
            </a:r>
          </a:p>
          <a:p>
            <a:pPr lvl="1">
              <a:lnSpc>
                <a:spcPct val="100000"/>
              </a:lnSpc>
            </a:pPr>
            <a:r>
              <a:rPr lang="en-US" altLang="zh-TW" dirty="0">
                <a:solidFill>
                  <a:srgbClr val="000000"/>
                </a:solidFill>
              </a:rPr>
              <a:t>DNS</a:t>
            </a:r>
          </a:p>
          <a:p>
            <a:pPr lvl="1">
              <a:lnSpc>
                <a:spcPct val="100000"/>
              </a:lnSpc>
            </a:pPr>
            <a:r>
              <a:rPr lang="en-US" altLang="zh-TW" dirty="0">
                <a:solidFill>
                  <a:srgbClr val="000000"/>
                </a:solidFill>
              </a:rPr>
              <a:t>P2P: BitTorrent</a:t>
            </a:r>
          </a:p>
          <a:p>
            <a:pPr lvl="1">
              <a:lnSpc>
                <a:spcPct val="100000"/>
              </a:lnSpc>
            </a:pPr>
            <a:r>
              <a:rPr lang="en-US" altLang="zh-TW" dirty="0">
                <a:solidFill>
                  <a:srgbClr val="000000"/>
                </a:solidFill>
              </a:rPr>
              <a:t>DASH</a:t>
            </a:r>
          </a:p>
          <a:p>
            <a:pPr>
              <a:lnSpc>
                <a:spcPct val="100000"/>
              </a:lnSpc>
              <a:buSzPct val="75000"/>
            </a:pPr>
            <a:r>
              <a:rPr lang="en-US" altLang="zh-TW" sz="2400" dirty="0">
                <a:solidFill>
                  <a:srgbClr val="000000"/>
                </a:solidFill>
              </a:rPr>
              <a:t>socket programming: TCP, UDP sockets</a:t>
            </a:r>
          </a:p>
          <a:p>
            <a:pPr lvl="1">
              <a:lnSpc>
                <a:spcPct val="100000"/>
              </a:lnSpc>
            </a:pPr>
            <a:endParaRPr lang="en-US" altLang="zh-TW" dirty="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410" name="Rectangle 7">
            <a:extLst>
              <a:ext uri="{FF2B5EF4-FFF2-40B4-BE49-F238E27FC236}">
                <a16:creationId xmlns:a16="http://schemas.microsoft.com/office/drawing/2014/main" id="{052BE92F-58D9-4118-BCF3-D963F5DD7C2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273411" name="Rectangle 8">
            <a:extLst>
              <a:ext uri="{FF2B5EF4-FFF2-40B4-BE49-F238E27FC236}">
                <a16:creationId xmlns:a16="http://schemas.microsoft.com/office/drawing/2014/main" id="{3E4F3F61-085E-4630-AD07-BB79F0661F1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2-</a:t>
            </a:r>
            <a:fld id="{3B654B0A-7615-4BA8-84EE-4D1FB882978E}" type="slidenum">
              <a:rPr lang="en-US" altLang="zh-TW" sz="1200" smtClean="0">
                <a:solidFill>
                  <a:srgbClr val="000000"/>
                </a:solidFill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107</a:t>
            </a:fld>
            <a:endParaRPr lang="en-US" altLang="zh-TW" sz="12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273412" name="Rectangle 3">
            <a:extLst>
              <a:ext uri="{FF2B5EF4-FFF2-40B4-BE49-F238E27FC236}">
                <a16:creationId xmlns:a16="http://schemas.microsoft.com/office/drawing/2014/main" id="{01781E99-D5F8-4E7B-864A-A57825DB92D8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33400" y="1992313"/>
            <a:ext cx="3810000" cy="3657600"/>
          </a:xfrm>
        </p:spPr>
        <p:txBody>
          <a:bodyPr/>
          <a:lstStyle/>
          <a:p>
            <a:r>
              <a:rPr lang="en-US" altLang="zh-TW" sz="2400">
                <a:ea typeface="ＭＳ Ｐゴシック" panose="020B0600070205080204" pitchFamily="34" charset="-128"/>
              </a:rPr>
              <a:t>typical request/reply message exchange:</a:t>
            </a:r>
          </a:p>
          <a:p>
            <a:pPr lvl="1"/>
            <a:r>
              <a:rPr lang="en-US" altLang="zh-TW">
                <a:solidFill>
                  <a:srgbClr val="0070C0"/>
                </a:solidFill>
                <a:ea typeface="ＭＳ Ｐゴシック" panose="020B0600070205080204" pitchFamily="34" charset="-128"/>
              </a:rPr>
              <a:t>client</a:t>
            </a:r>
            <a:r>
              <a:rPr lang="en-US" altLang="zh-TW">
                <a:ea typeface="ＭＳ Ｐゴシック" panose="020B0600070205080204" pitchFamily="34" charset="-128"/>
              </a:rPr>
              <a:t> requests info or service</a:t>
            </a:r>
          </a:p>
          <a:p>
            <a:pPr lvl="1"/>
            <a:r>
              <a:rPr lang="en-US" altLang="zh-TW">
                <a:solidFill>
                  <a:srgbClr val="0070C0"/>
                </a:solidFill>
                <a:ea typeface="ＭＳ Ｐゴシック" panose="020B0600070205080204" pitchFamily="34" charset="-128"/>
              </a:rPr>
              <a:t>server</a:t>
            </a:r>
            <a:r>
              <a:rPr lang="en-US" altLang="zh-TW">
                <a:ea typeface="ＭＳ Ｐゴシック" panose="020B0600070205080204" pitchFamily="34" charset="-128"/>
              </a:rPr>
              <a:t> responds with data, status code</a:t>
            </a:r>
          </a:p>
          <a:p>
            <a:r>
              <a:rPr lang="en-US" altLang="zh-TW" sz="2400">
                <a:solidFill>
                  <a:srgbClr val="0070C0"/>
                </a:solidFill>
                <a:ea typeface="ＭＳ Ｐゴシック" panose="020B0600070205080204" pitchFamily="34" charset="-128"/>
              </a:rPr>
              <a:t>message formats</a:t>
            </a:r>
            <a:r>
              <a:rPr lang="en-US" altLang="zh-TW" sz="2400">
                <a:ea typeface="ＭＳ Ｐゴシック" panose="020B0600070205080204" pitchFamily="34" charset="-128"/>
              </a:rPr>
              <a:t>:</a:t>
            </a:r>
          </a:p>
          <a:p>
            <a:pPr lvl="1"/>
            <a:r>
              <a:rPr lang="en-US" altLang="zh-TW">
                <a:solidFill>
                  <a:srgbClr val="0070C0"/>
                </a:solidFill>
                <a:ea typeface="ＭＳ Ｐゴシック" panose="020B0600070205080204" pitchFamily="34" charset="-128"/>
              </a:rPr>
              <a:t>headers</a:t>
            </a:r>
            <a:r>
              <a:rPr lang="en-US" altLang="zh-TW">
                <a:ea typeface="ＭＳ Ｐゴシック" panose="020B0600070205080204" pitchFamily="34" charset="-128"/>
              </a:rPr>
              <a:t>: fields giving info about data</a:t>
            </a:r>
          </a:p>
          <a:p>
            <a:pPr lvl="1"/>
            <a:r>
              <a:rPr lang="en-US" altLang="zh-TW">
                <a:solidFill>
                  <a:srgbClr val="0070C0"/>
                </a:solidFill>
                <a:ea typeface="ＭＳ Ｐゴシック" panose="020B0600070205080204" pitchFamily="34" charset="-128"/>
              </a:rPr>
              <a:t>data</a:t>
            </a:r>
            <a:r>
              <a:rPr lang="en-US" altLang="zh-TW">
                <a:ea typeface="ＭＳ Ｐゴシック" panose="020B0600070205080204" pitchFamily="34" charset="-128"/>
              </a:rPr>
              <a:t>: info being communicated</a:t>
            </a:r>
          </a:p>
        </p:txBody>
      </p:sp>
      <p:sp>
        <p:nvSpPr>
          <p:cNvPr id="273413" name="Rectangle 5">
            <a:extLst>
              <a:ext uri="{FF2B5EF4-FFF2-40B4-BE49-F238E27FC236}">
                <a16:creationId xmlns:a16="http://schemas.microsoft.com/office/drawing/2014/main" id="{E9F64EC2-C8FE-4180-9944-5BD4F0C803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03750" y="1976438"/>
            <a:ext cx="4081463" cy="3676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rgbClr val="3333CC"/>
              </a:buClr>
              <a:buSzPct val="85000"/>
              <a:buFont typeface="ZapfDingbats" pitchFamily="82" charset="2"/>
              <a:buNone/>
            </a:pPr>
            <a:r>
              <a:rPr lang="en-US" altLang="zh-TW" i="1"/>
              <a:t>important themes:</a:t>
            </a:r>
            <a:r>
              <a:rPr lang="en-US" altLang="zh-TW" sz="2400" i="1"/>
              <a:t> </a:t>
            </a:r>
          </a:p>
          <a:p>
            <a:pPr>
              <a:lnSpc>
                <a:spcPct val="100000"/>
              </a:lnSpc>
              <a:buSzPct val="75000"/>
            </a:pPr>
            <a:r>
              <a:rPr lang="en-US" altLang="zh-TW" sz="2400">
                <a:solidFill>
                  <a:srgbClr val="000000"/>
                </a:solidFill>
              </a:rPr>
              <a:t>control vs. data msgs</a:t>
            </a:r>
          </a:p>
          <a:p>
            <a:pPr lvl="1">
              <a:lnSpc>
                <a:spcPct val="100000"/>
              </a:lnSpc>
            </a:pPr>
            <a:r>
              <a:rPr lang="en-US" altLang="zh-TW">
                <a:solidFill>
                  <a:srgbClr val="000000"/>
                </a:solidFill>
              </a:rPr>
              <a:t>in-band, out-of-band</a:t>
            </a:r>
          </a:p>
          <a:p>
            <a:pPr>
              <a:lnSpc>
                <a:spcPct val="100000"/>
              </a:lnSpc>
              <a:buSzPct val="75000"/>
            </a:pPr>
            <a:r>
              <a:rPr lang="en-US" altLang="zh-TW" sz="2400">
                <a:solidFill>
                  <a:srgbClr val="000000"/>
                </a:solidFill>
              </a:rPr>
              <a:t>centralized vs. decentralized </a:t>
            </a:r>
          </a:p>
          <a:p>
            <a:pPr>
              <a:lnSpc>
                <a:spcPct val="100000"/>
              </a:lnSpc>
              <a:buSzPct val="75000"/>
            </a:pPr>
            <a:r>
              <a:rPr lang="en-US" altLang="zh-TW" sz="2400">
                <a:solidFill>
                  <a:srgbClr val="000000"/>
                </a:solidFill>
              </a:rPr>
              <a:t>stateless vs. stateful</a:t>
            </a:r>
          </a:p>
          <a:p>
            <a:pPr>
              <a:lnSpc>
                <a:spcPct val="100000"/>
              </a:lnSpc>
              <a:buSzPct val="75000"/>
            </a:pPr>
            <a:r>
              <a:rPr lang="en-US" altLang="zh-TW" sz="2400">
                <a:solidFill>
                  <a:srgbClr val="000000"/>
                </a:solidFill>
              </a:rPr>
              <a:t>reliable vs. unreliable msg transfer </a:t>
            </a:r>
          </a:p>
          <a:p>
            <a:pPr>
              <a:lnSpc>
                <a:spcPct val="100000"/>
              </a:lnSpc>
              <a:buSzPct val="75000"/>
            </a:pPr>
            <a:r>
              <a:rPr lang="ja-JP" altLang="en-US" sz="2400">
                <a:solidFill>
                  <a:srgbClr val="000000"/>
                </a:solidFill>
              </a:rPr>
              <a:t>“</a:t>
            </a:r>
            <a:r>
              <a:rPr lang="en-US" altLang="ja-JP" sz="2400">
                <a:solidFill>
                  <a:srgbClr val="000000"/>
                </a:solidFill>
              </a:rPr>
              <a:t>complexity at network edge</a:t>
            </a:r>
            <a:r>
              <a:rPr lang="ja-JP" altLang="en-US" sz="2400">
                <a:solidFill>
                  <a:srgbClr val="000000"/>
                </a:solidFill>
              </a:rPr>
              <a:t>”</a:t>
            </a:r>
            <a:endParaRPr lang="en-US" altLang="zh-TW" sz="2400">
              <a:solidFill>
                <a:srgbClr val="000000"/>
              </a:solidFill>
            </a:endParaRPr>
          </a:p>
        </p:txBody>
      </p:sp>
      <p:pic>
        <p:nvPicPr>
          <p:cNvPr id="273414" name="Picture 11" descr="underline_base">
            <a:extLst>
              <a:ext uri="{FF2B5EF4-FFF2-40B4-BE49-F238E27FC236}">
                <a16:creationId xmlns:a16="http://schemas.microsoft.com/office/drawing/2014/main" id="{5AB3CA91-E7FB-4AAA-8728-CB651855CDF8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3088" y="833438"/>
            <a:ext cx="50276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73415" name="Rectangle 2">
            <a:extLst>
              <a:ext uri="{FF2B5EF4-FFF2-40B4-BE49-F238E27FC236}">
                <a16:creationId xmlns:a16="http://schemas.microsoft.com/office/drawing/2014/main" id="{D93E5428-4775-4312-8784-87A0500417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6413" y="195263"/>
            <a:ext cx="5746750" cy="819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4400">
                <a:solidFill>
                  <a:srgbClr val="000099"/>
                </a:solidFill>
              </a:rPr>
              <a:t>Chapter 2: summary</a:t>
            </a:r>
          </a:p>
        </p:txBody>
      </p:sp>
      <p:sp>
        <p:nvSpPr>
          <p:cNvPr id="273416" name="Rectangle 4">
            <a:extLst>
              <a:ext uri="{FF2B5EF4-FFF2-40B4-BE49-F238E27FC236}">
                <a16:creationId xmlns:a16="http://schemas.microsoft.com/office/drawing/2014/main" id="{CA6F6CDB-A923-43D0-B9D5-CB191A5AEE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813" y="1201738"/>
            <a:ext cx="7581900" cy="676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buFont typeface="Wingdings" panose="05000000000000000000" pitchFamily="2" charset="2"/>
              <a:buNone/>
            </a:pPr>
            <a:r>
              <a:rPr lang="en-US" altLang="zh-TW" i="1">
                <a:solidFill>
                  <a:srgbClr val="CC0000"/>
                </a:solidFill>
              </a:rPr>
              <a:t>most importantly: learned about protocols!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Default Design">
      <a:majorFont>
        <a:latin typeface="Comic Sans MS"/>
        <a:ea typeface=""/>
        <a:cs typeface=""/>
      </a:majorFont>
      <a:minorFont>
        <a:latin typeface="Comic Sans M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342900" marR="0" indent="-342900" algn="l" defTabSz="914400" rtl="0" eaLnBrk="0" fontAlgn="base" latinLnBrk="0" hangingPunct="0">
          <a:lnSpc>
            <a:spcPct val="100000"/>
          </a:lnSpc>
          <a:spcBef>
            <a:spcPct val="20000"/>
          </a:spcBef>
          <a:spcAft>
            <a:spcPct val="0"/>
          </a:spcAft>
          <a:buClr>
            <a:schemeClr val="accent2"/>
          </a:buClr>
          <a:buSzPct val="85000"/>
          <a:buFont typeface="ZapfDingbats" pitchFamily="82" charset="2"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omic Sans MS" pitchFamily="66" charset="0"/>
          </a:defRPr>
        </a:defPPr>
      </a:lstStyle>
    </a:spDef>
    <a:lnDef>
      <a:spPr bwMode="auto">
        <a:noFill/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triangle"/>
        </a:ln>
        <a:effectLst/>
      </a:spPr>
      <a:bodyPr/>
      <a:lstStyle/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2_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Default Design">
      <a:majorFont>
        <a:latin typeface="Comic Sans MS"/>
        <a:ea typeface=""/>
        <a:cs typeface=""/>
      </a:majorFont>
      <a:minorFont>
        <a:latin typeface="Comic Sans M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noFill/>
        <a:ln w="19050" cap="flat" cmpd="sng" algn="ctr">
          <a:solidFill>
            <a:srgbClr val="000099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rtlCol="0" anchor="t" anchorCtr="0" compatLnSpc="1">
        <a:prstTxWarp prst="textNoShape">
          <a:avLst/>
        </a:prstTxWarp>
      </a:bodyPr>
      <a:lstStyle>
        <a:defPPr marL="342900" marR="0" indent="-342900" algn="l" defTabSz="914400" rtl="0" eaLnBrk="0" fontAlgn="base" latinLnBrk="0" hangingPunct="0">
          <a:lnSpc>
            <a:spcPct val="100000"/>
          </a:lnSpc>
          <a:spcBef>
            <a:spcPct val="20000"/>
          </a:spcBef>
          <a:spcAft>
            <a:spcPct val="0"/>
          </a:spcAft>
          <a:buClr>
            <a:schemeClr val="accent2"/>
          </a:buClr>
          <a:buSzPct val="85000"/>
          <a:buFont typeface="ZapfDingbats" pitchFamily="82" charset="2"/>
          <a:buNone/>
          <a:tabLst/>
          <a:defRPr kumimoji="0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omic Sans MS" pitchFamily="66" charset="0"/>
          </a:defRPr>
        </a:defPPr>
      </a:lstStyle>
    </a:spDef>
    <a:lnDef>
      <a:spPr bwMode="auto">
        <a:noFill/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/>
      <a:lstStyle/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12_Default Design">
  <a:themeElements>
    <a:clrScheme name="12_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12_Default Design">
      <a:majorFont>
        <a:latin typeface="Gill Sans MT"/>
        <a:ea typeface=""/>
        <a:cs typeface="Arial"/>
      </a:majorFont>
      <a:minorFont>
        <a:latin typeface="Gill Sans MT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/>
      <a:lstStyle/>
    </a:lnDef>
  </a:objectDefaults>
  <a:extraClrSchemeLst>
    <a:extraClrScheme>
      <a:clrScheme name="12_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2_Default Desig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2_Default Design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2_Default Design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2_Default Design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2_Default Design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2_Default Desig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3_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Default Design">
      <a:majorFont>
        <a:latin typeface="Comic Sans MS"/>
        <a:ea typeface=""/>
        <a:cs typeface=""/>
      </a:majorFont>
      <a:minorFont>
        <a:latin typeface="Comic Sans M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noFill/>
        <a:ln w="19050" cap="flat" cmpd="sng" algn="ctr">
          <a:solidFill>
            <a:srgbClr val="000099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rtlCol="0" anchor="t" anchorCtr="0" compatLnSpc="1">
        <a:prstTxWarp prst="textNoShape">
          <a:avLst/>
        </a:prstTxWarp>
      </a:bodyPr>
      <a:lstStyle>
        <a:defPPr marL="342900" marR="0" indent="-342900" algn="l" defTabSz="914400" rtl="0" eaLnBrk="0" fontAlgn="base" latinLnBrk="0" hangingPunct="0">
          <a:lnSpc>
            <a:spcPct val="100000"/>
          </a:lnSpc>
          <a:spcBef>
            <a:spcPct val="20000"/>
          </a:spcBef>
          <a:spcAft>
            <a:spcPct val="0"/>
          </a:spcAft>
          <a:buClr>
            <a:schemeClr val="accent2"/>
          </a:buClr>
          <a:buSzPct val="85000"/>
          <a:buFont typeface="ZapfDingbats" pitchFamily="82" charset="2"/>
          <a:buNone/>
          <a:tabLst/>
          <a:defRPr kumimoji="0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omic Sans MS" pitchFamily="66" charset="0"/>
          </a:defRPr>
        </a:defPPr>
      </a:lstStyle>
    </a:spDef>
    <a:lnDef>
      <a:spPr bwMode="auto">
        <a:noFill/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/>
      <a:lstStyle/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5.xml><?xml version="1.0" encoding="utf-8"?>
<a:theme xmlns:a="http://schemas.openxmlformats.org/drawingml/2006/main" name="13_Default Design">
  <a:themeElements>
    <a:clrScheme name="12_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12_Default Design">
      <a:majorFont>
        <a:latin typeface="Gill Sans MT"/>
        <a:ea typeface=""/>
        <a:cs typeface="Arial"/>
      </a:majorFont>
      <a:minorFont>
        <a:latin typeface="Gill Sans MT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/>
      <a:lstStyle/>
    </a:lnDef>
    <a:txDef>
      <a:spPr>
        <a:noFill/>
      </a:spPr>
      <a:bodyPr wrap="none" rtlCol="0">
        <a:spAutoFit/>
      </a:bodyPr>
      <a:lstStyle>
        <a:defPPr>
          <a:defRPr sz="1200" dirty="0" smtClean="0">
            <a:latin typeface="+mn-lt"/>
          </a:defRPr>
        </a:defPPr>
      </a:lstStyle>
    </a:txDef>
  </a:objectDefaults>
  <a:extraClrSchemeLst>
    <a:extraClrScheme>
      <a:clrScheme name="12_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2_Default Desig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2_Default Design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2_Default Design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2_Default Design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2_Default Design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2_Default Desig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6.xml><?xml version="1.0" encoding="utf-8"?>
<a:theme xmlns:a="http://schemas.openxmlformats.org/drawingml/2006/main" name="1_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Default Design">
      <a:majorFont>
        <a:latin typeface="Comic Sans MS"/>
        <a:ea typeface=""/>
        <a:cs typeface=""/>
      </a:majorFont>
      <a:minorFont>
        <a:latin typeface="Comic Sans M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noFill/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rtlCol="0" anchor="t" anchorCtr="0" compatLnSpc="1">
        <a:prstTxWarp prst="textNoShape">
          <a:avLst/>
        </a:prstTxWarp>
      </a:bodyPr>
      <a:lstStyle>
        <a:defPPr marL="342900" marR="0" indent="-342900" algn="l" defTabSz="914400" rtl="0" eaLnBrk="0" fontAlgn="base" latinLnBrk="0" hangingPunct="0">
          <a:lnSpc>
            <a:spcPct val="100000"/>
          </a:lnSpc>
          <a:spcBef>
            <a:spcPct val="20000"/>
          </a:spcBef>
          <a:spcAft>
            <a:spcPct val="0"/>
          </a:spcAft>
          <a:buClr>
            <a:schemeClr val="accent2"/>
          </a:buClr>
          <a:buSzPct val="85000"/>
          <a:buFont typeface="ZapfDingbats" pitchFamily="82" charset="2"/>
          <a:buNone/>
          <a:tabLst/>
          <a:defRPr kumimoji="0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omic Sans MS" pitchFamily="66" charset="0"/>
          </a:defRPr>
        </a:defPPr>
      </a:lstStyle>
    </a:spDef>
    <a:lnDef>
      <a:spPr bwMode="auto">
        <a:noFill/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/>
        </a:ln>
        <a:effectLst/>
      </a:spPr>
      <a:bodyPr/>
      <a:lstStyle/>
    </a:lnDef>
    <a:txDef>
      <a:spPr>
        <a:noFill/>
      </a:spPr>
      <a:bodyPr wrap="none" rtlCol="0">
        <a:spAutoFit/>
      </a:bodyPr>
      <a:lstStyle>
        <a:defPPr>
          <a:defRPr sz="1400" dirty="0" smtClean="0">
            <a:latin typeface="Gill Sans MT" panose="020B0502020104020203" pitchFamily="34" charset="0"/>
          </a:defRPr>
        </a:defPPr>
      </a:lstStyle>
    </a:tx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7.xml><?xml version="1.0" encoding="utf-8"?>
<a:theme xmlns:a="http://schemas.openxmlformats.org/drawingml/2006/main" name="24_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Default Design">
      <a:majorFont>
        <a:latin typeface="Comic Sans MS"/>
        <a:ea typeface=""/>
        <a:cs typeface=""/>
      </a:majorFont>
      <a:minorFont>
        <a:latin typeface="Comic Sans M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342900" marR="0" indent="-342900" algn="l" defTabSz="914400" rtl="0" eaLnBrk="0" fontAlgn="base" latinLnBrk="0" hangingPunct="0">
          <a:lnSpc>
            <a:spcPct val="100000"/>
          </a:lnSpc>
          <a:spcBef>
            <a:spcPct val="20000"/>
          </a:spcBef>
          <a:spcAft>
            <a:spcPct val="0"/>
          </a:spcAft>
          <a:buClr>
            <a:schemeClr val="accent2"/>
          </a:buClr>
          <a:buSzPct val="85000"/>
          <a:buFont typeface="ZapfDingbats" pitchFamily="82" charset="2"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omic Sans MS" pitchFamily="66" charset="0"/>
          </a:defRPr>
        </a:defPPr>
      </a:lstStyle>
    </a:spDef>
    <a:lnDef>
      <a:spPr bwMode="auto">
        <a:noFill/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triangle"/>
        </a:ln>
        <a:effectLst/>
      </a:spPr>
      <a:bodyPr/>
      <a:lstStyle/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8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16293</TotalTime>
  <Words>9116</Words>
  <Application>Microsoft Office PowerPoint</Application>
  <PresentationFormat>如螢幕大小 (4:3)</PresentationFormat>
  <Paragraphs>1930</Paragraphs>
  <Slides>107</Slides>
  <Notes>107</Notes>
  <HiddenSlides>0</HiddenSlides>
  <MMClips>0</MMClips>
  <ScaleCrop>false</ScaleCrop>
  <HeadingPairs>
    <vt:vector size="8" baseType="variant">
      <vt:variant>
        <vt:lpstr>使用字型</vt:lpstr>
      </vt:variant>
      <vt:variant>
        <vt:i4>15</vt:i4>
      </vt:variant>
      <vt:variant>
        <vt:lpstr>佈景主題</vt:lpstr>
      </vt:variant>
      <vt:variant>
        <vt:i4>7</vt:i4>
      </vt:variant>
      <vt:variant>
        <vt:lpstr>內嵌 OLE 伺服程式</vt:lpstr>
      </vt:variant>
      <vt:variant>
        <vt:i4>1</vt:i4>
      </vt:variant>
      <vt:variant>
        <vt:lpstr>投影片標題</vt:lpstr>
      </vt:variant>
      <vt:variant>
        <vt:i4>107</vt:i4>
      </vt:variant>
    </vt:vector>
  </HeadingPairs>
  <TitlesOfParts>
    <vt:vector size="130" baseType="lpstr">
      <vt:lpstr>ArialMT</vt:lpstr>
      <vt:lpstr>FangSong</vt:lpstr>
      <vt:lpstr>ＭＳ Ｐゴシック</vt:lpstr>
      <vt:lpstr>ZapfDingbats</vt:lpstr>
      <vt:lpstr>新細明體</vt:lpstr>
      <vt:lpstr>Arial</vt:lpstr>
      <vt:lpstr>Arial Narrow</vt:lpstr>
      <vt:lpstr>Comic Sans MS</vt:lpstr>
      <vt:lpstr>Consolas</vt:lpstr>
      <vt:lpstr>Courier New</vt:lpstr>
      <vt:lpstr>Gill Sans MT</vt:lpstr>
      <vt:lpstr>Symbol</vt:lpstr>
      <vt:lpstr>Tahoma</vt:lpstr>
      <vt:lpstr>Times New Roman</vt:lpstr>
      <vt:lpstr>Wingdings</vt:lpstr>
      <vt:lpstr>Default Design</vt:lpstr>
      <vt:lpstr>2_Default Design</vt:lpstr>
      <vt:lpstr>12_Default Design</vt:lpstr>
      <vt:lpstr>3_Default Design</vt:lpstr>
      <vt:lpstr>13_Default Design</vt:lpstr>
      <vt:lpstr>1_Default Design</vt:lpstr>
      <vt:lpstr>24_Default Design</vt:lpstr>
      <vt:lpstr>Chart</vt:lpstr>
      <vt:lpstr>PowerPoint 簡報</vt:lpstr>
      <vt:lpstr>Chapter 2: application layer</vt:lpstr>
      <vt:lpstr>Some network apps</vt:lpstr>
      <vt:lpstr>Creating a network app</vt:lpstr>
      <vt:lpstr>Application architectures</vt:lpstr>
      <vt:lpstr>Client-server architecture</vt:lpstr>
      <vt:lpstr>P2P architecture</vt:lpstr>
      <vt:lpstr>Processes communicating</vt:lpstr>
      <vt:lpstr>Sockets</vt:lpstr>
      <vt:lpstr>Sockets</vt:lpstr>
      <vt:lpstr>Addressing processes</vt:lpstr>
      <vt:lpstr>App-layer protocol defines</vt:lpstr>
      <vt:lpstr>What transport service does an app need?</vt:lpstr>
      <vt:lpstr>Transport service requirements: common apps</vt:lpstr>
      <vt:lpstr>Internet transport protocols services</vt:lpstr>
      <vt:lpstr>Internet apps:  application, transport protocols</vt:lpstr>
      <vt:lpstr>Securing TCP</vt:lpstr>
      <vt:lpstr>Chapter 2: outline</vt:lpstr>
      <vt:lpstr>Web and HTTP</vt:lpstr>
      <vt:lpstr>HTTP overview</vt:lpstr>
      <vt:lpstr>HTTP overview (continued)</vt:lpstr>
      <vt:lpstr>HTTP overview (continued)</vt:lpstr>
      <vt:lpstr>HTTP connections</vt:lpstr>
      <vt:lpstr>Non-persistent HTTP</vt:lpstr>
      <vt:lpstr>Non-persistent HTTP (cont.)</vt:lpstr>
      <vt:lpstr>Non-persistent HTTP: response time</vt:lpstr>
      <vt:lpstr>Persistent HTTP: response time</vt:lpstr>
      <vt:lpstr>Non-Persistent &amp; Persistent HTTP</vt:lpstr>
      <vt:lpstr>Concurrent HTTP</vt:lpstr>
      <vt:lpstr>HTTP request message</vt:lpstr>
      <vt:lpstr>HTTP request message: general format</vt:lpstr>
      <vt:lpstr>User-server state: cookies</vt:lpstr>
      <vt:lpstr>Cookies (continued)</vt:lpstr>
      <vt:lpstr>Cookies: keeping “state” (cont.)</vt:lpstr>
      <vt:lpstr>User-server state: cookies</vt:lpstr>
      <vt:lpstr>Web caches (proxy server)</vt:lpstr>
      <vt:lpstr>More about Web caching</vt:lpstr>
      <vt:lpstr>Chapter 2: outline</vt:lpstr>
      <vt:lpstr>Electronic mail</vt:lpstr>
      <vt:lpstr>Electronic mail: mail servers</vt:lpstr>
      <vt:lpstr>Electronic Mail: SMTP [RFC 2821]</vt:lpstr>
      <vt:lpstr>Sample SMTP interaction</vt:lpstr>
      <vt:lpstr>Scenario: Alice sends message to Bob</vt:lpstr>
      <vt:lpstr>SMTP: final words</vt:lpstr>
      <vt:lpstr>Mail message format</vt:lpstr>
      <vt:lpstr>Mail access protocols</vt:lpstr>
      <vt:lpstr>POP3 protocol</vt:lpstr>
      <vt:lpstr>POP3 protocol</vt:lpstr>
      <vt:lpstr>POP3 protocol</vt:lpstr>
      <vt:lpstr>IMAP protocol</vt:lpstr>
      <vt:lpstr>Web-Based E-mail</vt:lpstr>
      <vt:lpstr>Chapter 2: outline</vt:lpstr>
      <vt:lpstr>DNS: domain name system</vt:lpstr>
      <vt:lpstr>DNS: services</vt:lpstr>
      <vt:lpstr>DNS structure</vt:lpstr>
      <vt:lpstr>DNS: a distributed, hierarchical database</vt:lpstr>
      <vt:lpstr>DNS: root name servers</vt:lpstr>
      <vt:lpstr>TLD, authoritative servers</vt:lpstr>
      <vt:lpstr>Local DNS name server</vt:lpstr>
      <vt:lpstr>DNS name  resolution example</vt:lpstr>
      <vt:lpstr>DNS name  resolution example</vt:lpstr>
      <vt:lpstr>PowerPoint 簡報</vt:lpstr>
      <vt:lpstr>DNS caching</vt:lpstr>
      <vt:lpstr>DNS records</vt:lpstr>
      <vt:lpstr>DNS records (cont’d)</vt:lpstr>
      <vt:lpstr>DNS protocol, messages</vt:lpstr>
      <vt:lpstr>PowerPoint 簡報</vt:lpstr>
      <vt:lpstr>Inserting records into DNS</vt:lpstr>
      <vt:lpstr>Attacking DNS</vt:lpstr>
      <vt:lpstr>Chapter 2: outline</vt:lpstr>
      <vt:lpstr>Pure P2P architecture</vt:lpstr>
      <vt:lpstr>File distribution: client-server vs P2P</vt:lpstr>
      <vt:lpstr>File distribution time: client-server</vt:lpstr>
      <vt:lpstr>File distribution time: P2P</vt:lpstr>
      <vt:lpstr>PowerPoint 簡報</vt:lpstr>
      <vt:lpstr>P2P file distribution: BitTorrent </vt:lpstr>
      <vt:lpstr>PowerPoint 簡報</vt:lpstr>
      <vt:lpstr>BitTorrent: requesting file chunks</vt:lpstr>
      <vt:lpstr>BitTorrent: sending file chunks</vt:lpstr>
      <vt:lpstr>BitTorrent: tit-for-tat</vt:lpstr>
      <vt:lpstr>Chapter 2: outline</vt:lpstr>
      <vt:lpstr>Video Streaming and CDNs: context</vt:lpstr>
      <vt:lpstr>Multimedia: video</vt:lpstr>
      <vt:lpstr>Multimedia: video</vt:lpstr>
      <vt:lpstr>HTTP Streaming</vt:lpstr>
      <vt:lpstr>HTTP Streaming </vt:lpstr>
      <vt:lpstr>Streaming multimedia: DASH</vt:lpstr>
      <vt:lpstr>Streaming multimedia: DASH</vt:lpstr>
      <vt:lpstr>Content distribution networks</vt:lpstr>
      <vt:lpstr>Content distribution networks</vt:lpstr>
      <vt:lpstr>Internet structure: network of networks</vt:lpstr>
      <vt:lpstr>PowerPoint 簡報</vt:lpstr>
      <vt:lpstr>Chapter 2: outline</vt:lpstr>
      <vt:lpstr>Socket programming </vt:lpstr>
      <vt:lpstr>Socket programming </vt:lpstr>
      <vt:lpstr>Socket programming with UDP</vt:lpstr>
      <vt:lpstr>Client/server socket interaction: UDP</vt:lpstr>
      <vt:lpstr>PowerPoint 簡報</vt:lpstr>
      <vt:lpstr>Example app: UDP client (cont’d)</vt:lpstr>
      <vt:lpstr>Example app: UDP client (cont’d)</vt:lpstr>
      <vt:lpstr>PowerPoint 簡報</vt:lpstr>
      <vt:lpstr>Socket programming with TCP</vt:lpstr>
      <vt:lpstr>Client/server socket interaction: TCP</vt:lpstr>
      <vt:lpstr>PowerPoint 簡報</vt:lpstr>
      <vt:lpstr>PowerPoint 簡報</vt:lpstr>
      <vt:lpstr>Chapter 2: summary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3rd Edition: Chapter 2</dc:title>
  <dc:creator>Jim Kurose and Keith Ross</dc:creator>
  <cp:lastModifiedBy>Prof. CHEUNG Man Hon Michael</cp:lastModifiedBy>
  <cp:revision>591</cp:revision>
  <cp:lastPrinted>2011-09-19T12:20:55Z</cp:lastPrinted>
  <dcterms:created xsi:type="dcterms:W3CDTF">1999-10-08T19:08:27Z</dcterms:created>
  <dcterms:modified xsi:type="dcterms:W3CDTF">2025-09-20T12:15:14Z</dcterms:modified>
</cp:coreProperties>
</file>