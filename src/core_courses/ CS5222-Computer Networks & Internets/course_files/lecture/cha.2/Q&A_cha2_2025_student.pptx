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1" r:id="rId1"/>
  </p:sldMasterIdLst>
  <p:notesMasterIdLst>
    <p:notesMasterId r:id="rId7"/>
  </p:notesMasterIdLst>
  <p:sldIdLst>
    <p:sldId id="256" r:id="rId2"/>
    <p:sldId id="276" r:id="rId3"/>
    <p:sldId id="275" r:id="rId4"/>
    <p:sldId id="277" r:id="rId5"/>
    <p:sldId id="268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545" autoAdjust="0"/>
  </p:normalViewPr>
  <p:slideViewPr>
    <p:cSldViewPr snapToGrid="0">
      <p:cViewPr varScale="1">
        <p:scale>
          <a:sx n="65" d="100"/>
          <a:sy n="65" d="100"/>
        </p:scale>
        <p:origin x="135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BB7B4A-420D-411F-9B09-47D0E51B98FF}" type="datetimeFigureOut">
              <a:rPr lang="zh-HK" altLang="en-US" smtClean="0"/>
              <a:t>11/10/2025</a:t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7DB07F-1779-41BC-BD34-D238F375ED69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64403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B) Video streaming</a:t>
            </a:r>
          </a:p>
          <a:p>
            <a:r>
              <a:rPr lang="en-US" altLang="zh-HK" dirty="0"/>
              <a:t>D) Online games</a:t>
            </a:r>
          </a:p>
          <a:p>
            <a:endParaRPr lang="en-US" altLang="zh-HK" dirty="0"/>
          </a:p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2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854295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  <a:p>
            <a:r>
              <a:rPr lang="en-US" altLang="zh-HK" dirty="0"/>
              <a:t>A &amp; D</a:t>
            </a: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3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885691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A) A: Hostname to IP address mapping</a:t>
            </a:r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4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326340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HK" dirty="0"/>
              <a:t>B</a:t>
            </a:r>
          </a:p>
          <a:p>
            <a:pPr marL="0" indent="0">
              <a:buNone/>
            </a:pPr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5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996761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HK" alt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6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854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3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61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58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420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255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553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6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0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097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628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91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024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841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241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711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HK" alt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10/11/2025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878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2FDC0F-AD5D-46F7-8FF0-065D11CDF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HK" sz="5000" dirty="0"/>
              <a:t>CS5222 Q&amp;A (Chapter 2)</a:t>
            </a:r>
            <a:endParaRPr lang="zh-HK" altLang="en-US" sz="5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FABD1C0-59BA-452E-9B84-1E27EFFAF2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94305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85F8F-B730-4696-96ED-07C5EA349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0448C6-7C11-4659-8D4C-217D01D0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Which of the following service(s) should use UDP as the transport layer protocol?</a:t>
            </a:r>
            <a:br>
              <a:rPr lang="en-US" altLang="zh-HK" dirty="0"/>
            </a:br>
            <a:r>
              <a:rPr lang="en-US" altLang="zh-HK" dirty="0"/>
              <a:t>A) File transfer</a:t>
            </a:r>
            <a:br>
              <a:rPr lang="en-US" altLang="zh-HK" dirty="0"/>
            </a:br>
            <a:r>
              <a:rPr lang="en-US" altLang="zh-HK" dirty="0"/>
              <a:t>B) Video streaming</a:t>
            </a:r>
            <a:br>
              <a:rPr lang="en-US" altLang="zh-HK" dirty="0"/>
            </a:br>
            <a:r>
              <a:rPr lang="en-US" altLang="zh-HK" dirty="0"/>
              <a:t>C) Email</a:t>
            </a:r>
            <a:br>
              <a:rPr lang="en-US" altLang="zh-HK" dirty="0"/>
            </a:br>
            <a:r>
              <a:rPr lang="en-US" altLang="zh-HK" dirty="0"/>
              <a:t>D) Online games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36312500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85F8F-B730-4696-96ED-07C5EA349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0448C6-7C11-4659-8D4C-217D01D0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Suppose a </a:t>
            </a:r>
            <a:r>
              <a:rPr lang="en-US" altLang="zh-HK" b="1" dirty="0"/>
              <a:t>client process</a:t>
            </a:r>
            <a:r>
              <a:rPr lang="en-US" altLang="zh-HK" dirty="0"/>
              <a:t> wants to communicate with the mail server process of abc.com, which of the following addressing information of the </a:t>
            </a:r>
            <a:r>
              <a:rPr lang="en-US" altLang="zh-HK" b="1" dirty="0"/>
              <a:t>mail server process</a:t>
            </a:r>
            <a:r>
              <a:rPr lang="en-US" altLang="zh-HK" dirty="0"/>
              <a:t> does it need:</a:t>
            </a:r>
          </a:p>
          <a:p>
            <a:r>
              <a:rPr lang="en-US" altLang="zh-HK" dirty="0"/>
              <a:t>A) IP address, which is usually obtained through DNS</a:t>
            </a:r>
          </a:p>
          <a:p>
            <a:r>
              <a:rPr lang="en-US" altLang="zh-HK" dirty="0"/>
              <a:t>B) IP address, which the client process usually knows itself</a:t>
            </a:r>
          </a:p>
          <a:p>
            <a:r>
              <a:rPr lang="en-US" altLang="zh-HK" dirty="0"/>
              <a:t>C) Port number, which is usually obtained through DNS</a:t>
            </a:r>
          </a:p>
          <a:p>
            <a:r>
              <a:rPr lang="en-US" altLang="zh-HK" dirty="0"/>
              <a:t>D) Port number, which is 25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939370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D17803-743D-431D-891A-123A9BA4F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215006-7539-B250-A566-5E4E5CF35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In DNS, which type of resource records would enable the load balancing services?</a:t>
            </a:r>
          </a:p>
          <a:p>
            <a:r>
              <a:rPr lang="en-US" altLang="zh-HK" dirty="0"/>
              <a:t>A) A</a:t>
            </a:r>
          </a:p>
          <a:p>
            <a:r>
              <a:rPr lang="en-US" altLang="zh-HK" dirty="0"/>
              <a:t>B) NS</a:t>
            </a:r>
          </a:p>
          <a:p>
            <a:r>
              <a:rPr lang="en-US" altLang="zh-HK" dirty="0"/>
              <a:t>C) CNAME</a:t>
            </a:r>
          </a:p>
          <a:p>
            <a:r>
              <a:rPr lang="en-US" altLang="zh-HK" dirty="0"/>
              <a:t>D) MX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017012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A85F8F-B730-4696-96ED-07C5EA349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0448C6-7C11-4659-8D4C-217D01D09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Which of the following statement(s) about BitTorrent is/are true?</a:t>
            </a:r>
          </a:p>
          <a:p>
            <a:r>
              <a:rPr lang="en-US" altLang="zh-HK" dirty="0"/>
              <a:t>A) It is based on the client-server architecture.</a:t>
            </a:r>
          </a:p>
          <a:p>
            <a:r>
              <a:rPr lang="en-US" altLang="zh-HK" dirty="0"/>
              <a:t>B) A user needs to obtain the IP addresses of her peers for file sharing.</a:t>
            </a:r>
          </a:p>
          <a:p>
            <a:r>
              <a:rPr lang="en-US" altLang="zh-HK" dirty="0"/>
              <a:t>C) A user should request for missing chunks from her peer with the largest size first.</a:t>
            </a:r>
          </a:p>
          <a:p>
            <a:r>
              <a:rPr lang="en-US" altLang="zh-HK" dirty="0"/>
              <a:t>D) A user always connect with </a:t>
            </a:r>
            <a:r>
              <a:rPr lang="en-US" altLang="zh-HK"/>
              <a:t>the same </a:t>
            </a:r>
            <a:r>
              <a:rPr lang="en-US" altLang="zh-HK" dirty="0"/>
              <a:t>peers in the whole file sharing process.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8468035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112</TotalTime>
  <Words>247</Words>
  <Application>Microsoft Office PowerPoint</Application>
  <PresentationFormat>寬螢幕</PresentationFormat>
  <Paragraphs>27</Paragraphs>
  <Slides>5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Garamond</vt:lpstr>
      <vt:lpstr>有機</vt:lpstr>
      <vt:lpstr>CS5222 Q&amp;A (Chapter 2)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Q&amp;a (Chapter 1)</dc:title>
  <dc:creator>Man Hon Cheung (IEG)</dc:creator>
  <cp:lastModifiedBy>Prof. CHEUNG Man Hon Michael</cp:lastModifiedBy>
  <cp:revision>18</cp:revision>
  <dcterms:created xsi:type="dcterms:W3CDTF">2020-09-10T03:56:12Z</dcterms:created>
  <dcterms:modified xsi:type="dcterms:W3CDTF">2025-10-11T02:31:03Z</dcterms:modified>
</cp:coreProperties>
</file>