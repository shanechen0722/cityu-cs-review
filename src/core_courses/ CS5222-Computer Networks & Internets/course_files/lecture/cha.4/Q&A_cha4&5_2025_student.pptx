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1" r:id="rId1"/>
  </p:sldMasterIdLst>
  <p:notesMasterIdLst>
    <p:notesMasterId r:id="rId7"/>
  </p:notesMasterIdLst>
  <p:sldIdLst>
    <p:sldId id="256" r:id="rId2"/>
    <p:sldId id="279" r:id="rId3"/>
    <p:sldId id="281" r:id="rId4"/>
    <p:sldId id="282" r:id="rId5"/>
    <p:sldId id="284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6545" autoAdjust="0"/>
  </p:normalViewPr>
  <p:slideViewPr>
    <p:cSldViewPr snapToGrid="0">
      <p:cViewPr varScale="1">
        <p:scale>
          <a:sx n="65" d="100"/>
          <a:sy n="65" d="100"/>
        </p:scale>
        <p:origin x="135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BB7B4A-420D-411F-9B09-47D0E51B98FF}" type="datetimeFigureOut">
              <a:rPr lang="zh-HK" altLang="en-US" smtClean="0"/>
              <a:t>22/11/2025</a:t>
            </a:fld>
            <a:endParaRPr lang="zh-HK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K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7DB07F-1779-41BC-BD34-D238F375ED69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64403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HK" dirty="0"/>
              <a:t>A</a:t>
            </a:r>
          </a:p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2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6204792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K" dirty="0"/>
              <a:t>D</a:t>
            </a:r>
          </a:p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3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812236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K" dirty="0"/>
              <a:t>C</a:t>
            </a:r>
          </a:p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4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823783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  <a:p>
            <a:r>
              <a:rPr lang="en-HK" dirty="0"/>
              <a:t>A and 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5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37468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zh-HK" altLang="en-US"/>
            </a:p>
          </p:txBody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6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854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234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61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589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420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2255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8553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868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503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70972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6287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914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1024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7841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0241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0711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zh-HK" altLang="en-US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8A87A34-81AB-432B-8DAE-1953F412C126}" type="datetimeFigureOut">
              <a:rPr lang="en-US" smtClean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878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2FDC0F-AD5D-46F7-8FF0-065D11CDFA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HK" dirty="0"/>
              <a:t>CS5222 Q&amp;A </a:t>
            </a:r>
            <a:br>
              <a:rPr lang="en-US" altLang="zh-HK" dirty="0"/>
            </a:br>
            <a:r>
              <a:rPr lang="en-US" altLang="zh-HK" dirty="0"/>
              <a:t>(</a:t>
            </a:r>
            <a:r>
              <a:rPr lang="en-US" altLang="zh-HK"/>
              <a:t>Chapter 4 &amp; 5)</a:t>
            </a:r>
            <a:endParaRPr lang="zh-HK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FABD1C0-59BA-452E-9B84-1E27EFFAF2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943050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FB3E5B-8133-569E-4827-7E9C76B4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4DE2F-6512-2343-5F9C-89011B85A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Consider classful routing. Suppose a host in the organization has an IP address 219.100.8.32. What is the total number of host IP addresses that we can allocate?</a:t>
            </a:r>
          </a:p>
          <a:p>
            <a:r>
              <a:rPr lang="en-US" altLang="zh-HK" dirty="0"/>
              <a:t>A) 254</a:t>
            </a:r>
          </a:p>
          <a:p>
            <a:r>
              <a:rPr lang="en-US" altLang="zh-HK" dirty="0"/>
              <a:t>B) 256</a:t>
            </a:r>
          </a:p>
          <a:p>
            <a:r>
              <a:rPr lang="en-US" altLang="zh-HK" dirty="0"/>
              <a:t>C) 65534</a:t>
            </a:r>
          </a:p>
          <a:p>
            <a:r>
              <a:rPr lang="en-US" altLang="zh-HK" dirty="0"/>
              <a:t>D) 65536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3764081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FB3E5B-8133-569E-4827-7E9C76B4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4DE2F-6512-2343-5F9C-89011B85A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HK" altLang="zh-HK" dirty="0"/>
              <a:t>Which of the following statement(s) about DHCP is/are true?</a:t>
            </a:r>
          </a:p>
          <a:p>
            <a:r>
              <a:rPr lang="en-HK" altLang="zh-HK" dirty="0"/>
              <a:t>A) Its transport layer is based on TCP</a:t>
            </a:r>
          </a:p>
          <a:p>
            <a:r>
              <a:rPr lang="en-HK" altLang="zh-HK" dirty="0"/>
              <a:t>B) A newly arriving client obtains the IP address of the DHCP server through DNS.</a:t>
            </a:r>
          </a:p>
          <a:p>
            <a:r>
              <a:rPr lang="en-HK" altLang="zh-HK" dirty="0"/>
              <a:t>C) When a client sends a “DHCP request” message, the destination IP address is a DHCP server’s IP address.</a:t>
            </a:r>
          </a:p>
          <a:p>
            <a:r>
              <a:rPr lang="en-HK" altLang="zh-HK" dirty="0"/>
              <a:t>D) A newly arriving client can obtain an IP address and the network mask through DHCP. 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3155540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FB3E5B-8133-569E-4827-7E9C76B4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4DE2F-6512-2343-5F9C-89011B85A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altLang="zh-HK" dirty="0"/>
              <a:t>Which of the following statement(s) about </a:t>
            </a:r>
            <a:r>
              <a:rPr lang="en-HK" altLang="zh-HK" b="1" dirty="0"/>
              <a:t>IPv6</a:t>
            </a:r>
            <a:r>
              <a:rPr lang="en-HK" altLang="zh-HK" dirty="0"/>
              <a:t> is/are true?</a:t>
            </a:r>
          </a:p>
          <a:p>
            <a:r>
              <a:rPr lang="en-HK" altLang="zh-HK" dirty="0"/>
              <a:t>A) By choosing the IP protocol version number to be 6 in an IPv4 datagram, we will obtain an IPv6 datagram.</a:t>
            </a:r>
          </a:p>
          <a:p>
            <a:r>
              <a:rPr lang="en-HK" altLang="zh-HK" dirty="0"/>
              <a:t>B) The checksum is enhanced for better security.</a:t>
            </a:r>
          </a:p>
          <a:p>
            <a:r>
              <a:rPr lang="en-HK" altLang="zh-HK" dirty="0"/>
              <a:t>C) Fragmentation is not allowed for higher processing speed.</a:t>
            </a:r>
          </a:p>
          <a:p>
            <a:r>
              <a:rPr lang="en-HK" altLang="zh-HK" dirty="0"/>
              <a:t>D) The adoption of IPv6 is close to 90% today.</a:t>
            </a:r>
            <a:endParaRPr lang="zh-HK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ABBD59-75F2-4044-8315-F6778F21C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684" y="1128155"/>
            <a:ext cx="2533930" cy="1810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576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FB3E5B-8133-569E-4827-7E9C76B4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4DE2F-6512-2343-5F9C-89011B85A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HK" altLang="zh-HK" dirty="0"/>
              <a:t>Which of the following statement(s) about the </a:t>
            </a:r>
            <a:r>
              <a:rPr lang="en-HK" altLang="zh-HK" b="1" dirty="0"/>
              <a:t>practical approach of Internet routing </a:t>
            </a:r>
            <a:r>
              <a:rPr lang="en-HK" altLang="zh-HK" dirty="0"/>
              <a:t>is/are true?</a:t>
            </a:r>
          </a:p>
          <a:p>
            <a:r>
              <a:rPr lang="en-HK" altLang="zh-HK" dirty="0"/>
              <a:t>A) The forwarding table in a router is jointly determined by both the intra-AS and inter-AS routing algorithms.</a:t>
            </a:r>
          </a:p>
          <a:p>
            <a:r>
              <a:rPr lang="en-HK" altLang="zh-HK" dirty="0"/>
              <a:t>B) Performance is always the key concern.</a:t>
            </a:r>
          </a:p>
          <a:p>
            <a:r>
              <a:rPr lang="en-HK" altLang="zh-HK" dirty="0"/>
              <a:t>C</a:t>
            </a:r>
            <a:r>
              <a:rPr lang="en-HK" altLang="zh-HK"/>
              <a:t>) e-BGP </a:t>
            </a:r>
            <a:r>
              <a:rPr lang="en-HK" altLang="zh-HK" dirty="0"/>
              <a:t>can be used to </a:t>
            </a:r>
            <a:r>
              <a:rPr lang="en-US" altLang="zh-TW" dirty="0">
                <a:ea typeface="ＭＳ Ｐゴシック" panose="020B0600070205080204" pitchFamily="34" charset="-128"/>
              </a:rPr>
              <a:t>propagate reachability information to all routers within an AS.</a:t>
            </a:r>
          </a:p>
          <a:p>
            <a:r>
              <a:rPr lang="en-US" altLang="zh-HK" dirty="0">
                <a:ea typeface="ＭＳ Ｐゴシック" panose="020B0600070205080204" pitchFamily="34" charset="-128"/>
              </a:rPr>
              <a:t>D) When choosing among gateway routers in hot potato routing, we only care about the intra-domain cost.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25474885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有機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有機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有機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183</TotalTime>
  <Words>305</Words>
  <Application>Microsoft Office PowerPoint</Application>
  <PresentationFormat>寬螢幕</PresentationFormat>
  <Paragraphs>30</Paragraphs>
  <Slides>5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ＭＳ Ｐゴシック</vt:lpstr>
      <vt:lpstr>Arial</vt:lpstr>
      <vt:lpstr>Calibri</vt:lpstr>
      <vt:lpstr>Garamond</vt:lpstr>
      <vt:lpstr>有機</vt:lpstr>
      <vt:lpstr>CS5222 Q&amp;A  (Chapter 4 &amp; 5)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Q&amp;a (Chapter 1)</dc:title>
  <dc:creator>Man Hon Cheung (IEG)</dc:creator>
  <cp:lastModifiedBy>Prof. CHEUNG Man Hon Michael</cp:lastModifiedBy>
  <cp:revision>32</cp:revision>
  <dcterms:created xsi:type="dcterms:W3CDTF">2020-09-10T03:56:12Z</dcterms:created>
  <dcterms:modified xsi:type="dcterms:W3CDTF">2025-11-22T04:23:27Z</dcterms:modified>
</cp:coreProperties>
</file>