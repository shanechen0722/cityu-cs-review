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4.xml" ContentType="application/vnd.openxmlformats-officedocument.theme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4329" r:id="rId2"/>
    <p:sldMasterId id="2147484342" r:id="rId3"/>
    <p:sldMasterId id="2147484355" r:id="rId4"/>
    <p:sldMasterId id="2147484367" r:id="rId5"/>
  </p:sldMasterIdLst>
  <p:notesMasterIdLst>
    <p:notesMasterId r:id="rId70"/>
  </p:notesMasterIdLst>
  <p:handoutMasterIdLst>
    <p:handoutMasterId r:id="rId71"/>
  </p:handoutMasterIdLst>
  <p:sldIdLst>
    <p:sldId id="778" r:id="rId6"/>
    <p:sldId id="751" r:id="rId7"/>
    <p:sldId id="636" r:id="rId8"/>
    <p:sldId id="258" r:id="rId9"/>
    <p:sldId id="523" r:id="rId10"/>
    <p:sldId id="833" r:id="rId11"/>
    <p:sldId id="834" r:id="rId12"/>
    <p:sldId id="835" r:id="rId13"/>
    <p:sldId id="836" r:id="rId14"/>
    <p:sldId id="837" r:id="rId15"/>
    <p:sldId id="838" r:id="rId16"/>
    <p:sldId id="784" r:id="rId17"/>
    <p:sldId id="530" r:id="rId18"/>
    <p:sldId id="531" r:id="rId19"/>
    <p:sldId id="691" r:id="rId20"/>
    <p:sldId id="545" r:id="rId21"/>
    <p:sldId id="533" r:id="rId22"/>
    <p:sldId id="532" r:id="rId23"/>
    <p:sldId id="776" r:id="rId24"/>
    <p:sldId id="538" r:id="rId25"/>
    <p:sldId id="679" r:id="rId26"/>
    <p:sldId id="793" r:id="rId27"/>
    <p:sldId id="642" r:id="rId28"/>
    <p:sldId id="643" r:id="rId29"/>
    <p:sldId id="644" r:id="rId30"/>
    <p:sldId id="779" r:id="rId31"/>
    <p:sldId id="794" r:id="rId32"/>
    <p:sldId id="780" r:id="rId33"/>
    <p:sldId id="782" r:id="rId34"/>
    <p:sldId id="783" r:id="rId35"/>
    <p:sldId id="839" r:id="rId36"/>
    <p:sldId id="785" r:id="rId37"/>
    <p:sldId id="786" r:id="rId38"/>
    <p:sldId id="787" r:id="rId39"/>
    <p:sldId id="331" r:id="rId40"/>
    <p:sldId id="680" r:id="rId41"/>
    <p:sldId id="681" r:id="rId42"/>
    <p:sldId id="775" r:id="rId43"/>
    <p:sldId id="840" r:id="rId44"/>
    <p:sldId id="687" r:id="rId45"/>
    <p:sldId id="688" r:id="rId46"/>
    <p:sldId id="689" r:id="rId47"/>
    <p:sldId id="690" r:id="rId48"/>
    <p:sldId id="391" r:id="rId49"/>
    <p:sldId id="333" r:id="rId50"/>
    <p:sldId id="808" r:id="rId51"/>
    <p:sldId id="841" r:id="rId52"/>
    <p:sldId id="789" r:id="rId53"/>
    <p:sldId id="842" r:id="rId54"/>
    <p:sldId id="790" r:id="rId55"/>
    <p:sldId id="399" r:id="rId56"/>
    <p:sldId id="400" r:id="rId57"/>
    <p:sldId id="401" r:id="rId58"/>
    <p:sldId id="392" r:id="rId59"/>
    <p:sldId id="456" r:id="rId60"/>
    <p:sldId id="795" r:id="rId61"/>
    <p:sldId id="517" r:id="rId62"/>
    <p:sldId id="805" r:id="rId63"/>
    <p:sldId id="518" r:id="rId64"/>
    <p:sldId id="519" r:id="rId65"/>
    <p:sldId id="520" r:id="rId66"/>
    <p:sldId id="671" r:id="rId67"/>
    <p:sldId id="672" r:id="rId68"/>
    <p:sldId id="762" r:id="rId69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DDDDDD"/>
    <a:srgbClr val="FFCCFF"/>
    <a:srgbClr val="000099"/>
    <a:srgbClr val="FF0000"/>
    <a:srgbClr val="008000"/>
    <a:srgbClr val="66CCFF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7330" autoAdjust="0"/>
  </p:normalViewPr>
  <p:slideViewPr>
    <p:cSldViewPr snapToGrid="0">
      <p:cViewPr varScale="1">
        <p:scale>
          <a:sx n="65" d="100"/>
          <a:sy n="65" d="100"/>
        </p:scale>
        <p:origin x="1954" y="2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32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slide" Target="slides/slide61.xml"/><Relationship Id="rId74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" Type="http://schemas.openxmlformats.org/officeDocument/2006/relationships/slide" Target="slides/slide2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594" name="Rectangle 2">
            <a:extLst>
              <a:ext uri="{FF2B5EF4-FFF2-40B4-BE49-F238E27FC236}">
                <a16:creationId xmlns:a16="http://schemas.microsoft.com/office/drawing/2014/main" id="{B30D290D-6BB8-4C4F-B980-AF570CC7940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595" name="Rectangle 3">
            <a:extLst>
              <a:ext uri="{FF2B5EF4-FFF2-40B4-BE49-F238E27FC236}">
                <a16:creationId xmlns:a16="http://schemas.microsoft.com/office/drawing/2014/main" id="{6AA8B4DC-E48F-479C-94FB-8ADB847FB30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596" name="Rectangle 4">
            <a:extLst>
              <a:ext uri="{FF2B5EF4-FFF2-40B4-BE49-F238E27FC236}">
                <a16:creationId xmlns:a16="http://schemas.microsoft.com/office/drawing/2014/main" id="{DEE31D28-D77C-4DE1-99C5-A687CECD34D6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597" name="Rectangle 5">
            <a:extLst>
              <a:ext uri="{FF2B5EF4-FFF2-40B4-BE49-F238E27FC236}">
                <a16:creationId xmlns:a16="http://schemas.microsoft.com/office/drawing/2014/main" id="{C73280D4-CFBD-44A7-A6B7-A4538A27F2A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panose="02020603050405020304" pitchFamily="18" charset="0"/>
              </a:defRPr>
            </a:lvl1pPr>
          </a:lstStyle>
          <a:p>
            <a:fld id="{4D6C94AE-B29F-49B8-A65A-7650B6FD1006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64536A15-AE18-49F2-A4BE-FD419ACFA83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0D540189-1615-4B0B-A76C-2C0B57B095B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6740" name="Rectangle 4">
            <a:extLst>
              <a:ext uri="{FF2B5EF4-FFF2-40B4-BE49-F238E27FC236}">
                <a16:creationId xmlns:a16="http://schemas.microsoft.com/office/drawing/2014/main" id="{0E7AD913-3914-4620-AE3D-8C32888768B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DD792564-AEF1-4EB3-9CD3-616F91EF18A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B2A7690C-EC77-45FD-9115-17AD451B907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1061C7C6-4DF7-47E9-B461-64586F18850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Times New Roman" panose="02020603050405020304" pitchFamily="18" charset="0"/>
              </a:defRPr>
            </a:lvl1pPr>
          </a:lstStyle>
          <a:p>
            <a:fld id="{2667E871-BAE2-42D9-A382-336E4056EA19}" type="slidenum">
              <a:rPr lang="en-US" altLang="zh-HK"/>
              <a:pPr/>
              <a:t>‹#›</a:t>
            </a:fld>
            <a:endParaRPr lang="en-US" altLang="zh-H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09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2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3144697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3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4165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Slide Image Placeholder 1">
            <a:extLst>
              <a:ext uri="{FF2B5EF4-FFF2-40B4-BE49-F238E27FC236}">
                <a16:creationId xmlns:a16="http://schemas.microsoft.com/office/drawing/2014/main" id="{DB805907-EFBB-4AF2-8D35-CD1D54EF7B2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3" name="Notes Placeholder 2">
            <a:extLst>
              <a:ext uri="{FF2B5EF4-FFF2-40B4-BE49-F238E27FC236}">
                <a16:creationId xmlns:a16="http://schemas.microsoft.com/office/drawing/2014/main" id="{6C4732C8-2105-4952-8CD0-D0331F9EAB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76804" name="Slide Number Placeholder 3">
            <a:extLst>
              <a:ext uri="{FF2B5EF4-FFF2-40B4-BE49-F238E27FC236}">
                <a16:creationId xmlns:a16="http://schemas.microsoft.com/office/drawing/2014/main" id="{8EB79908-8829-4218-A137-8C2E70C8B9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57B7A93-40BE-4AA6-9182-207BDA162488}" type="slidenum">
              <a:rPr lang="en-US" altLang="zh-TW" smtClean="0">
                <a:latin typeface="Times New Roman" panose="02020603050405020304" pitchFamily="18" charset="0"/>
              </a:rPr>
              <a:pPr/>
              <a:t>4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Slide Image Placeholder 1">
            <a:extLst>
              <a:ext uri="{FF2B5EF4-FFF2-40B4-BE49-F238E27FC236}">
                <a16:creationId xmlns:a16="http://schemas.microsoft.com/office/drawing/2014/main" id="{8AEC686B-2F14-433D-B1A5-47CA4AC8360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1" name="Notes Placeholder 2">
            <a:extLst>
              <a:ext uri="{FF2B5EF4-FFF2-40B4-BE49-F238E27FC236}">
                <a16:creationId xmlns:a16="http://schemas.microsoft.com/office/drawing/2014/main" id="{317D580F-56C5-4C6E-9E79-9B0089A5A4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78852" name="Slide Number Placeholder 3">
            <a:extLst>
              <a:ext uri="{FF2B5EF4-FFF2-40B4-BE49-F238E27FC236}">
                <a16:creationId xmlns:a16="http://schemas.microsoft.com/office/drawing/2014/main" id="{2D0B87E9-5D6E-4D89-93B7-585DC40DC91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043298F-579D-45CD-AC3A-CED184AA4F0C}" type="slidenum">
              <a:rPr lang="en-US" altLang="zh-TW" smtClean="0">
                <a:latin typeface="Times New Roman" panose="02020603050405020304" pitchFamily="18" charset="0"/>
              </a:rPr>
              <a:pPr/>
              <a:t>5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6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354996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7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6900566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8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6569664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277940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10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23569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11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370564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62879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14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3623294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15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936566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Slide Image Placeholder 1">
            <a:extLst>
              <a:ext uri="{FF2B5EF4-FFF2-40B4-BE49-F238E27FC236}">
                <a16:creationId xmlns:a16="http://schemas.microsoft.com/office/drawing/2014/main" id="{57B84AB4-CB2E-40F2-91AB-2222907C1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Notes Placeholder 2">
            <a:extLst>
              <a:ext uri="{FF2B5EF4-FFF2-40B4-BE49-F238E27FC236}">
                <a16:creationId xmlns:a16="http://schemas.microsoft.com/office/drawing/2014/main" id="{6A9DF3BB-F7DE-46F6-B972-CB12BE3CCE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96260" name="Slide Number Placeholder 3">
            <a:extLst>
              <a:ext uri="{FF2B5EF4-FFF2-40B4-BE49-F238E27FC236}">
                <a16:creationId xmlns:a16="http://schemas.microsoft.com/office/drawing/2014/main" id="{5794D347-0FB9-45F6-B351-9A5D8B06D0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6C52D85-66BD-42E2-B360-FB1E47BC7CBC}" type="slidenum">
              <a:rPr lang="en-US" altLang="zh-TW" smtClean="0">
                <a:latin typeface="Times New Roman" panose="02020603050405020304" pitchFamily="18" charset="0"/>
              </a:rPr>
              <a:pPr/>
              <a:t>16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3105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17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1761190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Slide Image Placeholder 1">
            <a:extLst>
              <a:ext uri="{FF2B5EF4-FFF2-40B4-BE49-F238E27FC236}">
                <a16:creationId xmlns:a16="http://schemas.microsoft.com/office/drawing/2014/main" id="{F4596E2E-E8B4-4E7D-8FFA-98140AF027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5" name="Notes Placeholder 2">
            <a:extLst>
              <a:ext uri="{FF2B5EF4-FFF2-40B4-BE49-F238E27FC236}">
                <a16:creationId xmlns:a16="http://schemas.microsoft.com/office/drawing/2014/main" id="{3C2CDBC6-4A4C-422C-A386-4D349948E66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10596" name="Slide Number Placeholder 3">
            <a:extLst>
              <a:ext uri="{FF2B5EF4-FFF2-40B4-BE49-F238E27FC236}">
                <a16:creationId xmlns:a16="http://schemas.microsoft.com/office/drawing/2014/main" id="{BC30C2DA-3E92-433B-93DE-80FAAD8DC84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24FE106-DB15-4A86-B5EF-051027D2DD27}" type="slidenum">
              <a:rPr lang="en-US" altLang="zh-TW" smtClean="0">
                <a:latin typeface="Times New Roman" panose="02020603050405020304" pitchFamily="18" charset="0"/>
              </a:rPr>
              <a:pPr/>
              <a:t>18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26480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19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035974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20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638489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Slide Image Placeholder 1">
            <a:extLst>
              <a:ext uri="{FF2B5EF4-FFF2-40B4-BE49-F238E27FC236}">
                <a16:creationId xmlns:a16="http://schemas.microsoft.com/office/drawing/2014/main" id="{8993028E-0632-44C2-82CE-5CD1F363CD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7" name="Notes Placeholder 2">
            <a:extLst>
              <a:ext uri="{FF2B5EF4-FFF2-40B4-BE49-F238E27FC236}">
                <a16:creationId xmlns:a16="http://schemas.microsoft.com/office/drawing/2014/main" id="{665FC0F4-60E7-453F-B6FA-69D9FEAD80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08548" name="Slide Number Placeholder 3">
            <a:extLst>
              <a:ext uri="{FF2B5EF4-FFF2-40B4-BE49-F238E27FC236}">
                <a16:creationId xmlns:a16="http://schemas.microsoft.com/office/drawing/2014/main" id="{89A8F9D4-98DF-4C03-A20F-56D32CD8697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B44CC49-1133-48BB-8144-0058CD0794B7}" type="slidenum">
              <a:rPr lang="en-US" altLang="zh-TW" smtClean="0">
                <a:latin typeface="Times New Roman" panose="02020603050405020304" pitchFamily="18" charset="0"/>
              </a:rPr>
              <a:pPr/>
              <a:t>21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22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4439786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Slide Image Placeholder 1">
            <a:extLst>
              <a:ext uri="{FF2B5EF4-FFF2-40B4-BE49-F238E27FC236}">
                <a16:creationId xmlns:a16="http://schemas.microsoft.com/office/drawing/2014/main" id="{CD345C1F-DD3F-413D-B3F5-C641633BC44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7" name="Notes Placeholder 2">
            <a:extLst>
              <a:ext uri="{FF2B5EF4-FFF2-40B4-BE49-F238E27FC236}">
                <a16:creationId xmlns:a16="http://schemas.microsoft.com/office/drawing/2014/main" id="{B1DE9FFB-02D7-4D76-AEAD-0F22065A68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13668" name="Slide Number Placeholder 3">
            <a:extLst>
              <a:ext uri="{FF2B5EF4-FFF2-40B4-BE49-F238E27FC236}">
                <a16:creationId xmlns:a16="http://schemas.microsoft.com/office/drawing/2014/main" id="{866E4617-C4A9-4793-AE82-8D4D74CFF2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157215E-85F4-42F4-91E2-8AD9F64B1501}" type="slidenum">
              <a:rPr lang="en-US" altLang="zh-TW" smtClean="0">
                <a:latin typeface="Times New Roman" panose="02020603050405020304" pitchFamily="18" charset="0"/>
              </a:rPr>
              <a:pPr/>
              <a:t>23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1C7694F-0701-4B4D-983C-84A003649EF5}" type="slidenum">
              <a:rPr lang="en-US" altLang="zh-TW" smtClean="0"/>
              <a:pPr>
                <a:defRPr/>
              </a:pPr>
              <a:t>24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977201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Slide Image Placeholder 1">
            <a:extLst>
              <a:ext uri="{FF2B5EF4-FFF2-40B4-BE49-F238E27FC236}">
                <a16:creationId xmlns:a16="http://schemas.microsoft.com/office/drawing/2014/main" id="{54D69FB1-2BDB-4F5B-8D68-49FAA4F54C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739" name="Notes Placeholder 2">
            <a:extLst>
              <a:ext uri="{FF2B5EF4-FFF2-40B4-BE49-F238E27FC236}">
                <a16:creationId xmlns:a16="http://schemas.microsoft.com/office/drawing/2014/main" id="{1953B2F2-1F64-4732-89D5-334DC3EDF6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 dirty="0"/>
          </a:p>
        </p:txBody>
      </p:sp>
      <p:sp>
        <p:nvSpPr>
          <p:cNvPr id="116740" name="Slide Number Placeholder 3">
            <a:extLst>
              <a:ext uri="{FF2B5EF4-FFF2-40B4-BE49-F238E27FC236}">
                <a16:creationId xmlns:a16="http://schemas.microsoft.com/office/drawing/2014/main" id="{B8970DB3-314B-49D2-B97E-B5D0F38C70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AC81983-5368-43B6-AEDC-95A3EFE8C7C5}" type="slidenum">
              <a:rPr lang="en-US" altLang="zh-TW" smtClean="0">
                <a:latin typeface="Times New Roman" panose="02020603050405020304" pitchFamily="18" charset="0"/>
              </a:rPr>
              <a:pPr/>
              <a:t>25</a:t>
            </a:fld>
            <a:endParaRPr lang="en-US" altLang="zh-TW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Slide Image Placeholder 1">
            <a:extLst>
              <a:ext uri="{FF2B5EF4-FFF2-40B4-BE49-F238E27FC236}">
                <a16:creationId xmlns:a16="http://schemas.microsoft.com/office/drawing/2014/main" id="{DE98B09E-E10B-4348-8CA1-3DBC06BCA9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787" name="Notes Placeholder 2">
            <a:extLst>
              <a:ext uri="{FF2B5EF4-FFF2-40B4-BE49-F238E27FC236}">
                <a16:creationId xmlns:a16="http://schemas.microsoft.com/office/drawing/2014/main" id="{080B003D-90B2-44DB-9E23-617068E70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  <p:sp>
        <p:nvSpPr>
          <p:cNvPr id="118788" name="Slide Number Placeholder 3">
            <a:extLst>
              <a:ext uri="{FF2B5EF4-FFF2-40B4-BE49-F238E27FC236}">
                <a16:creationId xmlns:a16="http://schemas.microsoft.com/office/drawing/2014/main" id="{1105940A-F1E1-4375-85B7-0466F16744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buClr>
                <a:srgbClr val="C0504D"/>
              </a:buClr>
            </a:pPr>
            <a:fld id="{5FC30BAB-9704-4907-842F-19D5C1FAD178}" type="slidenum">
              <a:rPr lang="en-US" altLang="zh-TW" smtClean="0">
                <a:solidFill>
                  <a:srgbClr val="000000"/>
                </a:solidFill>
                <a:latin typeface="Times New Roman" panose="02020603050405020304" pitchFamily="18" charset="0"/>
              </a:rPr>
              <a:pPr>
                <a:buClr>
                  <a:srgbClr val="C0504D"/>
                </a:buClr>
              </a:pPr>
              <a:t>26</a:t>
            </a:fld>
            <a:endParaRPr lang="en-US" altLang="zh-TW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Slide Image Placeholder 1">
            <a:extLst>
              <a:ext uri="{FF2B5EF4-FFF2-40B4-BE49-F238E27FC236}">
                <a16:creationId xmlns:a16="http://schemas.microsoft.com/office/drawing/2014/main" id="{F2F5515F-E4B4-47D9-A259-672BE2E048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59" name="Notes Placeholder 2">
            <a:extLst>
              <a:ext uri="{FF2B5EF4-FFF2-40B4-BE49-F238E27FC236}">
                <a16:creationId xmlns:a16="http://schemas.microsoft.com/office/drawing/2014/main" id="{5BC6D5C8-C7F7-475A-9913-4A63450BF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/>
          </a:p>
        </p:txBody>
      </p:sp>
      <p:sp>
        <p:nvSpPr>
          <p:cNvPr id="121860" name="Slide Number Placeholder 3">
            <a:extLst>
              <a:ext uri="{FF2B5EF4-FFF2-40B4-BE49-F238E27FC236}">
                <a16:creationId xmlns:a16="http://schemas.microsoft.com/office/drawing/2014/main" id="{A829CEE8-23F2-4E27-ACE8-F162ADA8D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A950BB5A-2229-4E39-AF64-F1BDDE257C79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Slide Image Placeholder 1">
            <a:extLst>
              <a:ext uri="{FF2B5EF4-FFF2-40B4-BE49-F238E27FC236}">
                <a16:creationId xmlns:a16="http://schemas.microsoft.com/office/drawing/2014/main" id="{BA407B8A-BA64-4BA3-960E-FAD559AA75B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7" name="Notes Placeholder 2">
            <a:extLst>
              <a:ext uri="{FF2B5EF4-FFF2-40B4-BE49-F238E27FC236}">
                <a16:creationId xmlns:a16="http://schemas.microsoft.com/office/drawing/2014/main" id="{A3AB77F8-BE9F-46B1-A811-775C2C4A5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/>
          </a:p>
        </p:txBody>
      </p:sp>
      <p:sp>
        <p:nvSpPr>
          <p:cNvPr id="123908" name="Slide Number Placeholder 3">
            <a:extLst>
              <a:ext uri="{FF2B5EF4-FFF2-40B4-BE49-F238E27FC236}">
                <a16:creationId xmlns:a16="http://schemas.microsoft.com/office/drawing/2014/main" id="{463F9324-4CFC-4566-8B9C-89691F961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2AFFAE7-1707-4ACF-AE0F-593C347CAA95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Slide Image Placeholder 1">
            <a:extLst>
              <a:ext uri="{FF2B5EF4-FFF2-40B4-BE49-F238E27FC236}">
                <a16:creationId xmlns:a16="http://schemas.microsoft.com/office/drawing/2014/main" id="{4938153A-9A26-4E85-93B9-F793CB79C7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5" name="Notes Placeholder 2">
            <a:extLst>
              <a:ext uri="{FF2B5EF4-FFF2-40B4-BE49-F238E27FC236}">
                <a16:creationId xmlns:a16="http://schemas.microsoft.com/office/drawing/2014/main" id="{767BD313-FB4D-4AC1-9C72-2EFA8C1C2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/>
          </a:p>
        </p:txBody>
      </p:sp>
      <p:sp>
        <p:nvSpPr>
          <p:cNvPr id="125956" name="Slide Number Placeholder 3">
            <a:extLst>
              <a:ext uri="{FF2B5EF4-FFF2-40B4-BE49-F238E27FC236}">
                <a16:creationId xmlns:a16="http://schemas.microsoft.com/office/drawing/2014/main" id="{EC6A52B3-6CD5-4449-8D16-F1D909ED2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22E293-41AB-4CD7-A337-1862CE751783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Slide Image Placeholder 1">
            <a:extLst>
              <a:ext uri="{FF2B5EF4-FFF2-40B4-BE49-F238E27FC236}">
                <a16:creationId xmlns:a16="http://schemas.microsoft.com/office/drawing/2014/main" id="{92E0ED46-8663-4DE8-93E8-FFF60626908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5" name="Notes Placeholder 2">
            <a:extLst>
              <a:ext uri="{FF2B5EF4-FFF2-40B4-BE49-F238E27FC236}">
                <a16:creationId xmlns:a16="http://schemas.microsoft.com/office/drawing/2014/main" id="{A93DF27D-53F3-42ED-B5BE-0D5CF31F9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171450" indent="-171450" eaLnBrk="1" hangingPunct="1"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</p:txBody>
      </p:sp>
      <p:sp>
        <p:nvSpPr>
          <p:cNvPr id="128004" name="Slide Number Placeholder 3">
            <a:extLst>
              <a:ext uri="{FF2B5EF4-FFF2-40B4-BE49-F238E27FC236}">
                <a16:creationId xmlns:a16="http://schemas.microsoft.com/office/drawing/2014/main" id="{E60AD44A-D415-43C4-9878-33489838E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19999F07-D2D4-4456-B95B-F1CC226F6A5A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Slide Image Placeholder 1">
            <a:extLst>
              <a:ext uri="{FF2B5EF4-FFF2-40B4-BE49-F238E27FC236}">
                <a16:creationId xmlns:a16="http://schemas.microsoft.com/office/drawing/2014/main" id="{DD1639AA-9A71-4C4F-A717-E752BE3A04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3" name="Notes Placeholder 2">
            <a:extLst>
              <a:ext uri="{FF2B5EF4-FFF2-40B4-BE49-F238E27FC236}">
                <a16:creationId xmlns:a16="http://schemas.microsoft.com/office/drawing/2014/main" id="{8BCBA216-3D67-4F72-97E7-6417AF90A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marL="171450" indent="-171450" eaLnBrk="1" hangingPunct="1"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</p:txBody>
      </p:sp>
      <p:sp>
        <p:nvSpPr>
          <p:cNvPr id="130052" name="Slide Number Placeholder 3">
            <a:extLst>
              <a:ext uri="{FF2B5EF4-FFF2-40B4-BE49-F238E27FC236}">
                <a16:creationId xmlns:a16="http://schemas.microsoft.com/office/drawing/2014/main" id="{D0EA17DF-AB63-48D7-BBC8-A345C7DE0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8467982-29C3-44EE-8639-DCEEB55D076A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Slide Image Placeholder 1">
            <a:extLst>
              <a:ext uri="{FF2B5EF4-FFF2-40B4-BE49-F238E27FC236}">
                <a16:creationId xmlns:a16="http://schemas.microsoft.com/office/drawing/2014/main" id="{7F692845-BB25-42B9-9835-D371B7E7068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099" name="Notes Placeholder 2">
            <a:extLst>
              <a:ext uri="{FF2B5EF4-FFF2-40B4-BE49-F238E27FC236}">
                <a16:creationId xmlns:a16="http://schemas.microsoft.com/office/drawing/2014/main" id="{E934C16D-E59E-4C0E-9D8E-D41C9EDDF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/>
          </a:p>
        </p:txBody>
      </p:sp>
      <p:sp>
        <p:nvSpPr>
          <p:cNvPr id="132100" name="Slide Number Placeholder 3">
            <a:extLst>
              <a:ext uri="{FF2B5EF4-FFF2-40B4-BE49-F238E27FC236}">
                <a16:creationId xmlns:a16="http://schemas.microsoft.com/office/drawing/2014/main" id="{31A9F763-41CB-4DC3-B082-FF3D3CF326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352FE38-13A6-4A48-B3B7-11C695C234AF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Slide Image Placeholder 1">
            <a:extLst>
              <a:ext uri="{FF2B5EF4-FFF2-40B4-BE49-F238E27FC236}">
                <a16:creationId xmlns:a16="http://schemas.microsoft.com/office/drawing/2014/main" id="{62C62D01-BC3A-49EA-A9FD-F1DF9FC85C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4147" name="Notes Placeholder 2">
            <a:extLst>
              <a:ext uri="{FF2B5EF4-FFF2-40B4-BE49-F238E27FC236}">
                <a16:creationId xmlns:a16="http://schemas.microsoft.com/office/drawing/2014/main" id="{149C8D55-A1BC-4F87-8AC0-7C677D609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/>
          </a:p>
        </p:txBody>
      </p:sp>
      <p:sp>
        <p:nvSpPr>
          <p:cNvPr id="134148" name="Slide Number Placeholder 3">
            <a:extLst>
              <a:ext uri="{FF2B5EF4-FFF2-40B4-BE49-F238E27FC236}">
                <a16:creationId xmlns:a16="http://schemas.microsoft.com/office/drawing/2014/main" id="{9DBF72E8-1E5E-4DC0-8C7A-A9C4D2592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CCF7580-9E77-4C13-868E-6D350D132FCC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35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40861534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7">
            <a:extLst>
              <a:ext uri="{FF2B5EF4-FFF2-40B4-BE49-F238E27FC236}">
                <a16:creationId xmlns:a16="http://schemas.microsoft.com/office/drawing/2014/main" id="{4CD5E5E8-572F-4607-8169-10626C6C546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BFDEEB4-48A3-4DBE-B043-548E9AAFC3D6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7219" name="Rectangle 2">
            <a:extLst>
              <a:ext uri="{FF2B5EF4-FFF2-40B4-BE49-F238E27FC236}">
                <a16:creationId xmlns:a16="http://schemas.microsoft.com/office/drawing/2014/main" id="{BC46E554-21D1-4215-98BB-917F2D6DA9A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7220" name="Rectangle 3">
            <a:extLst>
              <a:ext uri="{FF2B5EF4-FFF2-40B4-BE49-F238E27FC236}">
                <a16:creationId xmlns:a16="http://schemas.microsoft.com/office/drawing/2014/main" id="{A80C667E-EECF-4C37-9770-810EEE727D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7">
            <a:extLst>
              <a:ext uri="{FF2B5EF4-FFF2-40B4-BE49-F238E27FC236}">
                <a16:creationId xmlns:a16="http://schemas.microsoft.com/office/drawing/2014/main" id="{C2962ED7-6A74-427A-B7D6-17989D62635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6439D98-8C55-4A0A-8F3F-9F0ED7B674C1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9267" name="Rectangle 2">
            <a:extLst>
              <a:ext uri="{FF2B5EF4-FFF2-40B4-BE49-F238E27FC236}">
                <a16:creationId xmlns:a16="http://schemas.microsoft.com/office/drawing/2014/main" id="{CD139165-547E-478B-9828-9ABC170E83A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9268" name="Rectangle 3">
            <a:extLst>
              <a:ext uri="{FF2B5EF4-FFF2-40B4-BE49-F238E27FC236}">
                <a16:creationId xmlns:a16="http://schemas.microsoft.com/office/drawing/2014/main" id="{67F5FA8A-4946-437E-8A34-9CFFB350B2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7">
            <a:extLst>
              <a:ext uri="{FF2B5EF4-FFF2-40B4-BE49-F238E27FC236}">
                <a16:creationId xmlns:a16="http://schemas.microsoft.com/office/drawing/2014/main" id="{AA0F2ACA-1BA2-4A2A-B064-A0C2C804C92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B90213B-EB33-4675-B3F6-89711C86989D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1315" name="Rectangle 2">
            <a:extLst>
              <a:ext uri="{FF2B5EF4-FFF2-40B4-BE49-F238E27FC236}">
                <a16:creationId xmlns:a16="http://schemas.microsoft.com/office/drawing/2014/main" id="{68B7B20F-B0D7-418C-BBCB-B414F7B8E17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6" name="Rectangle 3">
            <a:extLst>
              <a:ext uri="{FF2B5EF4-FFF2-40B4-BE49-F238E27FC236}">
                <a16:creationId xmlns:a16="http://schemas.microsoft.com/office/drawing/2014/main" id="{2BD4D061-A591-40C3-A77C-E099B09947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7">
            <a:extLst>
              <a:ext uri="{FF2B5EF4-FFF2-40B4-BE49-F238E27FC236}">
                <a16:creationId xmlns:a16="http://schemas.microsoft.com/office/drawing/2014/main" id="{76A6559E-0B0D-4C12-AA76-FAA6EC5FB28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652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65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1AAC11-23D0-438C-8817-4F90265D19D5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3363" name="Rectangle 2">
            <a:extLst>
              <a:ext uri="{FF2B5EF4-FFF2-40B4-BE49-F238E27FC236}">
                <a16:creationId xmlns:a16="http://schemas.microsoft.com/office/drawing/2014/main" id="{77A13714-9CCD-42CA-9A83-20B3FAC340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364" name="Rectangle 3">
            <a:extLst>
              <a:ext uri="{FF2B5EF4-FFF2-40B4-BE49-F238E27FC236}">
                <a16:creationId xmlns:a16="http://schemas.microsoft.com/office/drawing/2014/main" id="{41B15C76-0037-4356-B778-A2FB66ED012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zh-TW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40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55898559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41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91370071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42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1607256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163921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47235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3792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46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3306456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47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07764559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Slide Image Placeholder 1">
            <a:extLst>
              <a:ext uri="{FF2B5EF4-FFF2-40B4-BE49-F238E27FC236}">
                <a16:creationId xmlns:a16="http://schemas.microsoft.com/office/drawing/2014/main" id="{D2DECF29-4349-4B52-A94E-90D4852B1CF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4627" name="Notes Placeholder 2">
            <a:extLst>
              <a:ext uri="{FF2B5EF4-FFF2-40B4-BE49-F238E27FC236}">
                <a16:creationId xmlns:a16="http://schemas.microsoft.com/office/drawing/2014/main" id="{CD7D205D-66E8-44CB-9031-E0FBEC863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ln/>
        </p:spPr>
        <p:txBody>
          <a:bodyPr/>
          <a:lstStyle/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54628" name="Slide Number Placeholder 3">
            <a:extLst>
              <a:ext uri="{FF2B5EF4-FFF2-40B4-BE49-F238E27FC236}">
                <a16:creationId xmlns:a16="http://schemas.microsoft.com/office/drawing/2014/main" id="{37C0C121-39BB-4CD9-A443-5CB557E7D8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69EC24C-902B-4E54-821D-A6FCB2BFD942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0927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Slide Image Placeholder 1">
            <a:extLst>
              <a:ext uri="{FF2B5EF4-FFF2-40B4-BE49-F238E27FC236}">
                <a16:creationId xmlns:a16="http://schemas.microsoft.com/office/drawing/2014/main" id="{6ACA88CB-A070-47DE-B232-A24D48EE07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7699" name="Notes Placeholder 2">
            <a:extLst>
              <a:ext uri="{FF2B5EF4-FFF2-40B4-BE49-F238E27FC236}">
                <a16:creationId xmlns:a16="http://schemas.microsoft.com/office/drawing/2014/main" id="{AFE6B7B0-DAF1-4831-A933-C99C53745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/>
          </a:p>
        </p:txBody>
      </p:sp>
      <p:sp>
        <p:nvSpPr>
          <p:cNvPr id="157700" name="Slide Number Placeholder 3">
            <a:extLst>
              <a:ext uri="{FF2B5EF4-FFF2-40B4-BE49-F238E27FC236}">
                <a16:creationId xmlns:a16="http://schemas.microsoft.com/office/drawing/2014/main" id="{F16E9A8B-6558-48D8-9901-7ECEE4D3B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89A1FC8-9B85-4C58-8C1D-326500737F66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187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70899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8574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841035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234018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82963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02" name="Slide Image Placeholder 1">
            <a:extLst>
              <a:ext uri="{FF2B5EF4-FFF2-40B4-BE49-F238E27FC236}">
                <a16:creationId xmlns:a16="http://schemas.microsoft.com/office/drawing/2014/main" id="{54F5FD03-42BF-45C7-920E-2EBBB9E728B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9203" name="Notes Placeholder 2">
            <a:extLst>
              <a:ext uri="{FF2B5EF4-FFF2-40B4-BE49-F238E27FC236}">
                <a16:creationId xmlns:a16="http://schemas.microsoft.com/office/drawing/2014/main" id="{2F55FA20-584B-4331-A3B7-1E2A78A09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en-US" dirty="0"/>
          </a:p>
        </p:txBody>
      </p:sp>
      <p:sp>
        <p:nvSpPr>
          <p:cNvPr id="179204" name="Slide Number Placeholder 3">
            <a:extLst>
              <a:ext uri="{FF2B5EF4-FFF2-40B4-BE49-F238E27FC236}">
                <a16:creationId xmlns:a16="http://schemas.microsoft.com/office/drawing/2014/main" id="{DF067F57-3E61-4BF9-A7D0-45807B9D7B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59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41D787C-0658-4B67-9A0D-5D7910050924}" type="slidenum">
              <a:rPr kumimoji="0" lang="en-US" altLang="en-US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59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altLang="en-US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5059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859292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529060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583162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090135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67E871-BAE2-42D9-A382-336E4056EA19}" type="slidenum">
              <a:rPr lang="en-US" altLang="zh-HK" smtClean="0"/>
              <a:pPr/>
              <a:t>64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889575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3144625-82CC-442D-9875-DA9A50985B0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D51B5EC-B62F-404F-8F5A-29EA2F44D4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CF66B22-E69F-4278-B9C5-70628FB887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A8589B83-97EC-41CE-B686-E4408C862416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0270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2D1E948-ADDA-425F-B6D6-BC0ABB354E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F97EA31C-2176-4859-9773-0268A29F5E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B94A774D-0474-4D90-9288-1C97D98D97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15B247B0-5944-4DF5-8490-184B2A7F12C4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230455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28FCBF0-636A-409C-A5D4-6BC4D36411A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2CC4B85-5CA6-46E2-970E-CB4183EAFD5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E5E7C67B-ABC3-4538-A99A-3E566A2D79C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E5E30DA3-AB81-4463-87DA-453E1C10654B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084924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967FD1-3B0D-41C2-B680-A54E364645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2BE4C4DB-7604-4011-9AF0-6E7E10B5BA9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E51C4E24-6C52-4BFC-B06D-B5682DA7E27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DE2B3E9E-F26A-40E6-85FB-0A31B042DF8A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176607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BEF6459-3A13-40C6-9720-8A22F0C3B52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C78434-5065-4A29-9029-905AB282E15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68F05C-1C57-41CE-B51C-13CEEC97BCB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E1B8CE4D-0330-4D81-9DC0-66B19144071E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44468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BBEC2C97-03DC-44E1-A964-F9FDECFD1F9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D408BB5-7EFB-4524-97FF-3024993E086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25535B53-8328-4CF2-ABAD-6CCF3B80E0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6CCE1FB1-0EA9-496A-A304-D48560D4730C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4224986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683466DE-2F9F-46B5-A522-7871CDD0929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8B667AAE-BA04-466F-88CE-23C145535BE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DC7FE1D6-B9A4-4B81-A24C-52EC012E13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ED57BDD0-8D9E-4587-8ED5-7E83C571773A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150776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FBBF51-4CBB-423D-93C8-CB636E7948D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A1E76DA4-7C40-4321-A9C0-5CA645DAE18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888F0183-FF08-4BA9-90AC-7AE83A797C3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DFC46ECB-946B-4162-8757-BB66AAA3D7D7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908668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CB5F57-FD7D-4D6C-AF57-50BE6E6702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0B3EBAB-0138-4DD4-88D5-3A6596342B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EB3FF323-FE93-4098-94B7-67B4ABE9A99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92344A08-BA04-4236-BE3D-EB3748982A3E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3600194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34D1DBB-B0D6-4FB9-8AC7-BE27761E066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5B38E95E-7FA6-4706-A45C-23118B22C73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2AE66BEC-78DB-4DA5-AAC6-6783D51A358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4C41D9F9-495E-4936-810A-2DF6EBB5FD26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24802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F99EF36-6EB4-4360-9A85-BD4D7772C24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FE7AD57-F2EF-4CB4-9860-DCE8FC6999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D28CC942-DCC1-4C85-94CA-67304447D1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E22EF10B-A163-406D-8162-0D46315B50A8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2638256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8B61C6-2DAF-4A26-B018-EC4C5E28D43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D8725CC-8A22-46AF-B1DE-E5301E254B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5532438" y="6467475"/>
            <a:ext cx="2895600" cy="28733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06B41005-FE8A-4243-B1D5-164854838E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HK"/>
              <a:t>4-</a:t>
            </a:r>
            <a:fld id="{FC240ECD-6D98-4EBB-83A5-9D19ADCAD9E6}" type="slidenum">
              <a:rPr lang="en-US" altLang="zh-HK"/>
              <a:pPr/>
              <a:t>‹#›</a:t>
            </a:fld>
            <a:endParaRPr lang="en-US" altLang="zh-HK"/>
          </a:p>
        </p:txBody>
      </p:sp>
    </p:spTree>
    <p:extLst>
      <p:ext uri="{BB962C8B-B14F-4D97-AF65-F5344CB8AC3E}">
        <p14:creationId xmlns:p14="http://schemas.microsoft.com/office/powerpoint/2010/main" val="1157538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1108B63-98D2-4747-89E2-603AE5BFB4D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C3973B2-C9BF-4D95-AC3C-5F1AA84DBF7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27F05EB6-9B80-420F-AFB9-FB65766667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0BBA0C08-DEC8-4DA2-B221-898459BC7D5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75873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9AACDE3-B184-406A-8E0D-5F5991CB2B0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604C744-B014-4E67-A045-CE43857A575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D958F4C-48BD-4660-BA4D-049BA3B23F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9ED42368-EBEB-497F-BCFF-215B05D7D0E9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253007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C289C56-F9BC-4792-B278-EE1A6E5123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08F3016-222E-4428-BA36-68D564C3B54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4408716E-AA5B-41C8-9B79-EDD05A76EB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5B838EBC-0F2F-4FBA-B528-1829B3EF303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728976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1835F-191F-4923-A208-8C3B86F6668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545B866-F63A-4400-B281-82707AEB3A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995BDDE1-E501-4D86-980C-FC24821501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4EC6B3BE-4339-4994-BBD1-8C91E76BFE5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7870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513160E3-BCCB-4766-A450-DD357393986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C7AE6C-8225-48B4-99CE-C16F1A90459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D441E7-3635-4EE2-A168-565B7C4689A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10735315-3EC9-404F-A64F-C03D864723C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793449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036A9CB-7084-48B3-897D-931D43E6F4D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B4273320-ED63-4A7F-B0A2-7F2BB870583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33ED724F-E00D-465E-A217-E1FB4D50C0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1C901DE1-88E8-4065-8DCA-CB145947C15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212109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6C541AA2-B8ED-4421-B468-D5B030541DA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2B827977-A934-42FE-9D3F-B7C2112277F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C538B18C-5282-4550-A85A-BF9CA10CB52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84F7C150-EB12-45F7-AE36-5E5E05440A5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866220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0F294B-FDB6-4C9C-8A96-7FC1C7F2223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8607891-F70B-4583-A89B-2BB244354D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E82C85F4-250E-443D-A2DE-3D42C711BB8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A963B7AE-3024-45A1-B833-77E44428CE3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61719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9FA92F-D088-4C33-9287-A90612AE1B9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AAFF63D-2709-4F65-BC70-F72D2079F7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AC4ECAE3-E965-41D3-B8D5-A107F39215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E79106A6-221D-44F4-A422-58640FAB17D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704507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7A2C7BF-6F7A-4A79-8B3B-E0C0B00294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DCA4F28-17BC-4EAD-A726-B72C49C3D43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C23DB2BB-CDC5-4FA5-A16E-337E04864F2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3435782F-1080-43FF-916B-20EC4F232031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491224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B74954E-295C-477E-B5B5-47175713C40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94EFAAE-75BF-4E6B-805D-F2B5396992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42D402E9-7C5A-4957-90EB-34E3210EE4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5494BC12-2F05-46B5-9628-2BA49C60107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824975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D31EC6-818B-4E26-9858-158C55B65F6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87D3571-157B-4C39-BC61-3A12A07E4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8B060CB5-039E-475C-823C-724B2C6F3A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1D094056-1D84-415F-8CF0-A9FFCBA96B9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510177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995CC50-F2BC-4967-B888-F806B8B404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65895DA-7245-4C82-BD4E-8E1D9835D2D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7F4AB12-915E-4793-8159-BF9CBE58DC4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4F01CE8-EA12-41A5-809B-018DA148ED3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9575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E478D90-CB47-4A3F-84F3-3C24CE74F5E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17C116C2-02D0-4E25-BBFE-8ABC497038E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B3822B7-2CEE-4AF6-91A1-2BBCDE60B39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ACC5F9F6-5E55-4BE1-8228-1A215A43927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407598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55D6E3-D4C8-41C2-8634-6331F70E6D4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CFB83F2-26F2-44E4-AE4C-B8AFBF147CE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859F08A6-E969-490F-AD11-D14EC4C06B2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AEC5AB5F-F351-4FC9-A4EF-F656ECDD969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662764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B041B8-F9B4-4951-91B5-956C1410F9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C97CC75-9027-4ED1-A166-D9C1DE03446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6B3D2A3A-E39A-4009-99B3-C5EA028164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685DC6E-FE1E-4E61-B050-DEDE9D5AF68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6462041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9BB571A2-B09C-4251-A045-48D968C7371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E17537-0757-4433-9D7D-86BD97D1F23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F43CCB-BA90-4214-AB1A-104ADB13DCB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ED9FAD27-E219-42EB-A684-993A25932D0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5810298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26D97F3-1306-433B-A9B9-EF6C3F8A72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D9504D58-A947-49C0-A66A-F4A4DC7315F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08518FDD-41E1-4988-962D-505FDDABB1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9E64AB3-8740-4CA9-8C0F-EC93D61DBE9E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116471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96376A8-3964-4260-9F28-5D420C797F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006DEBD-35A8-485F-8046-64D8FD07460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4812B00F-7218-48F9-997C-B9477F6BA8C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01B369F8-78B5-4764-B37E-E026EF2A02F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449443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2560D3-A4D8-44BD-A58D-76990074D0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C4E3AB2-475A-47C6-B8A8-74838331BBD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CABEE9DD-1335-46BC-8164-EAC2D447CF6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459F0211-2D2F-46B8-BFDF-5E50060440A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38847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0CFD28-86E5-43CB-9CFE-2CC31F06C9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DD03DD6-15E0-44AF-84B2-0B1FD5F7296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CC59C7A-28EB-4AEA-AA6D-C31DE560EA8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8F0094E1-0F62-4B44-AFFF-2A89D19885DD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96561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20B64CF-248F-4B93-BF80-4C579CCE7E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01A1BB8D-C5BD-4FA1-964D-8333CA0A79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F53B858-AF28-4822-AAD3-D44869EC223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FC8E2FFD-DE9A-4972-A74C-44B61AFC81F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019078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C4F0F04-0BA0-4A10-805E-0BA670F3D81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5660ADE-335F-4549-85D9-4B2DED60C17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FEB341A-A175-47E2-B5E2-ABEC975FE5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0C7F651D-E8E7-411D-AE1E-5A4A8045346A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6868609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A1248B-BB56-473F-AF2A-B08C74A732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B7CABE07-484D-4AA6-AA5A-72C857FF3AF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589C312F-D3D1-4E84-83FC-10B4F043679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TW"/>
              <a:t>4-</a:t>
            </a:r>
            <a:fld id="{5975FE9A-6D61-46A1-B466-0061F6F84247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298540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6EF3DDA-489D-41F0-8FF2-7D7791391D9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6B1D215-EDF4-46EB-8640-898A1B99B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A7C1447-6EC3-4D9F-B6C5-6ED3E9618D8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9AA1AC7-B992-4953-99D4-C9F9FA5A648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7849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B0D8952-D916-44AA-AF70-0A5F715A52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30053B7-600F-4DAA-B5CB-9784A220BBF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48E8A8-89A5-479B-8A8D-30B4DEE1C6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98145C27-CD2F-4AB2-B099-E77881B5C98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80866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E908ACA-BE04-45CA-B972-22C5247C5ED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65C4CA-B7BE-4E7F-9B19-69BDDBECBE6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AF8FF42-33CA-40A1-90C8-49D4B2842A6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54372B32-8463-4BC2-BF07-1BB9DC30595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464761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AB8F33-50F9-4BF5-B2E6-54A34B104D5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F4F20-3694-4ACA-9E47-AA60F1660BF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DCA4BF-8CE9-41A5-B07E-95F75CFC59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12817794-084D-47B5-ADB9-5D25C863E5B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71762979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5AA8FB6-DCB5-4248-8B30-F2F8B8272C0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D358CEE-D6EE-4181-9725-1A59902A7E6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51F3ECB-08C4-46D1-8B71-33EE34097B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F7C7AE63-FB7C-4150-B2AE-6F88BE2CA093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991917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F3260BE-A866-42D9-928C-CB1B28E66E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CFE8565-49CA-4067-A211-D7DCA64659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2C034CB-D946-452F-9E00-1DED84038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10D41F1E-C412-4501-9667-95AD62BC4DEB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677857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7DE4F4F-388C-4755-950D-534F975538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86E8FFE-94C7-4B93-B05D-FFAD8918027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035F341-6064-4E8F-8B11-BEC43399C2D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CD102400-80C9-42EB-940B-868ACB48C342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4410563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FCF878-6C97-4025-94EF-8237F535088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D5020-A43F-49A9-BC02-7DDCCD25B9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07D926-F44C-4410-A27D-BDB5F72938C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A4C524E2-7D48-4365-926E-E3B5BF551B2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1946994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EAECF-71FD-4E01-BEC4-14BFCFD589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5563A-C00D-4993-86B7-323D79D3F0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ABEB80-216A-4211-855D-DFB8D43474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DFE6D836-5EC1-4EFC-A4FB-89930A69E73F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2632790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78ADC2-1E5F-43F1-A185-5E4DEEDA58B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E383C6F-12A2-47E8-8159-F990DF04484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8193A88-D6BF-47F8-9F2A-243E777207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148396CE-934D-476A-920A-5581383A40C0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33646259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C3E0452-20AE-4F8A-806D-BF7DE7B057B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06E8963-3626-4E32-B71D-574E22B100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84255A5-F57F-413E-93FD-0DC872776F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0BAD1263-1E99-44AA-8D16-24BFCB43EFF5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46844439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21F50A4-E21B-48C8-9714-384551DBDA0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A909B642-1158-4852-B818-439F015BC9B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676B04DE-0E4F-4880-9603-DA891A9459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9CE1D3C6-D951-4231-A9BF-5A7765D858C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6762547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152FB07-44FE-4F5D-8630-5D066B5A9CC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6822C83-1384-4A2F-A968-FAB25C8EE48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C4CA5E3B-B4CD-489D-B8CF-B3E5435D11A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8594B074-A27D-438E-A98B-CA864122D2E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07781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EE1A107-CD46-48C9-8478-8454FBD6FAF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11AC7321-D172-4621-B168-13C505E04C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011BE74A-AB4C-486F-AD09-76FA7918F9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86E36D72-5ADF-4F8B-9009-2288DCF929B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919015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C7BC60-5D17-4017-A9FF-DBF712BD78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C75877A-37E6-43D2-8A65-4C26F8859A5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E4AE1F31-9980-4385-A944-99AD0D19F97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E18C6C57-B9BF-44CF-803B-A7BC532B36A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517864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4AE894CD-7012-46E1-90EB-B20F631DA72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704D4D-E400-4D6D-9930-5B5D4A71EE0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828F0D-0FF3-42D9-8408-0BCB889E62C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801B884B-731C-4C50-9E07-B0ABA3FF008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7452459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7BBF6EC-ECBD-4A72-9379-9CB0882BA4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D3883B4B-A8AC-4D2E-90CA-19B7551A85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8FD62CDA-CE53-4E69-BDE2-185AA0FB20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586E9F81-AD13-4778-8614-1B3106BF5CD1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0746987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BBD46043-9212-44A1-A868-FA5747B88B9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3A623ADE-2884-46D0-9DB4-7174D4D27B4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915E41BF-CB37-4AD3-95D5-3BECDE6BDFC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A45B0FF2-C2F0-4A02-ABB1-BC0CB7E06E3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18856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150E4B-FF01-472C-BD8B-5D79666E1B4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DAA4EF1E-C744-486A-A74E-9202B16D44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ACDBBBD8-90FD-49F4-B07D-7035D01B19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716932B1-87AD-4B8C-8EB0-6451A9BAE41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088776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2B01A3-F121-439A-84B7-8B81297A022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6825BE18-8FF6-4A31-894C-796B38E6BF7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C4CFE116-D378-492D-85B3-52DB621E6E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A38B6CE1-BA6F-4665-9D31-865DFAF7691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018919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FB6D6E5-201C-40C6-B0BC-168433F7D42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FBF4836-3A08-4BD4-A565-1D9B9D9560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AAB92D50-E4DC-4611-BBFF-245884167D4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E7B7092B-9DF8-438A-87B7-35A32BAFF49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1189376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62700" y="2286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2286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93CD19F-A058-4138-B238-1FCE9AD5E7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4D7DDCE-49DD-439A-8923-6B7359D980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E5D81AE7-7A36-44DF-B0EF-442DB32C08C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CA066603-D1AD-4408-B132-1EEB39924B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66991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76DB21-985D-4CEF-BDE8-2851FEE66E5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5C13D67-51FF-46B2-8A4F-9952C731778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337D9B9A-EC61-432B-A0E2-96A75BDB255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4-</a:t>
            </a:r>
            <a:fld id="{D89D59E8-BDF3-4106-BBB4-EC59A994924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8541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5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0.xml"/><Relationship Id="rId7" Type="http://schemas.openxmlformats.org/officeDocument/2006/relationships/slideLayout" Target="../slideLayouts/slideLayout54.xml"/><Relationship Id="rId12" Type="http://schemas.openxmlformats.org/officeDocument/2006/relationships/slideLayout" Target="../slideLayouts/slideLayout59.xml"/><Relationship Id="rId2" Type="http://schemas.openxmlformats.org/officeDocument/2006/relationships/slideLayout" Target="../slideLayouts/slideLayout49.xml"/><Relationship Id="rId1" Type="http://schemas.openxmlformats.org/officeDocument/2006/relationships/slideLayout" Target="../slideLayouts/slideLayout48.xml"/><Relationship Id="rId6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D3CCEC8-DBFA-4564-909B-F264915246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HK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97006B24-D2EC-49C6-B8AB-E1BB612F3C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651B9E0-8E2B-4734-997A-45106EDDD42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AE6CEF76-C268-4D3F-8E59-67CDA44BA17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8176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anose="020B0604030504040204" pitchFamily="34" charset="0"/>
              </a:defRPr>
            </a:lvl1pPr>
          </a:lstStyle>
          <a:p>
            <a:r>
              <a:rPr lang="en-US" altLang="zh-HK"/>
              <a:t>4-</a:t>
            </a:r>
            <a:fld id="{97BA2DF5-148E-42EC-918B-43D75BDC5CE3}" type="slidenum">
              <a:rPr lang="en-US" altLang="zh-HK"/>
              <a:pPr/>
              <a:t>‹#›</a:t>
            </a:fld>
            <a:endParaRPr lang="en-US" altLang="zh-HK"/>
          </a:p>
        </p:txBody>
      </p:sp>
      <p:sp>
        <p:nvSpPr>
          <p:cNvPr id="7" name="Footer Placeholder 2">
            <a:extLst>
              <a:ext uri="{FF2B5EF4-FFF2-40B4-BE49-F238E27FC236}">
                <a16:creationId xmlns:a16="http://schemas.microsoft.com/office/drawing/2014/main" id="{82AD3D75-5124-482B-A825-2F52E6F16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69050" y="6475413"/>
            <a:ext cx="2089150" cy="382587"/>
          </a:xfrm>
          <a:prstGeom prst="rect">
            <a:avLst/>
          </a:prstGeom>
          <a:noFill/>
          <a:ln/>
          <a:extLst>
            <a:ext uri="{909E8E84-426E-40dd-AFC4-6F175D3DCCD1}"/>
            <a:ext uri="{91240B29-F687-4f45-9708-019B960494DF}"/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Tahoma" charset="0"/>
                <a:ea typeface="ＭＳ Ｐゴシック" charset="0"/>
                <a:cs typeface="Arial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/>
              <a:t>Network Layer: Data Plane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17" r:id="rId1"/>
    <p:sldLayoutId id="2147484318" r:id="rId2"/>
    <p:sldLayoutId id="2147484319" r:id="rId3"/>
    <p:sldLayoutId id="2147484320" r:id="rId4"/>
    <p:sldLayoutId id="2147484321" r:id="rId5"/>
    <p:sldLayoutId id="2147484322" r:id="rId6"/>
    <p:sldLayoutId id="2147484323" r:id="rId7"/>
    <p:sldLayoutId id="2147484324" r:id="rId8"/>
    <p:sldLayoutId id="2147484325" r:id="rId9"/>
    <p:sldLayoutId id="2147484326" r:id="rId10"/>
    <p:sldLayoutId id="2147484327" r:id="rId11"/>
    <p:sldLayoutId id="2147484328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100000"/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688975" indent="-231775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Arial" panose="020B0604020202020204" pitchFamily="34" charset="0"/>
        <a:buChar char="•"/>
        <a:defRPr sz="2400">
          <a:solidFill>
            <a:schemeClr val="tx1"/>
          </a:solidFill>
          <a:latin typeface="Gill Sans MT"/>
          <a:ea typeface="ＭＳ Ｐゴシック" charset="0"/>
          <a:cs typeface="Gill Sans M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Gill Sans MT"/>
          <a:ea typeface="Gill Sans MT" charset="0"/>
          <a:cs typeface="Gill Sans M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Gill Sans MT" charset="0"/>
          <a:cs typeface="Gill Sans MT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Gill Sans MT" charset="0"/>
          <a:cs typeface="Gill Sans MT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7B2AB514-F866-4320-8973-D76767EBEC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BCA88DFD-5042-46E7-8133-80F53B6BC2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EA859C34-0FB6-4573-AD96-030006A1D61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04DB6A9D-69F1-4C26-96F8-24C0BB1D2DD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3243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D44CBED7-3D18-4D86-85D4-1CEBC22D54F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4-</a:t>
            </a:r>
            <a:fld id="{ABB82226-8880-41FE-9F6C-56B30377A169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5490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30" r:id="rId1"/>
    <p:sldLayoutId id="2147484331" r:id="rId2"/>
    <p:sldLayoutId id="2147484332" r:id="rId3"/>
    <p:sldLayoutId id="2147484333" r:id="rId4"/>
    <p:sldLayoutId id="2147484334" r:id="rId5"/>
    <p:sldLayoutId id="2147484335" r:id="rId6"/>
    <p:sldLayoutId id="2147484336" r:id="rId7"/>
    <p:sldLayoutId id="2147484337" r:id="rId8"/>
    <p:sldLayoutId id="2147484338" r:id="rId9"/>
    <p:sldLayoutId id="2147484339" r:id="rId10"/>
    <p:sldLayoutId id="2147484340" r:id="rId11"/>
    <p:sldLayoutId id="2147484341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pitchFamily="34" charset="-128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551CEC83-D3B5-499F-A99C-FDD4BFCB87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D8EF9D54-0001-403E-AA15-28E8719FDB7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51FD48B-C2BD-4A06-8516-C895EA60F82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1E465D40-B7BA-4E93-BA8A-830B20110EB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3243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EDDF0848-25E5-4A0D-8331-108E0C098C6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4-</a:t>
            </a:r>
            <a:fld id="{7C44C807-BC65-4330-AEA7-B3BEB13D8334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59143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43" r:id="rId1"/>
    <p:sldLayoutId id="2147484344" r:id="rId2"/>
    <p:sldLayoutId id="2147484345" r:id="rId3"/>
    <p:sldLayoutId id="2147484346" r:id="rId4"/>
    <p:sldLayoutId id="2147484347" r:id="rId5"/>
    <p:sldLayoutId id="2147484348" r:id="rId6"/>
    <p:sldLayoutId id="2147484349" r:id="rId7"/>
    <p:sldLayoutId id="2147484350" r:id="rId8"/>
    <p:sldLayoutId id="2147484351" r:id="rId9"/>
    <p:sldLayoutId id="2147484352" r:id="rId10"/>
    <p:sldLayoutId id="2147484353" r:id="rId11"/>
    <p:sldLayoutId id="2147484354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F637040B-A1E7-4F17-8004-8C840F5B5C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C975335C-4599-4678-8A58-9C5DB70044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CB47C46-4EE9-43E1-93A9-629ADC2344E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zh-TW" altLang="zh-TW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A553A97A-294B-4755-8805-4883A37838A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76888" y="6445250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Transport</a:t>
            </a:r>
            <a:r>
              <a:rPr lang="en-US" sz="1400"/>
              <a:t> </a:t>
            </a:r>
            <a:r>
              <a:rPr lang="en-US"/>
              <a:t>Layer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DE5269AF-00DF-4843-AC8E-EBF0FA384FB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zh-TW"/>
              <a:t>3-</a:t>
            </a:r>
            <a:fld id="{30D0CFF5-BCBC-4498-8C65-C7DA5366C188}" type="slidenum">
              <a:rPr lang="en-US" altLang="zh-TW" smtClean="0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698324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6" r:id="rId1"/>
    <p:sldLayoutId id="2147484357" r:id="rId2"/>
    <p:sldLayoutId id="2147484358" r:id="rId3"/>
    <p:sldLayoutId id="2147484359" r:id="rId4"/>
    <p:sldLayoutId id="2147484360" r:id="rId5"/>
    <p:sldLayoutId id="2147484361" r:id="rId6"/>
    <p:sldLayoutId id="2147484362" r:id="rId7"/>
    <p:sldLayoutId id="2147484363" r:id="rId8"/>
    <p:sldLayoutId id="2147484364" r:id="rId9"/>
    <p:sldLayoutId id="2147484365" r:id="rId10"/>
    <p:sldLayoutId id="2147484366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charset="0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charset="0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32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688975" indent="-231775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n-lt"/>
          <a:ea typeface="ＭＳ Ｐゴシック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1ADDB8D1-9DF4-4B9C-AA54-50F795A3BE9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F35AB3CF-874B-4E1E-B21D-BB064D4041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0" y="1600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507690C0-80A6-4758-88E3-B10B6FB134F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rgbClr val="000000"/>
                </a:solidFill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9AA99E12-FA56-4D7D-A9F9-4745DE08298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532438" y="6467475"/>
            <a:ext cx="2895600" cy="287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000000"/>
                </a:solidFill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Network Layer</a:t>
            </a: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DF2FA527-7EE1-41C4-B19B-CDA25CBB1C9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24850" y="6462713"/>
            <a:ext cx="676275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000000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4-</a:t>
            </a:r>
            <a:fld id="{735AEB09-BDAD-4070-8936-1CDFB563A6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87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68" r:id="rId1"/>
    <p:sldLayoutId id="2147484369" r:id="rId2"/>
    <p:sldLayoutId id="2147484370" r:id="rId3"/>
    <p:sldLayoutId id="2147484371" r:id="rId4"/>
    <p:sldLayoutId id="2147484372" r:id="rId5"/>
    <p:sldLayoutId id="2147484373" r:id="rId6"/>
    <p:sldLayoutId id="2147484374" r:id="rId7"/>
    <p:sldLayoutId id="2147484375" r:id="rId8"/>
    <p:sldLayoutId id="2147484376" r:id="rId9"/>
    <p:sldLayoutId id="2147484377" r:id="rId10"/>
    <p:sldLayoutId id="2147484378" r:id="rId11"/>
    <p:sldLayoutId id="2147484379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+mj-lt"/>
          <a:ea typeface="ＭＳ Ｐゴシック" pitchFamily="34" charset="-128"/>
          <a:cs typeface="ＭＳ Ｐゴシック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  <a:ea typeface="ＭＳ Ｐゴシック" pitchFamily="34" charset="-128"/>
          <a:cs typeface="ＭＳ Ｐゴシック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4400">
          <a:solidFill>
            <a:srgbClr val="000099"/>
          </a:solidFill>
          <a:latin typeface="Gill Sans MT" pitchFamily="34" charset="0"/>
        </a:defRPr>
      </a:lvl9pPr>
    </p:titleStyle>
    <p:bodyStyle>
      <a:lvl1pPr marL="342900" indent="-34290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SzPct val="65000"/>
        <a:buFont typeface="Wingdings" panose="05000000000000000000" pitchFamily="2" charset="2"/>
        <a:buChar char="v"/>
        <a:defRPr sz="2800">
          <a:solidFill>
            <a:schemeClr val="tx1"/>
          </a:solidFill>
          <a:latin typeface="+mn-lt"/>
          <a:ea typeface="ＭＳ Ｐゴシック" pitchFamily="34" charset="-128"/>
          <a:cs typeface="ＭＳ Ｐゴシック" charset="0"/>
        </a:defRPr>
      </a:lvl1pPr>
      <a:lvl2pPr marL="742950" indent="-285750" algn="l" rtl="0" eaLnBrk="0" fontAlgn="base" hangingPunct="0">
        <a:lnSpc>
          <a:spcPct val="85000"/>
        </a:lnSpc>
        <a:spcBef>
          <a:spcPct val="20000"/>
        </a:spcBef>
        <a:spcAft>
          <a:spcPct val="0"/>
        </a:spcAft>
        <a:buClr>
          <a:srgbClr val="000099"/>
        </a:buClr>
        <a:buFont typeface="Wingdings" panose="05000000000000000000" pitchFamily="2" charset="2"/>
        <a:buChar char="§"/>
        <a:defRPr sz="2400">
          <a:solidFill>
            <a:schemeClr val="tx1"/>
          </a:solidFill>
          <a:latin typeface="+mn-lt"/>
          <a:ea typeface="ＭＳ Ｐゴシック" pitchFamily="34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omic Sans MS" pitchFamily="66" charset="0"/>
          <a:ea typeface="ＭＳ Ｐゴシック" pitchFamily="34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  <a:ea typeface="ＭＳ Ｐゴシック" pitchFamily="34" charset="-128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imes New Roman" pitchFamily="-109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emf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st_of_countries_by_IPv4_address_allocation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0.wmf"/><Relationship Id="rId5" Type="http://schemas.openxmlformats.org/officeDocument/2006/relationships/image" Target="../media/image29.wmf"/><Relationship Id="rId4" Type="http://schemas.openxmlformats.org/officeDocument/2006/relationships/image" Target="../media/image28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2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2.png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0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0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Classless_Inter-Domain_Routing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9.xml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intl/en/ipv6/statistics.html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6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4">
            <a:extLst>
              <a:ext uri="{FF2B5EF4-FFF2-40B4-BE49-F238E27FC236}">
                <a16:creationId xmlns:a16="http://schemas.microsoft.com/office/drawing/2014/main" id="{0EE18D1F-D9DD-412D-8311-F1F90549B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8638" y="3489325"/>
            <a:ext cx="3260725" cy="286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ts val="3063"/>
              </a:lnSpc>
            </a:pPr>
            <a:r>
              <a:rPr lang="en-US" altLang="zh-HK" sz="2800" i="1">
                <a:solidFill>
                  <a:srgbClr val="008000"/>
                </a:solidFill>
                <a:cs typeface="Arial" panose="020B0604020202020204" pitchFamily="34" charset="0"/>
              </a:rPr>
              <a:t>Computer Networking: A Top Down Approach </a:t>
            </a:r>
            <a:br>
              <a:rPr lang="en-US" altLang="zh-HK" sz="2800">
                <a:solidFill>
                  <a:srgbClr val="008000"/>
                </a:solidFill>
                <a:cs typeface="Arial" panose="020B0604020202020204" pitchFamily="34" charset="0"/>
              </a:rPr>
            </a:br>
            <a:endParaRPr lang="en-US" altLang="zh-HK" sz="2000">
              <a:solidFill>
                <a:srgbClr val="008000"/>
              </a:solidFill>
              <a:cs typeface="Arial" panose="020B0604020202020204" pitchFamily="34" charset="0"/>
            </a:endParaRPr>
          </a:p>
        </p:txBody>
      </p:sp>
      <p:sp>
        <p:nvSpPr>
          <p:cNvPr id="38915" name="Text Box 6">
            <a:extLst>
              <a:ext uri="{FF2B5EF4-FFF2-40B4-BE49-F238E27FC236}">
                <a16:creationId xmlns:a16="http://schemas.microsoft.com/office/drawing/2014/main" id="{73F590C8-C63A-4AF5-9081-17FCAE0D87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888" y="3241675"/>
            <a:ext cx="5378450" cy="1481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/>
              <a:t>A note on the use of these Powerpoint slides:</a:t>
            </a:r>
          </a:p>
          <a:p>
            <a:r>
              <a:rPr lang="en-US" altLang="zh-HK" sz="1200"/>
              <a:t>We</a:t>
            </a:r>
            <a:r>
              <a:rPr lang="ja-JP" altLang="en-US" sz="1200"/>
              <a:t>’</a:t>
            </a:r>
            <a:r>
              <a:rPr lang="en-US" altLang="ja-JP" sz="1200"/>
              <a:t>re making these slides freely available to all (faculty, students, readers). They’re in PowerPoint form so you see the animations; and can add, modify, and delete slides  (including this one) and slide content to suit your needs. They obviously represent a </a:t>
            </a:r>
            <a:r>
              <a:rPr lang="en-US" altLang="ja-JP" sz="1200" i="1"/>
              <a:t>lot</a:t>
            </a:r>
            <a:r>
              <a:rPr lang="en-US" altLang="ja-JP" sz="1200"/>
              <a:t> of work on our part. In return for use, we only ask the following:</a:t>
            </a:r>
          </a:p>
          <a:p>
            <a:pPr>
              <a:lnSpc>
                <a:spcPct val="85000"/>
              </a:lnSpc>
            </a:pPr>
            <a:endParaRPr lang="en-US" altLang="zh-HK" sz="1400"/>
          </a:p>
        </p:txBody>
      </p:sp>
      <p:sp>
        <p:nvSpPr>
          <p:cNvPr id="38916" name="Text Box 7">
            <a:extLst>
              <a:ext uri="{FF2B5EF4-FFF2-40B4-BE49-F238E27FC236}">
                <a16:creationId xmlns:a16="http://schemas.microsoft.com/office/drawing/2014/main" id="{B5662B3E-92E1-451A-ADAA-648CF4C429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" y="4370388"/>
            <a:ext cx="5378450" cy="209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3038" indent="-173038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endParaRPr lang="en-US" altLang="zh-HK" sz="1400" dirty="0">
              <a:latin typeface="Gill Sans MT" panose="020B0502020104020203" pitchFamily="34" charset="0"/>
            </a:endParaRPr>
          </a:p>
          <a:p>
            <a:pPr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altLang="zh-HK" sz="1200" dirty="0"/>
              <a:t>If you use these slides (e.g., in a class) that you mention their source (after all, we</a:t>
            </a:r>
            <a:r>
              <a:rPr lang="ja-JP" altLang="en-US" sz="1200" dirty="0"/>
              <a:t>’</a:t>
            </a:r>
            <a:r>
              <a:rPr lang="en-US" altLang="ja-JP" sz="1200" dirty="0"/>
              <a:t>d like people to use our book!)</a:t>
            </a:r>
          </a:p>
          <a:p>
            <a:pPr>
              <a:buClr>
                <a:srgbClr val="000099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altLang="zh-HK" sz="1200" dirty="0"/>
              <a:t>If you post any slides on a www site, that you note that they are adapted from (or perhaps identical to) our slides, and note our copyright of this material.</a:t>
            </a:r>
          </a:p>
          <a:p>
            <a:pPr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lang="en-US" altLang="zh-HK" sz="1200" dirty="0"/>
          </a:p>
          <a:p>
            <a:pPr>
              <a:lnSpc>
                <a:spcPct val="85000"/>
              </a:lnSpc>
              <a:buClr>
                <a:schemeClr val="accent2"/>
              </a:buClr>
              <a:buFont typeface="Wingdings" panose="05000000000000000000" pitchFamily="2" charset="2"/>
              <a:buNone/>
            </a:pPr>
            <a:r>
              <a:rPr lang="en-US" altLang="zh-HK" sz="1200" dirty="0"/>
              <a:t>Thanks and enjoy!  JFK/KWR</a:t>
            </a:r>
          </a:p>
          <a:p>
            <a:pPr>
              <a:lnSpc>
                <a:spcPct val="85000"/>
              </a:lnSpc>
            </a:pPr>
            <a:endParaRPr lang="en-US" altLang="zh-HK" sz="1200" dirty="0"/>
          </a:p>
          <a:p>
            <a:r>
              <a:rPr lang="en-US" altLang="zh-HK" sz="1200" dirty="0"/>
              <a:t>     All material copyright 1996-2016</a:t>
            </a:r>
          </a:p>
          <a:p>
            <a:r>
              <a:rPr lang="en-US" altLang="zh-HK" sz="1200" dirty="0"/>
              <a:t>     J.F Kurose and K.W. Ross, All Rights Reserved</a:t>
            </a:r>
          </a:p>
        </p:txBody>
      </p:sp>
      <p:pic>
        <p:nvPicPr>
          <p:cNvPr id="38917" name="Picture 8">
            <a:extLst>
              <a:ext uri="{FF2B5EF4-FFF2-40B4-BE49-F238E27FC236}">
                <a16:creationId xmlns:a16="http://schemas.microsoft.com/office/drawing/2014/main" id="{357B76D0-F220-4667-8CB8-812A2CAF1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963" y="6146800"/>
            <a:ext cx="187325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18" name="Rectangle 4">
            <a:extLst>
              <a:ext uri="{FF2B5EF4-FFF2-40B4-BE49-F238E27FC236}">
                <a16:creationId xmlns:a16="http://schemas.microsoft.com/office/drawing/2014/main" id="{7B1AFAA4-51F2-44ED-BD72-34F8288D9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4038" y="4510088"/>
            <a:ext cx="3260725" cy="286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zh-HK">
                <a:solidFill>
                  <a:srgbClr val="008000"/>
                </a:solidFill>
                <a:cs typeface="Arial" panose="020B0604020202020204" pitchFamily="34" charset="0"/>
              </a:rPr>
              <a:t>7</a:t>
            </a:r>
            <a:r>
              <a:rPr lang="en-US" altLang="zh-HK" baseline="30000">
                <a:solidFill>
                  <a:srgbClr val="008000"/>
                </a:solidFill>
                <a:cs typeface="Arial" panose="020B0604020202020204" pitchFamily="34" charset="0"/>
              </a:rPr>
              <a:t>th</a:t>
            </a:r>
            <a:r>
              <a:rPr lang="en-US" altLang="zh-HK">
                <a:solidFill>
                  <a:srgbClr val="008000"/>
                </a:solidFill>
                <a:cs typeface="Arial" panose="020B0604020202020204" pitchFamily="34" charset="0"/>
              </a:rPr>
              <a:t> Edition, </a:t>
            </a:r>
            <a:r>
              <a:rPr lang="en-US" altLang="zh-HK">
                <a:solidFill>
                  <a:srgbClr val="008000"/>
                </a:solidFill>
              </a:rPr>
              <a:t>Global Edition</a:t>
            </a:r>
            <a:r>
              <a:rPr lang="en-US" altLang="zh-HK">
                <a:solidFill>
                  <a:srgbClr val="008000"/>
                </a:solidFill>
                <a:cs typeface="Arial" panose="020B0604020202020204" pitchFamily="34" charset="0"/>
              </a:rPr>
              <a:t> </a:t>
            </a:r>
            <a:br>
              <a:rPr lang="en-US" altLang="zh-HK">
                <a:solidFill>
                  <a:srgbClr val="008000"/>
                </a:solidFill>
                <a:cs typeface="Arial" panose="020B0604020202020204" pitchFamily="34" charset="0"/>
              </a:rPr>
            </a:br>
            <a:r>
              <a:rPr lang="en-US" altLang="zh-HK">
                <a:solidFill>
                  <a:srgbClr val="008000"/>
                </a:solidFill>
                <a:cs typeface="Arial" panose="020B0604020202020204" pitchFamily="34" charset="0"/>
              </a:rPr>
              <a:t>Jim Kurose, Keith Ross</a:t>
            </a:r>
            <a:br>
              <a:rPr lang="en-US" altLang="zh-HK">
                <a:solidFill>
                  <a:srgbClr val="008000"/>
                </a:solidFill>
                <a:cs typeface="Arial" panose="020B0604020202020204" pitchFamily="34" charset="0"/>
              </a:rPr>
            </a:br>
            <a:r>
              <a:rPr lang="en-US" altLang="zh-HK" sz="1400">
                <a:solidFill>
                  <a:srgbClr val="008000"/>
                </a:solidFill>
                <a:cs typeface="Arial" panose="020B0604020202020204" pitchFamily="34" charset="0"/>
              </a:rPr>
              <a:t>Pearson</a:t>
            </a:r>
            <a:br>
              <a:rPr lang="en-US" altLang="zh-HK" sz="1400">
                <a:solidFill>
                  <a:srgbClr val="008000"/>
                </a:solidFill>
                <a:cs typeface="Arial" panose="020B0604020202020204" pitchFamily="34" charset="0"/>
              </a:rPr>
            </a:br>
            <a:r>
              <a:rPr lang="en-US" altLang="zh-HK" sz="1400">
                <a:solidFill>
                  <a:srgbClr val="008000"/>
                </a:solidFill>
                <a:cs typeface="Arial" panose="020B0604020202020204" pitchFamily="34" charset="0"/>
              </a:rPr>
              <a:t>April 2016</a:t>
            </a:r>
          </a:p>
        </p:txBody>
      </p:sp>
      <p:sp>
        <p:nvSpPr>
          <p:cNvPr id="38919" name="Rectangle 3">
            <a:extLst>
              <a:ext uri="{FF2B5EF4-FFF2-40B4-BE49-F238E27FC236}">
                <a16:creationId xmlns:a16="http://schemas.microsoft.com/office/drawing/2014/main" id="{5AC53AE0-88F0-4742-8CCC-67E981C965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475" y="715963"/>
            <a:ext cx="4487863" cy="1724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85000"/>
              </a:lnSpc>
            </a:pPr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Chapter 4</a:t>
            </a:r>
            <a:br>
              <a:rPr lang="en-US" altLang="zh-HK" sz="4800">
                <a:solidFill>
                  <a:srgbClr val="000099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</a:br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Network Layer:</a:t>
            </a:r>
          </a:p>
          <a:p>
            <a:pPr eaLnBrk="1" hangingPunct="1">
              <a:lnSpc>
                <a:spcPct val="85000"/>
              </a:lnSpc>
            </a:pPr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The Data Plane</a:t>
            </a:r>
          </a:p>
        </p:txBody>
      </p:sp>
      <p:pic>
        <p:nvPicPr>
          <p:cNvPr id="38920" name="Picture 9" descr="underline_base">
            <a:extLst>
              <a:ext uri="{FF2B5EF4-FFF2-40B4-BE49-F238E27FC236}">
                <a16:creationId xmlns:a16="http://schemas.microsoft.com/office/drawing/2014/main" id="{7F903DF1-FF20-4EA3-88C0-71FF407CD77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438" y="2389188"/>
            <a:ext cx="3890962" cy="23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921" name="Slide Number Placeholder 5">
            <a:extLst>
              <a:ext uri="{FF2B5EF4-FFF2-40B4-BE49-F238E27FC236}">
                <a16:creationId xmlns:a16="http://schemas.microsoft.com/office/drawing/2014/main" id="{B2774D83-A0E4-45E6-81AA-1562C3AC5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458787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7B168058-712D-474E-9B86-9A5615915FC3}" type="slidenum">
              <a:rPr lang="en-US" altLang="zh-HK">
                <a:latin typeface="Tahoma" panose="020B0604030504040204" pitchFamily="34" charset="0"/>
              </a:rPr>
              <a:pPr/>
              <a:t>1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38922" name="Footer Placeholder 2">
            <a:extLst>
              <a:ext uri="{FF2B5EF4-FFF2-40B4-BE49-F238E27FC236}">
                <a16:creationId xmlns:a16="http://schemas.microsoft.com/office/drawing/2014/main" id="{635D93DD-A13D-48C7-BB12-CB6D9068A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  <p:pic>
        <p:nvPicPr>
          <p:cNvPr id="38923" name="Picture 1" descr="kurose7e_cover_small.jpg">
            <a:extLst>
              <a:ext uri="{FF2B5EF4-FFF2-40B4-BE49-F238E27FC236}">
                <a16:creationId xmlns:a16="http://schemas.microsoft.com/office/drawing/2014/main" id="{5B896BDF-B2CB-42EF-BCBA-A9F9350B25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3413" y="325438"/>
            <a:ext cx="3081337" cy="3819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矩形 10">
            <a:extLst>
              <a:ext uri="{FF2B5EF4-FFF2-40B4-BE49-F238E27FC236}">
                <a16:creationId xmlns:a16="http://schemas.microsoft.com/office/drawing/2014/main" id="{633B5C04-6CAB-4D73-828A-D8BEDD319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425" y="6387316"/>
            <a:ext cx="2787650" cy="473075"/>
          </a:xfrm>
          <a:prstGeom prst="rect">
            <a:avLst/>
          </a:prstGeom>
          <a:noFill/>
          <a:ln w="9525" algn="ctr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500">
                <a:solidFill>
                  <a:srgbClr val="000099"/>
                </a:solidFill>
                <a:latin typeface="Tahoma" panose="020B0604030504040204" pitchFamily="34" charset="0"/>
              </a:rPr>
              <a:t>Modified by Man Hon Cheung</a:t>
            </a:r>
            <a:endParaRPr lang="zh-TW" altLang="en-US" sz="1500">
              <a:solidFill>
                <a:srgbClr val="000099"/>
              </a:solidFill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38" name="Picture 2" descr="underline_base">
            <a:extLst>
              <a:ext uri="{FF2B5EF4-FFF2-40B4-BE49-F238E27FC236}">
                <a16:creationId xmlns:a16="http://schemas.microsoft.com/office/drawing/2014/main" id="{0237CEB0-AD9B-4019-8F73-5BCD38A88FE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9939" name="Rectangle 3">
            <a:extLst>
              <a:ext uri="{FF2B5EF4-FFF2-40B4-BE49-F238E27FC236}">
                <a16:creationId xmlns:a16="http://schemas.microsoft.com/office/drawing/2014/main" id="{B6E6BF92-13F5-4AE1-BE31-BD1D9CAB1A3D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8798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4.1 Overview of Network layer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 plane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control plane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4.2 What</a:t>
            </a:r>
            <a:r>
              <a:rPr lang="ja-JP" altLang="en-US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 inside a router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4.3 IP: Internet Protocol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datagram format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fragmentation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IPv4 addressing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network address translation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IPv6</a:t>
            </a:r>
          </a:p>
        </p:txBody>
      </p:sp>
      <p:sp>
        <p:nvSpPr>
          <p:cNvPr id="39940" name="Rectangle 4">
            <a:extLst>
              <a:ext uri="{FF2B5EF4-FFF2-40B4-BE49-F238E27FC236}">
                <a16:creationId xmlns:a16="http://schemas.microsoft.com/office/drawing/2014/main" id="{69825744-0AAD-4907-A46B-B68186F173E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4.4 Generalized Forward and SDN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match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action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OpenFlow  examples of match-plus-action in action</a:t>
            </a:r>
          </a:p>
          <a:p>
            <a:endParaRPr lang="en-US" altLang="zh-HK" sz="2400">
              <a:ea typeface="ＭＳ Ｐゴシック" panose="020B0600070205080204" pitchFamily="34" charset="-128"/>
              <a:cs typeface="ＭＳ Ｐゴシック" panose="020B0600070205080204" pitchFamily="34" charset="-128"/>
            </a:endParaRPr>
          </a:p>
        </p:txBody>
      </p:sp>
      <p:sp>
        <p:nvSpPr>
          <p:cNvPr id="39941" name="Rectangle 2">
            <a:extLst>
              <a:ext uri="{FF2B5EF4-FFF2-40B4-BE49-F238E27FC236}">
                <a16:creationId xmlns:a16="http://schemas.microsoft.com/office/drawing/2014/main" id="{09602D3E-3AA1-40D6-9ABB-199431631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</a:rPr>
              <a:t>Chapter 4: outline</a:t>
            </a:r>
          </a:p>
        </p:txBody>
      </p:sp>
      <p:sp>
        <p:nvSpPr>
          <p:cNvPr id="39942" name="Slide Number Placeholder 5">
            <a:extLst>
              <a:ext uri="{FF2B5EF4-FFF2-40B4-BE49-F238E27FC236}">
                <a16:creationId xmlns:a16="http://schemas.microsoft.com/office/drawing/2014/main" id="{E2D64064-F13D-45FD-BDB1-E9A3F56F8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458787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FFEF9FF8-96EA-4469-A8BE-ACA95C5A8999}" type="slidenum">
              <a:rPr lang="en-US" altLang="zh-HK">
                <a:latin typeface="Tahoma" panose="020B0604030504040204" pitchFamily="34" charset="0"/>
              </a:rPr>
              <a:pPr/>
              <a:t>2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39943" name="Footer Placeholder 2">
            <a:extLst>
              <a:ext uri="{FF2B5EF4-FFF2-40B4-BE49-F238E27FC236}">
                <a16:creationId xmlns:a16="http://schemas.microsoft.com/office/drawing/2014/main" id="{AD0E3627-DA5F-489B-B0A3-901EEB7C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62" name="Picture 7" descr="underline_base">
            <a:extLst>
              <a:ext uri="{FF2B5EF4-FFF2-40B4-BE49-F238E27FC236}">
                <a16:creationId xmlns:a16="http://schemas.microsoft.com/office/drawing/2014/main" id="{195094DE-B002-441D-B8E6-F7280682A13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00" y="1027113"/>
            <a:ext cx="59420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3" name="Rectangle 2">
            <a:extLst>
              <a:ext uri="{FF2B5EF4-FFF2-40B4-BE49-F238E27FC236}">
                <a16:creationId xmlns:a16="http://schemas.microsoft.com/office/drawing/2014/main" id="{26AEB5AD-DE5E-4D2F-9F55-DBD7C3A97C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cs typeface="+mj-cs"/>
              </a:rPr>
              <a:t>Chapter 4: network layer</a:t>
            </a:r>
          </a:p>
        </p:txBody>
      </p:sp>
      <p:sp>
        <p:nvSpPr>
          <p:cNvPr id="2054" name="Rectangle 3">
            <a:extLst>
              <a:ext uri="{FF2B5EF4-FFF2-40B4-BE49-F238E27FC236}">
                <a16:creationId xmlns:a16="http://schemas.microsoft.com/office/drawing/2014/main" id="{59A49F71-090C-4392-A813-807036F565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600200"/>
            <a:ext cx="8064500" cy="46482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3200" i="1" dirty="0">
                <a:solidFill>
                  <a:srgbClr val="CC0000"/>
                </a:solidFill>
                <a:cs typeface="+mn-cs"/>
              </a:rPr>
              <a:t>chapter goals:</a:t>
            </a:r>
            <a:r>
              <a:rPr lang="en-US" sz="3200" dirty="0">
                <a:solidFill>
                  <a:srgbClr val="CC0000"/>
                </a:solidFill>
                <a:cs typeface="+mn-cs"/>
              </a:rPr>
              <a:t> </a:t>
            </a:r>
          </a:p>
          <a:p>
            <a:pPr>
              <a:buFont typeface="Wingdings" charset="2"/>
              <a:buChar char="§"/>
              <a:defRPr/>
            </a:pPr>
            <a:r>
              <a:rPr lang="en-US" dirty="0">
                <a:cs typeface="+mn-cs"/>
              </a:rPr>
              <a:t>understand principles behind network layer services, focusing on data plane:</a:t>
            </a:r>
          </a:p>
          <a:p>
            <a:pPr lvl="1">
              <a:buFont typeface="Arial"/>
              <a:buChar char="•"/>
              <a:defRPr/>
            </a:pPr>
            <a:r>
              <a:rPr lang="en-US" dirty="0"/>
              <a:t>network layer service models</a:t>
            </a:r>
          </a:p>
          <a:p>
            <a:pPr lvl="1">
              <a:buFont typeface="Arial"/>
              <a:buChar char="•"/>
              <a:defRPr/>
            </a:pPr>
            <a:r>
              <a:rPr lang="en-US" dirty="0"/>
              <a:t>forwarding versus routing</a:t>
            </a:r>
          </a:p>
          <a:p>
            <a:pPr lvl="1">
              <a:buFont typeface="Arial"/>
              <a:buChar char="•"/>
              <a:defRPr/>
            </a:pPr>
            <a:r>
              <a:rPr lang="en-US" dirty="0"/>
              <a:t>how a router works</a:t>
            </a:r>
          </a:p>
          <a:p>
            <a:pPr lvl="1">
              <a:buFont typeface="Arial"/>
              <a:buChar char="•"/>
              <a:defRPr/>
            </a:pPr>
            <a:r>
              <a:rPr lang="en-US" dirty="0"/>
              <a:t>generalized forwarding</a:t>
            </a:r>
          </a:p>
          <a:p>
            <a:pPr>
              <a:buFont typeface="Wingdings" charset="2"/>
              <a:buChar char="§"/>
              <a:defRPr/>
            </a:pPr>
            <a:r>
              <a:rPr lang="en-US" dirty="0">
                <a:cs typeface="+mn-cs"/>
              </a:rPr>
              <a:t>instantiation, implementation in the Internet</a:t>
            </a:r>
          </a:p>
        </p:txBody>
      </p:sp>
      <p:sp>
        <p:nvSpPr>
          <p:cNvPr id="40965" name="Slide Number Placeholder 5">
            <a:extLst>
              <a:ext uri="{FF2B5EF4-FFF2-40B4-BE49-F238E27FC236}">
                <a16:creationId xmlns:a16="http://schemas.microsoft.com/office/drawing/2014/main" id="{3B3C2F6F-0FB9-41E7-81DB-AF2CE6125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458787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C4A74162-DFEC-4DE3-ABAF-39A8C1607E72}" type="slidenum">
              <a:rPr lang="en-US" altLang="zh-HK">
                <a:latin typeface="Tahoma" panose="020B0604030504040204" pitchFamily="34" charset="0"/>
              </a:rPr>
              <a:pPr/>
              <a:t>3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40966" name="Footer Placeholder 2">
            <a:extLst>
              <a:ext uri="{FF2B5EF4-FFF2-40B4-BE49-F238E27FC236}">
                <a16:creationId xmlns:a16="http://schemas.microsoft.com/office/drawing/2014/main" id="{E6C6F278-A95B-4549-8CD0-4EE414D7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Footer Placeholder 5">
            <a:extLst>
              <a:ext uri="{FF2B5EF4-FFF2-40B4-BE49-F238E27FC236}">
                <a16:creationId xmlns:a16="http://schemas.microsoft.com/office/drawing/2014/main" id="{D7C55680-DD27-49FB-855D-5D8A07934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75779" name="Slide Number Placeholder 6">
            <a:extLst>
              <a:ext uri="{FF2B5EF4-FFF2-40B4-BE49-F238E27FC236}">
                <a16:creationId xmlns:a16="http://schemas.microsoft.com/office/drawing/2014/main" id="{7182E87D-D5CD-402E-8010-47433FCC5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8E2F747F-A269-431D-B82B-2C3B48AF3C21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75780" name="Freeform 1285">
            <a:extLst>
              <a:ext uri="{FF2B5EF4-FFF2-40B4-BE49-F238E27FC236}">
                <a16:creationId xmlns:a16="http://schemas.microsoft.com/office/drawing/2014/main" id="{04ED81E8-2646-4CDB-B7B6-A1FB9A85E29F}"/>
              </a:ext>
            </a:extLst>
          </p:cNvPr>
          <p:cNvSpPr>
            <a:spLocks/>
          </p:cNvSpPr>
          <p:nvPr/>
        </p:nvSpPr>
        <p:spPr bwMode="auto">
          <a:xfrm>
            <a:off x="6748463" y="3516313"/>
            <a:ext cx="1314450" cy="674687"/>
          </a:xfrm>
          <a:custGeom>
            <a:avLst/>
            <a:gdLst>
              <a:gd name="T0" fmla="*/ 2147483646 w 828"/>
              <a:gd name="T1" fmla="*/ 2147483646 h 425"/>
              <a:gd name="T2" fmla="*/ 2147483646 w 828"/>
              <a:gd name="T3" fmla="*/ 2147483646 h 425"/>
              <a:gd name="T4" fmla="*/ 2147483646 w 828"/>
              <a:gd name="T5" fmla="*/ 2147483646 h 425"/>
              <a:gd name="T6" fmla="*/ 2147483646 w 828"/>
              <a:gd name="T7" fmla="*/ 2147483646 h 425"/>
              <a:gd name="T8" fmla="*/ 2147483646 w 828"/>
              <a:gd name="T9" fmla="*/ 2147483646 h 425"/>
              <a:gd name="T10" fmla="*/ 2147483646 w 828"/>
              <a:gd name="T11" fmla="*/ 2147483646 h 425"/>
              <a:gd name="T12" fmla="*/ 2147483646 w 828"/>
              <a:gd name="T13" fmla="*/ 2147483646 h 425"/>
              <a:gd name="T14" fmla="*/ 2147483646 w 828"/>
              <a:gd name="T15" fmla="*/ 2147483646 h 425"/>
              <a:gd name="T16" fmla="*/ 2147483646 w 828"/>
              <a:gd name="T17" fmla="*/ 2147483646 h 425"/>
              <a:gd name="T18" fmla="*/ 2147483646 w 828"/>
              <a:gd name="T19" fmla="*/ 2147483646 h 425"/>
              <a:gd name="T20" fmla="*/ 2147483646 w 828"/>
              <a:gd name="T21" fmla="*/ 2147483646 h 425"/>
              <a:gd name="T22" fmla="*/ 2147483646 w 828"/>
              <a:gd name="T23" fmla="*/ 2147483646 h 42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828"/>
              <a:gd name="T37" fmla="*/ 0 h 425"/>
              <a:gd name="T38" fmla="*/ 828 w 828"/>
              <a:gd name="T39" fmla="*/ 425 h 42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828" h="425">
                <a:moveTo>
                  <a:pt x="382" y="30"/>
                </a:moveTo>
                <a:cubicBezTo>
                  <a:pt x="350" y="29"/>
                  <a:pt x="413" y="30"/>
                  <a:pt x="370" y="30"/>
                </a:cubicBezTo>
                <a:cubicBezTo>
                  <a:pt x="327" y="30"/>
                  <a:pt x="187" y="16"/>
                  <a:pt x="126" y="32"/>
                </a:cubicBezTo>
                <a:cubicBezTo>
                  <a:pt x="65" y="48"/>
                  <a:pt x="12" y="86"/>
                  <a:pt x="6" y="126"/>
                </a:cubicBezTo>
                <a:cubicBezTo>
                  <a:pt x="0" y="166"/>
                  <a:pt x="44" y="231"/>
                  <a:pt x="92" y="274"/>
                </a:cubicBezTo>
                <a:cubicBezTo>
                  <a:pt x="140" y="317"/>
                  <a:pt x="217" y="360"/>
                  <a:pt x="292" y="384"/>
                </a:cubicBezTo>
                <a:cubicBezTo>
                  <a:pt x="367" y="408"/>
                  <a:pt x="472" y="425"/>
                  <a:pt x="540" y="416"/>
                </a:cubicBezTo>
                <a:cubicBezTo>
                  <a:pt x="608" y="407"/>
                  <a:pt x="659" y="371"/>
                  <a:pt x="698" y="330"/>
                </a:cubicBezTo>
                <a:cubicBezTo>
                  <a:pt x="737" y="289"/>
                  <a:pt x="760" y="221"/>
                  <a:pt x="776" y="170"/>
                </a:cubicBezTo>
                <a:cubicBezTo>
                  <a:pt x="792" y="119"/>
                  <a:pt x="828" y="44"/>
                  <a:pt x="792" y="22"/>
                </a:cubicBezTo>
                <a:cubicBezTo>
                  <a:pt x="756" y="0"/>
                  <a:pt x="630" y="37"/>
                  <a:pt x="560" y="38"/>
                </a:cubicBezTo>
                <a:cubicBezTo>
                  <a:pt x="490" y="39"/>
                  <a:pt x="414" y="31"/>
                  <a:pt x="382" y="3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1" name="Freeform 1286">
            <a:extLst>
              <a:ext uri="{FF2B5EF4-FFF2-40B4-BE49-F238E27FC236}">
                <a16:creationId xmlns:a16="http://schemas.microsoft.com/office/drawing/2014/main" id="{C74B8859-3964-4F40-A50C-2DE8E5D34DCE}"/>
              </a:ext>
            </a:extLst>
          </p:cNvPr>
          <p:cNvSpPr>
            <a:spLocks/>
          </p:cNvSpPr>
          <p:nvPr/>
        </p:nvSpPr>
        <p:spPr bwMode="auto">
          <a:xfrm>
            <a:off x="6767513" y="1990725"/>
            <a:ext cx="1730375" cy="1125538"/>
          </a:xfrm>
          <a:custGeom>
            <a:avLst/>
            <a:gdLst>
              <a:gd name="T0" fmla="*/ 2147483646 w 765"/>
              <a:gd name="T1" fmla="*/ 2147483646 h 459"/>
              <a:gd name="T2" fmla="*/ 2147483646 w 765"/>
              <a:gd name="T3" fmla="*/ 2147483646 h 459"/>
              <a:gd name="T4" fmla="*/ 2147483646 w 765"/>
              <a:gd name="T5" fmla="*/ 2147483646 h 459"/>
              <a:gd name="T6" fmla="*/ 2147483646 w 765"/>
              <a:gd name="T7" fmla="*/ 2147483646 h 459"/>
              <a:gd name="T8" fmla="*/ 2147483646 w 765"/>
              <a:gd name="T9" fmla="*/ 2147483646 h 459"/>
              <a:gd name="T10" fmla="*/ 2147483646 w 765"/>
              <a:gd name="T11" fmla="*/ 2147483646 h 459"/>
              <a:gd name="T12" fmla="*/ 2147483646 w 765"/>
              <a:gd name="T13" fmla="*/ 2147483646 h 459"/>
              <a:gd name="T14" fmla="*/ 2147483646 w 765"/>
              <a:gd name="T15" fmla="*/ 2147483646 h 459"/>
              <a:gd name="T16" fmla="*/ 2147483646 w 765"/>
              <a:gd name="T17" fmla="*/ 2147483646 h 459"/>
              <a:gd name="T18" fmla="*/ 2147483646 w 765"/>
              <a:gd name="T19" fmla="*/ 2147483646 h 459"/>
              <a:gd name="T20" fmla="*/ 2147483646 w 765"/>
              <a:gd name="T21" fmla="*/ 2147483646 h 459"/>
              <a:gd name="T22" fmla="*/ 2147483646 w 765"/>
              <a:gd name="T23" fmla="*/ 2147483646 h 459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765"/>
              <a:gd name="T37" fmla="*/ 0 h 459"/>
              <a:gd name="T38" fmla="*/ 765 w 765"/>
              <a:gd name="T39" fmla="*/ 459 h 459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765" h="459">
                <a:moveTo>
                  <a:pt x="424" y="10"/>
                </a:moveTo>
                <a:cubicBezTo>
                  <a:pt x="362" y="16"/>
                  <a:pt x="343" y="55"/>
                  <a:pt x="288" y="70"/>
                </a:cubicBezTo>
                <a:cubicBezTo>
                  <a:pt x="233" y="85"/>
                  <a:pt x="142" y="56"/>
                  <a:pt x="96" y="100"/>
                </a:cubicBezTo>
                <a:cubicBezTo>
                  <a:pt x="50" y="144"/>
                  <a:pt x="0" y="279"/>
                  <a:pt x="14" y="336"/>
                </a:cubicBezTo>
                <a:cubicBezTo>
                  <a:pt x="28" y="393"/>
                  <a:pt x="125" y="429"/>
                  <a:pt x="180" y="444"/>
                </a:cubicBezTo>
                <a:cubicBezTo>
                  <a:pt x="235" y="459"/>
                  <a:pt x="279" y="426"/>
                  <a:pt x="346" y="426"/>
                </a:cubicBezTo>
                <a:cubicBezTo>
                  <a:pt x="413" y="426"/>
                  <a:pt x="525" y="443"/>
                  <a:pt x="584" y="444"/>
                </a:cubicBezTo>
                <a:cubicBezTo>
                  <a:pt x="643" y="445"/>
                  <a:pt x="670" y="446"/>
                  <a:pt x="698" y="434"/>
                </a:cubicBezTo>
                <a:cubicBezTo>
                  <a:pt x="726" y="422"/>
                  <a:pt x="743" y="418"/>
                  <a:pt x="752" y="372"/>
                </a:cubicBezTo>
                <a:cubicBezTo>
                  <a:pt x="761" y="326"/>
                  <a:pt x="765" y="214"/>
                  <a:pt x="750" y="158"/>
                </a:cubicBezTo>
                <a:cubicBezTo>
                  <a:pt x="735" y="102"/>
                  <a:pt x="716" y="58"/>
                  <a:pt x="662" y="34"/>
                </a:cubicBezTo>
                <a:cubicBezTo>
                  <a:pt x="608" y="10"/>
                  <a:pt x="505" y="0"/>
                  <a:pt x="424" y="10"/>
                </a:cubicBezTo>
                <a:close/>
              </a:path>
            </a:pathLst>
          </a:custGeom>
          <a:gradFill rotWithShape="1">
            <a:gsLst>
              <a:gs pos="0">
                <a:srgbClr val="00CCFF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2" name="Freeform 1287">
            <a:extLst>
              <a:ext uri="{FF2B5EF4-FFF2-40B4-BE49-F238E27FC236}">
                <a16:creationId xmlns:a16="http://schemas.microsoft.com/office/drawing/2014/main" id="{9215EEE0-D98F-4CEA-A616-CF8C3340C142}"/>
              </a:ext>
            </a:extLst>
          </p:cNvPr>
          <p:cNvSpPr>
            <a:spLocks/>
          </p:cNvSpPr>
          <p:nvPr/>
        </p:nvSpPr>
        <p:spPr bwMode="auto">
          <a:xfrm>
            <a:off x="4946650" y="1698625"/>
            <a:ext cx="1736725" cy="1071563"/>
          </a:xfrm>
          <a:custGeom>
            <a:avLst/>
            <a:gdLst>
              <a:gd name="T0" fmla="*/ 2147483646 w 1036"/>
              <a:gd name="T1" fmla="*/ 2147483646 h 675"/>
              <a:gd name="T2" fmla="*/ 2147483646 w 1036"/>
              <a:gd name="T3" fmla="*/ 2147483646 h 675"/>
              <a:gd name="T4" fmla="*/ 2147483646 w 1036"/>
              <a:gd name="T5" fmla="*/ 2147483646 h 675"/>
              <a:gd name="T6" fmla="*/ 2147483646 w 1036"/>
              <a:gd name="T7" fmla="*/ 2147483646 h 675"/>
              <a:gd name="T8" fmla="*/ 2147483646 w 1036"/>
              <a:gd name="T9" fmla="*/ 2147483646 h 675"/>
              <a:gd name="T10" fmla="*/ 2147483646 w 1036"/>
              <a:gd name="T11" fmla="*/ 2147483646 h 675"/>
              <a:gd name="T12" fmla="*/ 2147483646 w 1036"/>
              <a:gd name="T13" fmla="*/ 2147483646 h 675"/>
              <a:gd name="T14" fmla="*/ 2147483646 w 1036"/>
              <a:gd name="T15" fmla="*/ 2147483646 h 675"/>
              <a:gd name="T16" fmla="*/ 2147483646 w 1036"/>
              <a:gd name="T17" fmla="*/ 2147483646 h 675"/>
              <a:gd name="T18" fmla="*/ 2147483646 w 1036"/>
              <a:gd name="T19" fmla="*/ 2147483646 h 675"/>
              <a:gd name="T20" fmla="*/ 2147483646 w 1036"/>
              <a:gd name="T21" fmla="*/ 2147483646 h 675"/>
              <a:gd name="T22" fmla="*/ 2147483646 w 1036"/>
              <a:gd name="T23" fmla="*/ 2147483646 h 675"/>
              <a:gd name="T24" fmla="*/ 2147483646 w 1036"/>
              <a:gd name="T25" fmla="*/ 2147483646 h 675"/>
              <a:gd name="T26" fmla="*/ 2147483646 w 1036"/>
              <a:gd name="T27" fmla="*/ 2147483646 h 675"/>
              <a:gd name="T28" fmla="*/ 2147483646 w 1036"/>
              <a:gd name="T29" fmla="*/ 2147483646 h 675"/>
              <a:gd name="T30" fmla="*/ 2147483646 w 1036"/>
              <a:gd name="T31" fmla="*/ 2147483646 h 675"/>
              <a:gd name="T32" fmla="*/ 2147483646 w 1036"/>
              <a:gd name="T33" fmla="*/ 2147483646 h 675"/>
              <a:gd name="T34" fmla="*/ 2147483646 w 1036"/>
              <a:gd name="T35" fmla="*/ 2147483646 h 675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1036"/>
              <a:gd name="T55" fmla="*/ 0 h 675"/>
              <a:gd name="T56" fmla="*/ 1036 w 1036"/>
              <a:gd name="T57" fmla="*/ 675 h 675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1036" h="675">
                <a:moveTo>
                  <a:pt x="648" y="11"/>
                </a:moveTo>
                <a:cubicBezTo>
                  <a:pt x="584" y="19"/>
                  <a:pt x="464" y="33"/>
                  <a:pt x="390" y="53"/>
                </a:cubicBezTo>
                <a:cubicBezTo>
                  <a:pt x="316" y="73"/>
                  <a:pt x="246" y="100"/>
                  <a:pt x="206" y="129"/>
                </a:cubicBezTo>
                <a:cubicBezTo>
                  <a:pt x="166" y="158"/>
                  <a:pt x="183" y="201"/>
                  <a:pt x="152" y="229"/>
                </a:cubicBezTo>
                <a:cubicBezTo>
                  <a:pt x="121" y="257"/>
                  <a:pt x="44" y="259"/>
                  <a:pt x="22" y="297"/>
                </a:cubicBezTo>
                <a:cubicBezTo>
                  <a:pt x="0" y="335"/>
                  <a:pt x="0" y="427"/>
                  <a:pt x="18" y="459"/>
                </a:cubicBezTo>
                <a:cubicBezTo>
                  <a:pt x="36" y="491"/>
                  <a:pt x="59" y="484"/>
                  <a:pt x="132" y="489"/>
                </a:cubicBezTo>
                <a:cubicBezTo>
                  <a:pt x="205" y="494"/>
                  <a:pt x="380" y="478"/>
                  <a:pt x="458" y="489"/>
                </a:cubicBezTo>
                <a:cubicBezTo>
                  <a:pt x="536" y="500"/>
                  <a:pt x="549" y="527"/>
                  <a:pt x="598" y="555"/>
                </a:cubicBezTo>
                <a:cubicBezTo>
                  <a:pt x="647" y="583"/>
                  <a:pt x="707" y="639"/>
                  <a:pt x="752" y="657"/>
                </a:cubicBezTo>
                <a:cubicBezTo>
                  <a:pt x="797" y="675"/>
                  <a:pt x="837" y="670"/>
                  <a:pt x="870" y="661"/>
                </a:cubicBezTo>
                <a:cubicBezTo>
                  <a:pt x="903" y="652"/>
                  <a:pt x="932" y="639"/>
                  <a:pt x="952" y="603"/>
                </a:cubicBezTo>
                <a:cubicBezTo>
                  <a:pt x="972" y="567"/>
                  <a:pt x="981" y="497"/>
                  <a:pt x="992" y="445"/>
                </a:cubicBezTo>
                <a:cubicBezTo>
                  <a:pt x="1003" y="393"/>
                  <a:pt x="1013" y="347"/>
                  <a:pt x="1018" y="291"/>
                </a:cubicBezTo>
                <a:cubicBezTo>
                  <a:pt x="1023" y="235"/>
                  <a:pt x="1036" y="153"/>
                  <a:pt x="1022" y="107"/>
                </a:cubicBezTo>
                <a:cubicBezTo>
                  <a:pt x="1008" y="61"/>
                  <a:pt x="975" y="34"/>
                  <a:pt x="934" y="17"/>
                </a:cubicBezTo>
                <a:cubicBezTo>
                  <a:pt x="893" y="0"/>
                  <a:pt x="824" y="4"/>
                  <a:pt x="776" y="3"/>
                </a:cubicBezTo>
                <a:cubicBezTo>
                  <a:pt x="728" y="2"/>
                  <a:pt x="712" y="3"/>
                  <a:pt x="648" y="11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5783" name="Group 1288">
            <a:extLst>
              <a:ext uri="{FF2B5EF4-FFF2-40B4-BE49-F238E27FC236}">
                <a16:creationId xmlns:a16="http://schemas.microsoft.com/office/drawing/2014/main" id="{89312B59-09DA-4AB1-84EC-D612135BC2FE}"/>
              </a:ext>
            </a:extLst>
          </p:cNvPr>
          <p:cNvGrpSpPr>
            <a:grpSpLocks/>
          </p:cNvGrpSpPr>
          <p:nvPr/>
        </p:nvGrpSpPr>
        <p:grpSpPr bwMode="auto">
          <a:xfrm>
            <a:off x="5022850" y="2963863"/>
            <a:ext cx="1458913" cy="933450"/>
            <a:chOff x="2889" y="1631"/>
            <a:chExt cx="980" cy="743"/>
          </a:xfrm>
        </p:grpSpPr>
        <p:sp>
          <p:nvSpPr>
            <p:cNvPr id="76399" name="Rectangle 1289">
              <a:extLst>
                <a:ext uri="{FF2B5EF4-FFF2-40B4-BE49-F238E27FC236}">
                  <a16:creationId xmlns:a16="http://schemas.microsoft.com/office/drawing/2014/main" id="{1B965AA2-F86B-4052-9FC5-204A0149F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6" y="1841"/>
              <a:ext cx="663" cy="533"/>
            </a:xfrm>
            <a:prstGeom prst="rect">
              <a:avLst/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400" name="AutoShape 1290">
              <a:extLst>
                <a:ext uri="{FF2B5EF4-FFF2-40B4-BE49-F238E27FC236}">
                  <a16:creationId xmlns:a16="http://schemas.microsoft.com/office/drawing/2014/main" id="{67B58242-3916-4B2C-8C8E-743C470DC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9" y="1631"/>
              <a:ext cx="980" cy="253"/>
            </a:xfrm>
            <a:prstGeom prst="triangle">
              <a:avLst>
                <a:gd name="adj" fmla="val 50000"/>
              </a:avLst>
            </a:prstGeom>
            <a:solidFill>
              <a:srgbClr val="00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solidFill>
                  <a:srgbClr val="00CCFF"/>
                </a:solidFill>
                <a:latin typeface="Arial" panose="020B0604020202020204" pitchFamily="34" charset="0"/>
              </a:endParaRPr>
            </a:p>
          </p:txBody>
        </p:sp>
      </p:grpSp>
      <p:sp>
        <p:nvSpPr>
          <p:cNvPr id="75784" name="Line 1291">
            <a:extLst>
              <a:ext uri="{FF2B5EF4-FFF2-40B4-BE49-F238E27FC236}">
                <a16:creationId xmlns:a16="http://schemas.microsoft.com/office/drawing/2014/main" id="{BA76F0FA-8430-43EE-8B4E-2431AD248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7140575" y="3802063"/>
            <a:ext cx="163513" cy="120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5" name="Line 1292">
            <a:extLst>
              <a:ext uri="{FF2B5EF4-FFF2-40B4-BE49-F238E27FC236}">
                <a16:creationId xmlns:a16="http://schemas.microsoft.com/office/drawing/2014/main" id="{F6DFCB1A-06A5-4263-81BE-9FC89E62CA6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37413" y="3722688"/>
            <a:ext cx="279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6" name="Line 1293">
            <a:extLst>
              <a:ext uri="{FF2B5EF4-FFF2-40B4-BE49-F238E27FC236}">
                <a16:creationId xmlns:a16="http://schemas.microsoft.com/office/drawing/2014/main" id="{77F82067-12A6-4CC4-A58C-C833800719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73950" y="3808413"/>
            <a:ext cx="134938" cy="104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7" name="Line 1294">
            <a:extLst>
              <a:ext uri="{FF2B5EF4-FFF2-40B4-BE49-F238E27FC236}">
                <a16:creationId xmlns:a16="http://schemas.microsoft.com/office/drawing/2014/main" id="{F968391D-AFEF-40D4-8A3B-1A1DB4FE14CA}"/>
              </a:ext>
            </a:extLst>
          </p:cNvPr>
          <p:cNvSpPr>
            <a:spLocks noChangeShapeType="1"/>
          </p:cNvSpPr>
          <p:nvPr/>
        </p:nvSpPr>
        <p:spPr bwMode="auto">
          <a:xfrm>
            <a:off x="6172200" y="3729038"/>
            <a:ext cx="6794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8" name="Line 1295">
            <a:extLst>
              <a:ext uri="{FF2B5EF4-FFF2-40B4-BE49-F238E27FC236}">
                <a16:creationId xmlns:a16="http://schemas.microsoft.com/office/drawing/2014/main" id="{5F64AAAE-9FDA-4932-99E0-10CCD1A751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467475" y="2576513"/>
            <a:ext cx="509588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89" name="Line 1296">
            <a:extLst>
              <a:ext uri="{FF2B5EF4-FFF2-40B4-BE49-F238E27FC236}">
                <a16:creationId xmlns:a16="http://schemas.microsoft.com/office/drawing/2014/main" id="{6A6506BE-6D64-4A7D-B67B-90EDF0A0ECCB}"/>
              </a:ext>
            </a:extLst>
          </p:cNvPr>
          <p:cNvSpPr>
            <a:spLocks noChangeShapeType="1"/>
          </p:cNvSpPr>
          <p:nvPr/>
        </p:nvSpPr>
        <p:spPr bwMode="auto">
          <a:xfrm>
            <a:off x="6034088" y="2392363"/>
            <a:ext cx="152400" cy="95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0" name="Freeform 1297">
            <a:extLst>
              <a:ext uri="{FF2B5EF4-FFF2-40B4-BE49-F238E27FC236}">
                <a16:creationId xmlns:a16="http://schemas.microsoft.com/office/drawing/2014/main" id="{B2581795-0FC3-4346-AF0B-6C59F9C9441F}"/>
              </a:ext>
            </a:extLst>
          </p:cNvPr>
          <p:cNvSpPr>
            <a:spLocks/>
          </p:cNvSpPr>
          <p:nvPr/>
        </p:nvSpPr>
        <p:spPr bwMode="auto">
          <a:xfrm>
            <a:off x="5241925" y="4367213"/>
            <a:ext cx="3079750" cy="1665287"/>
          </a:xfrm>
          <a:custGeom>
            <a:avLst/>
            <a:gdLst>
              <a:gd name="T0" fmla="*/ 2147483646 w 1940"/>
              <a:gd name="T1" fmla="*/ 2147483646 h 1049"/>
              <a:gd name="T2" fmla="*/ 2147483646 w 1940"/>
              <a:gd name="T3" fmla="*/ 2147483646 h 1049"/>
              <a:gd name="T4" fmla="*/ 2147483646 w 1940"/>
              <a:gd name="T5" fmla="*/ 2147483646 h 1049"/>
              <a:gd name="T6" fmla="*/ 2147483646 w 1940"/>
              <a:gd name="T7" fmla="*/ 2147483646 h 1049"/>
              <a:gd name="T8" fmla="*/ 2147483646 w 1940"/>
              <a:gd name="T9" fmla="*/ 2147483646 h 1049"/>
              <a:gd name="T10" fmla="*/ 2147483646 w 1940"/>
              <a:gd name="T11" fmla="*/ 2147483646 h 1049"/>
              <a:gd name="T12" fmla="*/ 2147483646 w 1940"/>
              <a:gd name="T13" fmla="*/ 2147483646 h 1049"/>
              <a:gd name="T14" fmla="*/ 2147483646 w 1940"/>
              <a:gd name="T15" fmla="*/ 2147483646 h 1049"/>
              <a:gd name="T16" fmla="*/ 2147483646 w 1940"/>
              <a:gd name="T17" fmla="*/ 2147483646 h 1049"/>
              <a:gd name="T18" fmla="*/ 2147483646 w 1940"/>
              <a:gd name="T19" fmla="*/ 2147483646 h 1049"/>
              <a:gd name="T20" fmla="*/ 2147483646 w 1940"/>
              <a:gd name="T21" fmla="*/ 2147483646 h 1049"/>
              <a:gd name="T22" fmla="*/ 2147483646 w 1940"/>
              <a:gd name="T23" fmla="*/ 2147483646 h 1049"/>
              <a:gd name="T24" fmla="*/ 2147483646 w 1940"/>
              <a:gd name="T25" fmla="*/ 2147483646 h 1049"/>
              <a:gd name="T26" fmla="*/ 2147483646 w 1940"/>
              <a:gd name="T27" fmla="*/ 2147483646 h 1049"/>
              <a:gd name="T28" fmla="*/ 2147483646 w 1940"/>
              <a:gd name="T29" fmla="*/ 2147483646 h 1049"/>
              <a:gd name="T30" fmla="*/ 2147483646 w 1940"/>
              <a:gd name="T31" fmla="*/ 2147483646 h 1049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1940"/>
              <a:gd name="T49" fmla="*/ 0 h 1049"/>
              <a:gd name="T50" fmla="*/ 1940 w 1940"/>
              <a:gd name="T51" fmla="*/ 1049 h 1049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1940" h="1049">
                <a:moveTo>
                  <a:pt x="952" y="26"/>
                </a:moveTo>
                <a:cubicBezTo>
                  <a:pt x="867" y="45"/>
                  <a:pt x="832" y="118"/>
                  <a:pt x="755" y="125"/>
                </a:cubicBezTo>
                <a:cubicBezTo>
                  <a:pt x="678" y="132"/>
                  <a:pt x="587" y="72"/>
                  <a:pt x="488" y="68"/>
                </a:cubicBezTo>
                <a:cubicBezTo>
                  <a:pt x="389" y="64"/>
                  <a:pt x="237" y="48"/>
                  <a:pt x="158" y="101"/>
                </a:cubicBezTo>
                <a:cubicBezTo>
                  <a:pt x="79" y="154"/>
                  <a:pt x="28" y="298"/>
                  <a:pt x="14" y="389"/>
                </a:cubicBezTo>
                <a:cubicBezTo>
                  <a:pt x="0" y="480"/>
                  <a:pt x="25" y="595"/>
                  <a:pt x="71" y="648"/>
                </a:cubicBezTo>
                <a:cubicBezTo>
                  <a:pt x="117" y="701"/>
                  <a:pt x="205" y="665"/>
                  <a:pt x="288" y="706"/>
                </a:cubicBezTo>
                <a:cubicBezTo>
                  <a:pt x="371" y="747"/>
                  <a:pt x="450" y="842"/>
                  <a:pt x="568" y="893"/>
                </a:cubicBezTo>
                <a:cubicBezTo>
                  <a:pt x="686" y="944"/>
                  <a:pt x="852" y="991"/>
                  <a:pt x="996" y="1014"/>
                </a:cubicBezTo>
                <a:cubicBezTo>
                  <a:pt x="1140" y="1036"/>
                  <a:pt x="1309" y="1049"/>
                  <a:pt x="1433" y="1031"/>
                </a:cubicBezTo>
                <a:cubicBezTo>
                  <a:pt x="1557" y="1012"/>
                  <a:pt x="1657" y="960"/>
                  <a:pt x="1739" y="907"/>
                </a:cubicBezTo>
                <a:cubicBezTo>
                  <a:pt x="1821" y="855"/>
                  <a:pt x="1906" y="824"/>
                  <a:pt x="1923" y="714"/>
                </a:cubicBezTo>
                <a:cubicBezTo>
                  <a:pt x="1940" y="604"/>
                  <a:pt x="1898" y="350"/>
                  <a:pt x="1839" y="251"/>
                </a:cubicBezTo>
                <a:cubicBezTo>
                  <a:pt x="1780" y="151"/>
                  <a:pt x="1662" y="153"/>
                  <a:pt x="1566" y="114"/>
                </a:cubicBezTo>
                <a:cubicBezTo>
                  <a:pt x="1470" y="76"/>
                  <a:pt x="1365" y="30"/>
                  <a:pt x="1263" y="15"/>
                </a:cubicBezTo>
                <a:cubicBezTo>
                  <a:pt x="1161" y="0"/>
                  <a:pt x="1037" y="8"/>
                  <a:pt x="952" y="26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1" name="Line 1298">
            <a:extLst>
              <a:ext uri="{FF2B5EF4-FFF2-40B4-BE49-F238E27FC236}">
                <a16:creationId xmlns:a16="http://schemas.microsoft.com/office/drawing/2014/main" id="{8A8FEBDC-6C13-48F9-A95C-8B66D76FA2BB}"/>
              </a:ext>
            </a:extLst>
          </p:cNvPr>
          <p:cNvSpPr>
            <a:spLocks noChangeShapeType="1"/>
          </p:cNvSpPr>
          <p:nvPr/>
        </p:nvSpPr>
        <p:spPr bwMode="auto">
          <a:xfrm rot="16200000" flipV="1">
            <a:off x="7541419" y="5239544"/>
            <a:ext cx="474662" cy="63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5792" name="Line 1299">
            <a:extLst>
              <a:ext uri="{FF2B5EF4-FFF2-40B4-BE49-F238E27FC236}">
                <a16:creationId xmlns:a16="http://schemas.microsoft.com/office/drawing/2014/main" id="{50E39487-0B97-47C3-9756-CFCB29E2B512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7735888" y="5429250"/>
            <a:ext cx="3175" cy="85725"/>
          </a:xfrm>
          <a:prstGeom prst="line">
            <a:avLst/>
          </a:prstGeom>
          <a:noFill/>
          <a:ln w="12700">
            <a:solidFill>
              <a:schemeClr val="bg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5793" name="Line 1300">
            <a:extLst>
              <a:ext uri="{FF2B5EF4-FFF2-40B4-BE49-F238E27FC236}">
                <a16:creationId xmlns:a16="http://schemas.microsoft.com/office/drawing/2014/main" id="{5FB71F96-E0E7-4A73-BB02-7C819BFD7ED9}"/>
              </a:ext>
            </a:extLst>
          </p:cNvPr>
          <p:cNvSpPr>
            <a:spLocks noChangeShapeType="1"/>
          </p:cNvSpPr>
          <p:nvPr/>
        </p:nvSpPr>
        <p:spPr bwMode="auto">
          <a:xfrm rot="16200000" flipH="1">
            <a:off x="7843837" y="5027613"/>
            <a:ext cx="193675" cy="76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75794" name="Line 1301">
            <a:extLst>
              <a:ext uri="{FF2B5EF4-FFF2-40B4-BE49-F238E27FC236}">
                <a16:creationId xmlns:a16="http://schemas.microsoft.com/office/drawing/2014/main" id="{78EA6D86-68A0-4567-B6AF-9AE83340B3C1}"/>
              </a:ext>
            </a:extLst>
          </p:cNvPr>
          <p:cNvSpPr>
            <a:spLocks noChangeShapeType="1"/>
          </p:cNvSpPr>
          <p:nvPr/>
        </p:nvSpPr>
        <p:spPr bwMode="auto">
          <a:xfrm>
            <a:off x="7102475" y="4686300"/>
            <a:ext cx="390525" cy="1841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5" name="Line 1302">
            <a:extLst>
              <a:ext uri="{FF2B5EF4-FFF2-40B4-BE49-F238E27FC236}">
                <a16:creationId xmlns:a16="http://schemas.microsoft.com/office/drawing/2014/main" id="{B5735B8F-3063-4922-85FF-0FFA0B5837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81763" y="4673600"/>
            <a:ext cx="322262" cy="1984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6" name="Line 1303">
            <a:extLst>
              <a:ext uri="{FF2B5EF4-FFF2-40B4-BE49-F238E27FC236}">
                <a16:creationId xmlns:a16="http://schemas.microsoft.com/office/drawing/2014/main" id="{06E70C36-EA87-471D-895C-F97A380622E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24625" y="4965700"/>
            <a:ext cx="9715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7" name="Line 1305">
            <a:extLst>
              <a:ext uri="{FF2B5EF4-FFF2-40B4-BE49-F238E27FC236}">
                <a16:creationId xmlns:a16="http://schemas.microsoft.com/office/drawing/2014/main" id="{651E0971-1C1F-4F2C-9DF8-4D90916CB628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5175" y="4762500"/>
            <a:ext cx="233363" cy="952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8" name="Line 1306">
            <a:extLst>
              <a:ext uri="{FF2B5EF4-FFF2-40B4-BE49-F238E27FC236}">
                <a16:creationId xmlns:a16="http://schemas.microsoft.com/office/drawing/2014/main" id="{736064F1-B2D1-486F-9D0C-97E0217DA4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86413" y="4999038"/>
            <a:ext cx="403225" cy="1000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799" name="Line 1309">
            <a:extLst>
              <a:ext uri="{FF2B5EF4-FFF2-40B4-BE49-F238E27FC236}">
                <a16:creationId xmlns:a16="http://schemas.microsoft.com/office/drawing/2014/main" id="{DDEA7A5D-6F8C-4364-9D97-2B0210ED386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11863" y="5054600"/>
            <a:ext cx="177800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0" name="Line 1310">
            <a:extLst>
              <a:ext uri="{FF2B5EF4-FFF2-40B4-BE49-F238E27FC236}">
                <a16:creationId xmlns:a16="http://schemas.microsoft.com/office/drawing/2014/main" id="{FD0FD94C-3F25-40F0-A219-B95B7D346D0B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405563" y="5038725"/>
            <a:ext cx="1587" cy="2206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1" name="Line 1311">
            <a:extLst>
              <a:ext uri="{FF2B5EF4-FFF2-40B4-BE49-F238E27FC236}">
                <a16:creationId xmlns:a16="http://schemas.microsoft.com/office/drawing/2014/main" id="{0A244E2F-F165-408C-A8AD-F457B4E7CA38}"/>
              </a:ext>
            </a:extLst>
          </p:cNvPr>
          <p:cNvSpPr>
            <a:spLocks noChangeShapeType="1"/>
          </p:cNvSpPr>
          <p:nvPr/>
        </p:nvSpPr>
        <p:spPr bwMode="auto">
          <a:xfrm>
            <a:off x="6488113" y="5041900"/>
            <a:ext cx="503237" cy="269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2" name="Line 1313">
            <a:extLst>
              <a:ext uri="{FF2B5EF4-FFF2-40B4-BE49-F238E27FC236}">
                <a16:creationId xmlns:a16="http://schemas.microsoft.com/office/drawing/2014/main" id="{BD4FBCA7-1533-4115-953B-E89BA2D8866A}"/>
              </a:ext>
            </a:extLst>
          </p:cNvPr>
          <p:cNvSpPr>
            <a:spLocks noChangeShapeType="1"/>
          </p:cNvSpPr>
          <p:nvPr/>
        </p:nvSpPr>
        <p:spPr bwMode="auto">
          <a:xfrm>
            <a:off x="6026150" y="3511550"/>
            <a:ext cx="0" cy="131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3" name="Line 1314">
            <a:extLst>
              <a:ext uri="{FF2B5EF4-FFF2-40B4-BE49-F238E27FC236}">
                <a16:creationId xmlns:a16="http://schemas.microsoft.com/office/drawing/2014/main" id="{1DF684EB-8D26-41A8-A184-B55654ECE3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21550" y="2481263"/>
            <a:ext cx="123825" cy="8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4" name="Line 1315">
            <a:extLst>
              <a:ext uri="{FF2B5EF4-FFF2-40B4-BE49-F238E27FC236}">
                <a16:creationId xmlns:a16="http://schemas.microsoft.com/office/drawing/2014/main" id="{545C4E5C-3B09-42BB-830C-38D35D46F0CD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0100" y="2654300"/>
            <a:ext cx="0" cy="82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5" name="Line 1316">
            <a:extLst>
              <a:ext uri="{FF2B5EF4-FFF2-40B4-BE49-F238E27FC236}">
                <a16:creationId xmlns:a16="http://schemas.microsoft.com/office/drawing/2014/main" id="{DF96C862-EE3A-4609-8EB9-2DE9E558DB2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21550" y="2551113"/>
            <a:ext cx="2635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6" name="Line 1317">
            <a:extLst>
              <a:ext uri="{FF2B5EF4-FFF2-40B4-BE49-F238E27FC236}">
                <a16:creationId xmlns:a16="http://schemas.microsoft.com/office/drawing/2014/main" id="{B9EA5EAA-FC66-4692-985B-3AA5B61493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686675" y="2549525"/>
            <a:ext cx="0" cy="1968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7" name="Line 1318">
            <a:extLst>
              <a:ext uri="{FF2B5EF4-FFF2-40B4-BE49-F238E27FC236}">
                <a16:creationId xmlns:a16="http://schemas.microsoft.com/office/drawing/2014/main" id="{83475FCC-4E12-41B2-A64E-4F20D6A5F61E}"/>
              </a:ext>
            </a:extLst>
          </p:cNvPr>
          <p:cNvSpPr>
            <a:spLocks noChangeShapeType="1"/>
          </p:cNvSpPr>
          <p:nvPr/>
        </p:nvSpPr>
        <p:spPr bwMode="auto">
          <a:xfrm>
            <a:off x="7340600" y="2855913"/>
            <a:ext cx="18891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8" name="Line 1319">
            <a:extLst>
              <a:ext uri="{FF2B5EF4-FFF2-40B4-BE49-F238E27FC236}">
                <a16:creationId xmlns:a16="http://schemas.microsoft.com/office/drawing/2014/main" id="{F30AD4FE-89D3-40C0-84E4-CE719A2DA5B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635625" y="3722688"/>
            <a:ext cx="168275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09" name="Line 1320">
            <a:extLst>
              <a:ext uri="{FF2B5EF4-FFF2-40B4-BE49-F238E27FC236}">
                <a16:creationId xmlns:a16="http://schemas.microsoft.com/office/drawing/2014/main" id="{01B5400D-62AA-4418-B311-51374AED45DE}"/>
              </a:ext>
            </a:extLst>
          </p:cNvPr>
          <p:cNvSpPr>
            <a:spLocks noChangeShapeType="1"/>
          </p:cNvSpPr>
          <p:nvPr/>
        </p:nvSpPr>
        <p:spPr bwMode="auto">
          <a:xfrm>
            <a:off x="7894638" y="2846388"/>
            <a:ext cx="17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10" name="Line 1321">
            <a:extLst>
              <a:ext uri="{FF2B5EF4-FFF2-40B4-BE49-F238E27FC236}">
                <a16:creationId xmlns:a16="http://schemas.microsoft.com/office/drawing/2014/main" id="{3EABB311-2D7C-4105-A445-70C48DCB042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40563" y="2922588"/>
            <a:ext cx="98425" cy="7048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11" name="Line 1322">
            <a:extLst>
              <a:ext uri="{FF2B5EF4-FFF2-40B4-BE49-F238E27FC236}">
                <a16:creationId xmlns:a16="http://schemas.microsoft.com/office/drawing/2014/main" id="{59E2275C-B823-450C-966B-9A9834DDFD8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32700" y="2922588"/>
            <a:ext cx="111125" cy="727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sp>
        <p:nvSpPr>
          <p:cNvPr id="75812" name="Line 1323">
            <a:extLst>
              <a:ext uri="{FF2B5EF4-FFF2-40B4-BE49-F238E27FC236}">
                <a16:creationId xmlns:a16="http://schemas.microsoft.com/office/drawing/2014/main" id="{36E3674C-A775-4EF1-9412-89DC76E66F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16750" y="4064000"/>
            <a:ext cx="227013" cy="4365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5813" name="Group 1324">
            <a:extLst>
              <a:ext uri="{FF2B5EF4-FFF2-40B4-BE49-F238E27FC236}">
                <a16:creationId xmlns:a16="http://schemas.microsoft.com/office/drawing/2014/main" id="{A050EBCE-9F95-49B2-A28E-D193FE95344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519738" y="4522788"/>
            <a:ext cx="414337" cy="373062"/>
            <a:chOff x="2839" y="3501"/>
            <a:chExt cx="755" cy="803"/>
          </a:xfrm>
        </p:grpSpPr>
        <p:pic>
          <p:nvPicPr>
            <p:cNvPr id="76397" name="Picture 1325" descr="desktop_computer_stylized_medium">
              <a:extLst>
                <a:ext uri="{FF2B5EF4-FFF2-40B4-BE49-F238E27FC236}">
                  <a16:creationId xmlns:a16="http://schemas.microsoft.com/office/drawing/2014/main" id="{33234C70-FD5F-48B9-A343-40522BCC76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398" name="Freeform 1326">
              <a:extLst>
                <a:ext uri="{FF2B5EF4-FFF2-40B4-BE49-F238E27FC236}">
                  <a16:creationId xmlns:a16="http://schemas.microsoft.com/office/drawing/2014/main" id="{AFFC350E-46EE-43DF-985B-116A9CDA51E3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75814" name="Group 1327">
            <a:extLst>
              <a:ext uri="{FF2B5EF4-FFF2-40B4-BE49-F238E27FC236}">
                <a16:creationId xmlns:a16="http://schemas.microsoft.com/office/drawing/2014/main" id="{8CB2ECBA-D58F-40DE-9DDE-95A728743F91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202238" y="4943475"/>
            <a:ext cx="482600" cy="406400"/>
            <a:chOff x="2839" y="3501"/>
            <a:chExt cx="755" cy="803"/>
          </a:xfrm>
        </p:grpSpPr>
        <p:pic>
          <p:nvPicPr>
            <p:cNvPr id="76395" name="Picture 1328" descr="desktop_computer_stylized_medium">
              <a:extLst>
                <a:ext uri="{FF2B5EF4-FFF2-40B4-BE49-F238E27FC236}">
                  <a16:creationId xmlns:a16="http://schemas.microsoft.com/office/drawing/2014/main" id="{3FABD69E-22AC-487C-8E4F-42A927FB49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396" name="Freeform 1329">
              <a:extLst>
                <a:ext uri="{FF2B5EF4-FFF2-40B4-BE49-F238E27FC236}">
                  <a16:creationId xmlns:a16="http://schemas.microsoft.com/office/drawing/2014/main" id="{ABE3C5C7-E6A0-43D4-9A13-19723D37ED58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75815" name="Group 1330">
            <a:extLst>
              <a:ext uri="{FF2B5EF4-FFF2-40B4-BE49-F238E27FC236}">
                <a16:creationId xmlns:a16="http://schemas.microsoft.com/office/drawing/2014/main" id="{69917B21-750F-45DD-B55C-4BEBBBC5BC42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680075" y="5245100"/>
            <a:ext cx="427038" cy="349250"/>
            <a:chOff x="2839" y="3501"/>
            <a:chExt cx="755" cy="803"/>
          </a:xfrm>
        </p:grpSpPr>
        <p:pic>
          <p:nvPicPr>
            <p:cNvPr id="76393" name="Picture 1331" descr="desktop_computer_stylized_medium">
              <a:extLst>
                <a:ext uri="{FF2B5EF4-FFF2-40B4-BE49-F238E27FC236}">
                  <a16:creationId xmlns:a16="http://schemas.microsoft.com/office/drawing/2014/main" id="{8DCBAE32-9FE9-4EBA-8AF2-BE8CCE51F9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394" name="Freeform 1332">
              <a:extLst>
                <a:ext uri="{FF2B5EF4-FFF2-40B4-BE49-F238E27FC236}">
                  <a16:creationId xmlns:a16="http://schemas.microsoft.com/office/drawing/2014/main" id="{62CA3F6C-4A55-4589-A6CA-B539CF0B51E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75816" name="Group 1333">
            <a:extLst>
              <a:ext uri="{FF2B5EF4-FFF2-40B4-BE49-F238E27FC236}">
                <a16:creationId xmlns:a16="http://schemas.microsoft.com/office/drawing/2014/main" id="{DD8A18C2-0094-4AA4-9BD8-517967E76A76}"/>
              </a:ext>
            </a:extLst>
          </p:cNvPr>
          <p:cNvGrpSpPr>
            <a:grpSpLocks/>
          </p:cNvGrpSpPr>
          <p:nvPr/>
        </p:nvGrpSpPr>
        <p:grpSpPr bwMode="auto">
          <a:xfrm>
            <a:off x="6294438" y="5227638"/>
            <a:ext cx="427037" cy="350837"/>
            <a:chOff x="2839" y="3501"/>
            <a:chExt cx="755" cy="803"/>
          </a:xfrm>
        </p:grpSpPr>
        <p:pic>
          <p:nvPicPr>
            <p:cNvPr id="76391" name="Picture 1334" descr="desktop_computer_stylized_medium">
              <a:extLst>
                <a:ext uri="{FF2B5EF4-FFF2-40B4-BE49-F238E27FC236}">
                  <a16:creationId xmlns:a16="http://schemas.microsoft.com/office/drawing/2014/main" id="{C7A56535-D569-4517-92FF-0C9B3375B4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392" name="Freeform 1335">
              <a:extLst>
                <a:ext uri="{FF2B5EF4-FFF2-40B4-BE49-F238E27FC236}">
                  <a16:creationId xmlns:a16="http://schemas.microsoft.com/office/drawing/2014/main" id="{AFE8606C-EF1A-434A-95DF-B5A5F3C90CD9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pic>
        <p:nvPicPr>
          <p:cNvPr id="75817" name="Picture 1336" descr="car_icon_small">
            <a:extLst>
              <a:ext uri="{FF2B5EF4-FFF2-40B4-BE49-F238E27FC236}">
                <a16:creationId xmlns:a16="http://schemas.microsoft.com/office/drawing/2014/main" id="{61C4645B-5475-4FC5-A6FD-D170C4557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6475" y="1709738"/>
            <a:ext cx="849313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5818" name="Group 1337">
            <a:extLst>
              <a:ext uri="{FF2B5EF4-FFF2-40B4-BE49-F238E27FC236}">
                <a16:creationId xmlns:a16="http://schemas.microsoft.com/office/drawing/2014/main" id="{04EC4F86-86F6-44DB-AE44-77953222CAC3}"/>
              </a:ext>
            </a:extLst>
          </p:cNvPr>
          <p:cNvGrpSpPr>
            <a:grpSpLocks/>
          </p:cNvGrpSpPr>
          <p:nvPr/>
        </p:nvGrpSpPr>
        <p:grpSpPr bwMode="auto">
          <a:xfrm>
            <a:off x="5357813" y="1535113"/>
            <a:ext cx="415925" cy="385762"/>
            <a:chOff x="2751" y="1851"/>
            <a:chExt cx="462" cy="478"/>
          </a:xfrm>
        </p:grpSpPr>
        <p:pic>
          <p:nvPicPr>
            <p:cNvPr id="76389" name="Picture 1338" descr="iphone_stylized_small">
              <a:extLst>
                <a:ext uri="{FF2B5EF4-FFF2-40B4-BE49-F238E27FC236}">
                  <a16:creationId xmlns:a16="http://schemas.microsoft.com/office/drawing/2014/main" id="{9FB76EB8-CCF2-4FBA-B398-E8549D13F0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28" y="1922"/>
              <a:ext cx="15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390" name="Picture 1339" descr="antenna_radiation_stylized">
              <a:extLst>
                <a:ext uri="{FF2B5EF4-FFF2-40B4-BE49-F238E27FC236}">
                  <a16:creationId xmlns:a16="http://schemas.microsoft.com/office/drawing/2014/main" id="{B7833EFF-1D37-4C60-AEF9-DDAE33191E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51" y="1851"/>
              <a:ext cx="462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75819" name="Group 1340">
            <a:extLst>
              <a:ext uri="{FF2B5EF4-FFF2-40B4-BE49-F238E27FC236}">
                <a16:creationId xmlns:a16="http://schemas.microsoft.com/office/drawing/2014/main" id="{42572502-563B-4613-8490-2A866034A4DB}"/>
              </a:ext>
            </a:extLst>
          </p:cNvPr>
          <p:cNvGrpSpPr>
            <a:grpSpLocks/>
          </p:cNvGrpSpPr>
          <p:nvPr/>
        </p:nvGrpSpPr>
        <p:grpSpPr bwMode="auto">
          <a:xfrm>
            <a:off x="7434263" y="2384425"/>
            <a:ext cx="390525" cy="169863"/>
            <a:chOff x="4650" y="1129"/>
            <a:chExt cx="246" cy="95"/>
          </a:xfrm>
        </p:grpSpPr>
        <p:sp>
          <p:nvSpPr>
            <p:cNvPr id="76381" name="Oval 407">
              <a:extLst>
                <a:ext uri="{FF2B5EF4-FFF2-40B4-BE49-F238E27FC236}">
                  <a16:creationId xmlns:a16="http://schemas.microsoft.com/office/drawing/2014/main" id="{3F4E8E03-D750-4FDA-9D1C-AB8BCF4C54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82" name="Rectangle 410">
              <a:extLst>
                <a:ext uri="{FF2B5EF4-FFF2-40B4-BE49-F238E27FC236}">
                  <a16:creationId xmlns:a16="http://schemas.microsoft.com/office/drawing/2014/main" id="{14349DA2-1D6E-4C85-A55E-FD98C178DA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83" name="Oval 411">
              <a:extLst>
                <a:ext uri="{FF2B5EF4-FFF2-40B4-BE49-F238E27FC236}">
                  <a16:creationId xmlns:a16="http://schemas.microsoft.com/office/drawing/2014/main" id="{F3B59208-BB2F-46FB-ADFA-EEF03B6ACF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84" name="Group 1344">
              <a:extLst>
                <a:ext uri="{FF2B5EF4-FFF2-40B4-BE49-F238E27FC236}">
                  <a16:creationId xmlns:a16="http://schemas.microsoft.com/office/drawing/2014/main" id="{6FC3A656-6833-4361-87EB-F7190A0901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87" name="Freeform 1345">
                <a:extLst>
                  <a:ext uri="{FF2B5EF4-FFF2-40B4-BE49-F238E27FC236}">
                    <a16:creationId xmlns:a16="http://schemas.microsoft.com/office/drawing/2014/main" id="{C6F16834-D8F4-4362-9689-83F00B463CB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88" name="Freeform 1346">
                <a:extLst>
                  <a:ext uri="{FF2B5EF4-FFF2-40B4-BE49-F238E27FC236}">
                    <a16:creationId xmlns:a16="http://schemas.microsoft.com/office/drawing/2014/main" id="{5A025C4D-C6F1-4ECC-A6CB-F94083FC1D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85" name="Line 1347">
              <a:extLst>
                <a:ext uri="{FF2B5EF4-FFF2-40B4-BE49-F238E27FC236}">
                  <a16:creationId xmlns:a16="http://schemas.microsoft.com/office/drawing/2014/main" id="{5D298740-DB9C-49AA-A119-7B9320A353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86" name="Line 1348">
              <a:extLst>
                <a:ext uri="{FF2B5EF4-FFF2-40B4-BE49-F238E27FC236}">
                  <a16:creationId xmlns:a16="http://schemas.microsoft.com/office/drawing/2014/main" id="{2DB61DBA-6AA2-4FB6-8CA8-6A320A8B95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0" name="Group 1349">
            <a:extLst>
              <a:ext uri="{FF2B5EF4-FFF2-40B4-BE49-F238E27FC236}">
                <a16:creationId xmlns:a16="http://schemas.microsoft.com/office/drawing/2014/main" id="{A6603B53-28DD-4FFE-9A00-A43883EAA8DD}"/>
              </a:ext>
            </a:extLst>
          </p:cNvPr>
          <p:cNvGrpSpPr>
            <a:grpSpLocks/>
          </p:cNvGrpSpPr>
          <p:nvPr/>
        </p:nvGrpSpPr>
        <p:grpSpPr bwMode="auto">
          <a:xfrm>
            <a:off x="7507288" y="2746375"/>
            <a:ext cx="390525" cy="176213"/>
            <a:chOff x="4650" y="1129"/>
            <a:chExt cx="246" cy="95"/>
          </a:xfrm>
        </p:grpSpPr>
        <p:sp>
          <p:nvSpPr>
            <p:cNvPr id="76373" name="Oval 407">
              <a:extLst>
                <a:ext uri="{FF2B5EF4-FFF2-40B4-BE49-F238E27FC236}">
                  <a16:creationId xmlns:a16="http://schemas.microsoft.com/office/drawing/2014/main" id="{9B2D39E1-7B0A-4F31-9E81-7606D4F373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74" name="Rectangle 410">
              <a:extLst>
                <a:ext uri="{FF2B5EF4-FFF2-40B4-BE49-F238E27FC236}">
                  <a16:creationId xmlns:a16="http://schemas.microsoft.com/office/drawing/2014/main" id="{8B32F0D2-EEE7-4ACC-81EC-068E90AB09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75" name="Oval 411">
              <a:extLst>
                <a:ext uri="{FF2B5EF4-FFF2-40B4-BE49-F238E27FC236}">
                  <a16:creationId xmlns:a16="http://schemas.microsoft.com/office/drawing/2014/main" id="{BA1476DD-BAA4-4C2A-8531-399CC95CB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76" name="Group 1353">
              <a:extLst>
                <a:ext uri="{FF2B5EF4-FFF2-40B4-BE49-F238E27FC236}">
                  <a16:creationId xmlns:a16="http://schemas.microsoft.com/office/drawing/2014/main" id="{6E9A3CA6-9DD0-490A-9C7C-FD3A861744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79" name="Freeform 1354">
                <a:extLst>
                  <a:ext uri="{FF2B5EF4-FFF2-40B4-BE49-F238E27FC236}">
                    <a16:creationId xmlns:a16="http://schemas.microsoft.com/office/drawing/2014/main" id="{CEAC21B3-EEC1-48E1-8FA2-17A328CADF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80" name="Freeform 1355">
                <a:extLst>
                  <a:ext uri="{FF2B5EF4-FFF2-40B4-BE49-F238E27FC236}">
                    <a16:creationId xmlns:a16="http://schemas.microsoft.com/office/drawing/2014/main" id="{63FBA3A0-0B2D-4033-A091-22B506602E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77" name="Line 1356">
              <a:extLst>
                <a:ext uri="{FF2B5EF4-FFF2-40B4-BE49-F238E27FC236}">
                  <a16:creationId xmlns:a16="http://schemas.microsoft.com/office/drawing/2014/main" id="{7B769AE4-7BDE-46DB-B56B-96931BC856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78" name="Line 1357">
              <a:extLst>
                <a:ext uri="{FF2B5EF4-FFF2-40B4-BE49-F238E27FC236}">
                  <a16:creationId xmlns:a16="http://schemas.microsoft.com/office/drawing/2014/main" id="{E3E55DF9-6CA2-42CB-8E88-1B6336979B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1" name="Group 1358">
            <a:extLst>
              <a:ext uri="{FF2B5EF4-FFF2-40B4-BE49-F238E27FC236}">
                <a16:creationId xmlns:a16="http://schemas.microsoft.com/office/drawing/2014/main" id="{9108720F-7C2B-4A2B-AEE6-25D8E20F191E}"/>
              </a:ext>
            </a:extLst>
          </p:cNvPr>
          <p:cNvGrpSpPr>
            <a:grpSpLocks/>
          </p:cNvGrpSpPr>
          <p:nvPr/>
        </p:nvGrpSpPr>
        <p:grpSpPr bwMode="auto">
          <a:xfrm>
            <a:off x="6948488" y="2482850"/>
            <a:ext cx="390525" cy="169863"/>
            <a:chOff x="4650" y="1129"/>
            <a:chExt cx="246" cy="95"/>
          </a:xfrm>
        </p:grpSpPr>
        <p:sp>
          <p:nvSpPr>
            <p:cNvPr id="76365" name="Oval 407">
              <a:extLst>
                <a:ext uri="{FF2B5EF4-FFF2-40B4-BE49-F238E27FC236}">
                  <a16:creationId xmlns:a16="http://schemas.microsoft.com/office/drawing/2014/main" id="{6B5DC913-1980-4490-AD4F-B318A50CFA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66" name="Rectangle 410">
              <a:extLst>
                <a:ext uri="{FF2B5EF4-FFF2-40B4-BE49-F238E27FC236}">
                  <a16:creationId xmlns:a16="http://schemas.microsoft.com/office/drawing/2014/main" id="{0C97CD51-7760-40A0-97E2-3F155CBB2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67" name="Oval 411">
              <a:extLst>
                <a:ext uri="{FF2B5EF4-FFF2-40B4-BE49-F238E27FC236}">
                  <a16:creationId xmlns:a16="http://schemas.microsoft.com/office/drawing/2014/main" id="{AFB5004A-2DDE-4879-B5A0-73D44BCE0B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68" name="Group 1362">
              <a:extLst>
                <a:ext uri="{FF2B5EF4-FFF2-40B4-BE49-F238E27FC236}">
                  <a16:creationId xmlns:a16="http://schemas.microsoft.com/office/drawing/2014/main" id="{C09F8820-5E95-4100-89D6-0ABD7877BA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71" name="Freeform 1363">
                <a:extLst>
                  <a:ext uri="{FF2B5EF4-FFF2-40B4-BE49-F238E27FC236}">
                    <a16:creationId xmlns:a16="http://schemas.microsoft.com/office/drawing/2014/main" id="{588AD270-65D0-4420-80C2-6B29403C5FF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72" name="Freeform 1364">
                <a:extLst>
                  <a:ext uri="{FF2B5EF4-FFF2-40B4-BE49-F238E27FC236}">
                    <a16:creationId xmlns:a16="http://schemas.microsoft.com/office/drawing/2014/main" id="{1870D3DB-97DC-44E5-A1AD-F7E12157A3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69" name="Line 1365">
              <a:extLst>
                <a:ext uri="{FF2B5EF4-FFF2-40B4-BE49-F238E27FC236}">
                  <a16:creationId xmlns:a16="http://schemas.microsoft.com/office/drawing/2014/main" id="{3F3A35C3-5A36-47D1-954A-BDD56B93EE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70" name="Line 1366">
              <a:extLst>
                <a:ext uri="{FF2B5EF4-FFF2-40B4-BE49-F238E27FC236}">
                  <a16:creationId xmlns:a16="http://schemas.microsoft.com/office/drawing/2014/main" id="{BAF2070D-C908-426E-9374-A8D4A91014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2" name="Group 1367">
            <a:extLst>
              <a:ext uri="{FF2B5EF4-FFF2-40B4-BE49-F238E27FC236}">
                <a16:creationId xmlns:a16="http://schemas.microsoft.com/office/drawing/2014/main" id="{A485F288-E7F1-4AA4-A466-D0E7C3B15732}"/>
              </a:ext>
            </a:extLst>
          </p:cNvPr>
          <p:cNvGrpSpPr>
            <a:grpSpLocks/>
          </p:cNvGrpSpPr>
          <p:nvPr/>
        </p:nvGrpSpPr>
        <p:grpSpPr bwMode="auto">
          <a:xfrm>
            <a:off x="6959600" y="2746375"/>
            <a:ext cx="390525" cy="169863"/>
            <a:chOff x="4650" y="1129"/>
            <a:chExt cx="246" cy="95"/>
          </a:xfrm>
        </p:grpSpPr>
        <p:sp>
          <p:nvSpPr>
            <p:cNvPr id="76357" name="Oval 407">
              <a:extLst>
                <a:ext uri="{FF2B5EF4-FFF2-40B4-BE49-F238E27FC236}">
                  <a16:creationId xmlns:a16="http://schemas.microsoft.com/office/drawing/2014/main" id="{21856E2C-2963-497F-9D16-AC6C8B97B7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58" name="Rectangle 410">
              <a:extLst>
                <a:ext uri="{FF2B5EF4-FFF2-40B4-BE49-F238E27FC236}">
                  <a16:creationId xmlns:a16="http://schemas.microsoft.com/office/drawing/2014/main" id="{DC05A568-AC4A-4A3B-9EE3-1ED24F42F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59" name="Oval 411">
              <a:extLst>
                <a:ext uri="{FF2B5EF4-FFF2-40B4-BE49-F238E27FC236}">
                  <a16:creationId xmlns:a16="http://schemas.microsoft.com/office/drawing/2014/main" id="{D7E33239-0EF5-4CF6-900B-17731D7982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60" name="Group 1371">
              <a:extLst>
                <a:ext uri="{FF2B5EF4-FFF2-40B4-BE49-F238E27FC236}">
                  <a16:creationId xmlns:a16="http://schemas.microsoft.com/office/drawing/2014/main" id="{DDAFC34B-913D-4735-BF90-FCC9A52040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63" name="Freeform 1372">
                <a:extLst>
                  <a:ext uri="{FF2B5EF4-FFF2-40B4-BE49-F238E27FC236}">
                    <a16:creationId xmlns:a16="http://schemas.microsoft.com/office/drawing/2014/main" id="{E2286D7D-4305-40D4-BB2F-44FF1A0FE5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64" name="Freeform 1373">
                <a:extLst>
                  <a:ext uri="{FF2B5EF4-FFF2-40B4-BE49-F238E27FC236}">
                    <a16:creationId xmlns:a16="http://schemas.microsoft.com/office/drawing/2014/main" id="{10612FFA-0EEF-43F0-8E98-3212302D3B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61" name="Line 1374">
              <a:extLst>
                <a:ext uri="{FF2B5EF4-FFF2-40B4-BE49-F238E27FC236}">
                  <a16:creationId xmlns:a16="http://schemas.microsoft.com/office/drawing/2014/main" id="{7DBACB23-9C3D-4850-B866-B9616FA1BE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62" name="Line 1375">
              <a:extLst>
                <a:ext uri="{FF2B5EF4-FFF2-40B4-BE49-F238E27FC236}">
                  <a16:creationId xmlns:a16="http://schemas.microsoft.com/office/drawing/2014/main" id="{A3228D33-7C8C-47B3-BF06-634F5CA2BF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75823" name="Line 1376">
            <a:extLst>
              <a:ext uri="{FF2B5EF4-FFF2-40B4-BE49-F238E27FC236}">
                <a16:creationId xmlns:a16="http://schemas.microsoft.com/office/drawing/2014/main" id="{F7844039-A250-4834-AB58-C14EF93644C2}"/>
              </a:ext>
            </a:extLst>
          </p:cNvPr>
          <p:cNvSpPr>
            <a:spLocks noChangeShapeType="1"/>
          </p:cNvSpPr>
          <p:nvPr/>
        </p:nvSpPr>
        <p:spPr bwMode="auto">
          <a:xfrm>
            <a:off x="8089900" y="2844800"/>
            <a:ext cx="177800" cy="0"/>
          </a:xfrm>
          <a:prstGeom prst="line">
            <a:avLst/>
          </a:prstGeom>
          <a:noFill/>
          <a:ln w="9525">
            <a:solidFill>
              <a:schemeClr val="bg2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75824" name="Group 1377">
            <a:extLst>
              <a:ext uri="{FF2B5EF4-FFF2-40B4-BE49-F238E27FC236}">
                <a16:creationId xmlns:a16="http://schemas.microsoft.com/office/drawing/2014/main" id="{01F719C5-F302-42FE-B358-1A9EEEB4A758}"/>
              </a:ext>
            </a:extLst>
          </p:cNvPr>
          <p:cNvGrpSpPr>
            <a:grpSpLocks/>
          </p:cNvGrpSpPr>
          <p:nvPr/>
        </p:nvGrpSpPr>
        <p:grpSpPr bwMode="auto">
          <a:xfrm>
            <a:off x="7145338" y="3900488"/>
            <a:ext cx="485775" cy="203200"/>
            <a:chOff x="4650" y="1129"/>
            <a:chExt cx="246" cy="95"/>
          </a:xfrm>
        </p:grpSpPr>
        <p:sp>
          <p:nvSpPr>
            <p:cNvPr id="76349" name="Oval 407">
              <a:extLst>
                <a:ext uri="{FF2B5EF4-FFF2-40B4-BE49-F238E27FC236}">
                  <a16:creationId xmlns:a16="http://schemas.microsoft.com/office/drawing/2014/main" id="{80619465-322F-4E66-9D16-E704E0DB22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50" name="Rectangle 410">
              <a:extLst>
                <a:ext uri="{FF2B5EF4-FFF2-40B4-BE49-F238E27FC236}">
                  <a16:creationId xmlns:a16="http://schemas.microsoft.com/office/drawing/2014/main" id="{FD60D825-4E7B-4636-A9C0-AEBBD0C28E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51" name="Oval 411">
              <a:extLst>
                <a:ext uri="{FF2B5EF4-FFF2-40B4-BE49-F238E27FC236}">
                  <a16:creationId xmlns:a16="http://schemas.microsoft.com/office/drawing/2014/main" id="{D39D62D9-637E-48BC-9DEC-689E589BCE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52" name="Group 1381">
              <a:extLst>
                <a:ext uri="{FF2B5EF4-FFF2-40B4-BE49-F238E27FC236}">
                  <a16:creationId xmlns:a16="http://schemas.microsoft.com/office/drawing/2014/main" id="{2B4F5777-BBBF-4B10-88B3-9420E2ACA5B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55" name="Freeform 1382">
                <a:extLst>
                  <a:ext uri="{FF2B5EF4-FFF2-40B4-BE49-F238E27FC236}">
                    <a16:creationId xmlns:a16="http://schemas.microsoft.com/office/drawing/2014/main" id="{728CCEBF-15C2-46CC-A657-17FF82EAB89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56" name="Freeform 1383">
                <a:extLst>
                  <a:ext uri="{FF2B5EF4-FFF2-40B4-BE49-F238E27FC236}">
                    <a16:creationId xmlns:a16="http://schemas.microsoft.com/office/drawing/2014/main" id="{AB724314-75B3-43B7-867E-D7D100B0C8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53" name="Line 1384">
              <a:extLst>
                <a:ext uri="{FF2B5EF4-FFF2-40B4-BE49-F238E27FC236}">
                  <a16:creationId xmlns:a16="http://schemas.microsoft.com/office/drawing/2014/main" id="{76D63255-963F-4EAA-AB1E-838F2C1BD6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54" name="Line 1385">
              <a:extLst>
                <a:ext uri="{FF2B5EF4-FFF2-40B4-BE49-F238E27FC236}">
                  <a16:creationId xmlns:a16="http://schemas.microsoft.com/office/drawing/2014/main" id="{BC997E89-BE9D-4227-A81B-61925797BE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5" name="Group 1386">
            <a:extLst>
              <a:ext uri="{FF2B5EF4-FFF2-40B4-BE49-F238E27FC236}">
                <a16:creationId xmlns:a16="http://schemas.microsoft.com/office/drawing/2014/main" id="{DDAC70BD-0AC4-4D03-BE9B-A1E3DC14F167}"/>
              </a:ext>
            </a:extLst>
          </p:cNvPr>
          <p:cNvGrpSpPr>
            <a:grpSpLocks/>
          </p:cNvGrpSpPr>
          <p:nvPr/>
        </p:nvGrpSpPr>
        <p:grpSpPr bwMode="auto">
          <a:xfrm>
            <a:off x="6826250" y="3619500"/>
            <a:ext cx="485775" cy="203200"/>
            <a:chOff x="4650" y="1129"/>
            <a:chExt cx="246" cy="95"/>
          </a:xfrm>
        </p:grpSpPr>
        <p:sp>
          <p:nvSpPr>
            <p:cNvPr id="76341" name="Oval 407">
              <a:extLst>
                <a:ext uri="{FF2B5EF4-FFF2-40B4-BE49-F238E27FC236}">
                  <a16:creationId xmlns:a16="http://schemas.microsoft.com/office/drawing/2014/main" id="{694D47D4-58F8-4AA9-BCBD-654B9CAD2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42" name="Rectangle 410">
              <a:extLst>
                <a:ext uri="{FF2B5EF4-FFF2-40B4-BE49-F238E27FC236}">
                  <a16:creationId xmlns:a16="http://schemas.microsoft.com/office/drawing/2014/main" id="{93D13BE8-66F3-4787-97A3-DCE6225A89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43" name="Oval 411">
              <a:extLst>
                <a:ext uri="{FF2B5EF4-FFF2-40B4-BE49-F238E27FC236}">
                  <a16:creationId xmlns:a16="http://schemas.microsoft.com/office/drawing/2014/main" id="{0B67256C-5954-48C6-A9E1-97DF8EC43C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44" name="Group 1390">
              <a:extLst>
                <a:ext uri="{FF2B5EF4-FFF2-40B4-BE49-F238E27FC236}">
                  <a16:creationId xmlns:a16="http://schemas.microsoft.com/office/drawing/2014/main" id="{67892FBC-6218-4404-87CB-7A0F240EBE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47" name="Freeform 1391">
                <a:extLst>
                  <a:ext uri="{FF2B5EF4-FFF2-40B4-BE49-F238E27FC236}">
                    <a16:creationId xmlns:a16="http://schemas.microsoft.com/office/drawing/2014/main" id="{FBE0FBF7-BEE3-4337-AE4F-20504B09D8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48" name="Freeform 1392">
                <a:extLst>
                  <a:ext uri="{FF2B5EF4-FFF2-40B4-BE49-F238E27FC236}">
                    <a16:creationId xmlns:a16="http://schemas.microsoft.com/office/drawing/2014/main" id="{24907BC0-CF6B-412C-9CE8-9C45318C41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45" name="Line 1393">
              <a:extLst>
                <a:ext uri="{FF2B5EF4-FFF2-40B4-BE49-F238E27FC236}">
                  <a16:creationId xmlns:a16="http://schemas.microsoft.com/office/drawing/2014/main" id="{B3E97D6C-B313-4C1B-A77C-00096B76C2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46" name="Line 1394">
              <a:extLst>
                <a:ext uri="{FF2B5EF4-FFF2-40B4-BE49-F238E27FC236}">
                  <a16:creationId xmlns:a16="http://schemas.microsoft.com/office/drawing/2014/main" id="{E5950CE6-1588-4995-A4C1-16FC1B005E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6" name="Group 1395">
            <a:extLst>
              <a:ext uri="{FF2B5EF4-FFF2-40B4-BE49-F238E27FC236}">
                <a16:creationId xmlns:a16="http://schemas.microsoft.com/office/drawing/2014/main" id="{3127ABA4-5B5D-4E50-969C-7779CA418BEB}"/>
              </a:ext>
            </a:extLst>
          </p:cNvPr>
          <p:cNvGrpSpPr>
            <a:grpSpLocks/>
          </p:cNvGrpSpPr>
          <p:nvPr/>
        </p:nvGrpSpPr>
        <p:grpSpPr bwMode="auto">
          <a:xfrm>
            <a:off x="7488238" y="3632200"/>
            <a:ext cx="485775" cy="203200"/>
            <a:chOff x="4650" y="1129"/>
            <a:chExt cx="246" cy="95"/>
          </a:xfrm>
        </p:grpSpPr>
        <p:sp>
          <p:nvSpPr>
            <p:cNvPr id="76333" name="Oval 407">
              <a:extLst>
                <a:ext uri="{FF2B5EF4-FFF2-40B4-BE49-F238E27FC236}">
                  <a16:creationId xmlns:a16="http://schemas.microsoft.com/office/drawing/2014/main" id="{535783BB-2438-46D2-AA58-3951E5248D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34" name="Rectangle 410">
              <a:extLst>
                <a:ext uri="{FF2B5EF4-FFF2-40B4-BE49-F238E27FC236}">
                  <a16:creationId xmlns:a16="http://schemas.microsoft.com/office/drawing/2014/main" id="{461ECFB9-D12D-4B4E-8C65-1EE2E552E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35" name="Oval 411">
              <a:extLst>
                <a:ext uri="{FF2B5EF4-FFF2-40B4-BE49-F238E27FC236}">
                  <a16:creationId xmlns:a16="http://schemas.microsoft.com/office/drawing/2014/main" id="{767002E2-0F53-48AA-BE05-9DE53DC9F0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36" name="Group 1399">
              <a:extLst>
                <a:ext uri="{FF2B5EF4-FFF2-40B4-BE49-F238E27FC236}">
                  <a16:creationId xmlns:a16="http://schemas.microsoft.com/office/drawing/2014/main" id="{901DE909-5BB3-45CC-82EB-3E3F6B6682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39" name="Freeform 1400">
                <a:extLst>
                  <a:ext uri="{FF2B5EF4-FFF2-40B4-BE49-F238E27FC236}">
                    <a16:creationId xmlns:a16="http://schemas.microsoft.com/office/drawing/2014/main" id="{A81B1160-D626-4D02-BFA4-BE127D6DAF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40" name="Freeform 1401">
                <a:extLst>
                  <a:ext uri="{FF2B5EF4-FFF2-40B4-BE49-F238E27FC236}">
                    <a16:creationId xmlns:a16="http://schemas.microsoft.com/office/drawing/2014/main" id="{5236059E-52FF-479C-81D3-B7761FA4FB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37" name="Line 1402">
              <a:extLst>
                <a:ext uri="{FF2B5EF4-FFF2-40B4-BE49-F238E27FC236}">
                  <a16:creationId xmlns:a16="http://schemas.microsoft.com/office/drawing/2014/main" id="{0DBBD0FD-B00D-46AE-AE93-986A75D62B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38" name="Line 1403">
              <a:extLst>
                <a:ext uri="{FF2B5EF4-FFF2-40B4-BE49-F238E27FC236}">
                  <a16:creationId xmlns:a16="http://schemas.microsoft.com/office/drawing/2014/main" id="{29D58D67-2D0E-4988-AE91-B68E4A5F76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7" name="Group 1404">
            <a:extLst>
              <a:ext uri="{FF2B5EF4-FFF2-40B4-BE49-F238E27FC236}">
                <a16:creationId xmlns:a16="http://schemas.microsoft.com/office/drawing/2014/main" id="{7C58BBE8-4AA8-4C4B-A72F-064CC4094BA8}"/>
              </a:ext>
            </a:extLst>
          </p:cNvPr>
          <p:cNvGrpSpPr>
            <a:grpSpLocks/>
          </p:cNvGrpSpPr>
          <p:nvPr/>
        </p:nvGrpSpPr>
        <p:grpSpPr bwMode="auto">
          <a:xfrm>
            <a:off x="6707188" y="4494213"/>
            <a:ext cx="619125" cy="242887"/>
            <a:chOff x="4650" y="1129"/>
            <a:chExt cx="246" cy="95"/>
          </a:xfrm>
        </p:grpSpPr>
        <p:sp>
          <p:nvSpPr>
            <p:cNvPr id="76325" name="Oval 407">
              <a:extLst>
                <a:ext uri="{FF2B5EF4-FFF2-40B4-BE49-F238E27FC236}">
                  <a16:creationId xmlns:a16="http://schemas.microsoft.com/office/drawing/2014/main" id="{81A317DA-7275-451D-BD87-123FBED495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26" name="Rectangle 410">
              <a:extLst>
                <a:ext uri="{FF2B5EF4-FFF2-40B4-BE49-F238E27FC236}">
                  <a16:creationId xmlns:a16="http://schemas.microsoft.com/office/drawing/2014/main" id="{F3D36548-ED27-482F-B6D6-47BD2BFC21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27" name="Oval 411">
              <a:extLst>
                <a:ext uri="{FF2B5EF4-FFF2-40B4-BE49-F238E27FC236}">
                  <a16:creationId xmlns:a16="http://schemas.microsoft.com/office/drawing/2014/main" id="{2D7CF4C3-AB52-4475-901B-0C0B201346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28" name="Group 1408">
              <a:extLst>
                <a:ext uri="{FF2B5EF4-FFF2-40B4-BE49-F238E27FC236}">
                  <a16:creationId xmlns:a16="http://schemas.microsoft.com/office/drawing/2014/main" id="{E12C3B78-457A-488A-BDB2-5D81ADC1DC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31" name="Freeform 1409">
                <a:extLst>
                  <a:ext uri="{FF2B5EF4-FFF2-40B4-BE49-F238E27FC236}">
                    <a16:creationId xmlns:a16="http://schemas.microsoft.com/office/drawing/2014/main" id="{BBF1204C-994F-4555-9C9B-88E3C6BE50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32" name="Freeform 1410">
                <a:extLst>
                  <a:ext uri="{FF2B5EF4-FFF2-40B4-BE49-F238E27FC236}">
                    <a16:creationId xmlns:a16="http://schemas.microsoft.com/office/drawing/2014/main" id="{2379C8F0-FCE6-416C-975E-6D42D2CA26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29" name="Line 1411">
              <a:extLst>
                <a:ext uri="{FF2B5EF4-FFF2-40B4-BE49-F238E27FC236}">
                  <a16:creationId xmlns:a16="http://schemas.microsoft.com/office/drawing/2014/main" id="{A762A20F-8395-4BD3-B6C1-5BCD66383C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30" name="Line 1412">
              <a:extLst>
                <a:ext uri="{FF2B5EF4-FFF2-40B4-BE49-F238E27FC236}">
                  <a16:creationId xmlns:a16="http://schemas.microsoft.com/office/drawing/2014/main" id="{9A4CC8CF-21D4-4ED5-B3B9-895BBAA4D4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8" name="Group 1413">
            <a:extLst>
              <a:ext uri="{FF2B5EF4-FFF2-40B4-BE49-F238E27FC236}">
                <a16:creationId xmlns:a16="http://schemas.microsoft.com/office/drawing/2014/main" id="{AA5F4AC8-D90B-4AAC-A072-9782361E5F3E}"/>
              </a:ext>
            </a:extLst>
          </p:cNvPr>
          <p:cNvGrpSpPr>
            <a:grpSpLocks/>
          </p:cNvGrpSpPr>
          <p:nvPr/>
        </p:nvGrpSpPr>
        <p:grpSpPr bwMode="auto">
          <a:xfrm>
            <a:off x="7340600" y="4792663"/>
            <a:ext cx="619125" cy="242887"/>
            <a:chOff x="4650" y="1129"/>
            <a:chExt cx="246" cy="95"/>
          </a:xfrm>
        </p:grpSpPr>
        <p:sp>
          <p:nvSpPr>
            <p:cNvPr id="76317" name="Oval 407">
              <a:extLst>
                <a:ext uri="{FF2B5EF4-FFF2-40B4-BE49-F238E27FC236}">
                  <a16:creationId xmlns:a16="http://schemas.microsoft.com/office/drawing/2014/main" id="{7D2CE280-76CD-4C96-BF2C-DDBD29C7C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18" name="Rectangle 410">
              <a:extLst>
                <a:ext uri="{FF2B5EF4-FFF2-40B4-BE49-F238E27FC236}">
                  <a16:creationId xmlns:a16="http://schemas.microsoft.com/office/drawing/2014/main" id="{1959816C-1999-48EA-86D3-20F98A4BC7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19" name="Oval 411">
              <a:extLst>
                <a:ext uri="{FF2B5EF4-FFF2-40B4-BE49-F238E27FC236}">
                  <a16:creationId xmlns:a16="http://schemas.microsoft.com/office/drawing/2014/main" id="{3283AC0E-BD91-43A3-A660-4479E02CE4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20" name="Group 1417">
              <a:extLst>
                <a:ext uri="{FF2B5EF4-FFF2-40B4-BE49-F238E27FC236}">
                  <a16:creationId xmlns:a16="http://schemas.microsoft.com/office/drawing/2014/main" id="{891AF29A-734B-45CD-8987-53B67BBF13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23" name="Freeform 1418">
                <a:extLst>
                  <a:ext uri="{FF2B5EF4-FFF2-40B4-BE49-F238E27FC236}">
                    <a16:creationId xmlns:a16="http://schemas.microsoft.com/office/drawing/2014/main" id="{2AE4A336-825D-4EF1-AB37-3A733E7C34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24" name="Freeform 1419">
                <a:extLst>
                  <a:ext uri="{FF2B5EF4-FFF2-40B4-BE49-F238E27FC236}">
                    <a16:creationId xmlns:a16="http://schemas.microsoft.com/office/drawing/2014/main" id="{616FEDA5-B5DD-444F-B37C-6961D7B118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21" name="Line 1420">
              <a:extLst>
                <a:ext uri="{FF2B5EF4-FFF2-40B4-BE49-F238E27FC236}">
                  <a16:creationId xmlns:a16="http://schemas.microsoft.com/office/drawing/2014/main" id="{9C193327-16B0-44B9-BD96-08D02ABAE7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22" name="Line 1421">
              <a:extLst>
                <a:ext uri="{FF2B5EF4-FFF2-40B4-BE49-F238E27FC236}">
                  <a16:creationId xmlns:a16="http://schemas.microsoft.com/office/drawing/2014/main" id="{1F7678AD-73DB-41BF-AB09-6207693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29" name="Group 1422">
            <a:extLst>
              <a:ext uri="{FF2B5EF4-FFF2-40B4-BE49-F238E27FC236}">
                <a16:creationId xmlns:a16="http://schemas.microsoft.com/office/drawing/2014/main" id="{CFBEB718-8596-4959-9E7A-D21BA4173AE6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4837113"/>
            <a:ext cx="619125" cy="242887"/>
            <a:chOff x="4650" y="1129"/>
            <a:chExt cx="246" cy="95"/>
          </a:xfrm>
        </p:grpSpPr>
        <p:sp>
          <p:nvSpPr>
            <p:cNvPr id="76309" name="Oval 407">
              <a:extLst>
                <a:ext uri="{FF2B5EF4-FFF2-40B4-BE49-F238E27FC236}">
                  <a16:creationId xmlns:a16="http://schemas.microsoft.com/office/drawing/2014/main" id="{E85F5F93-5FEC-4340-BDCE-55CD0B8F74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10" name="Rectangle 410">
              <a:extLst>
                <a:ext uri="{FF2B5EF4-FFF2-40B4-BE49-F238E27FC236}">
                  <a16:creationId xmlns:a16="http://schemas.microsoft.com/office/drawing/2014/main" id="{7A0B8E6C-2422-4103-A13C-12215E048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11" name="Oval 411">
              <a:extLst>
                <a:ext uri="{FF2B5EF4-FFF2-40B4-BE49-F238E27FC236}">
                  <a16:creationId xmlns:a16="http://schemas.microsoft.com/office/drawing/2014/main" id="{6A1A8429-0B83-4FEF-828A-E80C997D2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12" name="Group 1426">
              <a:extLst>
                <a:ext uri="{FF2B5EF4-FFF2-40B4-BE49-F238E27FC236}">
                  <a16:creationId xmlns:a16="http://schemas.microsoft.com/office/drawing/2014/main" id="{4A315558-77CE-4CCF-A89C-0FEC762493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15" name="Freeform 1427">
                <a:extLst>
                  <a:ext uri="{FF2B5EF4-FFF2-40B4-BE49-F238E27FC236}">
                    <a16:creationId xmlns:a16="http://schemas.microsoft.com/office/drawing/2014/main" id="{AD8BADA1-971C-49E6-A0C6-874A729DFB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16" name="Freeform 1428">
                <a:extLst>
                  <a:ext uri="{FF2B5EF4-FFF2-40B4-BE49-F238E27FC236}">
                    <a16:creationId xmlns:a16="http://schemas.microsoft.com/office/drawing/2014/main" id="{C645ED09-C2F2-48E2-B1F8-47395D7ABA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13" name="Line 1429">
              <a:extLst>
                <a:ext uri="{FF2B5EF4-FFF2-40B4-BE49-F238E27FC236}">
                  <a16:creationId xmlns:a16="http://schemas.microsoft.com/office/drawing/2014/main" id="{C8F7E799-E0B3-4FAC-A12D-4A6AA6594B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14" name="Line 1430">
              <a:extLst>
                <a:ext uri="{FF2B5EF4-FFF2-40B4-BE49-F238E27FC236}">
                  <a16:creationId xmlns:a16="http://schemas.microsoft.com/office/drawing/2014/main" id="{6F1B8645-937A-40CE-95BC-55037ADB0C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30" name="Group 1431">
            <a:extLst>
              <a:ext uri="{FF2B5EF4-FFF2-40B4-BE49-F238E27FC236}">
                <a16:creationId xmlns:a16="http://schemas.microsoft.com/office/drawing/2014/main" id="{93AE0BF1-4DC9-4653-B694-00EE6ED047A4}"/>
              </a:ext>
            </a:extLst>
          </p:cNvPr>
          <p:cNvGrpSpPr>
            <a:grpSpLocks/>
          </p:cNvGrpSpPr>
          <p:nvPr/>
        </p:nvGrpSpPr>
        <p:grpSpPr bwMode="auto">
          <a:xfrm>
            <a:off x="5797550" y="3629025"/>
            <a:ext cx="390525" cy="169863"/>
            <a:chOff x="4650" y="1129"/>
            <a:chExt cx="246" cy="95"/>
          </a:xfrm>
        </p:grpSpPr>
        <p:sp>
          <p:nvSpPr>
            <p:cNvPr id="76301" name="Oval 407">
              <a:extLst>
                <a:ext uri="{FF2B5EF4-FFF2-40B4-BE49-F238E27FC236}">
                  <a16:creationId xmlns:a16="http://schemas.microsoft.com/office/drawing/2014/main" id="{40D434EA-8A24-4D3A-816C-F372104C1E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02" name="Rectangle 410">
              <a:extLst>
                <a:ext uri="{FF2B5EF4-FFF2-40B4-BE49-F238E27FC236}">
                  <a16:creationId xmlns:a16="http://schemas.microsoft.com/office/drawing/2014/main" id="{8AE685C0-5D51-4502-95B0-2DFC1BD86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303" name="Oval 411">
              <a:extLst>
                <a:ext uri="{FF2B5EF4-FFF2-40B4-BE49-F238E27FC236}">
                  <a16:creationId xmlns:a16="http://schemas.microsoft.com/office/drawing/2014/main" id="{7FB469AB-7BD9-416C-BB4B-E509AF8CB9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304" name="Group 1435">
              <a:extLst>
                <a:ext uri="{FF2B5EF4-FFF2-40B4-BE49-F238E27FC236}">
                  <a16:creationId xmlns:a16="http://schemas.microsoft.com/office/drawing/2014/main" id="{6C8E2A1D-67FC-4559-BF05-83C0E585D8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307" name="Freeform 1436">
                <a:extLst>
                  <a:ext uri="{FF2B5EF4-FFF2-40B4-BE49-F238E27FC236}">
                    <a16:creationId xmlns:a16="http://schemas.microsoft.com/office/drawing/2014/main" id="{C0BF4874-9880-4BCA-AB2F-A204663971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08" name="Freeform 1437">
                <a:extLst>
                  <a:ext uri="{FF2B5EF4-FFF2-40B4-BE49-F238E27FC236}">
                    <a16:creationId xmlns:a16="http://schemas.microsoft.com/office/drawing/2014/main" id="{7F990987-BD60-4F3D-A165-48D62B96D2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305" name="Line 1438">
              <a:extLst>
                <a:ext uri="{FF2B5EF4-FFF2-40B4-BE49-F238E27FC236}">
                  <a16:creationId xmlns:a16="http://schemas.microsoft.com/office/drawing/2014/main" id="{A2606E84-34C5-43BC-8DE5-8C035C1D7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306" name="Line 1439">
              <a:extLst>
                <a:ext uri="{FF2B5EF4-FFF2-40B4-BE49-F238E27FC236}">
                  <a16:creationId xmlns:a16="http://schemas.microsoft.com/office/drawing/2014/main" id="{D92742C6-78F8-4013-9374-3156E4F18D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31" name="Group 1440">
            <a:extLst>
              <a:ext uri="{FF2B5EF4-FFF2-40B4-BE49-F238E27FC236}">
                <a16:creationId xmlns:a16="http://schemas.microsoft.com/office/drawing/2014/main" id="{B284AA84-17E9-409E-8B35-72949CDBA94C}"/>
              </a:ext>
            </a:extLst>
          </p:cNvPr>
          <p:cNvGrpSpPr>
            <a:grpSpLocks/>
          </p:cNvGrpSpPr>
          <p:nvPr/>
        </p:nvGrpSpPr>
        <p:grpSpPr bwMode="auto">
          <a:xfrm>
            <a:off x="6097588" y="2476500"/>
            <a:ext cx="390525" cy="169863"/>
            <a:chOff x="4650" y="1129"/>
            <a:chExt cx="246" cy="95"/>
          </a:xfrm>
        </p:grpSpPr>
        <p:sp>
          <p:nvSpPr>
            <p:cNvPr id="76293" name="Oval 407">
              <a:extLst>
                <a:ext uri="{FF2B5EF4-FFF2-40B4-BE49-F238E27FC236}">
                  <a16:creationId xmlns:a16="http://schemas.microsoft.com/office/drawing/2014/main" id="{EE24F86D-C676-4CEE-A746-BFC8F90B9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71"/>
              <a:ext cx="244" cy="53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294" name="Rectangle 410">
              <a:extLst>
                <a:ext uri="{FF2B5EF4-FFF2-40B4-BE49-F238E27FC236}">
                  <a16:creationId xmlns:a16="http://schemas.microsoft.com/office/drawing/2014/main" id="{83C3F942-6443-4BC1-B565-832330C363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1" y="1165"/>
              <a:ext cx="245" cy="33"/>
            </a:xfrm>
            <a:prstGeom prst="rect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76295" name="Oval 411">
              <a:extLst>
                <a:ext uri="{FF2B5EF4-FFF2-40B4-BE49-F238E27FC236}">
                  <a16:creationId xmlns:a16="http://schemas.microsoft.com/office/drawing/2014/main" id="{550DDDDD-8331-473B-9191-15674916DF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0" y="1129"/>
              <a:ext cx="244" cy="62"/>
            </a:xfrm>
            <a:prstGeom prst="ellipse">
              <a:avLst/>
            </a:prstGeom>
            <a:gradFill rotWithShape="1"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76296" name="Group 1444">
              <a:extLst>
                <a:ext uri="{FF2B5EF4-FFF2-40B4-BE49-F238E27FC236}">
                  <a16:creationId xmlns:a16="http://schemas.microsoft.com/office/drawing/2014/main" id="{45597875-0EB2-46ED-B4C1-A890217120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99" y="1145"/>
              <a:ext cx="138" cy="29"/>
              <a:chOff x="2468" y="1332"/>
              <a:chExt cx="310" cy="60"/>
            </a:xfrm>
          </p:grpSpPr>
          <p:sp>
            <p:nvSpPr>
              <p:cNvPr id="76299" name="Freeform 1445">
                <a:extLst>
                  <a:ext uri="{FF2B5EF4-FFF2-40B4-BE49-F238E27FC236}">
                    <a16:creationId xmlns:a16="http://schemas.microsoft.com/office/drawing/2014/main" id="{80EAED1E-142A-46D7-80C4-8AF3371F9B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300" name="Freeform 1446">
                <a:extLst>
                  <a:ext uri="{FF2B5EF4-FFF2-40B4-BE49-F238E27FC236}">
                    <a16:creationId xmlns:a16="http://schemas.microsoft.com/office/drawing/2014/main" id="{1E682A53-0A6F-47DE-8103-241730D3EE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27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297" name="Line 1447">
              <a:extLst>
                <a:ext uri="{FF2B5EF4-FFF2-40B4-BE49-F238E27FC236}">
                  <a16:creationId xmlns:a16="http://schemas.microsoft.com/office/drawing/2014/main" id="{140E43B7-9F5B-4F57-9E6E-F0976184BB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1" y="1158"/>
              <a:ext cx="0" cy="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98" name="Line 1448">
              <a:extLst>
                <a:ext uri="{FF2B5EF4-FFF2-40B4-BE49-F238E27FC236}">
                  <a16:creationId xmlns:a16="http://schemas.microsoft.com/office/drawing/2014/main" id="{3104E752-5ABC-4210-B729-77B707DA8F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4" y="1160"/>
              <a:ext cx="0" cy="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32" name="Group 1449">
            <a:extLst>
              <a:ext uri="{FF2B5EF4-FFF2-40B4-BE49-F238E27FC236}">
                <a16:creationId xmlns:a16="http://schemas.microsoft.com/office/drawing/2014/main" id="{466E827B-7520-4DDA-88DF-B71585DF344E}"/>
              </a:ext>
            </a:extLst>
          </p:cNvPr>
          <p:cNvGrpSpPr>
            <a:grpSpLocks/>
          </p:cNvGrpSpPr>
          <p:nvPr/>
        </p:nvGrpSpPr>
        <p:grpSpPr bwMode="auto">
          <a:xfrm>
            <a:off x="5356225" y="3489325"/>
            <a:ext cx="506413" cy="352425"/>
            <a:chOff x="2967" y="478"/>
            <a:chExt cx="788" cy="625"/>
          </a:xfrm>
        </p:grpSpPr>
        <p:pic>
          <p:nvPicPr>
            <p:cNvPr id="76291" name="Picture 1450" descr="access_point_stylized_small">
              <a:extLst>
                <a:ext uri="{FF2B5EF4-FFF2-40B4-BE49-F238E27FC236}">
                  <a16:creationId xmlns:a16="http://schemas.microsoft.com/office/drawing/2014/main" id="{B644C331-4EE1-49D5-9D68-2DFA48457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292" name="Picture 1451" descr="antenna_radiation_stylized">
              <a:extLst>
                <a:ext uri="{FF2B5EF4-FFF2-40B4-BE49-F238E27FC236}">
                  <a16:creationId xmlns:a16="http://schemas.microsoft.com/office/drawing/2014/main" id="{D3961835-82D5-42A1-A857-CD8E6236C9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75833" name="Group 1452">
            <a:extLst>
              <a:ext uri="{FF2B5EF4-FFF2-40B4-BE49-F238E27FC236}">
                <a16:creationId xmlns:a16="http://schemas.microsoft.com/office/drawing/2014/main" id="{9E07067A-C0E8-4DCF-8ABC-41F99EAA978C}"/>
              </a:ext>
            </a:extLst>
          </p:cNvPr>
          <p:cNvGrpSpPr>
            <a:grpSpLocks/>
          </p:cNvGrpSpPr>
          <p:nvPr/>
        </p:nvGrpSpPr>
        <p:grpSpPr bwMode="auto">
          <a:xfrm>
            <a:off x="6877050" y="4992688"/>
            <a:ext cx="563563" cy="420687"/>
            <a:chOff x="2967" y="478"/>
            <a:chExt cx="788" cy="625"/>
          </a:xfrm>
        </p:grpSpPr>
        <p:pic>
          <p:nvPicPr>
            <p:cNvPr id="76289" name="Picture 1453" descr="access_point_stylized_small">
              <a:extLst>
                <a:ext uri="{FF2B5EF4-FFF2-40B4-BE49-F238E27FC236}">
                  <a16:creationId xmlns:a16="http://schemas.microsoft.com/office/drawing/2014/main" id="{7C0EFD5D-544F-4BB2-8269-C97ECA6D5D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2" y="559"/>
              <a:ext cx="576" cy="5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290" name="Picture 1454" descr="antenna_radiation_stylized">
              <a:extLst>
                <a:ext uri="{FF2B5EF4-FFF2-40B4-BE49-F238E27FC236}">
                  <a16:creationId xmlns:a16="http://schemas.microsoft.com/office/drawing/2014/main" id="{4CC812A4-78B6-473B-AC14-8BF0F191A1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" y="478"/>
              <a:ext cx="788" cy="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75834" name="Group 1455">
            <a:extLst>
              <a:ext uri="{FF2B5EF4-FFF2-40B4-BE49-F238E27FC236}">
                <a16:creationId xmlns:a16="http://schemas.microsoft.com/office/drawing/2014/main" id="{C91DA3B2-A93D-40DF-B081-D53AC5A70899}"/>
              </a:ext>
            </a:extLst>
          </p:cNvPr>
          <p:cNvGrpSpPr>
            <a:grpSpLocks/>
          </p:cNvGrpSpPr>
          <p:nvPr/>
        </p:nvGrpSpPr>
        <p:grpSpPr bwMode="auto">
          <a:xfrm>
            <a:off x="5805488" y="1833563"/>
            <a:ext cx="457200" cy="631825"/>
            <a:chOff x="742" y="2409"/>
            <a:chExt cx="576" cy="881"/>
          </a:xfrm>
        </p:grpSpPr>
        <p:grpSp>
          <p:nvGrpSpPr>
            <p:cNvPr id="76271" name="Group 1456">
              <a:extLst>
                <a:ext uri="{FF2B5EF4-FFF2-40B4-BE49-F238E27FC236}">
                  <a16:creationId xmlns:a16="http://schemas.microsoft.com/office/drawing/2014/main" id="{DE17B417-0E71-4F94-9092-6775221072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32" y="2643"/>
              <a:ext cx="376" cy="647"/>
              <a:chOff x="3130" y="3288"/>
              <a:chExt cx="410" cy="742"/>
            </a:xfrm>
          </p:grpSpPr>
          <p:sp>
            <p:nvSpPr>
              <p:cNvPr id="76274" name="Line 270">
                <a:extLst>
                  <a:ext uri="{FF2B5EF4-FFF2-40B4-BE49-F238E27FC236}">
                    <a16:creationId xmlns:a16="http://schemas.microsoft.com/office/drawing/2014/main" id="{F7D9E3D1-494A-420F-924A-D52EC74446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130" y="3288"/>
                <a:ext cx="205" cy="6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75" name="Line 271">
                <a:extLst>
                  <a:ext uri="{FF2B5EF4-FFF2-40B4-BE49-F238E27FC236}">
                    <a16:creationId xmlns:a16="http://schemas.microsoft.com/office/drawing/2014/main" id="{46A97C62-7469-45C8-9213-68C96E7821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288"/>
                <a:ext cx="205" cy="6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76" name="Line 272">
                <a:extLst>
                  <a:ext uri="{FF2B5EF4-FFF2-40B4-BE49-F238E27FC236}">
                    <a16:creationId xmlns:a16="http://schemas.microsoft.com/office/drawing/2014/main" id="{41D505C4-84CE-4C65-AD59-159CB453C4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30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77" name="Line 273">
                <a:extLst>
                  <a:ext uri="{FF2B5EF4-FFF2-40B4-BE49-F238E27FC236}">
                    <a16:creationId xmlns:a16="http://schemas.microsoft.com/office/drawing/2014/main" id="{12757002-2832-4684-B223-748DA89F97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335" y="3957"/>
                <a:ext cx="205" cy="73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78" name="Line 274">
                <a:extLst>
                  <a:ext uri="{FF2B5EF4-FFF2-40B4-BE49-F238E27FC236}">
                    <a16:creationId xmlns:a16="http://schemas.microsoft.com/office/drawing/2014/main" id="{C933225F-10D7-48D2-B574-21DB3ADABA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5" y="3303"/>
                <a:ext cx="0" cy="7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79" name="Line 275">
                <a:extLst>
                  <a:ext uri="{FF2B5EF4-FFF2-40B4-BE49-F238E27FC236}">
                    <a16:creationId xmlns:a16="http://schemas.microsoft.com/office/drawing/2014/main" id="{E7B14A09-BD4E-4D4C-8592-6E832F61FD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130" y="3888"/>
                <a:ext cx="205" cy="7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0" name="Line 276">
                <a:extLst>
                  <a:ext uri="{FF2B5EF4-FFF2-40B4-BE49-F238E27FC236}">
                    <a16:creationId xmlns:a16="http://schemas.microsoft.com/office/drawing/2014/main" id="{5797E8A8-A211-43E6-90C1-1F42D32695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335" y="3888"/>
                <a:ext cx="205" cy="6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1" name="Line 277">
                <a:extLst>
                  <a:ext uri="{FF2B5EF4-FFF2-40B4-BE49-F238E27FC236}">
                    <a16:creationId xmlns:a16="http://schemas.microsoft.com/office/drawing/2014/main" id="{4DA7986E-3831-4990-8318-DA6A287E57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17" y="3668"/>
                <a:ext cx="118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2" name="Line 278">
                <a:extLst>
                  <a:ext uri="{FF2B5EF4-FFF2-40B4-BE49-F238E27FC236}">
                    <a16:creationId xmlns:a16="http://schemas.microsoft.com/office/drawing/2014/main" id="{66E73FB3-644C-48CF-B5E9-B6DF6D1E42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668"/>
                <a:ext cx="124" cy="5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3" name="Line 279">
                <a:extLst>
                  <a:ext uri="{FF2B5EF4-FFF2-40B4-BE49-F238E27FC236}">
                    <a16:creationId xmlns:a16="http://schemas.microsoft.com/office/drawing/2014/main" id="{6D17F436-877E-4ED3-9B32-B263497D44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78" y="3766"/>
                <a:ext cx="152" cy="7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4" name="Line 280">
                <a:extLst>
                  <a:ext uri="{FF2B5EF4-FFF2-40B4-BE49-F238E27FC236}">
                    <a16:creationId xmlns:a16="http://schemas.microsoft.com/office/drawing/2014/main" id="{AB4364BA-FE51-4B81-B11E-97F14C8CA6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781"/>
                <a:ext cx="153" cy="6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5" name="Line 281">
                <a:extLst>
                  <a:ext uri="{FF2B5EF4-FFF2-40B4-BE49-F238E27FC236}">
                    <a16:creationId xmlns:a16="http://schemas.microsoft.com/office/drawing/2014/main" id="{FA8D9B5B-518D-4AA4-AAC0-7FF43AB30D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567"/>
                <a:ext cx="78" cy="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6" name="Line 282">
                <a:extLst>
                  <a:ext uri="{FF2B5EF4-FFF2-40B4-BE49-F238E27FC236}">
                    <a16:creationId xmlns:a16="http://schemas.microsoft.com/office/drawing/2014/main" id="{D82DB9A0-D727-4DF7-8E18-B71439AC13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335" y="3428"/>
                <a:ext cx="49" cy="21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7" name="Line 283">
                <a:extLst>
                  <a:ext uri="{FF2B5EF4-FFF2-40B4-BE49-F238E27FC236}">
                    <a16:creationId xmlns:a16="http://schemas.microsoft.com/office/drawing/2014/main" id="{A93BD183-A412-460A-A6EA-5FA35C7E9C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7" y="3558"/>
                <a:ext cx="9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76288" name="Line 284">
                <a:extLst>
                  <a:ext uri="{FF2B5EF4-FFF2-40B4-BE49-F238E27FC236}">
                    <a16:creationId xmlns:a16="http://schemas.microsoft.com/office/drawing/2014/main" id="{A51FA054-9EBC-413A-9083-1DD156AA46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9" y="3422"/>
                <a:ext cx="55" cy="3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pic>
          <p:nvPicPr>
            <p:cNvPr id="76272" name="Picture 1472" descr="cell_tower_radiation copy">
              <a:extLst>
                <a:ext uri="{FF2B5EF4-FFF2-40B4-BE49-F238E27FC236}">
                  <a16:creationId xmlns:a16="http://schemas.microsoft.com/office/drawing/2014/main" id="{21A7CB84-CA3D-40CA-897B-65B86C3700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" y="2409"/>
              <a:ext cx="576" cy="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273" name="Oval 1473">
              <a:extLst>
                <a:ext uri="{FF2B5EF4-FFF2-40B4-BE49-F238E27FC236}">
                  <a16:creationId xmlns:a16="http://schemas.microsoft.com/office/drawing/2014/main" id="{E272CFF8-443B-4692-8405-5A7CCB58F3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86" y="2597"/>
              <a:ext cx="66" cy="69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  <p:grpSp>
        <p:nvGrpSpPr>
          <p:cNvPr id="75835" name="Group 1474">
            <a:extLst>
              <a:ext uri="{FF2B5EF4-FFF2-40B4-BE49-F238E27FC236}">
                <a16:creationId xmlns:a16="http://schemas.microsoft.com/office/drawing/2014/main" id="{F0F1B2EE-3FE2-4913-A087-348181EF016F}"/>
              </a:ext>
            </a:extLst>
          </p:cNvPr>
          <p:cNvGrpSpPr>
            <a:grpSpLocks/>
          </p:cNvGrpSpPr>
          <p:nvPr/>
        </p:nvGrpSpPr>
        <p:grpSpPr bwMode="auto">
          <a:xfrm>
            <a:off x="7985125" y="4991100"/>
            <a:ext cx="227013" cy="481013"/>
            <a:chOff x="4140" y="429"/>
            <a:chExt cx="1425" cy="2396"/>
          </a:xfrm>
        </p:grpSpPr>
        <p:sp>
          <p:nvSpPr>
            <p:cNvPr id="76239" name="Freeform 1475">
              <a:extLst>
                <a:ext uri="{FF2B5EF4-FFF2-40B4-BE49-F238E27FC236}">
                  <a16:creationId xmlns:a16="http://schemas.microsoft.com/office/drawing/2014/main" id="{F8C390C1-0492-46B6-AD99-C61AEAFA304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4 h 2742"/>
                <a:gd name="T6" fmla="*/ 0 w 354"/>
                <a:gd name="T7" fmla="*/ 4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40" name="Rectangle 1476">
              <a:extLst>
                <a:ext uri="{FF2B5EF4-FFF2-40B4-BE49-F238E27FC236}">
                  <a16:creationId xmlns:a16="http://schemas.microsoft.com/office/drawing/2014/main" id="{480DBF7F-2D1F-4068-9C29-CBEA58E43E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41" name="Freeform 1477">
              <a:extLst>
                <a:ext uri="{FF2B5EF4-FFF2-40B4-BE49-F238E27FC236}">
                  <a16:creationId xmlns:a16="http://schemas.microsoft.com/office/drawing/2014/main" id="{6F540368-AAB9-4074-8C2B-B494A591BA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4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42" name="Freeform 1478">
              <a:extLst>
                <a:ext uri="{FF2B5EF4-FFF2-40B4-BE49-F238E27FC236}">
                  <a16:creationId xmlns:a16="http://schemas.microsoft.com/office/drawing/2014/main" id="{9A40DD36-892A-43AB-ACF2-A94DF7E55BD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43" name="Rectangle 1479">
              <a:extLst>
                <a:ext uri="{FF2B5EF4-FFF2-40B4-BE49-F238E27FC236}">
                  <a16:creationId xmlns:a16="http://schemas.microsoft.com/office/drawing/2014/main" id="{6CCEBBD8-2349-4ABE-9B4B-953F4FEEA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76244" name="Group 1480">
              <a:extLst>
                <a:ext uri="{FF2B5EF4-FFF2-40B4-BE49-F238E27FC236}">
                  <a16:creationId xmlns:a16="http://schemas.microsoft.com/office/drawing/2014/main" id="{39407EB1-D4D7-4FE4-9958-9817CEF5A7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76269" name="AutoShape 1481">
                <a:extLst>
                  <a:ext uri="{FF2B5EF4-FFF2-40B4-BE49-F238E27FC236}">
                    <a16:creationId xmlns:a16="http://schemas.microsoft.com/office/drawing/2014/main" id="{AE4E259A-17BE-45BD-9956-AF96C5DF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70" name="AutoShape 1482">
                <a:extLst>
                  <a:ext uri="{FF2B5EF4-FFF2-40B4-BE49-F238E27FC236}">
                    <a16:creationId xmlns:a16="http://schemas.microsoft.com/office/drawing/2014/main" id="{B39B94FF-645C-4545-951A-783DD79D6B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45" name="Rectangle 1483">
              <a:extLst>
                <a:ext uri="{FF2B5EF4-FFF2-40B4-BE49-F238E27FC236}">
                  <a16:creationId xmlns:a16="http://schemas.microsoft.com/office/drawing/2014/main" id="{3413601A-27E0-4AFB-BF79-08160C0EB2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76246" name="Group 1484">
              <a:extLst>
                <a:ext uri="{FF2B5EF4-FFF2-40B4-BE49-F238E27FC236}">
                  <a16:creationId xmlns:a16="http://schemas.microsoft.com/office/drawing/2014/main" id="{273290ED-FDB0-4CAB-893C-D78357AEEF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76267" name="AutoShape 1485">
                <a:extLst>
                  <a:ext uri="{FF2B5EF4-FFF2-40B4-BE49-F238E27FC236}">
                    <a16:creationId xmlns:a16="http://schemas.microsoft.com/office/drawing/2014/main" id="{3575B5C5-F383-4FDC-BA52-7BD7540490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68" name="AutoShape 1486">
                <a:extLst>
                  <a:ext uri="{FF2B5EF4-FFF2-40B4-BE49-F238E27FC236}">
                    <a16:creationId xmlns:a16="http://schemas.microsoft.com/office/drawing/2014/main" id="{47C06D07-6972-49A5-8CA9-C11C84E94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47" name="Rectangle 1487">
              <a:extLst>
                <a:ext uri="{FF2B5EF4-FFF2-40B4-BE49-F238E27FC236}">
                  <a16:creationId xmlns:a16="http://schemas.microsoft.com/office/drawing/2014/main" id="{5C9720B5-C934-4803-9627-0163A79ED3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48" name="Rectangle 1488">
              <a:extLst>
                <a:ext uri="{FF2B5EF4-FFF2-40B4-BE49-F238E27FC236}">
                  <a16:creationId xmlns:a16="http://schemas.microsoft.com/office/drawing/2014/main" id="{F8C49C27-CC6A-4A87-B36B-9AB2DD21C2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76249" name="Group 1489">
              <a:extLst>
                <a:ext uri="{FF2B5EF4-FFF2-40B4-BE49-F238E27FC236}">
                  <a16:creationId xmlns:a16="http://schemas.microsoft.com/office/drawing/2014/main" id="{53C8AA82-982F-4EC8-96C0-2CFFDB9A0E5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76265" name="AutoShape 1490">
                <a:extLst>
                  <a:ext uri="{FF2B5EF4-FFF2-40B4-BE49-F238E27FC236}">
                    <a16:creationId xmlns:a16="http://schemas.microsoft.com/office/drawing/2014/main" id="{CF68A377-B3BC-4384-AA50-E97D00B6DE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79"/>
                <a:ext cx="720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66" name="AutoShape 1491">
                <a:extLst>
                  <a:ext uri="{FF2B5EF4-FFF2-40B4-BE49-F238E27FC236}">
                    <a16:creationId xmlns:a16="http://schemas.microsoft.com/office/drawing/2014/main" id="{285F9551-CE34-48E6-BDBC-448DE8D9B9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50" name="Freeform 1492">
              <a:extLst>
                <a:ext uri="{FF2B5EF4-FFF2-40B4-BE49-F238E27FC236}">
                  <a16:creationId xmlns:a16="http://schemas.microsoft.com/office/drawing/2014/main" id="{A3DA3B20-2CD3-40CE-9D26-ABD605E93F55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251" name="Group 1493">
              <a:extLst>
                <a:ext uri="{FF2B5EF4-FFF2-40B4-BE49-F238E27FC236}">
                  <a16:creationId xmlns:a16="http://schemas.microsoft.com/office/drawing/2014/main" id="{D7790790-0828-4275-9510-83A608AE713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76263" name="AutoShape 1494">
                <a:extLst>
                  <a:ext uri="{FF2B5EF4-FFF2-40B4-BE49-F238E27FC236}">
                    <a16:creationId xmlns:a16="http://schemas.microsoft.com/office/drawing/2014/main" id="{53AFA07F-D0E7-4ADF-8769-BA93A8222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64" name="AutoShape 1495">
                <a:extLst>
                  <a:ext uri="{FF2B5EF4-FFF2-40B4-BE49-F238E27FC236}">
                    <a16:creationId xmlns:a16="http://schemas.microsoft.com/office/drawing/2014/main" id="{85BDF801-5CAC-4EE1-AD5F-03F20A81DF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52" name="Rectangle 1496">
              <a:extLst>
                <a:ext uri="{FF2B5EF4-FFF2-40B4-BE49-F238E27FC236}">
                  <a16:creationId xmlns:a16="http://schemas.microsoft.com/office/drawing/2014/main" id="{C013E615-1BDE-46EB-9812-51686F6E6D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53" name="Freeform 1497">
              <a:extLst>
                <a:ext uri="{FF2B5EF4-FFF2-40B4-BE49-F238E27FC236}">
                  <a16:creationId xmlns:a16="http://schemas.microsoft.com/office/drawing/2014/main" id="{94E290DF-FBA9-449A-B77A-8A7509F6B4FD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54" name="Freeform 1498">
              <a:extLst>
                <a:ext uri="{FF2B5EF4-FFF2-40B4-BE49-F238E27FC236}">
                  <a16:creationId xmlns:a16="http://schemas.microsoft.com/office/drawing/2014/main" id="{EBDC96FB-A5C3-4484-AF32-979F61FAC19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55" name="Oval 1499">
              <a:extLst>
                <a:ext uri="{FF2B5EF4-FFF2-40B4-BE49-F238E27FC236}">
                  <a16:creationId xmlns:a16="http://schemas.microsoft.com/office/drawing/2014/main" id="{A37D11A9-377E-4EAD-B19D-6886AD7F4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56" name="Freeform 1500">
              <a:extLst>
                <a:ext uri="{FF2B5EF4-FFF2-40B4-BE49-F238E27FC236}">
                  <a16:creationId xmlns:a16="http://schemas.microsoft.com/office/drawing/2014/main" id="{34357DF0-4A5E-4FD3-BCB7-E549E404C0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57" name="AutoShape 1501">
              <a:extLst>
                <a:ext uri="{FF2B5EF4-FFF2-40B4-BE49-F238E27FC236}">
                  <a16:creationId xmlns:a16="http://schemas.microsoft.com/office/drawing/2014/main" id="{34EACC2D-6828-40B9-98E0-04919F0E25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58" name="AutoShape 1502">
              <a:extLst>
                <a:ext uri="{FF2B5EF4-FFF2-40B4-BE49-F238E27FC236}">
                  <a16:creationId xmlns:a16="http://schemas.microsoft.com/office/drawing/2014/main" id="{06451BF1-B000-4498-8293-8CC3013CBF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59" name="Oval 1503">
              <a:extLst>
                <a:ext uri="{FF2B5EF4-FFF2-40B4-BE49-F238E27FC236}">
                  <a16:creationId xmlns:a16="http://schemas.microsoft.com/office/drawing/2014/main" id="{6BD4380D-5DC4-494B-881B-3685B307E3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60" name="Oval 1504">
              <a:extLst>
                <a:ext uri="{FF2B5EF4-FFF2-40B4-BE49-F238E27FC236}">
                  <a16:creationId xmlns:a16="http://schemas.microsoft.com/office/drawing/2014/main" id="{DD8E3E7A-9D7B-4D02-B449-BCA9BA28AC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261" name="Oval 1505">
              <a:extLst>
                <a:ext uri="{FF2B5EF4-FFF2-40B4-BE49-F238E27FC236}">
                  <a16:creationId xmlns:a16="http://schemas.microsoft.com/office/drawing/2014/main" id="{739E195E-27AA-4B65-9126-1B4A266FFD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62" name="Rectangle 1506">
              <a:extLst>
                <a:ext uri="{FF2B5EF4-FFF2-40B4-BE49-F238E27FC236}">
                  <a16:creationId xmlns:a16="http://schemas.microsoft.com/office/drawing/2014/main" id="{71EEA65C-B828-40EA-A914-DC5F9F961D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  <p:grpSp>
        <p:nvGrpSpPr>
          <p:cNvPr id="75836" name="Group 1507">
            <a:extLst>
              <a:ext uri="{FF2B5EF4-FFF2-40B4-BE49-F238E27FC236}">
                <a16:creationId xmlns:a16="http://schemas.microsoft.com/office/drawing/2014/main" id="{CE386030-9152-421E-B723-73AB634CAF27}"/>
              </a:ext>
            </a:extLst>
          </p:cNvPr>
          <p:cNvGrpSpPr>
            <a:grpSpLocks/>
          </p:cNvGrpSpPr>
          <p:nvPr/>
        </p:nvGrpSpPr>
        <p:grpSpPr bwMode="auto">
          <a:xfrm>
            <a:off x="7669213" y="5292725"/>
            <a:ext cx="227012" cy="481013"/>
            <a:chOff x="4140" y="429"/>
            <a:chExt cx="1425" cy="2396"/>
          </a:xfrm>
        </p:grpSpPr>
        <p:sp>
          <p:nvSpPr>
            <p:cNvPr id="76207" name="Freeform 1508">
              <a:extLst>
                <a:ext uri="{FF2B5EF4-FFF2-40B4-BE49-F238E27FC236}">
                  <a16:creationId xmlns:a16="http://schemas.microsoft.com/office/drawing/2014/main" id="{812E5BAA-6EBD-4BF6-AFAE-5114C646F50F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4 h 2742"/>
                <a:gd name="T6" fmla="*/ 0 w 354"/>
                <a:gd name="T7" fmla="*/ 4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08" name="Rectangle 1509">
              <a:extLst>
                <a:ext uri="{FF2B5EF4-FFF2-40B4-BE49-F238E27FC236}">
                  <a16:creationId xmlns:a16="http://schemas.microsoft.com/office/drawing/2014/main" id="{4C3890D6-2511-4E8D-A763-81C9A4027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429"/>
              <a:ext cx="1046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09" name="Freeform 1510">
              <a:extLst>
                <a:ext uri="{FF2B5EF4-FFF2-40B4-BE49-F238E27FC236}">
                  <a16:creationId xmlns:a16="http://schemas.microsoft.com/office/drawing/2014/main" id="{46DF793A-5076-4529-952C-423106C2314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4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10" name="Freeform 1511">
              <a:extLst>
                <a:ext uri="{FF2B5EF4-FFF2-40B4-BE49-F238E27FC236}">
                  <a16:creationId xmlns:a16="http://schemas.microsoft.com/office/drawing/2014/main" id="{BCE8012C-6828-4298-8F22-7AADA95DF6F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11" name="Rectangle 1512">
              <a:extLst>
                <a:ext uri="{FF2B5EF4-FFF2-40B4-BE49-F238E27FC236}">
                  <a16:creationId xmlns:a16="http://schemas.microsoft.com/office/drawing/2014/main" id="{77A8F976-5FBB-4028-A75E-6C2EB0D5E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690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76212" name="Group 1513">
              <a:extLst>
                <a:ext uri="{FF2B5EF4-FFF2-40B4-BE49-F238E27FC236}">
                  <a16:creationId xmlns:a16="http://schemas.microsoft.com/office/drawing/2014/main" id="{19813689-DC48-492F-BD28-E9600FB5A1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76237" name="AutoShape 1514">
                <a:extLst>
                  <a:ext uri="{FF2B5EF4-FFF2-40B4-BE49-F238E27FC236}">
                    <a16:creationId xmlns:a16="http://schemas.microsoft.com/office/drawing/2014/main" id="{E354F17C-F32B-48D7-BE08-020A48DFB1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6"/>
                <a:ext cx="721" cy="14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38" name="AutoShape 1515">
                <a:extLst>
                  <a:ext uri="{FF2B5EF4-FFF2-40B4-BE49-F238E27FC236}">
                    <a16:creationId xmlns:a16="http://schemas.microsoft.com/office/drawing/2014/main" id="{C43C7E56-454E-4D52-8D30-797F01B90A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1"/>
                <a:ext cx="696" cy="11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13" name="Rectangle 1516">
              <a:extLst>
                <a:ext uri="{FF2B5EF4-FFF2-40B4-BE49-F238E27FC236}">
                  <a16:creationId xmlns:a16="http://schemas.microsoft.com/office/drawing/2014/main" id="{C0016E61-55CA-4B3E-A03D-AEF379099F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022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76214" name="Group 1517">
              <a:extLst>
                <a:ext uri="{FF2B5EF4-FFF2-40B4-BE49-F238E27FC236}">
                  <a16:creationId xmlns:a16="http://schemas.microsoft.com/office/drawing/2014/main" id="{938C64C7-BC2A-4166-A686-B129572322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76235" name="AutoShape 1518">
                <a:extLst>
                  <a:ext uri="{FF2B5EF4-FFF2-40B4-BE49-F238E27FC236}">
                    <a16:creationId xmlns:a16="http://schemas.microsoft.com/office/drawing/2014/main" id="{3DE7C18B-8A43-4C9A-9DAB-AC345C6CE4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64"/>
                <a:ext cx="721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36" name="AutoShape 1519">
                <a:extLst>
                  <a:ext uri="{FF2B5EF4-FFF2-40B4-BE49-F238E27FC236}">
                    <a16:creationId xmlns:a16="http://schemas.microsoft.com/office/drawing/2014/main" id="{59402C99-F52D-4C97-93B1-43B0EF67C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8" y="2581"/>
                <a:ext cx="696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15" name="Rectangle 1520">
              <a:extLst>
                <a:ext uri="{FF2B5EF4-FFF2-40B4-BE49-F238E27FC236}">
                  <a16:creationId xmlns:a16="http://schemas.microsoft.com/office/drawing/2014/main" id="{CA0CE354-A0F9-46E3-92EA-65B5F0BC19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0" y="1354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16" name="Rectangle 1521">
              <a:extLst>
                <a:ext uri="{FF2B5EF4-FFF2-40B4-BE49-F238E27FC236}">
                  <a16:creationId xmlns:a16="http://schemas.microsoft.com/office/drawing/2014/main" id="{0806A4CF-10EA-4FB3-9307-FA224B82D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5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grpSp>
          <p:nvGrpSpPr>
            <p:cNvPr id="76217" name="Group 1522">
              <a:extLst>
                <a:ext uri="{FF2B5EF4-FFF2-40B4-BE49-F238E27FC236}">
                  <a16:creationId xmlns:a16="http://schemas.microsoft.com/office/drawing/2014/main" id="{313C64E6-16CE-47A8-A9F7-D8C2C1FED7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76233" name="AutoShape 1523">
                <a:extLst>
                  <a:ext uri="{FF2B5EF4-FFF2-40B4-BE49-F238E27FC236}">
                    <a16:creationId xmlns:a16="http://schemas.microsoft.com/office/drawing/2014/main" id="{2E88FC93-15FD-403A-A351-33913F9014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8" y="2579"/>
                <a:ext cx="720" cy="13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34" name="AutoShape 1524">
                <a:extLst>
                  <a:ext uri="{FF2B5EF4-FFF2-40B4-BE49-F238E27FC236}">
                    <a16:creationId xmlns:a16="http://schemas.microsoft.com/office/drawing/2014/main" id="{B79FD679-20F8-4E09-A1E4-22FE56007D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6"/>
                <a:ext cx="695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18" name="Freeform 1525">
              <a:extLst>
                <a:ext uri="{FF2B5EF4-FFF2-40B4-BE49-F238E27FC236}">
                  <a16:creationId xmlns:a16="http://schemas.microsoft.com/office/drawing/2014/main" id="{C9C8D576-611C-4B7A-9E30-45921D12E152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219" name="Group 1526">
              <a:extLst>
                <a:ext uri="{FF2B5EF4-FFF2-40B4-BE49-F238E27FC236}">
                  <a16:creationId xmlns:a16="http://schemas.microsoft.com/office/drawing/2014/main" id="{50A1E34E-E5A0-4B9F-8E2B-7AD4EF1631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76231" name="AutoShape 1527">
                <a:extLst>
                  <a:ext uri="{FF2B5EF4-FFF2-40B4-BE49-F238E27FC236}">
                    <a16:creationId xmlns:a16="http://schemas.microsoft.com/office/drawing/2014/main" id="{EBDDAE7A-D24F-45BB-8440-4D6C04F7BE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1"/>
                <a:ext cx="732" cy="134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232" name="AutoShape 1528">
                <a:extLst>
                  <a:ext uri="{FF2B5EF4-FFF2-40B4-BE49-F238E27FC236}">
                    <a16:creationId xmlns:a16="http://schemas.microsoft.com/office/drawing/2014/main" id="{A3EF2F27-1828-4EDA-AFA5-1DEE5453D8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5" y="2587"/>
                <a:ext cx="720" cy="103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6220" name="Rectangle 1529">
              <a:extLst>
                <a:ext uri="{FF2B5EF4-FFF2-40B4-BE49-F238E27FC236}">
                  <a16:creationId xmlns:a16="http://schemas.microsoft.com/office/drawing/2014/main" id="{40E6944B-D7D9-4DDD-BCAF-C1BADFE05B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6" y="429"/>
              <a:ext cx="70" cy="2285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21" name="Freeform 1530">
              <a:extLst>
                <a:ext uri="{FF2B5EF4-FFF2-40B4-BE49-F238E27FC236}">
                  <a16:creationId xmlns:a16="http://schemas.microsoft.com/office/drawing/2014/main" id="{5353B3DD-8E84-4F37-B278-EB07030CF8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22" name="Freeform 1531">
              <a:extLst>
                <a:ext uri="{FF2B5EF4-FFF2-40B4-BE49-F238E27FC236}">
                  <a16:creationId xmlns:a16="http://schemas.microsoft.com/office/drawing/2014/main" id="{B3E0069B-626C-4D39-ACA2-CCE162894BD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23" name="Oval 1532">
              <a:extLst>
                <a:ext uri="{FF2B5EF4-FFF2-40B4-BE49-F238E27FC236}">
                  <a16:creationId xmlns:a16="http://schemas.microsoft.com/office/drawing/2014/main" id="{76B71BD1-1B10-4C19-9D10-730661E43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5" y="2611"/>
              <a:ext cx="50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24" name="Freeform 1533">
              <a:extLst>
                <a:ext uri="{FF2B5EF4-FFF2-40B4-BE49-F238E27FC236}">
                  <a16:creationId xmlns:a16="http://schemas.microsoft.com/office/drawing/2014/main" id="{B58D2160-6345-40C1-B617-FB626DDC207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25" name="AutoShape 1534">
              <a:extLst>
                <a:ext uri="{FF2B5EF4-FFF2-40B4-BE49-F238E27FC236}">
                  <a16:creationId xmlns:a16="http://schemas.microsoft.com/office/drawing/2014/main" id="{BF932678-59B9-416A-AAA7-6489644CA9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5"/>
              <a:ext cx="1196" cy="150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26" name="AutoShape 1535">
              <a:extLst>
                <a:ext uri="{FF2B5EF4-FFF2-40B4-BE49-F238E27FC236}">
                  <a16:creationId xmlns:a16="http://schemas.microsoft.com/office/drawing/2014/main" id="{D0FD9FB7-66E7-4074-BAAA-B128FDAC8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0" y="2714"/>
              <a:ext cx="1066" cy="79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27" name="Oval 1536">
              <a:extLst>
                <a:ext uri="{FF2B5EF4-FFF2-40B4-BE49-F238E27FC236}">
                  <a16:creationId xmlns:a16="http://schemas.microsoft.com/office/drawing/2014/main" id="{51A4D979-FD1D-4659-9348-60504F18B4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28" name="Oval 1537">
              <a:extLst>
                <a:ext uri="{FF2B5EF4-FFF2-40B4-BE49-F238E27FC236}">
                  <a16:creationId xmlns:a16="http://schemas.microsoft.com/office/drawing/2014/main" id="{06F04061-9AF1-4221-89A7-E9ACE766EE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2382"/>
              <a:ext cx="159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229" name="Oval 1538">
              <a:extLst>
                <a:ext uri="{FF2B5EF4-FFF2-40B4-BE49-F238E27FC236}">
                  <a16:creationId xmlns:a16="http://schemas.microsoft.com/office/drawing/2014/main" id="{EF030743-B776-4CBE-B274-E40243976E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" y="2382"/>
              <a:ext cx="159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76230" name="Rectangle 1539">
              <a:extLst>
                <a:ext uri="{FF2B5EF4-FFF2-40B4-BE49-F238E27FC236}">
                  <a16:creationId xmlns:a16="http://schemas.microsoft.com/office/drawing/2014/main" id="{87E8A4D7-1C8B-4FAD-892E-17DC8546C9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7" y="1837"/>
              <a:ext cx="80" cy="759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  <p:grpSp>
        <p:nvGrpSpPr>
          <p:cNvPr id="75837" name="Group 1540">
            <a:extLst>
              <a:ext uri="{FF2B5EF4-FFF2-40B4-BE49-F238E27FC236}">
                <a16:creationId xmlns:a16="http://schemas.microsoft.com/office/drawing/2014/main" id="{C72211D0-10A4-4B8B-8DF0-632C63EFC0E8}"/>
              </a:ext>
            </a:extLst>
          </p:cNvPr>
          <p:cNvGrpSpPr>
            <a:grpSpLocks/>
          </p:cNvGrpSpPr>
          <p:nvPr/>
        </p:nvGrpSpPr>
        <p:grpSpPr bwMode="auto">
          <a:xfrm>
            <a:off x="5046663" y="2032000"/>
            <a:ext cx="534987" cy="407988"/>
            <a:chOff x="877" y="1008"/>
            <a:chExt cx="2747" cy="2591"/>
          </a:xfrm>
        </p:grpSpPr>
        <p:pic>
          <p:nvPicPr>
            <p:cNvPr id="76184" name="Picture 1541" descr="antenna_stylized">
              <a:extLst>
                <a:ext uri="{FF2B5EF4-FFF2-40B4-BE49-F238E27FC236}">
                  <a16:creationId xmlns:a16="http://schemas.microsoft.com/office/drawing/2014/main" id="{0A1B2D95-267E-4608-BE43-1257D25040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185" name="Picture 1542" descr="laptop_keyboard">
              <a:extLst>
                <a:ext uri="{FF2B5EF4-FFF2-40B4-BE49-F238E27FC236}">
                  <a16:creationId xmlns:a16="http://schemas.microsoft.com/office/drawing/2014/main" id="{FA32B8B1-1FBA-4A7C-8392-0C3BC2339B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86" name="Freeform 1543">
              <a:extLst>
                <a:ext uri="{FF2B5EF4-FFF2-40B4-BE49-F238E27FC236}">
                  <a16:creationId xmlns:a16="http://schemas.microsoft.com/office/drawing/2014/main" id="{2C546C27-D564-4FBE-B366-87268A306E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76187" name="Picture 1544" descr="screen">
              <a:extLst>
                <a:ext uri="{FF2B5EF4-FFF2-40B4-BE49-F238E27FC236}">
                  <a16:creationId xmlns:a16="http://schemas.microsoft.com/office/drawing/2014/main" id="{D51F94C5-7C8C-42A5-BDA1-2B9B12D4CE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88" name="Freeform 1545">
              <a:extLst>
                <a:ext uri="{FF2B5EF4-FFF2-40B4-BE49-F238E27FC236}">
                  <a16:creationId xmlns:a16="http://schemas.microsoft.com/office/drawing/2014/main" id="{0B239BD0-9C80-49FA-AC36-E3138670B72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89" name="Freeform 1546">
              <a:extLst>
                <a:ext uri="{FF2B5EF4-FFF2-40B4-BE49-F238E27FC236}">
                  <a16:creationId xmlns:a16="http://schemas.microsoft.com/office/drawing/2014/main" id="{BC09E3F8-5AC7-4C55-8553-BE324F11DD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0" name="Freeform 1547">
              <a:extLst>
                <a:ext uri="{FF2B5EF4-FFF2-40B4-BE49-F238E27FC236}">
                  <a16:creationId xmlns:a16="http://schemas.microsoft.com/office/drawing/2014/main" id="{0DD1EDD5-6BBC-4006-B6E8-9FEFF59158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1" name="Freeform 1548">
              <a:extLst>
                <a:ext uri="{FF2B5EF4-FFF2-40B4-BE49-F238E27FC236}">
                  <a16:creationId xmlns:a16="http://schemas.microsoft.com/office/drawing/2014/main" id="{32FCC8DF-08AA-460F-9A84-8BC56878C56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2" name="Freeform 1549">
              <a:extLst>
                <a:ext uri="{FF2B5EF4-FFF2-40B4-BE49-F238E27FC236}">
                  <a16:creationId xmlns:a16="http://schemas.microsoft.com/office/drawing/2014/main" id="{8B821D8B-8298-4DA8-9E04-27E79A346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1 h 1659"/>
                <a:gd name="T6" fmla="*/ 0 w 637"/>
                <a:gd name="T7" fmla="*/ 1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3" name="Freeform 1550">
              <a:extLst>
                <a:ext uri="{FF2B5EF4-FFF2-40B4-BE49-F238E27FC236}">
                  <a16:creationId xmlns:a16="http://schemas.microsoft.com/office/drawing/2014/main" id="{C5D48E0A-BF44-4213-B926-A384DB3449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1 w 2216"/>
                <a:gd name="T5" fmla="*/ 1 h 550"/>
                <a:gd name="T6" fmla="*/ 1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194" name="Group 1551">
              <a:extLst>
                <a:ext uri="{FF2B5EF4-FFF2-40B4-BE49-F238E27FC236}">
                  <a16:creationId xmlns:a16="http://schemas.microsoft.com/office/drawing/2014/main" id="{80D721E1-5D84-4A61-81A4-EBFA4B9187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76201" name="Freeform 1552">
                <a:extLst>
                  <a:ext uri="{FF2B5EF4-FFF2-40B4-BE49-F238E27FC236}">
                    <a16:creationId xmlns:a16="http://schemas.microsoft.com/office/drawing/2014/main" id="{91B75AE2-C4CF-4FC6-B87E-D69D87AE89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202" name="Freeform 1553">
                <a:extLst>
                  <a:ext uri="{FF2B5EF4-FFF2-40B4-BE49-F238E27FC236}">
                    <a16:creationId xmlns:a16="http://schemas.microsoft.com/office/drawing/2014/main" id="{980BF32B-C99D-490B-A3EF-CBD62E534CF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203" name="Freeform 1554">
                <a:extLst>
                  <a:ext uri="{FF2B5EF4-FFF2-40B4-BE49-F238E27FC236}">
                    <a16:creationId xmlns:a16="http://schemas.microsoft.com/office/drawing/2014/main" id="{639F61C7-3FB8-444B-8CF3-20E794616A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204" name="Freeform 1555">
                <a:extLst>
                  <a:ext uri="{FF2B5EF4-FFF2-40B4-BE49-F238E27FC236}">
                    <a16:creationId xmlns:a16="http://schemas.microsoft.com/office/drawing/2014/main" id="{EC42ACCF-D72D-41C2-AC83-C7C16AC5BBD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205" name="Freeform 1556">
                <a:extLst>
                  <a:ext uri="{FF2B5EF4-FFF2-40B4-BE49-F238E27FC236}">
                    <a16:creationId xmlns:a16="http://schemas.microsoft.com/office/drawing/2014/main" id="{6260DF58-9A38-41DD-922C-FE90912CEB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206" name="Freeform 1557">
                <a:extLst>
                  <a:ext uri="{FF2B5EF4-FFF2-40B4-BE49-F238E27FC236}">
                    <a16:creationId xmlns:a16="http://schemas.microsoft.com/office/drawing/2014/main" id="{46BE0C99-08EE-4093-87E6-DCB84F9D6A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195" name="Freeform 1558">
              <a:extLst>
                <a:ext uri="{FF2B5EF4-FFF2-40B4-BE49-F238E27FC236}">
                  <a16:creationId xmlns:a16="http://schemas.microsoft.com/office/drawing/2014/main" id="{96A58E80-E313-4DC1-8842-92FC9F2079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6" name="Freeform 1559">
              <a:extLst>
                <a:ext uri="{FF2B5EF4-FFF2-40B4-BE49-F238E27FC236}">
                  <a16:creationId xmlns:a16="http://schemas.microsoft.com/office/drawing/2014/main" id="{072C7A4E-6946-4A04-94A8-06FF63670DB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7" name="Freeform 1560">
              <a:extLst>
                <a:ext uri="{FF2B5EF4-FFF2-40B4-BE49-F238E27FC236}">
                  <a16:creationId xmlns:a16="http://schemas.microsoft.com/office/drawing/2014/main" id="{E764F7E8-3BEB-4EE3-9256-6C6A88DBA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8" name="Freeform 1561">
              <a:extLst>
                <a:ext uri="{FF2B5EF4-FFF2-40B4-BE49-F238E27FC236}">
                  <a16:creationId xmlns:a16="http://schemas.microsoft.com/office/drawing/2014/main" id="{8E2628EF-EB3B-4946-ADF6-53AA25C10E8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99" name="Freeform 1562">
              <a:extLst>
                <a:ext uri="{FF2B5EF4-FFF2-40B4-BE49-F238E27FC236}">
                  <a16:creationId xmlns:a16="http://schemas.microsoft.com/office/drawing/2014/main" id="{8582F436-B921-4E98-A7FB-50BDC18B1E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200" name="Freeform 1563">
              <a:extLst>
                <a:ext uri="{FF2B5EF4-FFF2-40B4-BE49-F238E27FC236}">
                  <a16:creationId xmlns:a16="http://schemas.microsoft.com/office/drawing/2014/main" id="{EAE14018-28C7-4BF0-90A3-A58E742A34CA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38" name="Group 1564">
            <a:extLst>
              <a:ext uri="{FF2B5EF4-FFF2-40B4-BE49-F238E27FC236}">
                <a16:creationId xmlns:a16="http://schemas.microsoft.com/office/drawing/2014/main" id="{F13E8A1F-3663-4B88-9CE9-94636E4F84CE}"/>
              </a:ext>
            </a:extLst>
          </p:cNvPr>
          <p:cNvGrpSpPr>
            <a:grpSpLocks/>
          </p:cNvGrpSpPr>
          <p:nvPr/>
        </p:nvGrpSpPr>
        <p:grpSpPr bwMode="auto">
          <a:xfrm>
            <a:off x="6616700" y="5475288"/>
            <a:ext cx="474663" cy="407987"/>
            <a:chOff x="877" y="1008"/>
            <a:chExt cx="2747" cy="2591"/>
          </a:xfrm>
        </p:grpSpPr>
        <p:pic>
          <p:nvPicPr>
            <p:cNvPr id="76161" name="Picture 1565" descr="antenna_stylized">
              <a:extLst>
                <a:ext uri="{FF2B5EF4-FFF2-40B4-BE49-F238E27FC236}">
                  <a16:creationId xmlns:a16="http://schemas.microsoft.com/office/drawing/2014/main" id="{996D0110-0A99-4C2A-BBA3-9F969B333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162" name="Picture 1566" descr="laptop_keyboard">
              <a:extLst>
                <a:ext uri="{FF2B5EF4-FFF2-40B4-BE49-F238E27FC236}">
                  <a16:creationId xmlns:a16="http://schemas.microsoft.com/office/drawing/2014/main" id="{BCC139CB-4119-4688-B8F6-241C1D20C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63" name="Freeform 1567">
              <a:extLst>
                <a:ext uri="{FF2B5EF4-FFF2-40B4-BE49-F238E27FC236}">
                  <a16:creationId xmlns:a16="http://schemas.microsoft.com/office/drawing/2014/main" id="{B9AE4EE4-D1C6-4C24-B6B6-504B75EA3C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76164" name="Picture 1568" descr="screen">
              <a:extLst>
                <a:ext uri="{FF2B5EF4-FFF2-40B4-BE49-F238E27FC236}">
                  <a16:creationId xmlns:a16="http://schemas.microsoft.com/office/drawing/2014/main" id="{F6B7E4E5-4877-4AE6-9130-5C2EB83947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65" name="Freeform 1569">
              <a:extLst>
                <a:ext uri="{FF2B5EF4-FFF2-40B4-BE49-F238E27FC236}">
                  <a16:creationId xmlns:a16="http://schemas.microsoft.com/office/drawing/2014/main" id="{69C127D4-59C9-46B7-A945-875CBBC05D4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66" name="Freeform 1570">
              <a:extLst>
                <a:ext uri="{FF2B5EF4-FFF2-40B4-BE49-F238E27FC236}">
                  <a16:creationId xmlns:a16="http://schemas.microsoft.com/office/drawing/2014/main" id="{2F8FB6AF-C0C9-4054-9D5F-54B4C91705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67" name="Freeform 1571">
              <a:extLst>
                <a:ext uri="{FF2B5EF4-FFF2-40B4-BE49-F238E27FC236}">
                  <a16:creationId xmlns:a16="http://schemas.microsoft.com/office/drawing/2014/main" id="{99EEA6CE-AAE4-42DB-91B0-8AD21B00C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68" name="Freeform 1572">
              <a:extLst>
                <a:ext uri="{FF2B5EF4-FFF2-40B4-BE49-F238E27FC236}">
                  <a16:creationId xmlns:a16="http://schemas.microsoft.com/office/drawing/2014/main" id="{8F51EBEE-6E1B-4211-BD91-27C7805C53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69" name="Freeform 1573">
              <a:extLst>
                <a:ext uri="{FF2B5EF4-FFF2-40B4-BE49-F238E27FC236}">
                  <a16:creationId xmlns:a16="http://schemas.microsoft.com/office/drawing/2014/main" id="{9D420163-4C5C-4832-8CF9-33CBB5D4CCA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1 h 1659"/>
                <a:gd name="T6" fmla="*/ 0 w 637"/>
                <a:gd name="T7" fmla="*/ 1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70" name="Freeform 1574">
              <a:extLst>
                <a:ext uri="{FF2B5EF4-FFF2-40B4-BE49-F238E27FC236}">
                  <a16:creationId xmlns:a16="http://schemas.microsoft.com/office/drawing/2014/main" id="{4FDA7D4E-31CC-42A6-9494-0B0B9C3216A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1 w 2216"/>
                <a:gd name="T5" fmla="*/ 1 h 550"/>
                <a:gd name="T6" fmla="*/ 1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171" name="Group 1575">
              <a:extLst>
                <a:ext uri="{FF2B5EF4-FFF2-40B4-BE49-F238E27FC236}">
                  <a16:creationId xmlns:a16="http://schemas.microsoft.com/office/drawing/2014/main" id="{C503768E-F390-48AD-8280-F938EC9B8A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76178" name="Freeform 1576">
                <a:extLst>
                  <a:ext uri="{FF2B5EF4-FFF2-40B4-BE49-F238E27FC236}">
                    <a16:creationId xmlns:a16="http://schemas.microsoft.com/office/drawing/2014/main" id="{4669BE78-2FEA-4C6C-AE99-5CD3039E39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79" name="Freeform 1577">
                <a:extLst>
                  <a:ext uri="{FF2B5EF4-FFF2-40B4-BE49-F238E27FC236}">
                    <a16:creationId xmlns:a16="http://schemas.microsoft.com/office/drawing/2014/main" id="{1D1F3A1D-3384-48EF-969E-DE69E53F7D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80" name="Freeform 1578">
                <a:extLst>
                  <a:ext uri="{FF2B5EF4-FFF2-40B4-BE49-F238E27FC236}">
                    <a16:creationId xmlns:a16="http://schemas.microsoft.com/office/drawing/2014/main" id="{17F70271-59DB-4179-95A3-4965002738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81" name="Freeform 1579">
                <a:extLst>
                  <a:ext uri="{FF2B5EF4-FFF2-40B4-BE49-F238E27FC236}">
                    <a16:creationId xmlns:a16="http://schemas.microsoft.com/office/drawing/2014/main" id="{7A922AB6-8853-45AD-AF07-D8390A51C89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82" name="Freeform 1580">
                <a:extLst>
                  <a:ext uri="{FF2B5EF4-FFF2-40B4-BE49-F238E27FC236}">
                    <a16:creationId xmlns:a16="http://schemas.microsoft.com/office/drawing/2014/main" id="{ED311EDA-B053-4F52-8881-3F799A5D31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83" name="Freeform 1581">
                <a:extLst>
                  <a:ext uri="{FF2B5EF4-FFF2-40B4-BE49-F238E27FC236}">
                    <a16:creationId xmlns:a16="http://schemas.microsoft.com/office/drawing/2014/main" id="{E9F2B031-185B-4025-B0DB-4464EDFBBC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172" name="Freeform 1582">
              <a:extLst>
                <a:ext uri="{FF2B5EF4-FFF2-40B4-BE49-F238E27FC236}">
                  <a16:creationId xmlns:a16="http://schemas.microsoft.com/office/drawing/2014/main" id="{F617257E-2CBF-4506-A4C3-1D2F3E206495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73" name="Freeform 1583">
              <a:extLst>
                <a:ext uri="{FF2B5EF4-FFF2-40B4-BE49-F238E27FC236}">
                  <a16:creationId xmlns:a16="http://schemas.microsoft.com/office/drawing/2014/main" id="{B511108C-536F-4695-A7F2-E18A71BBE8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74" name="Freeform 1584">
              <a:extLst>
                <a:ext uri="{FF2B5EF4-FFF2-40B4-BE49-F238E27FC236}">
                  <a16:creationId xmlns:a16="http://schemas.microsoft.com/office/drawing/2014/main" id="{5A881C50-182C-4899-9FAA-6623B945A2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75" name="Freeform 1585">
              <a:extLst>
                <a:ext uri="{FF2B5EF4-FFF2-40B4-BE49-F238E27FC236}">
                  <a16:creationId xmlns:a16="http://schemas.microsoft.com/office/drawing/2014/main" id="{A3C53A76-D822-4B9B-98E1-204BEC53E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76" name="Freeform 1586">
              <a:extLst>
                <a:ext uri="{FF2B5EF4-FFF2-40B4-BE49-F238E27FC236}">
                  <a16:creationId xmlns:a16="http://schemas.microsoft.com/office/drawing/2014/main" id="{B62779F2-E505-4E4A-95ED-FE8ED866289A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77" name="Freeform 1587">
              <a:extLst>
                <a:ext uri="{FF2B5EF4-FFF2-40B4-BE49-F238E27FC236}">
                  <a16:creationId xmlns:a16="http://schemas.microsoft.com/office/drawing/2014/main" id="{FBCBA0A9-6C25-4CB4-A86B-9B518202D88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39" name="Group 1588">
            <a:extLst>
              <a:ext uri="{FF2B5EF4-FFF2-40B4-BE49-F238E27FC236}">
                <a16:creationId xmlns:a16="http://schemas.microsoft.com/office/drawing/2014/main" id="{53FC23FB-D6B6-4639-B6DA-36F6F21F67DF}"/>
              </a:ext>
            </a:extLst>
          </p:cNvPr>
          <p:cNvGrpSpPr>
            <a:grpSpLocks/>
          </p:cNvGrpSpPr>
          <p:nvPr/>
        </p:nvGrpSpPr>
        <p:grpSpPr bwMode="auto">
          <a:xfrm>
            <a:off x="5305425" y="3030538"/>
            <a:ext cx="444500" cy="407987"/>
            <a:chOff x="877" y="1008"/>
            <a:chExt cx="2747" cy="2591"/>
          </a:xfrm>
        </p:grpSpPr>
        <p:pic>
          <p:nvPicPr>
            <p:cNvPr id="76138" name="Picture 1589" descr="antenna_stylized">
              <a:extLst>
                <a:ext uri="{FF2B5EF4-FFF2-40B4-BE49-F238E27FC236}">
                  <a16:creationId xmlns:a16="http://schemas.microsoft.com/office/drawing/2014/main" id="{467E09F6-8E3C-4A6F-A80A-6EEF408B0D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139" name="Picture 1590" descr="laptop_keyboard">
              <a:extLst>
                <a:ext uri="{FF2B5EF4-FFF2-40B4-BE49-F238E27FC236}">
                  <a16:creationId xmlns:a16="http://schemas.microsoft.com/office/drawing/2014/main" id="{E09608B2-26D9-48DE-A119-FD2C1EF1F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40" name="Freeform 1591">
              <a:extLst>
                <a:ext uri="{FF2B5EF4-FFF2-40B4-BE49-F238E27FC236}">
                  <a16:creationId xmlns:a16="http://schemas.microsoft.com/office/drawing/2014/main" id="{368BB706-F82B-4D23-92B9-A74CE3B2364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76141" name="Picture 1592" descr="screen">
              <a:extLst>
                <a:ext uri="{FF2B5EF4-FFF2-40B4-BE49-F238E27FC236}">
                  <a16:creationId xmlns:a16="http://schemas.microsoft.com/office/drawing/2014/main" id="{9082A670-435B-416F-94A6-829B4EC6E6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42" name="Freeform 1593">
              <a:extLst>
                <a:ext uri="{FF2B5EF4-FFF2-40B4-BE49-F238E27FC236}">
                  <a16:creationId xmlns:a16="http://schemas.microsoft.com/office/drawing/2014/main" id="{CC7B3584-9044-48D3-B9B7-84E14944F72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43" name="Freeform 1594">
              <a:extLst>
                <a:ext uri="{FF2B5EF4-FFF2-40B4-BE49-F238E27FC236}">
                  <a16:creationId xmlns:a16="http://schemas.microsoft.com/office/drawing/2014/main" id="{2F690898-2DEF-4D55-B4CB-F82EF865A2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44" name="Freeform 1595">
              <a:extLst>
                <a:ext uri="{FF2B5EF4-FFF2-40B4-BE49-F238E27FC236}">
                  <a16:creationId xmlns:a16="http://schemas.microsoft.com/office/drawing/2014/main" id="{8EE9F3B4-9ACF-4202-B7C1-BE903D0A9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45" name="Freeform 1596">
              <a:extLst>
                <a:ext uri="{FF2B5EF4-FFF2-40B4-BE49-F238E27FC236}">
                  <a16:creationId xmlns:a16="http://schemas.microsoft.com/office/drawing/2014/main" id="{33BD549B-D1CF-4230-BADC-314AFDDA66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46" name="Freeform 1597">
              <a:extLst>
                <a:ext uri="{FF2B5EF4-FFF2-40B4-BE49-F238E27FC236}">
                  <a16:creationId xmlns:a16="http://schemas.microsoft.com/office/drawing/2014/main" id="{70B78A72-8555-4122-9ABC-0C470213C25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1 h 1659"/>
                <a:gd name="T6" fmla="*/ 0 w 637"/>
                <a:gd name="T7" fmla="*/ 1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47" name="Freeform 1598">
              <a:extLst>
                <a:ext uri="{FF2B5EF4-FFF2-40B4-BE49-F238E27FC236}">
                  <a16:creationId xmlns:a16="http://schemas.microsoft.com/office/drawing/2014/main" id="{49280843-9E97-4383-93E2-DB277BBE0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1 w 2216"/>
                <a:gd name="T5" fmla="*/ 1 h 550"/>
                <a:gd name="T6" fmla="*/ 1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148" name="Group 1599">
              <a:extLst>
                <a:ext uri="{FF2B5EF4-FFF2-40B4-BE49-F238E27FC236}">
                  <a16:creationId xmlns:a16="http://schemas.microsoft.com/office/drawing/2014/main" id="{1C291C1A-7E58-46B1-8A03-87F716390D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76155" name="Freeform 1600">
                <a:extLst>
                  <a:ext uri="{FF2B5EF4-FFF2-40B4-BE49-F238E27FC236}">
                    <a16:creationId xmlns:a16="http://schemas.microsoft.com/office/drawing/2014/main" id="{49DE92CA-BC42-421D-88EB-9255166BEC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56" name="Freeform 1601">
                <a:extLst>
                  <a:ext uri="{FF2B5EF4-FFF2-40B4-BE49-F238E27FC236}">
                    <a16:creationId xmlns:a16="http://schemas.microsoft.com/office/drawing/2014/main" id="{78AC64A3-D407-4781-938A-C26234902D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57" name="Freeform 1602">
                <a:extLst>
                  <a:ext uri="{FF2B5EF4-FFF2-40B4-BE49-F238E27FC236}">
                    <a16:creationId xmlns:a16="http://schemas.microsoft.com/office/drawing/2014/main" id="{D018EE39-26F8-4336-9BC2-7780BA33C6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58" name="Freeform 1603">
                <a:extLst>
                  <a:ext uri="{FF2B5EF4-FFF2-40B4-BE49-F238E27FC236}">
                    <a16:creationId xmlns:a16="http://schemas.microsoft.com/office/drawing/2014/main" id="{CCB5AC48-3EAE-4674-ABB3-4F0B7751DA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59" name="Freeform 1604">
                <a:extLst>
                  <a:ext uri="{FF2B5EF4-FFF2-40B4-BE49-F238E27FC236}">
                    <a16:creationId xmlns:a16="http://schemas.microsoft.com/office/drawing/2014/main" id="{F98DA7EF-030C-4D15-9DC4-70ADE4F035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60" name="Freeform 1605">
                <a:extLst>
                  <a:ext uri="{FF2B5EF4-FFF2-40B4-BE49-F238E27FC236}">
                    <a16:creationId xmlns:a16="http://schemas.microsoft.com/office/drawing/2014/main" id="{CAE53419-94FA-4AB5-BCE4-A8D411A05B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149" name="Freeform 1606">
              <a:extLst>
                <a:ext uri="{FF2B5EF4-FFF2-40B4-BE49-F238E27FC236}">
                  <a16:creationId xmlns:a16="http://schemas.microsoft.com/office/drawing/2014/main" id="{2AE0DFC5-BC89-413A-AF6C-97F9714740A5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50" name="Freeform 1607">
              <a:extLst>
                <a:ext uri="{FF2B5EF4-FFF2-40B4-BE49-F238E27FC236}">
                  <a16:creationId xmlns:a16="http://schemas.microsoft.com/office/drawing/2014/main" id="{A1D5C62B-1A76-4980-985E-3A70AB380C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51" name="Freeform 1608">
              <a:extLst>
                <a:ext uri="{FF2B5EF4-FFF2-40B4-BE49-F238E27FC236}">
                  <a16:creationId xmlns:a16="http://schemas.microsoft.com/office/drawing/2014/main" id="{35351377-6D10-4B28-AEA6-06D782A8FA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52" name="Freeform 1609">
              <a:extLst>
                <a:ext uri="{FF2B5EF4-FFF2-40B4-BE49-F238E27FC236}">
                  <a16:creationId xmlns:a16="http://schemas.microsoft.com/office/drawing/2014/main" id="{137D2D0B-B3E5-4BA4-BB06-70713DA8A9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53" name="Freeform 1610">
              <a:extLst>
                <a:ext uri="{FF2B5EF4-FFF2-40B4-BE49-F238E27FC236}">
                  <a16:creationId xmlns:a16="http://schemas.microsoft.com/office/drawing/2014/main" id="{2AEAFCA1-16AF-4058-B971-EC7FCAA281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54" name="Freeform 1611">
              <a:extLst>
                <a:ext uri="{FF2B5EF4-FFF2-40B4-BE49-F238E27FC236}">
                  <a16:creationId xmlns:a16="http://schemas.microsoft.com/office/drawing/2014/main" id="{6D36D1B4-BAB8-4E83-B95E-4508451D128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75840" name="Group 1612">
            <a:extLst>
              <a:ext uri="{FF2B5EF4-FFF2-40B4-BE49-F238E27FC236}">
                <a16:creationId xmlns:a16="http://schemas.microsoft.com/office/drawing/2014/main" id="{1248ED8B-D38D-4FF4-BBD0-5D55F5F9B9D6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5684838" y="3211513"/>
            <a:ext cx="414337" cy="373062"/>
            <a:chOff x="2839" y="3501"/>
            <a:chExt cx="755" cy="803"/>
          </a:xfrm>
        </p:grpSpPr>
        <p:pic>
          <p:nvPicPr>
            <p:cNvPr id="76136" name="Picture 1613" descr="desktop_computer_stylized_medium">
              <a:extLst>
                <a:ext uri="{FF2B5EF4-FFF2-40B4-BE49-F238E27FC236}">
                  <a16:creationId xmlns:a16="http://schemas.microsoft.com/office/drawing/2014/main" id="{0168A806-56AC-4025-BFAE-A666C1B2A2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39" y="3501"/>
              <a:ext cx="755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37" name="Freeform 1614">
              <a:extLst>
                <a:ext uri="{FF2B5EF4-FFF2-40B4-BE49-F238E27FC236}">
                  <a16:creationId xmlns:a16="http://schemas.microsoft.com/office/drawing/2014/main" id="{5E1D4409-A3D3-4A47-890F-000334F38E47}"/>
                </a:ext>
              </a:extLst>
            </p:cNvPr>
            <p:cNvSpPr>
              <a:spLocks/>
            </p:cNvSpPr>
            <p:nvPr/>
          </p:nvSpPr>
          <p:spPr bwMode="auto">
            <a:xfrm>
              <a:off x="2916" y="3578"/>
              <a:ext cx="356" cy="368"/>
            </a:xfrm>
            <a:custGeom>
              <a:avLst/>
              <a:gdLst>
                <a:gd name="T0" fmla="*/ 0 w 356"/>
                <a:gd name="T1" fmla="*/ 0 h 368"/>
                <a:gd name="T2" fmla="*/ 300 w 356"/>
                <a:gd name="T3" fmla="*/ 14 h 368"/>
                <a:gd name="T4" fmla="*/ 356 w 356"/>
                <a:gd name="T5" fmla="*/ 294 h 368"/>
                <a:gd name="T6" fmla="*/ 78 w 356"/>
                <a:gd name="T7" fmla="*/ 368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75841" name="Group 1615">
            <a:extLst>
              <a:ext uri="{FF2B5EF4-FFF2-40B4-BE49-F238E27FC236}">
                <a16:creationId xmlns:a16="http://schemas.microsoft.com/office/drawing/2014/main" id="{E1F91B51-8FFC-4D7B-97D2-03B42378CDBC}"/>
              </a:ext>
            </a:extLst>
          </p:cNvPr>
          <p:cNvGrpSpPr>
            <a:grpSpLocks/>
          </p:cNvGrpSpPr>
          <p:nvPr/>
        </p:nvGrpSpPr>
        <p:grpSpPr bwMode="auto">
          <a:xfrm>
            <a:off x="7051675" y="5411788"/>
            <a:ext cx="474663" cy="407987"/>
            <a:chOff x="877" y="1008"/>
            <a:chExt cx="2747" cy="2591"/>
          </a:xfrm>
        </p:grpSpPr>
        <p:pic>
          <p:nvPicPr>
            <p:cNvPr id="76113" name="Picture 1616" descr="antenna_stylized">
              <a:extLst>
                <a:ext uri="{FF2B5EF4-FFF2-40B4-BE49-F238E27FC236}">
                  <a16:creationId xmlns:a16="http://schemas.microsoft.com/office/drawing/2014/main" id="{73941D75-75CE-448B-A863-8458CE62FB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" y="1008"/>
              <a:ext cx="2725" cy="14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76114" name="Picture 1617" descr="laptop_keyboard">
              <a:extLst>
                <a:ext uri="{FF2B5EF4-FFF2-40B4-BE49-F238E27FC236}">
                  <a16:creationId xmlns:a16="http://schemas.microsoft.com/office/drawing/2014/main" id="{EFD086AC-2E1B-4112-9F4A-6FBC3FF99C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1009" y="2586"/>
              <a:ext cx="2245" cy="10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15" name="Freeform 1618">
              <a:extLst>
                <a:ext uri="{FF2B5EF4-FFF2-40B4-BE49-F238E27FC236}">
                  <a16:creationId xmlns:a16="http://schemas.microsoft.com/office/drawing/2014/main" id="{C2ADA510-67F4-4922-94F9-EEF301302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3" y="1603"/>
              <a:ext cx="1807" cy="1322"/>
            </a:xfrm>
            <a:custGeom>
              <a:avLst/>
              <a:gdLst>
                <a:gd name="T0" fmla="*/ 1 w 2982"/>
                <a:gd name="T1" fmla="*/ 0 h 2442"/>
                <a:gd name="T2" fmla="*/ 0 w 2982"/>
                <a:gd name="T3" fmla="*/ 1 h 2442"/>
                <a:gd name="T4" fmla="*/ 1 w 2982"/>
                <a:gd name="T5" fmla="*/ 1 h 2442"/>
                <a:gd name="T6" fmla="*/ 1 w 2982"/>
                <a:gd name="T7" fmla="*/ 1 h 2442"/>
                <a:gd name="T8" fmla="*/ 1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HK" altLang="en-US"/>
            </a:p>
          </p:txBody>
        </p:sp>
        <p:pic>
          <p:nvPicPr>
            <p:cNvPr id="76116" name="Picture 1619" descr="screen">
              <a:extLst>
                <a:ext uri="{FF2B5EF4-FFF2-40B4-BE49-F238E27FC236}">
                  <a16:creationId xmlns:a16="http://schemas.microsoft.com/office/drawing/2014/main" id="{8F16B075-B7EB-4CC5-9DC5-833EB836A0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2" y="1637"/>
              <a:ext cx="1642" cy="12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6117" name="Freeform 1620">
              <a:extLst>
                <a:ext uri="{FF2B5EF4-FFF2-40B4-BE49-F238E27FC236}">
                  <a16:creationId xmlns:a16="http://schemas.microsoft.com/office/drawing/2014/main" id="{56734A92-E04B-4B5D-B24C-C28F618F49C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2" y="1564"/>
              <a:ext cx="1531" cy="246"/>
            </a:xfrm>
            <a:custGeom>
              <a:avLst/>
              <a:gdLst>
                <a:gd name="T0" fmla="*/ 1 w 2528"/>
                <a:gd name="T1" fmla="*/ 0 h 455"/>
                <a:gd name="T2" fmla="*/ 1 w 2528"/>
                <a:gd name="T3" fmla="*/ 1 h 455"/>
                <a:gd name="T4" fmla="*/ 1 w 2528"/>
                <a:gd name="T5" fmla="*/ 1 h 455"/>
                <a:gd name="T6" fmla="*/ 0 w 2528"/>
                <a:gd name="T7" fmla="*/ 1 h 455"/>
                <a:gd name="T8" fmla="*/ 1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18" name="Freeform 1621">
              <a:extLst>
                <a:ext uri="{FF2B5EF4-FFF2-40B4-BE49-F238E27FC236}">
                  <a16:creationId xmlns:a16="http://schemas.microsoft.com/office/drawing/2014/main" id="{458ECF86-E218-4116-8177-1021786C3A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1562"/>
              <a:ext cx="425" cy="1024"/>
            </a:xfrm>
            <a:custGeom>
              <a:avLst/>
              <a:gdLst>
                <a:gd name="T0" fmla="*/ 1 w 702"/>
                <a:gd name="T1" fmla="*/ 0 h 1893"/>
                <a:gd name="T2" fmla="*/ 0 w 702"/>
                <a:gd name="T3" fmla="*/ 1 h 1893"/>
                <a:gd name="T4" fmla="*/ 1 w 702"/>
                <a:gd name="T5" fmla="*/ 1 h 1893"/>
                <a:gd name="T6" fmla="*/ 1 w 702"/>
                <a:gd name="T7" fmla="*/ 1 h 1893"/>
                <a:gd name="T8" fmla="*/ 1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19" name="Freeform 1622">
              <a:extLst>
                <a:ext uri="{FF2B5EF4-FFF2-40B4-BE49-F238E27FC236}">
                  <a16:creationId xmlns:a16="http://schemas.microsoft.com/office/drawing/2014/main" id="{82B52518-D249-4E07-B5C6-14788B86208D}"/>
                </a:ext>
              </a:extLst>
            </p:cNvPr>
            <p:cNvSpPr>
              <a:spLocks/>
            </p:cNvSpPr>
            <p:nvPr/>
          </p:nvSpPr>
          <p:spPr bwMode="auto">
            <a:xfrm>
              <a:off x="3144" y="1745"/>
              <a:ext cx="458" cy="1182"/>
            </a:xfrm>
            <a:custGeom>
              <a:avLst/>
              <a:gdLst>
                <a:gd name="T0" fmla="*/ 1 w 756"/>
                <a:gd name="T1" fmla="*/ 0 h 2184"/>
                <a:gd name="T2" fmla="*/ 1 w 756"/>
                <a:gd name="T3" fmla="*/ 1 h 2184"/>
                <a:gd name="T4" fmla="*/ 0 w 756"/>
                <a:gd name="T5" fmla="*/ 1 h 2184"/>
                <a:gd name="T6" fmla="*/ 1 w 756"/>
                <a:gd name="T7" fmla="*/ 1 h 2184"/>
                <a:gd name="T8" fmla="*/ 1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0" name="Freeform 1623">
              <a:extLst>
                <a:ext uri="{FF2B5EF4-FFF2-40B4-BE49-F238E27FC236}">
                  <a16:creationId xmlns:a16="http://schemas.microsoft.com/office/drawing/2014/main" id="{D00E7643-3EDB-4F29-9BA1-CEB95B574E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2" y="2534"/>
              <a:ext cx="1680" cy="399"/>
            </a:xfrm>
            <a:custGeom>
              <a:avLst/>
              <a:gdLst>
                <a:gd name="T0" fmla="*/ 1 w 2773"/>
                <a:gd name="T1" fmla="*/ 0 h 738"/>
                <a:gd name="T2" fmla="*/ 0 w 2773"/>
                <a:gd name="T3" fmla="*/ 1 h 738"/>
                <a:gd name="T4" fmla="*/ 1 w 2773"/>
                <a:gd name="T5" fmla="*/ 1 h 738"/>
                <a:gd name="T6" fmla="*/ 1 w 2773"/>
                <a:gd name="T7" fmla="*/ 1 h 738"/>
                <a:gd name="T8" fmla="*/ 1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1" name="Freeform 1624">
              <a:extLst>
                <a:ext uri="{FF2B5EF4-FFF2-40B4-BE49-F238E27FC236}">
                  <a16:creationId xmlns:a16="http://schemas.microsoft.com/office/drawing/2014/main" id="{0E4F321D-8BDD-4311-9FF4-74473AA0D054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5" y="1755"/>
              <a:ext cx="429" cy="1187"/>
            </a:xfrm>
            <a:custGeom>
              <a:avLst/>
              <a:gdLst>
                <a:gd name="T0" fmla="*/ 1 w 637"/>
                <a:gd name="T1" fmla="*/ 0 h 1659"/>
                <a:gd name="T2" fmla="*/ 1 w 637"/>
                <a:gd name="T3" fmla="*/ 0 h 1659"/>
                <a:gd name="T4" fmla="*/ 1 w 637"/>
                <a:gd name="T5" fmla="*/ 1 h 1659"/>
                <a:gd name="T6" fmla="*/ 0 w 637"/>
                <a:gd name="T7" fmla="*/ 1 h 1659"/>
                <a:gd name="T8" fmla="*/ 1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2" name="Freeform 1625">
              <a:extLst>
                <a:ext uri="{FF2B5EF4-FFF2-40B4-BE49-F238E27FC236}">
                  <a16:creationId xmlns:a16="http://schemas.microsoft.com/office/drawing/2014/main" id="{2D645802-F049-4708-9CD6-FD59D7ACB0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4" y="2587"/>
              <a:ext cx="1494" cy="394"/>
            </a:xfrm>
            <a:custGeom>
              <a:avLst/>
              <a:gdLst>
                <a:gd name="T0" fmla="*/ 0 w 2216"/>
                <a:gd name="T1" fmla="*/ 0 h 550"/>
                <a:gd name="T2" fmla="*/ 1 w 2216"/>
                <a:gd name="T3" fmla="*/ 1 h 550"/>
                <a:gd name="T4" fmla="*/ 1 w 2216"/>
                <a:gd name="T5" fmla="*/ 1 h 550"/>
                <a:gd name="T6" fmla="*/ 1 w 2216"/>
                <a:gd name="T7" fmla="*/ 1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123" name="Group 1626">
              <a:extLst>
                <a:ext uri="{FF2B5EF4-FFF2-40B4-BE49-F238E27FC236}">
                  <a16:creationId xmlns:a16="http://schemas.microsoft.com/office/drawing/2014/main" id="{8BB82E51-96FF-474E-BFA5-58FC54CD11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09" y="3008"/>
              <a:ext cx="507" cy="234"/>
              <a:chOff x="1740" y="2642"/>
              <a:chExt cx="752" cy="327"/>
            </a:xfrm>
          </p:grpSpPr>
          <p:sp>
            <p:nvSpPr>
              <p:cNvPr id="76130" name="Freeform 1627">
                <a:extLst>
                  <a:ext uri="{FF2B5EF4-FFF2-40B4-BE49-F238E27FC236}">
                    <a16:creationId xmlns:a16="http://schemas.microsoft.com/office/drawing/2014/main" id="{80D061BA-ED33-4FC8-85A9-9965F48ACA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31" name="Freeform 1628">
                <a:extLst>
                  <a:ext uri="{FF2B5EF4-FFF2-40B4-BE49-F238E27FC236}">
                    <a16:creationId xmlns:a16="http://schemas.microsoft.com/office/drawing/2014/main" id="{38F6F308-C58D-4E39-A235-CF22CE5FD6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32" name="Freeform 1629">
                <a:extLst>
                  <a:ext uri="{FF2B5EF4-FFF2-40B4-BE49-F238E27FC236}">
                    <a16:creationId xmlns:a16="http://schemas.microsoft.com/office/drawing/2014/main" id="{39481B92-04FB-4259-B29E-F78DD06E7C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33" name="Freeform 1630">
                <a:extLst>
                  <a:ext uri="{FF2B5EF4-FFF2-40B4-BE49-F238E27FC236}">
                    <a16:creationId xmlns:a16="http://schemas.microsoft.com/office/drawing/2014/main" id="{A77E1E15-23AB-4693-876B-BDC183DAB3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34" name="Freeform 1631">
                <a:extLst>
                  <a:ext uri="{FF2B5EF4-FFF2-40B4-BE49-F238E27FC236}">
                    <a16:creationId xmlns:a16="http://schemas.microsoft.com/office/drawing/2014/main" id="{5EB7D302-3BCF-442A-BC36-B5934FD109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76135" name="Freeform 1632">
                <a:extLst>
                  <a:ext uri="{FF2B5EF4-FFF2-40B4-BE49-F238E27FC236}">
                    <a16:creationId xmlns:a16="http://schemas.microsoft.com/office/drawing/2014/main" id="{92C30759-38C0-4EEE-BDBD-D9E9908769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76124" name="Freeform 1633">
              <a:extLst>
                <a:ext uri="{FF2B5EF4-FFF2-40B4-BE49-F238E27FC236}">
                  <a16:creationId xmlns:a16="http://schemas.microsoft.com/office/drawing/2014/main" id="{823A5A21-C73E-49C8-BC63-97FFD0FD4700}"/>
                </a:ext>
              </a:extLst>
            </p:cNvPr>
            <p:cNvSpPr>
              <a:spLocks/>
            </p:cNvSpPr>
            <p:nvPr/>
          </p:nvSpPr>
          <p:spPr bwMode="auto">
            <a:xfrm>
              <a:off x="2577" y="3043"/>
              <a:ext cx="614" cy="514"/>
            </a:xfrm>
            <a:custGeom>
              <a:avLst/>
              <a:gdLst>
                <a:gd name="T0" fmla="*/ 1 w 990"/>
                <a:gd name="T1" fmla="*/ 1 h 792"/>
                <a:gd name="T2" fmla="*/ 1 w 990"/>
                <a:gd name="T3" fmla="*/ 0 h 792"/>
                <a:gd name="T4" fmla="*/ 1 w 990"/>
                <a:gd name="T5" fmla="*/ 1 h 792"/>
                <a:gd name="T6" fmla="*/ 0 w 990"/>
                <a:gd name="T7" fmla="*/ 1 h 792"/>
                <a:gd name="T8" fmla="*/ 1 w 990"/>
                <a:gd name="T9" fmla="*/ 1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5" name="Freeform 1634">
              <a:extLst>
                <a:ext uri="{FF2B5EF4-FFF2-40B4-BE49-F238E27FC236}">
                  <a16:creationId xmlns:a16="http://schemas.microsoft.com/office/drawing/2014/main" id="{6D75D28C-9EEC-4F7E-A35D-7AD0272E0C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0" y="3084"/>
              <a:ext cx="1571" cy="469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6" name="Freeform 1635">
              <a:extLst>
                <a:ext uri="{FF2B5EF4-FFF2-40B4-BE49-F238E27FC236}">
                  <a16:creationId xmlns:a16="http://schemas.microsoft.com/office/drawing/2014/main" id="{9F2576E0-F04C-4788-992D-6AB077F291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" y="2998"/>
              <a:ext cx="17" cy="95"/>
            </a:xfrm>
            <a:custGeom>
              <a:avLst/>
              <a:gdLst>
                <a:gd name="T0" fmla="*/ 1 w 26"/>
                <a:gd name="T1" fmla="*/ 1 h 147"/>
                <a:gd name="T2" fmla="*/ 1 w 26"/>
                <a:gd name="T3" fmla="*/ 1 h 147"/>
                <a:gd name="T4" fmla="*/ 0 w 26"/>
                <a:gd name="T5" fmla="*/ 1 h 147"/>
                <a:gd name="T6" fmla="*/ 1 w 26"/>
                <a:gd name="T7" fmla="*/ 0 h 147"/>
                <a:gd name="T8" fmla="*/ 1 w 26"/>
                <a:gd name="T9" fmla="*/ 1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7" name="Freeform 1636">
              <a:extLst>
                <a:ext uri="{FF2B5EF4-FFF2-40B4-BE49-F238E27FC236}">
                  <a16:creationId xmlns:a16="http://schemas.microsoft.com/office/drawing/2014/main" id="{C1EC699E-EC39-4243-BBEF-9F9569F3AB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2" y="2611"/>
              <a:ext cx="730" cy="393"/>
            </a:xfrm>
            <a:custGeom>
              <a:avLst/>
              <a:gdLst>
                <a:gd name="T0" fmla="*/ 1 w 1176"/>
                <a:gd name="T1" fmla="*/ 0 h 606"/>
                <a:gd name="T2" fmla="*/ 0 w 1176"/>
                <a:gd name="T3" fmla="*/ 1 h 606"/>
                <a:gd name="T4" fmla="*/ 1 w 1176"/>
                <a:gd name="T5" fmla="*/ 1 h 606"/>
                <a:gd name="T6" fmla="*/ 1 w 1176"/>
                <a:gd name="T7" fmla="*/ 1 h 606"/>
                <a:gd name="T8" fmla="*/ 1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8" name="Freeform 1637">
              <a:extLst>
                <a:ext uri="{FF2B5EF4-FFF2-40B4-BE49-F238E27FC236}">
                  <a16:creationId xmlns:a16="http://schemas.microsoft.com/office/drawing/2014/main" id="{F1CBCDF2-55F1-4500-B83A-29478648E8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61" y="3018"/>
              <a:ext cx="1490" cy="451"/>
            </a:xfrm>
            <a:custGeom>
              <a:avLst/>
              <a:gdLst>
                <a:gd name="T0" fmla="*/ 1 w 2532"/>
                <a:gd name="T1" fmla="*/ 0 h 723"/>
                <a:gd name="T2" fmla="*/ 1 w 2532"/>
                <a:gd name="T3" fmla="*/ 0 h 723"/>
                <a:gd name="T4" fmla="*/ 1 w 2532"/>
                <a:gd name="T5" fmla="*/ 1 h 723"/>
                <a:gd name="T6" fmla="*/ 1 w 2532"/>
                <a:gd name="T7" fmla="*/ 1 h 723"/>
                <a:gd name="T8" fmla="*/ 0 w 2532"/>
                <a:gd name="T9" fmla="*/ 1 h 723"/>
                <a:gd name="T10" fmla="*/ 1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76129" name="Freeform 1638">
              <a:extLst>
                <a:ext uri="{FF2B5EF4-FFF2-40B4-BE49-F238E27FC236}">
                  <a16:creationId xmlns:a16="http://schemas.microsoft.com/office/drawing/2014/main" id="{48A07810-8F16-45C1-9B4A-41F48D7089DF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549" y="2986"/>
              <a:ext cx="608" cy="467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1 h 723"/>
                <a:gd name="T6" fmla="*/ 0 w 2532"/>
                <a:gd name="T7" fmla="*/ 1 h 723"/>
                <a:gd name="T8" fmla="*/ 0 w 2532"/>
                <a:gd name="T9" fmla="*/ 1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pic>
        <p:nvPicPr>
          <p:cNvPr id="75842" name="Picture 1283" descr="underline_base">
            <a:extLst>
              <a:ext uri="{FF2B5EF4-FFF2-40B4-BE49-F238E27FC236}">
                <a16:creationId xmlns:a16="http://schemas.microsoft.com/office/drawing/2014/main" id="{FDED4999-D58C-43FB-98E2-D1826E9E3991}"/>
              </a:ext>
            </a:extLst>
          </p:cNvPr>
          <p:cNvPicPr>
            <a:picLocks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933450"/>
            <a:ext cx="36560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02" name="Rectangle 2">
            <a:extLst>
              <a:ext uri="{FF2B5EF4-FFF2-40B4-BE49-F238E27FC236}">
                <a16:creationId xmlns:a16="http://schemas.microsoft.com/office/drawing/2014/main" id="{C058C877-A0F6-45EE-A520-C05E0D398E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0375" y="222250"/>
            <a:ext cx="8382000" cy="942975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Network layer</a:t>
            </a:r>
          </a:p>
        </p:txBody>
      </p:sp>
      <p:sp>
        <p:nvSpPr>
          <p:cNvPr id="75844" name="Rectangle 3">
            <a:extLst>
              <a:ext uri="{FF2B5EF4-FFF2-40B4-BE49-F238E27FC236}">
                <a16:creationId xmlns:a16="http://schemas.microsoft.com/office/drawing/2014/main" id="{4F3FABA1-FC8F-4654-9141-618295E32D3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46100" y="1255713"/>
            <a:ext cx="4365625" cy="5100637"/>
          </a:xfrm>
        </p:spPr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transport segment from sending to receiving host 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on sending side encapsulates segments into 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datagrams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on receiving side, delivers segments to transport layer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network layer protocols in </a:t>
            </a:r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every</a:t>
            </a:r>
            <a:r>
              <a:rPr lang="en-US" altLang="zh-TW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host and router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router examines header fields in all IP datagrams passing through it</a:t>
            </a:r>
            <a:endParaRPr lang="en-US" altLang="zh-TW" sz="1600" dirty="0">
              <a:ea typeface="ＭＳ Ｐゴシック" panose="020B0600070205080204" pitchFamily="34" charset="-128"/>
            </a:endParaRP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grpSp>
        <p:nvGrpSpPr>
          <p:cNvPr id="2" name="Group 1046">
            <a:extLst>
              <a:ext uri="{FF2B5EF4-FFF2-40B4-BE49-F238E27FC236}">
                <a16:creationId xmlns:a16="http://schemas.microsoft.com/office/drawing/2014/main" id="{1A7A359F-B1C0-43F8-9B48-B95984D64C76}"/>
              </a:ext>
            </a:extLst>
          </p:cNvPr>
          <p:cNvGrpSpPr>
            <a:grpSpLocks/>
          </p:cNvGrpSpPr>
          <p:nvPr/>
        </p:nvGrpSpPr>
        <p:grpSpPr bwMode="auto">
          <a:xfrm>
            <a:off x="5400675" y="1141413"/>
            <a:ext cx="1047750" cy="996950"/>
            <a:chOff x="3402" y="719"/>
            <a:chExt cx="660" cy="628"/>
          </a:xfrm>
        </p:grpSpPr>
        <p:sp>
          <p:nvSpPr>
            <p:cNvPr id="76103" name="Freeform 1030">
              <a:extLst>
                <a:ext uri="{FF2B5EF4-FFF2-40B4-BE49-F238E27FC236}">
                  <a16:creationId xmlns:a16="http://schemas.microsoft.com/office/drawing/2014/main" id="{E046D2D2-21A1-4D1B-9B83-53A10662CD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2" y="753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CC000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104" name="Group 310">
              <a:extLst>
                <a:ext uri="{FF2B5EF4-FFF2-40B4-BE49-F238E27FC236}">
                  <a16:creationId xmlns:a16="http://schemas.microsoft.com/office/drawing/2014/main" id="{8E75E10B-8D0C-4A6D-9DAE-26CBD1D41B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49" y="719"/>
              <a:ext cx="513" cy="547"/>
              <a:chOff x="2956" y="969"/>
              <a:chExt cx="513" cy="547"/>
            </a:xfrm>
          </p:grpSpPr>
          <p:sp>
            <p:nvSpPr>
              <p:cNvPr id="76105" name="Rectangle 311">
                <a:extLst>
                  <a:ext uri="{FF2B5EF4-FFF2-40B4-BE49-F238E27FC236}">
                    <a16:creationId xmlns:a16="http://schemas.microsoft.com/office/drawing/2014/main" id="{BFADFFD5-4046-40AB-928F-AC43E5BF55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18" y="969"/>
                <a:ext cx="426" cy="48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106" name="Rectangle 312">
                <a:extLst>
                  <a:ext uri="{FF2B5EF4-FFF2-40B4-BE49-F238E27FC236}">
                    <a16:creationId xmlns:a16="http://schemas.microsoft.com/office/drawing/2014/main" id="{3ACF2277-5C79-44DF-88FC-660E6AFD59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97" y="984"/>
                <a:ext cx="435" cy="50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107" name="Rectangle 313">
                <a:extLst>
                  <a:ext uri="{FF2B5EF4-FFF2-40B4-BE49-F238E27FC236}">
                    <a16:creationId xmlns:a16="http://schemas.microsoft.com/office/drawing/2014/main" id="{AF56995B-E74E-4627-B97F-F8737E7153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0" y="1185"/>
                <a:ext cx="432" cy="108"/>
              </a:xfrm>
              <a:prstGeom prst="rect">
                <a:avLst/>
              </a:prstGeom>
              <a:solidFill>
                <a:srgbClr val="CC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108" name="Text Box 314">
                <a:extLst>
                  <a:ext uri="{FF2B5EF4-FFF2-40B4-BE49-F238E27FC236}">
                    <a16:creationId xmlns:a16="http://schemas.microsoft.com/office/drawing/2014/main" id="{91049254-69F1-4887-AD99-7E9BAAA9BE1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6" y="978"/>
                <a:ext cx="513" cy="5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application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transport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6109" name="Line 315">
                <a:extLst>
                  <a:ext uri="{FF2B5EF4-FFF2-40B4-BE49-F238E27FC236}">
                    <a16:creationId xmlns:a16="http://schemas.microsoft.com/office/drawing/2014/main" id="{18819090-417A-4347-9A21-7D4363EE4F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97" y="1194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110" name="Line 316">
                <a:extLst>
                  <a:ext uri="{FF2B5EF4-FFF2-40B4-BE49-F238E27FC236}">
                    <a16:creationId xmlns:a16="http://schemas.microsoft.com/office/drawing/2014/main" id="{9C5B85BE-9DA5-4787-978F-620FBE9E7E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03" y="1290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111" name="Line 317">
                <a:extLst>
                  <a:ext uri="{FF2B5EF4-FFF2-40B4-BE49-F238E27FC236}">
                    <a16:creationId xmlns:a16="http://schemas.microsoft.com/office/drawing/2014/main" id="{A09FE54E-79C9-4D97-9141-772D40F334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03" y="1374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112" name="Line 318">
                <a:extLst>
                  <a:ext uri="{FF2B5EF4-FFF2-40B4-BE49-F238E27FC236}">
                    <a16:creationId xmlns:a16="http://schemas.microsoft.com/office/drawing/2014/main" id="{E002B43E-332F-4DF2-9687-8AEFE21F4E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03" y="1092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grpSp>
        <p:nvGrpSpPr>
          <p:cNvPr id="3" name="Group 1047">
            <a:extLst>
              <a:ext uri="{FF2B5EF4-FFF2-40B4-BE49-F238E27FC236}">
                <a16:creationId xmlns:a16="http://schemas.microsoft.com/office/drawing/2014/main" id="{BFED9F03-AE1A-4CAD-B3C8-BC01C9BC1E38}"/>
              </a:ext>
            </a:extLst>
          </p:cNvPr>
          <p:cNvGrpSpPr>
            <a:grpSpLocks/>
          </p:cNvGrpSpPr>
          <p:nvPr/>
        </p:nvGrpSpPr>
        <p:grpSpPr bwMode="auto">
          <a:xfrm>
            <a:off x="8096250" y="4148138"/>
            <a:ext cx="1047750" cy="996950"/>
            <a:chOff x="3402" y="719"/>
            <a:chExt cx="660" cy="628"/>
          </a:xfrm>
        </p:grpSpPr>
        <p:sp>
          <p:nvSpPr>
            <p:cNvPr id="76093" name="Freeform 1048">
              <a:extLst>
                <a:ext uri="{FF2B5EF4-FFF2-40B4-BE49-F238E27FC236}">
                  <a16:creationId xmlns:a16="http://schemas.microsoft.com/office/drawing/2014/main" id="{4C676A89-421B-4293-B2EB-9901EC323F00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2" y="753"/>
              <a:ext cx="192" cy="594"/>
            </a:xfrm>
            <a:custGeom>
              <a:avLst/>
              <a:gdLst>
                <a:gd name="T0" fmla="*/ 0 w 192"/>
                <a:gd name="T1" fmla="*/ 594 h 594"/>
                <a:gd name="T2" fmla="*/ 192 w 192"/>
                <a:gd name="T3" fmla="*/ 0 h 594"/>
                <a:gd name="T4" fmla="*/ 192 w 192"/>
                <a:gd name="T5" fmla="*/ 515 h 594"/>
                <a:gd name="T6" fmla="*/ 0 w 192"/>
                <a:gd name="T7" fmla="*/ 594 h 59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92"/>
                <a:gd name="T13" fmla="*/ 0 h 594"/>
                <a:gd name="T14" fmla="*/ 192 w 192"/>
                <a:gd name="T15" fmla="*/ 594 h 59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92" h="594">
                  <a:moveTo>
                    <a:pt x="0" y="594"/>
                  </a:moveTo>
                  <a:lnTo>
                    <a:pt x="192" y="0"/>
                  </a:lnTo>
                  <a:lnTo>
                    <a:pt x="192" y="515"/>
                  </a:lnTo>
                  <a:lnTo>
                    <a:pt x="0" y="594"/>
                  </a:lnTo>
                  <a:close/>
                </a:path>
              </a:pathLst>
            </a:custGeom>
            <a:gradFill rotWithShape="1">
              <a:gsLst>
                <a:gs pos="0">
                  <a:schemeClr val="bg1"/>
                </a:gs>
                <a:gs pos="100000">
                  <a:srgbClr val="CC000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76094" name="Group 1049">
              <a:extLst>
                <a:ext uri="{FF2B5EF4-FFF2-40B4-BE49-F238E27FC236}">
                  <a16:creationId xmlns:a16="http://schemas.microsoft.com/office/drawing/2014/main" id="{E86C607F-D298-4FDA-A10C-FF2D4BDC60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49" y="719"/>
              <a:ext cx="513" cy="547"/>
              <a:chOff x="2956" y="969"/>
              <a:chExt cx="513" cy="547"/>
            </a:xfrm>
          </p:grpSpPr>
          <p:sp>
            <p:nvSpPr>
              <p:cNvPr id="76095" name="Rectangle 1050">
                <a:extLst>
                  <a:ext uri="{FF2B5EF4-FFF2-40B4-BE49-F238E27FC236}">
                    <a16:creationId xmlns:a16="http://schemas.microsoft.com/office/drawing/2014/main" id="{56A9E92E-B0F0-4D19-808D-E1695FDCD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18" y="969"/>
                <a:ext cx="426" cy="48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96" name="Rectangle 1051">
                <a:extLst>
                  <a:ext uri="{FF2B5EF4-FFF2-40B4-BE49-F238E27FC236}">
                    <a16:creationId xmlns:a16="http://schemas.microsoft.com/office/drawing/2014/main" id="{EF982565-FFF9-4542-B15E-D5B24BC348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97" y="984"/>
                <a:ext cx="435" cy="50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97" name="Rectangle 1052">
                <a:extLst>
                  <a:ext uri="{FF2B5EF4-FFF2-40B4-BE49-F238E27FC236}">
                    <a16:creationId xmlns:a16="http://schemas.microsoft.com/office/drawing/2014/main" id="{AFB3D5B9-2D68-4F7E-8A3D-AB23D9B2AE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0" y="1185"/>
                <a:ext cx="432" cy="108"/>
              </a:xfrm>
              <a:prstGeom prst="rect">
                <a:avLst/>
              </a:prstGeom>
              <a:solidFill>
                <a:srgbClr val="CC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98" name="Text Box 1053">
                <a:extLst>
                  <a:ext uri="{FF2B5EF4-FFF2-40B4-BE49-F238E27FC236}">
                    <a16:creationId xmlns:a16="http://schemas.microsoft.com/office/drawing/2014/main" id="{97620EF0-CBA3-4A1E-B511-F66DEBF50F9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6" y="978"/>
                <a:ext cx="513" cy="5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application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transport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6099" name="Line 1054">
                <a:extLst>
                  <a:ext uri="{FF2B5EF4-FFF2-40B4-BE49-F238E27FC236}">
                    <a16:creationId xmlns:a16="http://schemas.microsoft.com/office/drawing/2014/main" id="{730DE8DC-0FE1-451A-AC5D-0697ECEB41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97" y="1194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100" name="Line 1055">
                <a:extLst>
                  <a:ext uri="{FF2B5EF4-FFF2-40B4-BE49-F238E27FC236}">
                    <a16:creationId xmlns:a16="http://schemas.microsoft.com/office/drawing/2014/main" id="{0F3D8B3E-C26B-4E92-8303-C0552784AF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03" y="1290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101" name="Line 1056">
                <a:extLst>
                  <a:ext uri="{FF2B5EF4-FFF2-40B4-BE49-F238E27FC236}">
                    <a16:creationId xmlns:a16="http://schemas.microsoft.com/office/drawing/2014/main" id="{C330B1F5-D9C2-40C9-A098-BA20911ED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03" y="1374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102" name="Line 1057">
                <a:extLst>
                  <a:ext uri="{FF2B5EF4-FFF2-40B4-BE49-F238E27FC236}">
                    <a16:creationId xmlns:a16="http://schemas.microsoft.com/office/drawing/2014/main" id="{AEBAC72A-3D82-4BAE-98BA-8E17604BD0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03" y="1092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</p:grpSp>
      <p:grpSp>
        <p:nvGrpSpPr>
          <p:cNvPr id="4" name="Group 1278">
            <a:extLst>
              <a:ext uri="{FF2B5EF4-FFF2-40B4-BE49-F238E27FC236}">
                <a16:creationId xmlns:a16="http://schemas.microsoft.com/office/drawing/2014/main" id="{763B0C4E-C059-4144-91E7-D6AB3357B9A1}"/>
              </a:ext>
            </a:extLst>
          </p:cNvPr>
          <p:cNvGrpSpPr>
            <a:grpSpLocks/>
          </p:cNvGrpSpPr>
          <p:nvPr/>
        </p:nvGrpSpPr>
        <p:grpSpPr bwMode="auto">
          <a:xfrm>
            <a:off x="5853113" y="1763713"/>
            <a:ext cx="2546350" cy="3429000"/>
            <a:chOff x="3674" y="1148"/>
            <a:chExt cx="1604" cy="2160"/>
          </a:xfrm>
        </p:grpSpPr>
        <p:grpSp>
          <p:nvGrpSpPr>
            <p:cNvPr id="75851" name="Group 433">
              <a:extLst>
                <a:ext uri="{FF2B5EF4-FFF2-40B4-BE49-F238E27FC236}">
                  <a16:creationId xmlns:a16="http://schemas.microsoft.com/office/drawing/2014/main" id="{C8F5CC4B-8B39-4566-8B48-E7FFBC9FDF2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01" y="1305"/>
              <a:ext cx="513" cy="442"/>
              <a:chOff x="3937" y="633"/>
              <a:chExt cx="513" cy="442"/>
            </a:xfrm>
          </p:grpSpPr>
          <p:sp>
            <p:nvSpPr>
              <p:cNvPr id="76072" name="Line 434">
                <a:extLst>
                  <a:ext uri="{FF2B5EF4-FFF2-40B4-BE49-F238E27FC236}">
                    <a16:creationId xmlns:a16="http://schemas.microsoft.com/office/drawing/2014/main" id="{2BB7079E-891A-463E-A239-6B472B6E3F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73" name="Line 435">
                <a:extLst>
                  <a:ext uri="{FF2B5EF4-FFF2-40B4-BE49-F238E27FC236}">
                    <a16:creationId xmlns:a16="http://schemas.microsoft.com/office/drawing/2014/main" id="{A3233CED-F9E7-4BF1-A64C-A702D6E1F1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74" name="Oval 436">
                <a:extLst>
                  <a:ext uri="{FF2B5EF4-FFF2-40B4-BE49-F238E27FC236}">
                    <a16:creationId xmlns:a16="http://schemas.microsoft.com/office/drawing/2014/main" id="{995E5617-7B7F-4B9E-8F68-0761AC70F2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75" name="Line 437">
                <a:extLst>
                  <a:ext uri="{FF2B5EF4-FFF2-40B4-BE49-F238E27FC236}">
                    <a16:creationId xmlns:a16="http://schemas.microsoft.com/office/drawing/2014/main" id="{B2FD717E-33A0-4736-BFCF-6E37A6323C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76" name="Line 438">
                <a:extLst>
                  <a:ext uri="{FF2B5EF4-FFF2-40B4-BE49-F238E27FC236}">
                    <a16:creationId xmlns:a16="http://schemas.microsoft.com/office/drawing/2014/main" id="{BD6A7E4D-0B1C-4CD8-8011-7543A04CA8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77" name="Rectangle 439">
                <a:extLst>
                  <a:ext uri="{FF2B5EF4-FFF2-40B4-BE49-F238E27FC236}">
                    <a16:creationId xmlns:a16="http://schemas.microsoft.com/office/drawing/2014/main" id="{1DF91470-E4EF-470A-91B7-563EF50239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6078" name="Oval 440">
                <a:extLst>
                  <a:ext uri="{FF2B5EF4-FFF2-40B4-BE49-F238E27FC236}">
                    <a16:creationId xmlns:a16="http://schemas.microsoft.com/office/drawing/2014/main" id="{642FEE37-1F76-4453-A0D9-C23E1BB499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079" name="Group 441">
                <a:extLst>
                  <a:ext uri="{FF2B5EF4-FFF2-40B4-BE49-F238E27FC236}">
                    <a16:creationId xmlns:a16="http://schemas.microsoft.com/office/drawing/2014/main" id="{0AEDC6F1-45E6-43B1-9416-0C1069930AC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6090" name="Line 442">
                  <a:extLst>
                    <a:ext uri="{FF2B5EF4-FFF2-40B4-BE49-F238E27FC236}">
                      <a16:creationId xmlns:a16="http://schemas.microsoft.com/office/drawing/2014/main" id="{023E5C53-234D-4E3B-9561-4CE00FCC311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91" name="Line 443">
                  <a:extLst>
                    <a:ext uri="{FF2B5EF4-FFF2-40B4-BE49-F238E27FC236}">
                      <a16:creationId xmlns:a16="http://schemas.microsoft.com/office/drawing/2014/main" id="{E3499562-03B7-48A3-934B-745FE213E5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92" name="Line 444">
                  <a:extLst>
                    <a:ext uri="{FF2B5EF4-FFF2-40B4-BE49-F238E27FC236}">
                      <a16:creationId xmlns:a16="http://schemas.microsoft.com/office/drawing/2014/main" id="{70693DBC-3A13-4723-8CCE-7CE5F64589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6080" name="Group 445">
                <a:extLst>
                  <a:ext uri="{FF2B5EF4-FFF2-40B4-BE49-F238E27FC236}">
                    <a16:creationId xmlns:a16="http://schemas.microsoft.com/office/drawing/2014/main" id="{54A4C393-E0B0-4AD0-A076-77932A814D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6087" name="Line 446">
                  <a:extLst>
                    <a:ext uri="{FF2B5EF4-FFF2-40B4-BE49-F238E27FC236}">
                      <a16:creationId xmlns:a16="http://schemas.microsoft.com/office/drawing/2014/main" id="{28C1FCF5-7E5C-4B0B-A994-242514CE94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88" name="Line 447">
                  <a:extLst>
                    <a:ext uri="{FF2B5EF4-FFF2-40B4-BE49-F238E27FC236}">
                      <a16:creationId xmlns:a16="http://schemas.microsoft.com/office/drawing/2014/main" id="{1A1583B9-E642-4E4E-8C25-38CB589CE6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89" name="Line 448">
                  <a:extLst>
                    <a:ext uri="{FF2B5EF4-FFF2-40B4-BE49-F238E27FC236}">
                      <a16:creationId xmlns:a16="http://schemas.microsoft.com/office/drawing/2014/main" id="{27136DE1-681B-4C01-A23C-8578E734B4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6081" name="Rectangle 449">
                <a:extLst>
                  <a:ext uri="{FF2B5EF4-FFF2-40B4-BE49-F238E27FC236}">
                    <a16:creationId xmlns:a16="http://schemas.microsoft.com/office/drawing/2014/main" id="{20837881-7FDF-4BBB-8C7B-326AC3E330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82" name="Rectangle 450">
                <a:extLst>
                  <a:ext uri="{FF2B5EF4-FFF2-40B4-BE49-F238E27FC236}">
                    <a16:creationId xmlns:a16="http://schemas.microsoft.com/office/drawing/2014/main" id="{D26F05E1-DD56-471C-9BA2-54F233B54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83" name="Line 451">
                <a:extLst>
                  <a:ext uri="{FF2B5EF4-FFF2-40B4-BE49-F238E27FC236}">
                    <a16:creationId xmlns:a16="http://schemas.microsoft.com/office/drawing/2014/main" id="{7CB9F859-2F0D-4E6C-8E55-2FA826468E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84" name="Line 452">
                <a:extLst>
                  <a:ext uri="{FF2B5EF4-FFF2-40B4-BE49-F238E27FC236}">
                    <a16:creationId xmlns:a16="http://schemas.microsoft.com/office/drawing/2014/main" id="{22804E04-295B-45B3-AF32-EBEF5E5256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85" name="Rectangle 453">
                <a:extLst>
                  <a:ext uri="{FF2B5EF4-FFF2-40B4-BE49-F238E27FC236}">
                    <a16:creationId xmlns:a16="http://schemas.microsoft.com/office/drawing/2014/main" id="{8DEA411D-5A50-460B-8687-02142198A6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solidFill>
                    <a:srgbClr val="CC0000"/>
                  </a:solidFill>
                  <a:latin typeface="Comic Sans MS" panose="030F0702030302020204" pitchFamily="66" charset="0"/>
                </a:endParaRPr>
              </a:p>
            </p:txBody>
          </p:sp>
          <p:sp>
            <p:nvSpPr>
              <p:cNvPr id="76086" name="Text Box 454">
                <a:extLst>
                  <a:ext uri="{FF2B5EF4-FFF2-40B4-BE49-F238E27FC236}">
                    <a16:creationId xmlns:a16="http://schemas.microsoft.com/office/drawing/2014/main" id="{09BAD99B-84A0-4374-88E0-ABEA61F40A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2" name="Group 1058">
              <a:extLst>
                <a:ext uri="{FF2B5EF4-FFF2-40B4-BE49-F238E27FC236}">
                  <a16:creationId xmlns:a16="http://schemas.microsoft.com/office/drawing/2014/main" id="{5B6D4B23-93BB-40C9-8DB3-3B7F91A907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07" y="1532"/>
              <a:ext cx="513" cy="442"/>
              <a:chOff x="3937" y="633"/>
              <a:chExt cx="513" cy="442"/>
            </a:xfrm>
          </p:grpSpPr>
          <p:sp>
            <p:nvSpPr>
              <p:cNvPr id="76051" name="Line 1059">
                <a:extLst>
                  <a:ext uri="{FF2B5EF4-FFF2-40B4-BE49-F238E27FC236}">
                    <a16:creationId xmlns:a16="http://schemas.microsoft.com/office/drawing/2014/main" id="{A7E489D8-F0F6-41A7-A761-7CC00AE793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52" name="Line 1060">
                <a:extLst>
                  <a:ext uri="{FF2B5EF4-FFF2-40B4-BE49-F238E27FC236}">
                    <a16:creationId xmlns:a16="http://schemas.microsoft.com/office/drawing/2014/main" id="{1B67FBA0-4A2E-4D2E-8F11-1FD87619DE0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53" name="Oval 1061">
                <a:extLst>
                  <a:ext uri="{FF2B5EF4-FFF2-40B4-BE49-F238E27FC236}">
                    <a16:creationId xmlns:a16="http://schemas.microsoft.com/office/drawing/2014/main" id="{69FB6EBB-2722-4893-94EB-8081498D49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54" name="Line 1062">
                <a:extLst>
                  <a:ext uri="{FF2B5EF4-FFF2-40B4-BE49-F238E27FC236}">
                    <a16:creationId xmlns:a16="http://schemas.microsoft.com/office/drawing/2014/main" id="{62B42926-1185-4D11-9E96-547C6F0E66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55" name="Line 1063">
                <a:extLst>
                  <a:ext uri="{FF2B5EF4-FFF2-40B4-BE49-F238E27FC236}">
                    <a16:creationId xmlns:a16="http://schemas.microsoft.com/office/drawing/2014/main" id="{AF72D1BA-64DE-41A1-AC0A-8D43219239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56" name="Rectangle 1064">
                <a:extLst>
                  <a:ext uri="{FF2B5EF4-FFF2-40B4-BE49-F238E27FC236}">
                    <a16:creationId xmlns:a16="http://schemas.microsoft.com/office/drawing/2014/main" id="{E248CA90-B403-4611-A724-8181045D2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6057" name="Oval 1065">
                <a:extLst>
                  <a:ext uri="{FF2B5EF4-FFF2-40B4-BE49-F238E27FC236}">
                    <a16:creationId xmlns:a16="http://schemas.microsoft.com/office/drawing/2014/main" id="{5E0AEA77-5FFD-42A3-9E95-356236BF03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058" name="Group 1066">
                <a:extLst>
                  <a:ext uri="{FF2B5EF4-FFF2-40B4-BE49-F238E27FC236}">
                    <a16:creationId xmlns:a16="http://schemas.microsoft.com/office/drawing/2014/main" id="{85714482-66B2-44B7-8DE5-FE17AE36E44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6069" name="Line 1067">
                  <a:extLst>
                    <a:ext uri="{FF2B5EF4-FFF2-40B4-BE49-F238E27FC236}">
                      <a16:creationId xmlns:a16="http://schemas.microsoft.com/office/drawing/2014/main" id="{709707A6-2A0F-49DF-935F-4103340E59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70" name="Line 1068">
                  <a:extLst>
                    <a:ext uri="{FF2B5EF4-FFF2-40B4-BE49-F238E27FC236}">
                      <a16:creationId xmlns:a16="http://schemas.microsoft.com/office/drawing/2014/main" id="{70CC412B-9729-4605-A21F-9DE694410C3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71" name="Line 1069">
                  <a:extLst>
                    <a:ext uri="{FF2B5EF4-FFF2-40B4-BE49-F238E27FC236}">
                      <a16:creationId xmlns:a16="http://schemas.microsoft.com/office/drawing/2014/main" id="{8B380E1F-FB64-416E-9859-6171518BBB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6059" name="Group 1070">
                <a:extLst>
                  <a:ext uri="{FF2B5EF4-FFF2-40B4-BE49-F238E27FC236}">
                    <a16:creationId xmlns:a16="http://schemas.microsoft.com/office/drawing/2014/main" id="{DAD97EC4-7148-467C-BE97-8A86CFD77B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6066" name="Line 1071">
                  <a:extLst>
                    <a:ext uri="{FF2B5EF4-FFF2-40B4-BE49-F238E27FC236}">
                      <a16:creationId xmlns:a16="http://schemas.microsoft.com/office/drawing/2014/main" id="{AAEA0BC8-EF1C-49BF-9008-3B2BBE6FACF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67" name="Line 1072">
                  <a:extLst>
                    <a:ext uri="{FF2B5EF4-FFF2-40B4-BE49-F238E27FC236}">
                      <a16:creationId xmlns:a16="http://schemas.microsoft.com/office/drawing/2014/main" id="{420488A7-4AC1-4477-B580-DBDE124DD8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68" name="Line 1073">
                  <a:extLst>
                    <a:ext uri="{FF2B5EF4-FFF2-40B4-BE49-F238E27FC236}">
                      <a16:creationId xmlns:a16="http://schemas.microsoft.com/office/drawing/2014/main" id="{C3E96775-F70F-4149-8195-C285C02AFA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6060" name="Rectangle 1074">
                <a:extLst>
                  <a:ext uri="{FF2B5EF4-FFF2-40B4-BE49-F238E27FC236}">
                    <a16:creationId xmlns:a16="http://schemas.microsoft.com/office/drawing/2014/main" id="{AF2B8C75-8A6A-4720-BB76-40A4DD66B6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61" name="Rectangle 1075">
                <a:extLst>
                  <a:ext uri="{FF2B5EF4-FFF2-40B4-BE49-F238E27FC236}">
                    <a16:creationId xmlns:a16="http://schemas.microsoft.com/office/drawing/2014/main" id="{C77A341D-C118-4F61-83B6-831D53D821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62" name="Line 1076">
                <a:extLst>
                  <a:ext uri="{FF2B5EF4-FFF2-40B4-BE49-F238E27FC236}">
                    <a16:creationId xmlns:a16="http://schemas.microsoft.com/office/drawing/2014/main" id="{2F72547A-3405-4939-B688-F7519F1F5A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63" name="Line 1077">
                <a:extLst>
                  <a:ext uri="{FF2B5EF4-FFF2-40B4-BE49-F238E27FC236}">
                    <a16:creationId xmlns:a16="http://schemas.microsoft.com/office/drawing/2014/main" id="{62E222FB-7FD8-4734-9578-5A2B778791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64" name="Rectangle 1078">
                <a:extLst>
                  <a:ext uri="{FF2B5EF4-FFF2-40B4-BE49-F238E27FC236}">
                    <a16:creationId xmlns:a16="http://schemas.microsoft.com/office/drawing/2014/main" id="{3DFCA0E5-0E55-4D7B-840D-3AAD945622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65" name="Text Box 1079">
                <a:extLst>
                  <a:ext uri="{FF2B5EF4-FFF2-40B4-BE49-F238E27FC236}">
                    <a16:creationId xmlns:a16="http://schemas.microsoft.com/office/drawing/2014/main" id="{B5523F5D-7EDB-4610-86AE-02970507CE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3" name="Group 1080">
              <a:extLst>
                <a:ext uri="{FF2B5EF4-FFF2-40B4-BE49-F238E27FC236}">
                  <a16:creationId xmlns:a16="http://schemas.microsoft.com/office/drawing/2014/main" id="{2392F08F-13C2-49B8-A13E-B07565BE83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61" y="1148"/>
              <a:ext cx="513" cy="442"/>
              <a:chOff x="3937" y="633"/>
              <a:chExt cx="513" cy="442"/>
            </a:xfrm>
          </p:grpSpPr>
          <p:sp>
            <p:nvSpPr>
              <p:cNvPr id="76030" name="Line 1081">
                <a:extLst>
                  <a:ext uri="{FF2B5EF4-FFF2-40B4-BE49-F238E27FC236}">
                    <a16:creationId xmlns:a16="http://schemas.microsoft.com/office/drawing/2014/main" id="{3F7E5DE7-5A86-4D54-B0C4-DA8E25AFD5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31" name="Line 1082">
                <a:extLst>
                  <a:ext uri="{FF2B5EF4-FFF2-40B4-BE49-F238E27FC236}">
                    <a16:creationId xmlns:a16="http://schemas.microsoft.com/office/drawing/2014/main" id="{C1CF7F77-609A-408D-AD6A-38FE65A9F9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32" name="Oval 1083">
                <a:extLst>
                  <a:ext uri="{FF2B5EF4-FFF2-40B4-BE49-F238E27FC236}">
                    <a16:creationId xmlns:a16="http://schemas.microsoft.com/office/drawing/2014/main" id="{318C142B-DFBE-4DED-8AEF-6B361D4F45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33" name="Line 1084">
                <a:extLst>
                  <a:ext uri="{FF2B5EF4-FFF2-40B4-BE49-F238E27FC236}">
                    <a16:creationId xmlns:a16="http://schemas.microsoft.com/office/drawing/2014/main" id="{7AA3F377-CFE3-432B-98C0-78DC456FF4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34" name="Line 1085">
                <a:extLst>
                  <a:ext uri="{FF2B5EF4-FFF2-40B4-BE49-F238E27FC236}">
                    <a16:creationId xmlns:a16="http://schemas.microsoft.com/office/drawing/2014/main" id="{8201051B-0141-4313-B4A5-12BA8FED11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35" name="Rectangle 1086">
                <a:extLst>
                  <a:ext uri="{FF2B5EF4-FFF2-40B4-BE49-F238E27FC236}">
                    <a16:creationId xmlns:a16="http://schemas.microsoft.com/office/drawing/2014/main" id="{95B861B2-BBA4-4F53-8588-4B4C587B4D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6036" name="Oval 1087">
                <a:extLst>
                  <a:ext uri="{FF2B5EF4-FFF2-40B4-BE49-F238E27FC236}">
                    <a16:creationId xmlns:a16="http://schemas.microsoft.com/office/drawing/2014/main" id="{ADD6F4EA-7677-4115-BAAE-728E4138D2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037" name="Group 1088">
                <a:extLst>
                  <a:ext uri="{FF2B5EF4-FFF2-40B4-BE49-F238E27FC236}">
                    <a16:creationId xmlns:a16="http://schemas.microsoft.com/office/drawing/2014/main" id="{EB7FEC6B-A4D1-4BD6-A026-65A691DB29E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6048" name="Line 1089">
                  <a:extLst>
                    <a:ext uri="{FF2B5EF4-FFF2-40B4-BE49-F238E27FC236}">
                      <a16:creationId xmlns:a16="http://schemas.microsoft.com/office/drawing/2014/main" id="{A0251558-7CE2-4032-B753-D958883686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49" name="Line 1090">
                  <a:extLst>
                    <a:ext uri="{FF2B5EF4-FFF2-40B4-BE49-F238E27FC236}">
                      <a16:creationId xmlns:a16="http://schemas.microsoft.com/office/drawing/2014/main" id="{3F1DBE46-DD55-4668-A716-08B6FB30A2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50" name="Line 1091">
                  <a:extLst>
                    <a:ext uri="{FF2B5EF4-FFF2-40B4-BE49-F238E27FC236}">
                      <a16:creationId xmlns:a16="http://schemas.microsoft.com/office/drawing/2014/main" id="{74513B34-241D-4752-AFF8-0DA27E82C1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6038" name="Group 1092">
                <a:extLst>
                  <a:ext uri="{FF2B5EF4-FFF2-40B4-BE49-F238E27FC236}">
                    <a16:creationId xmlns:a16="http://schemas.microsoft.com/office/drawing/2014/main" id="{0A948E03-2CB9-4EE7-A255-0B6E9C83C5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6045" name="Line 1093">
                  <a:extLst>
                    <a:ext uri="{FF2B5EF4-FFF2-40B4-BE49-F238E27FC236}">
                      <a16:creationId xmlns:a16="http://schemas.microsoft.com/office/drawing/2014/main" id="{8F186A24-3712-4935-B78E-B29F5748B9B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46" name="Line 1094">
                  <a:extLst>
                    <a:ext uri="{FF2B5EF4-FFF2-40B4-BE49-F238E27FC236}">
                      <a16:creationId xmlns:a16="http://schemas.microsoft.com/office/drawing/2014/main" id="{CCB896CE-AEB5-4F87-A4C4-CF29A4F770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47" name="Line 1095">
                  <a:extLst>
                    <a:ext uri="{FF2B5EF4-FFF2-40B4-BE49-F238E27FC236}">
                      <a16:creationId xmlns:a16="http://schemas.microsoft.com/office/drawing/2014/main" id="{97350584-3F88-4C4B-9679-8D0D9E7B37D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6039" name="Rectangle 1096">
                <a:extLst>
                  <a:ext uri="{FF2B5EF4-FFF2-40B4-BE49-F238E27FC236}">
                    <a16:creationId xmlns:a16="http://schemas.microsoft.com/office/drawing/2014/main" id="{EE1574BD-8900-4724-BBCD-40A808FF53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40" name="Rectangle 1097">
                <a:extLst>
                  <a:ext uri="{FF2B5EF4-FFF2-40B4-BE49-F238E27FC236}">
                    <a16:creationId xmlns:a16="http://schemas.microsoft.com/office/drawing/2014/main" id="{6432F9F3-0D48-4B78-B271-B51E321A6C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41" name="Line 1098">
                <a:extLst>
                  <a:ext uri="{FF2B5EF4-FFF2-40B4-BE49-F238E27FC236}">
                    <a16:creationId xmlns:a16="http://schemas.microsoft.com/office/drawing/2014/main" id="{4D96EC0A-57AF-47EC-A4CF-57D6937AF3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42" name="Line 1099">
                <a:extLst>
                  <a:ext uri="{FF2B5EF4-FFF2-40B4-BE49-F238E27FC236}">
                    <a16:creationId xmlns:a16="http://schemas.microsoft.com/office/drawing/2014/main" id="{6286F78B-1ECB-49E7-863C-492D1DF921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43" name="Rectangle 1100">
                <a:extLst>
                  <a:ext uri="{FF2B5EF4-FFF2-40B4-BE49-F238E27FC236}">
                    <a16:creationId xmlns:a16="http://schemas.microsoft.com/office/drawing/2014/main" id="{B0748788-1571-4387-BBDF-1CB453EE87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44" name="Text Box 1101">
                <a:extLst>
                  <a:ext uri="{FF2B5EF4-FFF2-40B4-BE49-F238E27FC236}">
                    <a16:creationId xmlns:a16="http://schemas.microsoft.com/office/drawing/2014/main" id="{C7CDDD5E-A6B7-4C7D-BE1F-A2F9A982A1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4" name="Group 1102">
              <a:extLst>
                <a:ext uri="{FF2B5EF4-FFF2-40B4-BE49-F238E27FC236}">
                  <a16:creationId xmlns:a16="http://schemas.microsoft.com/office/drawing/2014/main" id="{46AB1E17-BA42-4EAF-9E8B-7FDECC7863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02" y="1523"/>
              <a:ext cx="513" cy="442"/>
              <a:chOff x="3937" y="633"/>
              <a:chExt cx="513" cy="442"/>
            </a:xfrm>
          </p:grpSpPr>
          <p:sp>
            <p:nvSpPr>
              <p:cNvPr id="76009" name="Line 1103">
                <a:extLst>
                  <a:ext uri="{FF2B5EF4-FFF2-40B4-BE49-F238E27FC236}">
                    <a16:creationId xmlns:a16="http://schemas.microsoft.com/office/drawing/2014/main" id="{FF9CFE11-AC6B-4F2E-90C7-FD31790801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10" name="Line 1104">
                <a:extLst>
                  <a:ext uri="{FF2B5EF4-FFF2-40B4-BE49-F238E27FC236}">
                    <a16:creationId xmlns:a16="http://schemas.microsoft.com/office/drawing/2014/main" id="{DD58FFA2-9889-4531-8E32-A187A0E98F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11" name="Oval 1105">
                <a:extLst>
                  <a:ext uri="{FF2B5EF4-FFF2-40B4-BE49-F238E27FC236}">
                    <a16:creationId xmlns:a16="http://schemas.microsoft.com/office/drawing/2014/main" id="{BBE4F54F-EED0-4DDE-B169-AC2240E3BA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12" name="Line 1106">
                <a:extLst>
                  <a:ext uri="{FF2B5EF4-FFF2-40B4-BE49-F238E27FC236}">
                    <a16:creationId xmlns:a16="http://schemas.microsoft.com/office/drawing/2014/main" id="{569D6FD4-9B9C-4DCD-AF56-5A23F6EFBA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13" name="Line 1107">
                <a:extLst>
                  <a:ext uri="{FF2B5EF4-FFF2-40B4-BE49-F238E27FC236}">
                    <a16:creationId xmlns:a16="http://schemas.microsoft.com/office/drawing/2014/main" id="{C5408001-42DF-4FB2-A549-7D4C315854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14" name="Rectangle 1108">
                <a:extLst>
                  <a:ext uri="{FF2B5EF4-FFF2-40B4-BE49-F238E27FC236}">
                    <a16:creationId xmlns:a16="http://schemas.microsoft.com/office/drawing/2014/main" id="{752FD2D4-04E4-4F7D-834D-D03F0FE2D6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6015" name="Oval 1109">
                <a:extLst>
                  <a:ext uri="{FF2B5EF4-FFF2-40B4-BE49-F238E27FC236}">
                    <a16:creationId xmlns:a16="http://schemas.microsoft.com/office/drawing/2014/main" id="{BA00A70A-5F0F-4B7D-91FA-08B19E40FB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016" name="Group 1110">
                <a:extLst>
                  <a:ext uri="{FF2B5EF4-FFF2-40B4-BE49-F238E27FC236}">
                    <a16:creationId xmlns:a16="http://schemas.microsoft.com/office/drawing/2014/main" id="{37A30606-D85D-434B-B528-8B538DBCECB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6027" name="Line 1111">
                  <a:extLst>
                    <a:ext uri="{FF2B5EF4-FFF2-40B4-BE49-F238E27FC236}">
                      <a16:creationId xmlns:a16="http://schemas.microsoft.com/office/drawing/2014/main" id="{CB1FC708-9DEC-4FE6-A6AD-D7DDB60860A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28" name="Line 1112">
                  <a:extLst>
                    <a:ext uri="{FF2B5EF4-FFF2-40B4-BE49-F238E27FC236}">
                      <a16:creationId xmlns:a16="http://schemas.microsoft.com/office/drawing/2014/main" id="{F1FE89C2-5EAF-4B97-98B4-1431536F41F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29" name="Line 1113">
                  <a:extLst>
                    <a:ext uri="{FF2B5EF4-FFF2-40B4-BE49-F238E27FC236}">
                      <a16:creationId xmlns:a16="http://schemas.microsoft.com/office/drawing/2014/main" id="{A87D5C70-7152-4DAB-8681-27A0BFBAE88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6017" name="Group 1114">
                <a:extLst>
                  <a:ext uri="{FF2B5EF4-FFF2-40B4-BE49-F238E27FC236}">
                    <a16:creationId xmlns:a16="http://schemas.microsoft.com/office/drawing/2014/main" id="{B790CAD4-8265-4422-9AD5-FA3CC00E53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6024" name="Line 1115">
                  <a:extLst>
                    <a:ext uri="{FF2B5EF4-FFF2-40B4-BE49-F238E27FC236}">
                      <a16:creationId xmlns:a16="http://schemas.microsoft.com/office/drawing/2014/main" id="{0C95AFC8-018A-4F97-B23B-A0C3DD8CD0B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25" name="Line 1116">
                  <a:extLst>
                    <a:ext uri="{FF2B5EF4-FFF2-40B4-BE49-F238E27FC236}">
                      <a16:creationId xmlns:a16="http://schemas.microsoft.com/office/drawing/2014/main" id="{EDE3B813-7EAA-4867-A060-ECA64F8683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26" name="Line 1117">
                  <a:extLst>
                    <a:ext uri="{FF2B5EF4-FFF2-40B4-BE49-F238E27FC236}">
                      <a16:creationId xmlns:a16="http://schemas.microsoft.com/office/drawing/2014/main" id="{604A1E48-9177-4DC6-AD9A-CB904E5A1D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6018" name="Rectangle 1118">
                <a:extLst>
                  <a:ext uri="{FF2B5EF4-FFF2-40B4-BE49-F238E27FC236}">
                    <a16:creationId xmlns:a16="http://schemas.microsoft.com/office/drawing/2014/main" id="{BDE11120-1D06-4202-8941-EDB573A7AD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19" name="Rectangle 1119">
                <a:extLst>
                  <a:ext uri="{FF2B5EF4-FFF2-40B4-BE49-F238E27FC236}">
                    <a16:creationId xmlns:a16="http://schemas.microsoft.com/office/drawing/2014/main" id="{29E030C3-A7E0-4424-AB85-90DF8EF2EA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20" name="Line 1120">
                <a:extLst>
                  <a:ext uri="{FF2B5EF4-FFF2-40B4-BE49-F238E27FC236}">
                    <a16:creationId xmlns:a16="http://schemas.microsoft.com/office/drawing/2014/main" id="{C6BFE4A3-5221-4344-8C84-0F78868EB9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21" name="Line 1121">
                <a:extLst>
                  <a:ext uri="{FF2B5EF4-FFF2-40B4-BE49-F238E27FC236}">
                    <a16:creationId xmlns:a16="http://schemas.microsoft.com/office/drawing/2014/main" id="{BDD6E344-BC82-4839-AE27-3D87E93685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22" name="Rectangle 1122">
                <a:extLst>
                  <a:ext uri="{FF2B5EF4-FFF2-40B4-BE49-F238E27FC236}">
                    <a16:creationId xmlns:a16="http://schemas.microsoft.com/office/drawing/2014/main" id="{90845442-765D-4BE9-9B01-42EB81EECD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23" name="Text Box 1123">
                <a:extLst>
                  <a:ext uri="{FF2B5EF4-FFF2-40B4-BE49-F238E27FC236}">
                    <a16:creationId xmlns:a16="http://schemas.microsoft.com/office/drawing/2014/main" id="{00CABC69-FCEE-44B7-A7EE-F5C596FCAF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5" name="Group 1124">
              <a:extLst>
                <a:ext uri="{FF2B5EF4-FFF2-40B4-BE49-F238E27FC236}">
                  <a16:creationId xmlns:a16="http://schemas.microsoft.com/office/drawing/2014/main" id="{1E0EACC6-6CDA-4C81-AD09-D50066CC601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97" y="1157"/>
              <a:ext cx="513" cy="442"/>
              <a:chOff x="3937" y="633"/>
              <a:chExt cx="513" cy="442"/>
            </a:xfrm>
          </p:grpSpPr>
          <p:sp>
            <p:nvSpPr>
              <p:cNvPr id="75988" name="Line 1125">
                <a:extLst>
                  <a:ext uri="{FF2B5EF4-FFF2-40B4-BE49-F238E27FC236}">
                    <a16:creationId xmlns:a16="http://schemas.microsoft.com/office/drawing/2014/main" id="{3EF3CE0F-A0F1-40A2-855F-25BFC7C09C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89" name="Line 1126">
                <a:extLst>
                  <a:ext uri="{FF2B5EF4-FFF2-40B4-BE49-F238E27FC236}">
                    <a16:creationId xmlns:a16="http://schemas.microsoft.com/office/drawing/2014/main" id="{D8D9A72D-CF81-4628-B866-BE084651F6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90" name="Oval 1127">
                <a:extLst>
                  <a:ext uri="{FF2B5EF4-FFF2-40B4-BE49-F238E27FC236}">
                    <a16:creationId xmlns:a16="http://schemas.microsoft.com/office/drawing/2014/main" id="{41A10BA0-C205-4F8A-AF18-9A6F160136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91" name="Line 1128">
                <a:extLst>
                  <a:ext uri="{FF2B5EF4-FFF2-40B4-BE49-F238E27FC236}">
                    <a16:creationId xmlns:a16="http://schemas.microsoft.com/office/drawing/2014/main" id="{CC78257C-5F9B-4091-A32C-82F4026343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92" name="Line 1129">
                <a:extLst>
                  <a:ext uri="{FF2B5EF4-FFF2-40B4-BE49-F238E27FC236}">
                    <a16:creationId xmlns:a16="http://schemas.microsoft.com/office/drawing/2014/main" id="{E9742916-FCD5-4DC4-9421-A6043C10E3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93" name="Rectangle 1130">
                <a:extLst>
                  <a:ext uri="{FF2B5EF4-FFF2-40B4-BE49-F238E27FC236}">
                    <a16:creationId xmlns:a16="http://schemas.microsoft.com/office/drawing/2014/main" id="{49B7B080-8461-4A7A-981D-3097B06DA4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994" name="Oval 1131">
                <a:extLst>
                  <a:ext uri="{FF2B5EF4-FFF2-40B4-BE49-F238E27FC236}">
                    <a16:creationId xmlns:a16="http://schemas.microsoft.com/office/drawing/2014/main" id="{4E10ECC4-6DD5-4BF4-8C97-31305D63F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995" name="Group 1132">
                <a:extLst>
                  <a:ext uri="{FF2B5EF4-FFF2-40B4-BE49-F238E27FC236}">
                    <a16:creationId xmlns:a16="http://schemas.microsoft.com/office/drawing/2014/main" id="{C638797A-5A95-4A8A-8C5F-8C7AA8EF63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6006" name="Line 1133">
                  <a:extLst>
                    <a:ext uri="{FF2B5EF4-FFF2-40B4-BE49-F238E27FC236}">
                      <a16:creationId xmlns:a16="http://schemas.microsoft.com/office/drawing/2014/main" id="{4A7F24D1-69F9-4012-9F8D-83C74DED5E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07" name="Line 1134">
                  <a:extLst>
                    <a:ext uri="{FF2B5EF4-FFF2-40B4-BE49-F238E27FC236}">
                      <a16:creationId xmlns:a16="http://schemas.microsoft.com/office/drawing/2014/main" id="{680E296C-2BD1-4E05-ABE4-5926B30146A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08" name="Line 1135">
                  <a:extLst>
                    <a:ext uri="{FF2B5EF4-FFF2-40B4-BE49-F238E27FC236}">
                      <a16:creationId xmlns:a16="http://schemas.microsoft.com/office/drawing/2014/main" id="{A190C1A6-E8C1-401B-97DF-BF80F04AD5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996" name="Group 1136">
                <a:extLst>
                  <a:ext uri="{FF2B5EF4-FFF2-40B4-BE49-F238E27FC236}">
                    <a16:creationId xmlns:a16="http://schemas.microsoft.com/office/drawing/2014/main" id="{92F40066-0C44-4759-AF09-2817EFA8D7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6003" name="Line 1137">
                  <a:extLst>
                    <a:ext uri="{FF2B5EF4-FFF2-40B4-BE49-F238E27FC236}">
                      <a16:creationId xmlns:a16="http://schemas.microsoft.com/office/drawing/2014/main" id="{6628FD78-D7A4-43FA-A86D-6D3FB4FC7C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04" name="Line 1138">
                  <a:extLst>
                    <a:ext uri="{FF2B5EF4-FFF2-40B4-BE49-F238E27FC236}">
                      <a16:creationId xmlns:a16="http://schemas.microsoft.com/office/drawing/2014/main" id="{43B41DB2-3D98-49DC-8C91-7F1BA58480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6005" name="Line 1139">
                  <a:extLst>
                    <a:ext uri="{FF2B5EF4-FFF2-40B4-BE49-F238E27FC236}">
                      <a16:creationId xmlns:a16="http://schemas.microsoft.com/office/drawing/2014/main" id="{31E29F15-3653-42C4-93C9-7E809DD648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997" name="Rectangle 1140">
                <a:extLst>
                  <a:ext uri="{FF2B5EF4-FFF2-40B4-BE49-F238E27FC236}">
                    <a16:creationId xmlns:a16="http://schemas.microsoft.com/office/drawing/2014/main" id="{76E3AB2A-A33B-49DD-99C0-3FFBE92218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98" name="Rectangle 1141">
                <a:extLst>
                  <a:ext uri="{FF2B5EF4-FFF2-40B4-BE49-F238E27FC236}">
                    <a16:creationId xmlns:a16="http://schemas.microsoft.com/office/drawing/2014/main" id="{74FF8C06-A0B9-4BC7-BEC1-391421F053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99" name="Line 1142">
                <a:extLst>
                  <a:ext uri="{FF2B5EF4-FFF2-40B4-BE49-F238E27FC236}">
                    <a16:creationId xmlns:a16="http://schemas.microsoft.com/office/drawing/2014/main" id="{496F5353-8AE9-487F-A653-481002F75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00" name="Line 1143">
                <a:extLst>
                  <a:ext uri="{FF2B5EF4-FFF2-40B4-BE49-F238E27FC236}">
                    <a16:creationId xmlns:a16="http://schemas.microsoft.com/office/drawing/2014/main" id="{3189B226-0BBB-40B4-B214-3D851742C7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6001" name="Rectangle 1144">
                <a:extLst>
                  <a:ext uri="{FF2B5EF4-FFF2-40B4-BE49-F238E27FC236}">
                    <a16:creationId xmlns:a16="http://schemas.microsoft.com/office/drawing/2014/main" id="{FF0159CC-2CC6-4B63-A9C3-8041AD2476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6002" name="Text Box 1145">
                <a:extLst>
                  <a:ext uri="{FF2B5EF4-FFF2-40B4-BE49-F238E27FC236}">
                    <a16:creationId xmlns:a16="http://schemas.microsoft.com/office/drawing/2014/main" id="{98EF6D0B-3946-4B62-A3CB-5068053D526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6" name="Group 1146">
              <a:extLst>
                <a:ext uri="{FF2B5EF4-FFF2-40B4-BE49-F238E27FC236}">
                  <a16:creationId xmlns:a16="http://schemas.microsoft.com/office/drawing/2014/main" id="{048764A5-036D-46C2-90A9-16DA417B96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9" y="2239"/>
              <a:ext cx="513" cy="442"/>
              <a:chOff x="3937" y="633"/>
              <a:chExt cx="513" cy="442"/>
            </a:xfrm>
          </p:grpSpPr>
          <p:sp>
            <p:nvSpPr>
              <p:cNvPr id="75967" name="Line 1147">
                <a:extLst>
                  <a:ext uri="{FF2B5EF4-FFF2-40B4-BE49-F238E27FC236}">
                    <a16:creationId xmlns:a16="http://schemas.microsoft.com/office/drawing/2014/main" id="{3396B23F-14A3-4B3A-82AD-A975C3E2F29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68" name="Line 1148">
                <a:extLst>
                  <a:ext uri="{FF2B5EF4-FFF2-40B4-BE49-F238E27FC236}">
                    <a16:creationId xmlns:a16="http://schemas.microsoft.com/office/drawing/2014/main" id="{CFF6028A-AF6C-45FA-B68D-DDCE2E3CAF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69" name="Oval 1149">
                <a:extLst>
                  <a:ext uri="{FF2B5EF4-FFF2-40B4-BE49-F238E27FC236}">
                    <a16:creationId xmlns:a16="http://schemas.microsoft.com/office/drawing/2014/main" id="{52C581B0-0E7F-4E61-B7A3-011292C08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70" name="Line 1150">
                <a:extLst>
                  <a:ext uri="{FF2B5EF4-FFF2-40B4-BE49-F238E27FC236}">
                    <a16:creationId xmlns:a16="http://schemas.microsoft.com/office/drawing/2014/main" id="{8F72DD04-9EE0-48C6-B6BD-5B41275A6C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71" name="Line 1151">
                <a:extLst>
                  <a:ext uri="{FF2B5EF4-FFF2-40B4-BE49-F238E27FC236}">
                    <a16:creationId xmlns:a16="http://schemas.microsoft.com/office/drawing/2014/main" id="{D7407D6A-5918-4641-A6B8-2F195D388A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72" name="Rectangle 1152">
                <a:extLst>
                  <a:ext uri="{FF2B5EF4-FFF2-40B4-BE49-F238E27FC236}">
                    <a16:creationId xmlns:a16="http://schemas.microsoft.com/office/drawing/2014/main" id="{43D1C923-3350-48AE-A56B-E2271C8DF4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973" name="Oval 1153">
                <a:extLst>
                  <a:ext uri="{FF2B5EF4-FFF2-40B4-BE49-F238E27FC236}">
                    <a16:creationId xmlns:a16="http://schemas.microsoft.com/office/drawing/2014/main" id="{0599B0F5-DB3C-402C-9103-BD448B37D6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974" name="Group 1154">
                <a:extLst>
                  <a:ext uri="{FF2B5EF4-FFF2-40B4-BE49-F238E27FC236}">
                    <a16:creationId xmlns:a16="http://schemas.microsoft.com/office/drawing/2014/main" id="{F83FBED3-E581-49BB-8A47-48046DCD7E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5985" name="Line 1155">
                  <a:extLst>
                    <a:ext uri="{FF2B5EF4-FFF2-40B4-BE49-F238E27FC236}">
                      <a16:creationId xmlns:a16="http://schemas.microsoft.com/office/drawing/2014/main" id="{A058433A-BD8C-4BDB-AAC0-0D2F086AC2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86" name="Line 1156">
                  <a:extLst>
                    <a:ext uri="{FF2B5EF4-FFF2-40B4-BE49-F238E27FC236}">
                      <a16:creationId xmlns:a16="http://schemas.microsoft.com/office/drawing/2014/main" id="{E10EAA8D-3CE3-4165-887F-36A533C8260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87" name="Line 1157">
                  <a:extLst>
                    <a:ext uri="{FF2B5EF4-FFF2-40B4-BE49-F238E27FC236}">
                      <a16:creationId xmlns:a16="http://schemas.microsoft.com/office/drawing/2014/main" id="{C74E93DF-CD2D-4E94-9F2F-7A98BFDF25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975" name="Group 1158">
                <a:extLst>
                  <a:ext uri="{FF2B5EF4-FFF2-40B4-BE49-F238E27FC236}">
                    <a16:creationId xmlns:a16="http://schemas.microsoft.com/office/drawing/2014/main" id="{A25EFF77-1E99-43F0-AE07-CC4C797CFE8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5982" name="Line 1159">
                  <a:extLst>
                    <a:ext uri="{FF2B5EF4-FFF2-40B4-BE49-F238E27FC236}">
                      <a16:creationId xmlns:a16="http://schemas.microsoft.com/office/drawing/2014/main" id="{068909DD-0CD5-4734-BB42-29CD7D95AD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83" name="Line 1160">
                  <a:extLst>
                    <a:ext uri="{FF2B5EF4-FFF2-40B4-BE49-F238E27FC236}">
                      <a16:creationId xmlns:a16="http://schemas.microsoft.com/office/drawing/2014/main" id="{EC630DB9-2C09-48D1-9F1F-D7C4ABC555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84" name="Line 1161">
                  <a:extLst>
                    <a:ext uri="{FF2B5EF4-FFF2-40B4-BE49-F238E27FC236}">
                      <a16:creationId xmlns:a16="http://schemas.microsoft.com/office/drawing/2014/main" id="{37A6A54B-FB65-4E1A-893E-B7EF03EF151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976" name="Rectangle 1162">
                <a:extLst>
                  <a:ext uri="{FF2B5EF4-FFF2-40B4-BE49-F238E27FC236}">
                    <a16:creationId xmlns:a16="http://schemas.microsoft.com/office/drawing/2014/main" id="{94CFCF76-6864-4325-888E-229331CD1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77" name="Rectangle 1163">
                <a:extLst>
                  <a:ext uri="{FF2B5EF4-FFF2-40B4-BE49-F238E27FC236}">
                    <a16:creationId xmlns:a16="http://schemas.microsoft.com/office/drawing/2014/main" id="{AD74042C-1470-4042-870C-51C2AA14A9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78" name="Line 1164">
                <a:extLst>
                  <a:ext uri="{FF2B5EF4-FFF2-40B4-BE49-F238E27FC236}">
                    <a16:creationId xmlns:a16="http://schemas.microsoft.com/office/drawing/2014/main" id="{1A13E225-E8C1-4F01-B976-1A40310201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79" name="Line 1165">
                <a:extLst>
                  <a:ext uri="{FF2B5EF4-FFF2-40B4-BE49-F238E27FC236}">
                    <a16:creationId xmlns:a16="http://schemas.microsoft.com/office/drawing/2014/main" id="{AE779C70-0BFF-4DD0-A368-D343272637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80" name="Rectangle 1166">
                <a:extLst>
                  <a:ext uri="{FF2B5EF4-FFF2-40B4-BE49-F238E27FC236}">
                    <a16:creationId xmlns:a16="http://schemas.microsoft.com/office/drawing/2014/main" id="{67E9AD65-3906-419F-B255-2D531916E8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81" name="Text Box 1167">
                <a:extLst>
                  <a:ext uri="{FF2B5EF4-FFF2-40B4-BE49-F238E27FC236}">
                    <a16:creationId xmlns:a16="http://schemas.microsoft.com/office/drawing/2014/main" id="{906D14FF-4819-4B34-BD2F-502EC53F5B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7" name="Group 1168">
              <a:extLst>
                <a:ext uri="{FF2B5EF4-FFF2-40B4-BE49-F238E27FC236}">
                  <a16:creationId xmlns:a16="http://schemas.microsoft.com/office/drawing/2014/main" id="{774530EE-CFFA-4778-9D50-D492C3D91F5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65" y="1995"/>
              <a:ext cx="513" cy="442"/>
              <a:chOff x="3937" y="633"/>
              <a:chExt cx="513" cy="442"/>
            </a:xfrm>
          </p:grpSpPr>
          <p:sp>
            <p:nvSpPr>
              <p:cNvPr id="75946" name="Line 1169">
                <a:extLst>
                  <a:ext uri="{FF2B5EF4-FFF2-40B4-BE49-F238E27FC236}">
                    <a16:creationId xmlns:a16="http://schemas.microsoft.com/office/drawing/2014/main" id="{4AEA8C86-358A-449A-B8F5-3E03BC8180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47" name="Line 1170">
                <a:extLst>
                  <a:ext uri="{FF2B5EF4-FFF2-40B4-BE49-F238E27FC236}">
                    <a16:creationId xmlns:a16="http://schemas.microsoft.com/office/drawing/2014/main" id="{CC37F352-9442-4751-9CFF-79185E502F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48" name="Oval 1171">
                <a:extLst>
                  <a:ext uri="{FF2B5EF4-FFF2-40B4-BE49-F238E27FC236}">
                    <a16:creationId xmlns:a16="http://schemas.microsoft.com/office/drawing/2014/main" id="{95299048-609D-42AB-93C0-FB2AEB57E5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49" name="Line 1172">
                <a:extLst>
                  <a:ext uri="{FF2B5EF4-FFF2-40B4-BE49-F238E27FC236}">
                    <a16:creationId xmlns:a16="http://schemas.microsoft.com/office/drawing/2014/main" id="{579147B7-F6E9-4748-81A9-AAED7D8FB5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50" name="Line 1173">
                <a:extLst>
                  <a:ext uri="{FF2B5EF4-FFF2-40B4-BE49-F238E27FC236}">
                    <a16:creationId xmlns:a16="http://schemas.microsoft.com/office/drawing/2014/main" id="{5ED815EE-CD2B-4B11-B6E1-E581423FF5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51" name="Rectangle 1174">
                <a:extLst>
                  <a:ext uri="{FF2B5EF4-FFF2-40B4-BE49-F238E27FC236}">
                    <a16:creationId xmlns:a16="http://schemas.microsoft.com/office/drawing/2014/main" id="{DD515123-2CE9-4C97-AD3A-F960621BEB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952" name="Oval 1175">
                <a:extLst>
                  <a:ext uri="{FF2B5EF4-FFF2-40B4-BE49-F238E27FC236}">
                    <a16:creationId xmlns:a16="http://schemas.microsoft.com/office/drawing/2014/main" id="{6DA52172-3652-4094-96E0-6ADD951453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953" name="Group 1176">
                <a:extLst>
                  <a:ext uri="{FF2B5EF4-FFF2-40B4-BE49-F238E27FC236}">
                    <a16:creationId xmlns:a16="http://schemas.microsoft.com/office/drawing/2014/main" id="{7F4375AD-1A30-4BF9-B568-2246D3D4786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5964" name="Line 1177">
                  <a:extLst>
                    <a:ext uri="{FF2B5EF4-FFF2-40B4-BE49-F238E27FC236}">
                      <a16:creationId xmlns:a16="http://schemas.microsoft.com/office/drawing/2014/main" id="{43612B67-BC75-49F9-BEAF-A10A6B03B2A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65" name="Line 1178">
                  <a:extLst>
                    <a:ext uri="{FF2B5EF4-FFF2-40B4-BE49-F238E27FC236}">
                      <a16:creationId xmlns:a16="http://schemas.microsoft.com/office/drawing/2014/main" id="{F4E8927B-10BE-4AE7-B402-2BC5A5476B3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66" name="Line 1179">
                  <a:extLst>
                    <a:ext uri="{FF2B5EF4-FFF2-40B4-BE49-F238E27FC236}">
                      <a16:creationId xmlns:a16="http://schemas.microsoft.com/office/drawing/2014/main" id="{FA1FB368-AC4E-47F9-8A94-569C891944A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954" name="Group 1180">
                <a:extLst>
                  <a:ext uri="{FF2B5EF4-FFF2-40B4-BE49-F238E27FC236}">
                    <a16:creationId xmlns:a16="http://schemas.microsoft.com/office/drawing/2014/main" id="{5B30A8D3-8534-457F-B252-BE3ED8B5DA1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5961" name="Line 1181">
                  <a:extLst>
                    <a:ext uri="{FF2B5EF4-FFF2-40B4-BE49-F238E27FC236}">
                      <a16:creationId xmlns:a16="http://schemas.microsoft.com/office/drawing/2014/main" id="{C2682482-D8D3-4A5C-9EB2-3E21319759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62" name="Line 1182">
                  <a:extLst>
                    <a:ext uri="{FF2B5EF4-FFF2-40B4-BE49-F238E27FC236}">
                      <a16:creationId xmlns:a16="http://schemas.microsoft.com/office/drawing/2014/main" id="{7C7A7E95-DDA4-4E6D-891B-F518108F432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63" name="Line 1183">
                  <a:extLst>
                    <a:ext uri="{FF2B5EF4-FFF2-40B4-BE49-F238E27FC236}">
                      <a16:creationId xmlns:a16="http://schemas.microsoft.com/office/drawing/2014/main" id="{C200A0E0-F918-4E16-8297-C8CF1A4BA3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955" name="Rectangle 1184">
                <a:extLst>
                  <a:ext uri="{FF2B5EF4-FFF2-40B4-BE49-F238E27FC236}">
                    <a16:creationId xmlns:a16="http://schemas.microsoft.com/office/drawing/2014/main" id="{01253E1F-BC97-4D72-8CB4-884672E3E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56" name="Rectangle 1185">
                <a:extLst>
                  <a:ext uri="{FF2B5EF4-FFF2-40B4-BE49-F238E27FC236}">
                    <a16:creationId xmlns:a16="http://schemas.microsoft.com/office/drawing/2014/main" id="{780E5325-5559-423C-A758-AAA307CB6E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57" name="Line 1186">
                <a:extLst>
                  <a:ext uri="{FF2B5EF4-FFF2-40B4-BE49-F238E27FC236}">
                    <a16:creationId xmlns:a16="http://schemas.microsoft.com/office/drawing/2014/main" id="{F49952DE-25D4-4F61-B105-E22BBE55B7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58" name="Line 1187">
                <a:extLst>
                  <a:ext uri="{FF2B5EF4-FFF2-40B4-BE49-F238E27FC236}">
                    <a16:creationId xmlns:a16="http://schemas.microsoft.com/office/drawing/2014/main" id="{E2E258A2-4834-4E0E-8A49-D98FB26705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59" name="Rectangle 1188">
                <a:extLst>
                  <a:ext uri="{FF2B5EF4-FFF2-40B4-BE49-F238E27FC236}">
                    <a16:creationId xmlns:a16="http://schemas.microsoft.com/office/drawing/2014/main" id="{10CABEA9-4BF4-4FEE-90BD-AB40A2BD43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60" name="Text Box 1189">
                <a:extLst>
                  <a:ext uri="{FF2B5EF4-FFF2-40B4-BE49-F238E27FC236}">
                    <a16:creationId xmlns:a16="http://schemas.microsoft.com/office/drawing/2014/main" id="{138AFFE6-6E4C-4CAC-B58E-DC7066082F6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8" name="Group 1190">
              <a:extLst>
                <a:ext uri="{FF2B5EF4-FFF2-40B4-BE49-F238E27FC236}">
                  <a16:creationId xmlns:a16="http://schemas.microsoft.com/office/drawing/2014/main" id="{C62255CA-D12C-4683-BC51-12E602160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28" y="2003"/>
              <a:ext cx="513" cy="442"/>
              <a:chOff x="3937" y="633"/>
              <a:chExt cx="513" cy="442"/>
            </a:xfrm>
          </p:grpSpPr>
          <p:sp>
            <p:nvSpPr>
              <p:cNvPr id="75925" name="Line 1191">
                <a:extLst>
                  <a:ext uri="{FF2B5EF4-FFF2-40B4-BE49-F238E27FC236}">
                    <a16:creationId xmlns:a16="http://schemas.microsoft.com/office/drawing/2014/main" id="{B1A02EF3-B889-481F-AE46-1E6C0C0EF8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26" name="Line 1192">
                <a:extLst>
                  <a:ext uri="{FF2B5EF4-FFF2-40B4-BE49-F238E27FC236}">
                    <a16:creationId xmlns:a16="http://schemas.microsoft.com/office/drawing/2014/main" id="{EF5C89B1-9AC0-4B0B-A02F-15AF7D51E4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27" name="Oval 1193">
                <a:extLst>
                  <a:ext uri="{FF2B5EF4-FFF2-40B4-BE49-F238E27FC236}">
                    <a16:creationId xmlns:a16="http://schemas.microsoft.com/office/drawing/2014/main" id="{8B4AEDBD-0EED-4558-9D7C-D7FC1E5CB3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28" name="Line 1194">
                <a:extLst>
                  <a:ext uri="{FF2B5EF4-FFF2-40B4-BE49-F238E27FC236}">
                    <a16:creationId xmlns:a16="http://schemas.microsoft.com/office/drawing/2014/main" id="{7CD5E481-43BB-40DF-B1B3-2D9ECDE97B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29" name="Line 1195">
                <a:extLst>
                  <a:ext uri="{FF2B5EF4-FFF2-40B4-BE49-F238E27FC236}">
                    <a16:creationId xmlns:a16="http://schemas.microsoft.com/office/drawing/2014/main" id="{F121F070-E996-4CEA-88DB-21738A242B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30" name="Rectangle 1196">
                <a:extLst>
                  <a:ext uri="{FF2B5EF4-FFF2-40B4-BE49-F238E27FC236}">
                    <a16:creationId xmlns:a16="http://schemas.microsoft.com/office/drawing/2014/main" id="{165A1D4C-15C8-45BD-944F-B4F10C923C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931" name="Oval 1197">
                <a:extLst>
                  <a:ext uri="{FF2B5EF4-FFF2-40B4-BE49-F238E27FC236}">
                    <a16:creationId xmlns:a16="http://schemas.microsoft.com/office/drawing/2014/main" id="{7F7073E9-75DE-4CE7-82C7-D0C401CBC5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932" name="Group 1198">
                <a:extLst>
                  <a:ext uri="{FF2B5EF4-FFF2-40B4-BE49-F238E27FC236}">
                    <a16:creationId xmlns:a16="http://schemas.microsoft.com/office/drawing/2014/main" id="{BE421993-5AFB-4686-A587-EE2A7BF22F1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5943" name="Line 1199">
                  <a:extLst>
                    <a:ext uri="{FF2B5EF4-FFF2-40B4-BE49-F238E27FC236}">
                      <a16:creationId xmlns:a16="http://schemas.microsoft.com/office/drawing/2014/main" id="{658A0737-4A7C-4903-8670-DAD904BF0A2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44" name="Line 1200">
                  <a:extLst>
                    <a:ext uri="{FF2B5EF4-FFF2-40B4-BE49-F238E27FC236}">
                      <a16:creationId xmlns:a16="http://schemas.microsoft.com/office/drawing/2014/main" id="{CDE39DC0-C5A7-4BAB-BF9D-E0D051F5FD0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45" name="Line 1201">
                  <a:extLst>
                    <a:ext uri="{FF2B5EF4-FFF2-40B4-BE49-F238E27FC236}">
                      <a16:creationId xmlns:a16="http://schemas.microsoft.com/office/drawing/2014/main" id="{D4B3B1A5-A573-40BD-A687-DD611BD5B4A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933" name="Group 1202">
                <a:extLst>
                  <a:ext uri="{FF2B5EF4-FFF2-40B4-BE49-F238E27FC236}">
                    <a16:creationId xmlns:a16="http://schemas.microsoft.com/office/drawing/2014/main" id="{2CBF339C-F69E-4C18-9578-280D2F7F96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5940" name="Line 1203">
                  <a:extLst>
                    <a:ext uri="{FF2B5EF4-FFF2-40B4-BE49-F238E27FC236}">
                      <a16:creationId xmlns:a16="http://schemas.microsoft.com/office/drawing/2014/main" id="{4C5B4C1E-D6FF-4787-9785-33A436D9C02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41" name="Line 1204">
                  <a:extLst>
                    <a:ext uri="{FF2B5EF4-FFF2-40B4-BE49-F238E27FC236}">
                      <a16:creationId xmlns:a16="http://schemas.microsoft.com/office/drawing/2014/main" id="{5F90213A-D050-452D-B534-02DB25D2DC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42" name="Line 1205">
                  <a:extLst>
                    <a:ext uri="{FF2B5EF4-FFF2-40B4-BE49-F238E27FC236}">
                      <a16:creationId xmlns:a16="http://schemas.microsoft.com/office/drawing/2014/main" id="{BB0BCA8C-E4F9-4568-AB7A-8D8AA77E9FB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934" name="Rectangle 1206">
                <a:extLst>
                  <a:ext uri="{FF2B5EF4-FFF2-40B4-BE49-F238E27FC236}">
                    <a16:creationId xmlns:a16="http://schemas.microsoft.com/office/drawing/2014/main" id="{B6CF2B40-566F-4E70-A7E4-4866F2D2B1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35" name="Rectangle 1207">
                <a:extLst>
                  <a:ext uri="{FF2B5EF4-FFF2-40B4-BE49-F238E27FC236}">
                    <a16:creationId xmlns:a16="http://schemas.microsoft.com/office/drawing/2014/main" id="{72FE9E58-53FA-4C83-BB48-824648A3D2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36" name="Line 1208">
                <a:extLst>
                  <a:ext uri="{FF2B5EF4-FFF2-40B4-BE49-F238E27FC236}">
                    <a16:creationId xmlns:a16="http://schemas.microsoft.com/office/drawing/2014/main" id="{C16FFAB6-8A6E-4282-B89D-D51CDD5EFC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37" name="Line 1209">
                <a:extLst>
                  <a:ext uri="{FF2B5EF4-FFF2-40B4-BE49-F238E27FC236}">
                    <a16:creationId xmlns:a16="http://schemas.microsoft.com/office/drawing/2014/main" id="{73DF4E2C-363F-4092-BE39-5DD13911A8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38" name="Rectangle 1210">
                <a:extLst>
                  <a:ext uri="{FF2B5EF4-FFF2-40B4-BE49-F238E27FC236}">
                    <a16:creationId xmlns:a16="http://schemas.microsoft.com/office/drawing/2014/main" id="{FB1B37C9-FDD3-4B98-9B8B-14BD4C081C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39" name="Text Box 1211">
                <a:extLst>
                  <a:ext uri="{FF2B5EF4-FFF2-40B4-BE49-F238E27FC236}">
                    <a16:creationId xmlns:a16="http://schemas.microsoft.com/office/drawing/2014/main" id="{5CEB3E41-BC06-4065-913E-6DDDFF0715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59" name="Group 1212">
              <a:extLst>
                <a:ext uri="{FF2B5EF4-FFF2-40B4-BE49-F238E27FC236}">
                  <a16:creationId xmlns:a16="http://schemas.microsoft.com/office/drawing/2014/main" id="{E912EDD9-62A9-4F86-A222-53B623DDD5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08" y="2771"/>
              <a:ext cx="513" cy="442"/>
              <a:chOff x="3937" y="633"/>
              <a:chExt cx="513" cy="442"/>
            </a:xfrm>
          </p:grpSpPr>
          <p:sp>
            <p:nvSpPr>
              <p:cNvPr id="75904" name="Line 1213">
                <a:extLst>
                  <a:ext uri="{FF2B5EF4-FFF2-40B4-BE49-F238E27FC236}">
                    <a16:creationId xmlns:a16="http://schemas.microsoft.com/office/drawing/2014/main" id="{7D8E7889-1A99-49CB-8D62-2D4A9AD7CC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05" name="Line 1214">
                <a:extLst>
                  <a:ext uri="{FF2B5EF4-FFF2-40B4-BE49-F238E27FC236}">
                    <a16:creationId xmlns:a16="http://schemas.microsoft.com/office/drawing/2014/main" id="{107A1958-7562-4254-9575-DC3864CA88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06" name="Oval 1215">
                <a:extLst>
                  <a:ext uri="{FF2B5EF4-FFF2-40B4-BE49-F238E27FC236}">
                    <a16:creationId xmlns:a16="http://schemas.microsoft.com/office/drawing/2014/main" id="{B8B440B2-2F41-43FC-98DE-9A38507F75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07" name="Line 1216">
                <a:extLst>
                  <a:ext uri="{FF2B5EF4-FFF2-40B4-BE49-F238E27FC236}">
                    <a16:creationId xmlns:a16="http://schemas.microsoft.com/office/drawing/2014/main" id="{4F054C23-B57B-480C-8BA9-B9350F2103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08" name="Line 1217">
                <a:extLst>
                  <a:ext uri="{FF2B5EF4-FFF2-40B4-BE49-F238E27FC236}">
                    <a16:creationId xmlns:a16="http://schemas.microsoft.com/office/drawing/2014/main" id="{BB280BCE-46AE-4608-97A7-98ADA391A7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09" name="Rectangle 1218">
                <a:extLst>
                  <a:ext uri="{FF2B5EF4-FFF2-40B4-BE49-F238E27FC236}">
                    <a16:creationId xmlns:a16="http://schemas.microsoft.com/office/drawing/2014/main" id="{414CF578-A5B6-4AEF-95B0-C0E10ED466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910" name="Oval 1219">
                <a:extLst>
                  <a:ext uri="{FF2B5EF4-FFF2-40B4-BE49-F238E27FC236}">
                    <a16:creationId xmlns:a16="http://schemas.microsoft.com/office/drawing/2014/main" id="{9B71B163-210F-4129-BE93-0FEAEA3AE9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911" name="Group 1220">
                <a:extLst>
                  <a:ext uri="{FF2B5EF4-FFF2-40B4-BE49-F238E27FC236}">
                    <a16:creationId xmlns:a16="http://schemas.microsoft.com/office/drawing/2014/main" id="{597A1AA3-C2C9-41D8-A577-0CDB9EFBAA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5922" name="Line 1221">
                  <a:extLst>
                    <a:ext uri="{FF2B5EF4-FFF2-40B4-BE49-F238E27FC236}">
                      <a16:creationId xmlns:a16="http://schemas.microsoft.com/office/drawing/2014/main" id="{9AA30031-81CB-49DB-BE94-648FB05EBD7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23" name="Line 1222">
                  <a:extLst>
                    <a:ext uri="{FF2B5EF4-FFF2-40B4-BE49-F238E27FC236}">
                      <a16:creationId xmlns:a16="http://schemas.microsoft.com/office/drawing/2014/main" id="{54104BF6-A9C7-4537-876E-78AB35313B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24" name="Line 1223">
                  <a:extLst>
                    <a:ext uri="{FF2B5EF4-FFF2-40B4-BE49-F238E27FC236}">
                      <a16:creationId xmlns:a16="http://schemas.microsoft.com/office/drawing/2014/main" id="{3CDFEA5F-B643-4E8F-AD17-C7E93637B2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912" name="Group 1224">
                <a:extLst>
                  <a:ext uri="{FF2B5EF4-FFF2-40B4-BE49-F238E27FC236}">
                    <a16:creationId xmlns:a16="http://schemas.microsoft.com/office/drawing/2014/main" id="{5922AB46-DEA0-4079-AB0C-F339C19C3D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5919" name="Line 1225">
                  <a:extLst>
                    <a:ext uri="{FF2B5EF4-FFF2-40B4-BE49-F238E27FC236}">
                      <a16:creationId xmlns:a16="http://schemas.microsoft.com/office/drawing/2014/main" id="{36FA3433-8034-4AE4-819B-1415678F52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20" name="Line 1226">
                  <a:extLst>
                    <a:ext uri="{FF2B5EF4-FFF2-40B4-BE49-F238E27FC236}">
                      <a16:creationId xmlns:a16="http://schemas.microsoft.com/office/drawing/2014/main" id="{C26F93F7-E5CF-4633-B1AF-BAD8F74DBF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21" name="Line 1227">
                  <a:extLst>
                    <a:ext uri="{FF2B5EF4-FFF2-40B4-BE49-F238E27FC236}">
                      <a16:creationId xmlns:a16="http://schemas.microsoft.com/office/drawing/2014/main" id="{06E5EF57-2F57-478E-8020-448484D4178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913" name="Rectangle 1228">
                <a:extLst>
                  <a:ext uri="{FF2B5EF4-FFF2-40B4-BE49-F238E27FC236}">
                    <a16:creationId xmlns:a16="http://schemas.microsoft.com/office/drawing/2014/main" id="{4A3D6F45-15E6-41FC-B401-FD0841FF80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14" name="Rectangle 1229">
                <a:extLst>
                  <a:ext uri="{FF2B5EF4-FFF2-40B4-BE49-F238E27FC236}">
                    <a16:creationId xmlns:a16="http://schemas.microsoft.com/office/drawing/2014/main" id="{51699DCA-A554-4C6A-ADD5-847A14660E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15" name="Line 1230">
                <a:extLst>
                  <a:ext uri="{FF2B5EF4-FFF2-40B4-BE49-F238E27FC236}">
                    <a16:creationId xmlns:a16="http://schemas.microsoft.com/office/drawing/2014/main" id="{AA0116D3-5A3A-4102-ACC2-C91E138967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16" name="Line 1231">
                <a:extLst>
                  <a:ext uri="{FF2B5EF4-FFF2-40B4-BE49-F238E27FC236}">
                    <a16:creationId xmlns:a16="http://schemas.microsoft.com/office/drawing/2014/main" id="{357AAE4D-BD06-4499-89FB-E5722C8616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917" name="Rectangle 1232">
                <a:extLst>
                  <a:ext uri="{FF2B5EF4-FFF2-40B4-BE49-F238E27FC236}">
                    <a16:creationId xmlns:a16="http://schemas.microsoft.com/office/drawing/2014/main" id="{8621F8C2-8A03-4353-9EEA-2D6C8E4104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918" name="Text Box 1233">
                <a:extLst>
                  <a:ext uri="{FF2B5EF4-FFF2-40B4-BE49-F238E27FC236}">
                    <a16:creationId xmlns:a16="http://schemas.microsoft.com/office/drawing/2014/main" id="{529DB2F1-079D-411F-A013-7BD95B19DD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60" name="Group 1234">
              <a:extLst>
                <a:ext uri="{FF2B5EF4-FFF2-40B4-BE49-F238E27FC236}">
                  <a16:creationId xmlns:a16="http://schemas.microsoft.com/office/drawing/2014/main" id="{B94C4343-B7B0-4D88-B06F-18B67AA9ED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19" y="2640"/>
              <a:ext cx="513" cy="442"/>
              <a:chOff x="3937" y="633"/>
              <a:chExt cx="513" cy="442"/>
            </a:xfrm>
          </p:grpSpPr>
          <p:sp>
            <p:nvSpPr>
              <p:cNvPr id="75883" name="Line 1235">
                <a:extLst>
                  <a:ext uri="{FF2B5EF4-FFF2-40B4-BE49-F238E27FC236}">
                    <a16:creationId xmlns:a16="http://schemas.microsoft.com/office/drawing/2014/main" id="{1DE9F304-FDDE-40BE-B67A-8A6CB4216B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84" name="Line 1236">
                <a:extLst>
                  <a:ext uri="{FF2B5EF4-FFF2-40B4-BE49-F238E27FC236}">
                    <a16:creationId xmlns:a16="http://schemas.microsoft.com/office/drawing/2014/main" id="{E370ABDF-6E53-4097-880F-50F9706C4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85" name="Oval 1237">
                <a:extLst>
                  <a:ext uri="{FF2B5EF4-FFF2-40B4-BE49-F238E27FC236}">
                    <a16:creationId xmlns:a16="http://schemas.microsoft.com/office/drawing/2014/main" id="{FA6647D8-656F-4BF4-B7E4-4F5B20C5F0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86" name="Line 1238">
                <a:extLst>
                  <a:ext uri="{FF2B5EF4-FFF2-40B4-BE49-F238E27FC236}">
                    <a16:creationId xmlns:a16="http://schemas.microsoft.com/office/drawing/2014/main" id="{0F05F982-0AB4-46AF-876A-72734057EB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87" name="Line 1239">
                <a:extLst>
                  <a:ext uri="{FF2B5EF4-FFF2-40B4-BE49-F238E27FC236}">
                    <a16:creationId xmlns:a16="http://schemas.microsoft.com/office/drawing/2014/main" id="{6161CFE1-1D23-43A7-8E36-0D01F08D5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88" name="Rectangle 1240">
                <a:extLst>
                  <a:ext uri="{FF2B5EF4-FFF2-40B4-BE49-F238E27FC236}">
                    <a16:creationId xmlns:a16="http://schemas.microsoft.com/office/drawing/2014/main" id="{F57E97CA-4FC6-422C-AC70-6CDE2776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889" name="Oval 1241">
                <a:extLst>
                  <a:ext uri="{FF2B5EF4-FFF2-40B4-BE49-F238E27FC236}">
                    <a16:creationId xmlns:a16="http://schemas.microsoft.com/office/drawing/2014/main" id="{CD93A41E-6FDA-4224-8BA6-53590FF68F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890" name="Group 1242">
                <a:extLst>
                  <a:ext uri="{FF2B5EF4-FFF2-40B4-BE49-F238E27FC236}">
                    <a16:creationId xmlns:a16="http://schemas.microsoft.com/office/drawing/2014/main" id="{0784775F-635F-4223-90DC-108D8EF532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5901" name="Line 1243">
                  <a:extLst>
                    <a:ext uri="{FF2B5EF4-FFF2-40B4-BE49-F238E27FC236}">
                      <a16:creationId xmlns:a16="http://schemas.microsoft.com/office/drawing/2014/main" id="{761F9413-B1E5-4C85-8C96-EE229F9514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02" name="Line 1244">
                  <a:extLst>
                    <a:ext uri="{FF2B5EF4-FFF2-40B4-BE49-F238E27FC236}">
                      <a16:creationId xmlns:a16="http://schemas.microsoft.com/office/drawing/2014/main" id="{D57A4BF2-8CD9-447B-B43E-366F5E647C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03" name="Line 1245">
                  <a:extLst>
                    <a:ext uri="{FF2B5EF4-FFF2-40B4-BE49-F238E27FC236}">
                      <a16:creationId xmlns:a16="http://schemas.microsoft.com/office/drawing/2014/main" id="{71CFBA5C-5B20-49D0-B433-CFFEBDB22C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891" name="Group 1246">
                <a:extLst>
                  <a:ext uri="{FF2B5EF4-FFF2-40B4-BE49-F238E27FC236}">
                    <a16:creationId xmlns:a16="http://schemas.microsoft.com/office/drawing/2014/main" id="{E5A57E66-58D6-4B59-9C4B-67B2E26262A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5898" name="Line 1247">
                  <a:extLst>
                    <a:ext uri="{FF2B5EF4-FFF2-40B4-BE49-F238E27FC236}">
                      <a16:creationId xmlns:a16="http://schemas.microsoft.com/office/drawing/2014/main" id="{71BCC454-732F-4B05-8818-06CF7457AC0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899" name="Line 1248">
                  <a:extLst>
                    <a:ext uri="{FF2B5EF4-FFF2-40B4-BE49-F238E27FC236}">
                      <a16:creationId xmlns:a16="http://schemas.microsoft.com/office/drawing/2014/main" id="{723A1936-A726-4C0C-B351-DC2DF5E7BF4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900" name="Line 1249">
                  <a:extLst>
                    <a:ext uri="{FF2B5EF4-FFF2-40B4-BE49-F238E27FC236}">
                      <a16:creationId xmlns:a16="http://schemas.microsoft.com/office/drawing/2014/main" id="{0B54EBEF-6807-4DD4-BE4F-0094574FFE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892" name="Rectangle 1250">
                <a:extLst>
                  <a:ext uri="{FF2B5EF4-FFF2-40B4-BE49-F238E27FC236}">
                    <a16:creationId xmlns:a16="http://schemas.microsoft.com/office/drawing/2014/main" id="{7D70C6FD-84F8-490A-BF37-4986413A7B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93" name="Rectangle 1251">
                <a:extLst>
                  <a:ext uri="{FF2B5EF4-FFF2-40B4-BE49-F238E27FC236}">
                    <a16:creationId xmlns:a16="http://schemas.microsoft.com/office/drawing/2014/main" id="{305103E6-8FDB-4C4E-AB69-E199152BE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94" name="Line 1252">
                <a:extLst>
                  <a:ext uri="{FF2B5EF4-FFF2-40B4-BE49-F238E27FC236}">
                    <a16:creationId xmlns:a16="http://schemas.microsoft.com/office/drawing/2014/main" id="{1B367213-0C41-4E5B-9B8F-67E26C4551B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95" name="Line 1253">
                <a:extLst>
                  <a:ext uri="{FF2B5EF4-FFF2-40B4-BE49-F238E27FC236}">
                    <a16:creationId xmlns:a16="http://schemas.microsoft.com/office/drawing/2014/main" id="{1A4A0B00-CED8-41FD-89F2-6CEEF572B3C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96" name="Rectangle 1254">
                <a:extLst>
                  <a:ext uri="{FF2B5EF4-FFF2-40B4-BE49-F238E27FC236}">
                    <a16:creationId xmlns:a16="http://schemas.microsoft.com/office/drawing/2014/main" id="{4263CE0D-C12E-4AEB-8667-C6ECCBE20A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97" name="Text Box 1255">
                <a:extLst>
                  <a:ext uri="{FF2B5EF4-FFF2-40B4-BE49-F238E27FC236}">
                    <a16:creationId xmlns:a16="http://schemas.microsoft.com/office/drawing/2014/main" id="{0815295D-9E15-4231-9CCB-1FCBA4A233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5861" name="Group 1256">
              <a:extLst>
                <a:ext uri="{FF2B5EF4-FFF2-40B4-BE49-F238E27FC236}">
                  <a16:creationId xmlns:a16="http://schemas.microsoft.com/office/drawing/2014/main" id="{87325B65-3FA9-4EC4-B05C-8E7140BC96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74" y="2866"/>
              <a:ext cx="513" cy="442"/>
              <a:chOff x="3937" y="633"/>
              <a:chExt cx="513" cy="442"/>
            </a:xfrm>
          </p:grpSpPr>
          <p:sp>
            <p:nvSpPr>
              <p:cNvPr id="75862" name="Line 1257">
                <a:extLst>
                  <a:ext uri="{FF2B5EF4-FFF2-40B4-BE49-F238E27FC236}">
                    <a16:creationId xmlns:a16="http://schemas.microsoft.com/office/drawing/2014/main" id="{10F90522-E67B-44F8-92AD-C154716163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61" y="1035"/>
                <a:ext cx="312" cy="1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63" name="Line 1258">
                <a:extLst>
                  <a:ext uri="{FF2B5EF4-FFF2-40B4-BE49-F238E27FC236}">
                    <a16:creationId xmlns:a16="http://schemas.microsoft.com/office/drawing/2014/main" id="{B72EB3F7-7FB7-4D5A-8552-86B8EF7E54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12" y="929"/>
                <a:ext cx="1" cy="10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64" name="Oval 1259">
                <a:extLst>
                  <a:ext uri="{FF2B5EF4-FFF2-40B4-BE49-F238E27FC236}">
                    <a16:creationId xmlns:a16="http://schemas.microsoft.com/office/drawing/2014/main" id="{686FA55D-AACE-4E1F-8E32-DFCF808B80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54"/>
                <a:ext cx="313" cy="81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65" name="Line 1260">
                <a:extLst>
                  <a:ext uri="{FF2B5EF4-FFF2-40B4-BE49-F238E27FC236}">
                    <a16:creationId xmlns:a16="http://schemas.microsoft.com/office/drawing/2014/main" id="{72798C1C-09B1-4008-90C5-1B282AE404A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48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66" name="Line 1261">
                <a:extLst>
                  <a:ext uri="{FF2B5EF4-FFF2-40B4-BE49-F238E27FC236}">
                    <a16:creationId xmlns:a16="http://schemas.microsoft.com/office/drawing/2014/main" id="{2B0DAF4A-132D-4EDC-A7C9-6818F73A4E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61" y="847"/>
                <a:ext cx="0" cy="5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67" name="Rectangle 1262">
                <a:extLst>
                  <a:ext uri="{FF2B5EF4-FFF2-40B4-BE49-F238E27FC236}">
                    <a16:creationId xmlns:a16="http://schemas.microsoft.com/office/drawing/2014/main" id="{ACA1C68E-A16B-4CED-9728-497E926332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847"/>
                <a:ext cx="310" cy="49"/>
              </a:xfrm>
              <a:prstGeom prst="rect">
                <a:avLst/>
              </a:prstGeom>
              <a:solidFill>
                <a:schemeClr val="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2400">
                  <a:latin typeface="Arial" panose="020B0604020202020204" pitchFamily="34" charset="0"/>
                </a:endParaRPr>
              </a:p>
            </p:txBody>
          </p:sp>
          <p:sp>
            <p:nvSpPr>
              <p:cNvPr id="75868" name="Oval 1263">
                <a:extLst>
                  <a:ext uri="{FF2B5EF4-FFF2-40B4-BE49-F238E27FC236}">
                    <a16:creationId xmlns:a16="http://schemas.microsoft.com/office/drawing/2014/main" id="{95991420-E152-4413-8B0C-DF78CFDE3F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5" y="788"/>
                <a:ext cx="313" cy="95"/>
              </a:xfrm>
              <a:prstGeom prst="ellipse">
                <a:avLst/>
              </a:prstGeom>
              <a:solidFill>
                <a:schemeClr val="hlink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5869" name="Group 1264">
                <a:extLst>
                  <a:ext uri="{FF2B5EF4-FFF2-40B4-BE49-F238E27FC236}">
                    <a16:creationId xmlns:a16="http://schemas.microsoft.com/office/drawing/2014/main" id="{E8CFF7D8-A78D-48C1-9333-21A80B1FA06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120" y="809"/>
                <a:ext cx="156" cy="55"/>
                <a:chOff x="2848" y="848"/>
                <a:chExt cx="140" cy="98"/>
              </a:xfrm>
            </p:grpSpPr>
            <p:sp>
              <p:nvSpPr>
                <p:cNvPr id="75880" name="Line 1265">
                  <a:extLst>
                    <a:ext uri="{FF2B5EF4-FFF2-40B4-BE49-F238E27FC236}">
                      <a16:creationId xmlns:a16="http://schemas.microsoft.com/office/drawing/2014/main" id="{0B1499E7-BFAA-4BB1-A7E2-551CBA781F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881" name="Line 1266">
                  <a:extLst>
                    <a:ext uri="{FF2B5EF4-FFF2-40B4-BE49-F238E27FC236}">
                      <a16:creationId xmlns:a16="http://schemas.microsoft.com/office/drawing/2014/main" id="{A3CF2897-A434-4FB1-AD5B-D66217C3517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882" name="Line 1267">
                  <a:extLst>
                    <a:ext uri="{FF2B5EF4-FFF2-40B4-BE49-F238E27FC236}">
                      <a16:creationId xmlns:a16="http://schemas.microsoft.com/office/drawing/2014/main" id="{73A639D5-84E8-4BCD-A6A1-89FB41BE3E8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75870" name="Group 1268">
                <a:extLst>
                  <a:ext uri="{FF2B5EF4-FFF2-40B4-BE49-F238E27FC236}">
                    <a16:creationId xmlns:a16="http://schemas.microsoft.com/office/drawing/2014/main" id="{DB028F3F-3B27-4DF9-9490-BFD5BF922FB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120" y="808"/>
                <a:ext cx="156" cy="56"/>
                <a:chOff x="2848" y="848"/>
                <a:chExt cx="140" cy="98"/>
              </a:xfrm>
            </p:grpSpPr>
            <p:sp>
              <p:nvSpPr>
                <p:cNvPr id="75877" name="Line 1269">
                  <a:extLst>
                    <a:ext uri="{FF2B5EF4-FFF2-40B4-BE49-F238E27FC236}">
                      <a16:creationId xmlns:a16="http://schemas.microsoft.com/office/drawing/2014/main" id="{D1421A60-2278-4756-B385-4DF50BEB101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48" y="848"/>
                  <a:ext cx="50" cy="2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878" name="Line 1270">
                  <a:extLst>
                    <a:ext uri="{FF2B5EF4-FFF2-40B4-BE49-F238E27FC236}">
                      <a16:creationId xmlns:a16="http://schemas.microsoft.com/office/drawing/2014/main" id="{FBC34EF1-0B3A-4EE7-A5F5-105D6C03EAE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44" y="946"/>
                  <a:ext cx="44" cy="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  <p:sp>
              <p:nvSpPr>
                <p:cNvPr id="75879" name="Line 1271">
                  <a:extLst>
                    <a:ext uri="{FF2B5EF4-FFF2-40B4-BE49-F238E27FC236}">
                      <a16:creationId xmlns:a16="http://schemas.microsoft.com/office/drawing/2014/main" id="{726082D9-9B55-48D9-A215-80CDAF533E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94" y="850"/>
                  <a:ext cx="52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zh-HK" altLang="en-US"/>
                </a:p>
              </p:txBody>
            </p:sp>
          </p:grpSp>
          <p:sp>
            <p:nvSpPr>
              <p:cNvPr id="75871" name="Rectangle 1272">
                <a:extLst>
                  <a:ext uri="{FF2B5EF4-FFF2-40B4-BE49-F238E27FC236}">
                    <a16:creationId xmlns:a16="http://schemas.microsoft.com/office/drawing/2014/main" id="{3212AD50-8ADC-4DE1-8A98-0C4B35A9D5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6" y="732"/>
                <a:ext cx="426" cy="3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72" name="Rectangle 1273">
                <a:extLst>
                  <a:ext uri="{FF2B5EF4-FFF2-40B4-BE49-F238E27FC236}">
                    <a16:creationId xmlns:a16="http://schemas.microsoft.com/office/drawing/2014/main" id="{4E272C9B-9CC6-4F8B-8CC9-7DBA5BB5EA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9" y="753"/>
                <a:ext cx="435" cy="31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73" name="Line 1274">
                <a:extLst>
                  <a:ext uri="{FF2B5EF4-FFF2-40B4-BE49-F238E27FC236}">
                    <a16:creationId xmlns:a16="http://schemas.microsoft.com/office/drawing/2014/main" id="{C5174F79-0640-4EAB-9B1E-67C5AD0759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66" y="945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74" name="Line 1275">
                <a:extLst>
                  <a:ext uri="{FF2B5EF4-FFF2-40B4-BE49-F238E27FC236}">
                    <a16:creationId xmlns:a16="http://schemas.microsoft.com/office/drawing/2014/main" id="{E6857EF2-ACE7-4B12-A3CC-55C640876B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72" y="849"/>
                <a:ext cx="435" cy="3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75875" name="Rectangle 1276">
                <a:extLst>
                  <a:ext uri="{FF2B5EF4-FFF2-40B4-BE49-F238E27FC236}">
                    <a16:creationId xmlns:a16="http://schemas.microsoft.com/office/drawing/2014/main" id="{86570DBB-D986-440D-BA04-136202A1D1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66" y="756"/>
                <a:ext cx="435" cy="93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5876" name="Text Box 1277">
                <a:extLst>
                  <a:ext uri="{FF2B5EF4-FFF2-40B4-BE49-F238E27FC236}">
                    <a16:creationId xmlns:a16="http://schemas.microsoft.com/office/drawing/2014/main" id="{3A585EDD-423E-4E7D-B3DB-5A26DAC4A1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37" y="633"/>
                <a:ext cx="513" cy="44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US" altLang="zh-TW" sz="1000">
                  <a:latin typeface="Arial" panose="020B0604020202020204" pitchFamily="34" charset="0"/>
                </a:endParaRP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solidFill>
                      <a:schemeClr val="bg1"/>
                    </a:solidFill>
                    <a:latin typeface="Arial" panose="020B0604020202020204" pitchFamily="34" charset="0"/>
                  </a:rPr>
                  <a:t>network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data link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000">
                    <a:latin typeface="Arial" panose="020B0604020202020204" pitchFamily="34" charset="0"/>
                  </a:rPr>
                  <a:t>physical</a:t>
                </a:r>
                <a:endParaRPr lang="en-US" altLang="zh-TW" sz="2400">
                  <a:latin typeface="Arial" panose="020B0604020202020204" pitchFamily="34" charset="0"/>
                </a:endParaRPr>
              </a:p>
            </p:txBody>
          </p:sp>
        </p:grpSp>
      </p:grpSp>
      <p:sp>
        <p:nvSpPr>
          <p:cNvPr id="632064" name="Rectangle 1280">
            <a:extLst>
              <a:ext uri="{FF2B5EF4-FFF2-40B4-BE49-F238E27FC236}">
                <a16:creationId xmlns:a16="http://schemas.microsoft.com/office/drawing/2014/main" id="{7A4CA49E-2D08-4CD0-BA3C-32DA1D46B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350" y="858838"/>
            <a:ext cx="388938" cy="13811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632065" name="Rectangle 1281">
            <a:extLst>
              <a:ext uri="{FF2B5EF4-FFF2-40B4-BE49-F238E27FC236}">
                <a16:creationId xmlns:a16="http://schemas.microsoft.com/office/drawing/2014/main" id="{C4516F95-2C9A-45E9-B8A4-981F92B65C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1509713"/>
            <a:ext cx="596900" cy="13811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632066" name="Rectangle 1282">
            <a:extLst>
              <a:ext uri="{FF2B5EF4-FFF2-40B4-BE49-F238E27FC236}">
                <a16:creationId xmlns:a16="http://schemas.microsoft.com/office/drawing/2014/main" id="{389F3808-F280-4FD9-9411-5529D2A459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0" y="4487863"/>
            <a:ext cx="388938" cy="13811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44 0.01227 L 0.00382 0.0949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6320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9" y="41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30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1.48148E-6 L 2.5E-6 0.07269 L 0.02726 0.18982 L 0.02726 0.1132 L 0.07118 0.11112 L 0.07257 0.18982 L 0.11667 0.14144 L 0.11667 0.07871 L 0.16059 0.07686 L 0.10903 0.23426 L 0.11511 0.15949 L 0.1559 0.15949 L 0.15747 0.23635 L 0.1059 0.34537 L 0.10295 0.27061 L 0.14236 0.26875 L 0.14688 0.39584 L 0.1559 0.3213 L 0.19236 0.31922 L 0.19688 0.39792 L 0.1059 0.49908 L 0.1059 0.41621 L 0.14236 0.41621 L 0.14236 0.49699 L 0.18785 0.53542 L 0.18785 0.44653 L 0.2257 0.44653 L 0.22865 0.52732 L 0.31198 0.50301 L 0.31198 0.43843 " pathEditMode="relative" ptsTypes="AAAAAAAAAAAAAAAAAAAAAAAAAAAAAA">
                                      <p:cBhvr>
                                        <p:cTn id="31" dur="5000" fill="hold"/>
                                        <p:tgtEl>
                                          <p:spTgt spid="6320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70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7000"/>
                            </p:stCondLst>
                            <p:childTnLst>
                              <p:par>
                                <p:cTn id="3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 nodeType="afterGroup">
                            <p:stCondLst>
                              <p:cond delay="7000"/>
                            </p:stCondLst>
                            <p:childTnLst>
                              <p:par>
                                <p:cTn id="42" presetID="42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05556E-6 0 L -0.00156 -0.07106 " pathEditMode="relative" rAng="0" ptsTypes="AA">
                                      <p:cBhvr>
                                        <p:cTn id="43" dur="2000" fill="hold"/>
                                        <p:tgtEl>
                                          <p:spTgt spid="6320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7" y="-35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2064" grpId="0" animBg="1"/>
      <p:bldP spid="632064" grpId="1" animBg="1"/>
      <p:bldP spid="632064" grpId="2" animBg="1"/>
      <p:bldP spid="632065" grpId="0" animBg="1"/>
      <p:bldP spid="632065" grpId="1" animBg="1"/>
      <p:bldP spid="632065" grpId="2" animBg="1"/>
      <p:bldP spid="632066" grpId="0" animBg="1"/>
      <p:bldP spid="632066" grpId="1" animBg="1"/>
      <p:bldP spid="632066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Footer Placeholder 4">
            <a:extLst>
              <a:ext uri="{FF2B5EF4-FFF2-40B4-BE49-F238E27FC236}">
                <a16:creationId xmlns:a16="http://schemas.microsoft.com/office/drawing/2014/main" id="{BE8F6F6B-9515-497E-A176-6C4FD216E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77827" name="Slide Number Placeholder 5">
            <a:extLst>
              <a:ext uri="{FF2B5EF4-FFF2-40B4-BE49-F238E27FC236}">
                <a16:creationId xmlns:a16="http://schemas.microsoft.com/office/drawing/2014/main" id="{21F0739F-D73C-4324-8574-4A529B7B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A81200BA-A369-4DC2-960A-0C53F5B29ACA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77828" name="Picture 6" descr="underline_base">
            <a:extLst>
              <a:ext uri="{FF2B5EF4-FFF2-40B4-BE49-F238E27FC236}">
                <a16:creationId xmlns:a16="http://schemas.microsoft.com/office/drawing/2014/main" id="{3D77977B-DB0F-4CA5-ABC4-1EB178F16ED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5" y="103505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2">
            <a:extLst>
              <a:ext uri="{FF2B5EF4-FFF2-40B4-BE49-F238E27FC236}">
                <a16:creationId xmlns:a16="http://schemas.microsoft.com/office/drawing/2014/main" id="{C98D58D4-4B82-4CA6-AED8-CB66587F1F8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Two key network-layer functions</a:t>
            </a:r>
          </a:p>
        </p:txBody>
      </p:sp>
      <p:sp>
        <p:nvSpPr>
          <p:cNvPr id="77830" name="Rectangle 3">
            <a:extLst>
              <a:ext uri="{FF2B5EF4-FFF2-40B4-BE49-F238E27FC236}">
                <a16:creationId xmlns:a16="http://schemas.microsoft.com/office/drawing/2014/main" id="{FF552723-FA51-4F19-B71D-C753C65949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79413" y="1625600"/>
            <a:ext cx="4192587" cy="4648200"/>
          </a:xfrm>
        </p:spPr>
        <p:txBody>
          <a:bodyPr/>
          <a:lstStyle/>
          <a:p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forwarding: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move packets from router</a:t>
            </a:r>
            <a:r>
              <a:rPr lang="ja-JP" altLang="en-US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 input to appropriate router output</a:t>
            </a:r>
          </a:p>
          <a:p>
            <a:pPr>
              <a:spcBef>
                <a:spcPct val="70000"/>
              </a:spcBef>
            </a:pPr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routing: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determine route taken by packets from source to </a:t>
            </a:r>
            <a:r>
              <a:rPr lang="en-US" altLang="zh-TW" dirty="0" err="1">
                <a:solidFill>
                  <a:srgbClr val="0070C0"/>
                </a:solidFill>
                <a:ea typeface="ＭＳ Ｐゴシック" panose="020B0600070205080204" pitchFamily="34" charset="-128"/>
              </a:rPr>
              <a:t>dest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.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74759" name="Rectangle 4">
            <a:extLst>
              <a:ext uri="{FF2B5EF4-FFF2-40B4-BE49-F238E27FC236}">
                <a16:creationId xmlns:a16="http://schemas.microsoft.com/office/drawing/2014/main" id="{F7B0AF41-843D-4B5D-886E-41689DB49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4725" y="1577975"/>
            <a:ext cx="4192588" cy="46482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5000"/>
              </a:lnSpc>
              <a:spcBef>
                <a:spcPct val="7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None/>
              <a:defRPr/>
            </a:pPr>
            <a:r>
              <a:rPr lang="en-US" altLang="zh-TW" sz="3200" i="1" dirty="0">
                <a:solidFill>
                  <a:srgbClr val="CC0000"/>
                </a:solidFill>
                <a:latin typeface="Gill Sans MT" panose="020B0502020104020203" pitchFamily="34" charset="0"/>
              </a:rPr>
              <a:t>analogy:</a:t>
            </a:r>
          </a:p>
          <a:p>
            <a:pPr>
              <a:lnSpc>
                <a:spcPct val="85000"/>
              </a:lnSpc>
              <a:spcBef>
                <a:spcPct val="7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/>
            </a:pPr>
            <a:r>
              <a:rPr lang="en-US" altLang="zh-TW" sz="2800" i="1" dirty="0">
                <a:solidFill>
                  <a:srgbClr val="000099"/>
                </a:solidFill>
                <a:latin typeface="Gill Sans MT" panose="020B0502020104020203" pitchFamily="34" charset="0"/>
              </a:rPr>
              <a:t>forwarding</a:t>
            </a:r>
            <a:r>
              <a:rPr lang="en-US" altLang="zh-TW" sz="2800" i="1" dirty="0">
                <a:solidFill>
                  <a:schemeClr val="accent2"/>
                </a:solidFill>
                <a:latin typeface="Gill Sans MT" panose="020B0502020104020203" pitchFamily="34" charset="0"/>
              </a:rPr>
              <a:t>:</a:t>
            </a:r>
            <a:r>
              <a:rPr lang="en-US" altLang="zh-TW" sz="2800" dirty="0">
                <a:latin typeface="Gill Sans MT" panose="020B0502020104020203" pitchFamily="34" charset="0"/>
              </a:rPr>
              <a:t> process of getting through single interchange</a:t>
            </a:r>
          </a:p>
          <a:p>
            <a:pPr marL="0" indent="0">
              <a:lnSpc>
                <a:spcPct val="85000"/>
              </a:lnSpc>
              <a:spcBef>
                <a:spcPct val="70000"/>
              </a:spcBef>
              <a:buClr>
                <a:srgbClr val="000099"/>
              </a:buClr>
              <a:buSzPct val="65000"/>
              <a:defRPr/>
            </a:pPr>
            <a:endParaRPr lang="en-US" altLang="zh-TW" sz="2800" dirty="0">
              <a:latin typeface="Gill Sans MT" panose="020B0502020104020203" pitchFamily="34" charset="0"/>
            </a:endParaRPr>
          </a:p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/>
            </a:pPr>
            <a:r>
              <a:rPr lang="en-US" altLang="zh-TW" sz="2800" i="1" dirty="0">
                <a:solidFill>
                  <a:srgbClr val="000099"/>
                </a:solidFill>
                <a:latin typeface="Gill Sans MT" panose="020B0502020104020203" pitchFamily="34" charset="0"/>
              </a:rPr>
              <a:t>routing:</a:t>
            </a:r>
            <a:r>
              <a:rPr lang="en-US" altLang="zh-TW" sz="2800" dirty="0">
                <a:latin typeface="Gill Sans MT" panose="020B0502020104020203" pitchFamily="34" charset="0"/>
              </a:rPr>
              <a:t> process of planning trip from source to </a:t>
            </a:r>
            <a:r>
              <a:rPr lang="en-US" altLang="zh-TW" sz="2800" dirty="0" err="1">
                <a:latin typeface="Gill Sans MT" panose="020B0502020104020203" pitchFamily="34" charset="0"/>
              </a:rPr>
              <a:t>dest</a:t>
            </a:r>
            <a:endParaRPr lang="en-US" altLang="zh-TW" sz="2800" dirty="0">
              <a:latin typeface="Gill Sans MT" panose="020B0502020104020203" pitchFamily="34" charset="0"/>
            </a:endParaRPr>
          </a:p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/>
            </a:pPr>
            <a:endParaRPr lang="en-US" altLang="zh-TW" sz="2800" dirty="0">
              <a:latin typeface="Gill Sans MT" panose="020B05020201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34" name="Picture 6" descr="underline_base">
            <a:extLst>
              <a:ext uri="{FF2B5EF4-FFF2-40B4-BE49-F238E27FC236}">
                <a16:creationId xmlns:a16="http://schemas.microsoft.com/office/drawing/2014/main" id="{B47C7517-5625-4395-A140-E982C557B68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25" y="1035050"/>
            <a:ext cx="7769225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2">
            <a:extLst>
              <a:ext uri="{FF2B5EF4-FFF2-40B4-BE49-F238E27FC236}">
                <a16:creationId xmlns:a16="http://schemas.microsoft.com/office/drawing/2014/main" id="{605BED70-FABE-4128-9EA6-651FF134CA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28600"/>
            <a:ext cx="8023225" cy="1143000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cs typeface="+mj-cs"/>
              </a:rPr>
              <a:t>Network layer: data plane, control plane</a:t>
            </a:r>
          </a:p>
        </p:txBody>
      </p:sp>
      <p:sp>
        <p:nvSpPr>
          <p:cNvPr id="45061" name="Rectangle 3">
            <a:extLst>
              <a:ext uri="{FF2B5EF4-FFF2-40B4-BE49-F238E27FC236}">
                <a16:creationId xmlns:a16="http://schemas.microsoft.com/office/drawing/2014/main" id="{1FBC257F-B23D-4BD7-B3B0-F2A1D358DB6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79413" y="1625600"/>
            <a:ext cx="3825875" cy="4648200"/>
          </a:xfrm>
        </p:spPr>
        <p:txBody>
          <a:bodyPr/>
          <a:lstStyle/>
          <a:p>
            <a:pPr marL="0" indent="0">
              <a:buFont typeface="Wingdings" charset="2"/>
              <a:buNone/>
              <a:defRPr/>
            </a:pPr>
            <a:r>
              <a:rPr lang="en-US" i="1" dirty="0">
                <a:solidFill>
                  <a:srgbClr val="CC0000"/>
                </a:solidFill>
              </a:rPr>
              <a:t>Data plane</a:t>
            </a:r>
          </a:p>
          <a:p>
            <a:pPr marL="292100" indent="-292100">
              <a:buFont typeface="Wingdings" charset="2"/>
              <a:buChar char="§"/>
              <a:defRPr/>
            </a:pPr>
            <a:r>
              <a:rPr lang="en-US" sz="2400" dirty="0">
                <a:solidFill>
                  <a:srgbClr val="0070C0"/>
                </a:solidFill>
              </a:rPr>
              <a:t>local, per-router</a:t>
            </a:r>
            <a:r>
              <a:rPr lang="en-US" sz="2400" dirty="0"/>
              <a:t> function</a:t>
            </a:r>
          </a:p>
          <a:p>
            <a:pPr marL="292100" indent="-292100">
              <a:buFont typeface="Wingdings" charset="2"/>
              <a:buChar char="§"/>
              <a:defRPr/>
            </a:pPr>
            <a:r>
              <a:rPr lang="en-US" sz="2400" dirty="0">
                <a:solidFill>
                  <a:srgbClr val="0070C0"/>
                </a:solidFill>
              </a:rPr>
              <a:t>determines</a:t>
            </a:r>
            <a:r>
              <a:rPr lang="en-US" sz="2400" dirty="0"/>
              <a:t> how datagram arriving on router input port is forwarded to </a:t>
            </a:r>
            <a:r>
              <a:rPr lang="en-US" sz="2400" dirty="0">
                <a:solidFill>
                  <a:srgbClr val="0070C0"/>
                </a:solidFill>
              </a:rPr>
              <a:t>router output port</a:t>
            </a:r>
          </a:p>
          <a:p>
            <a:pPr marL="292100" indent="-292100">
              <a:buFont typeface="Wingdings" charset="2"/>
              <a:buChar char="§"/>
              <a:defRPr/>
            </a:pPr>
            <a:r>
              <a:rPr lang="en-US" sz="2400" dirty="0"/>
              <a:t>forwarding function</a:t>
            </a:r>
          </a:p>
          <a:p>
            <a:pPr>
              <a:buFont typeface="Wingdings" charset="0"/>
              <a:buNone/>
              <a:defRPr/>
            </a:pPr>
            <a:endParaRPr lang="en-US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76E54C0-3A68-4B1C-A122-1A16B85B91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78313" y="1611313"/>
            <a:ext cx="4491037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/>
            <a:ext uri="{91240B29-F687-4f45-9708-019B960494DF}"/>
            <a:ext uri="{FAA26D3D-D897-4be2-8F04-BA451C77F1D7}"/>
          </a:extLst>
        </p:spPr>
        <p:txBody>
          <a:bodyPr/>
          <a:lstStyle>
            <a:lvl1pPr marL="342900" indent="-342900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100000"/>
              <a:buFont typeface="Wingdings" charset="2"/>
              <a:buChar char="§"/>
              <a:defRPr sz="2800">
                <a:solidFill>
                  <a:schemeClr val="tx1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88975" indent="-231775" algn="l" rtl="0" eaLnBrk="0" fontAlgn="base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Font typeface="Arial"/>
              <a:buChar char="•"/>
              <a:defRPr sz="2400">
                <a:solidFill>
                  <a:schemeClr val="tx1"/>
                </a:solidFill>
                <a:latin typeface="Gill Sans MT"/>
                <a:ea typeface="ＭＳ Ｐゴシック" charset="0"/>
                <a:cs typeface="Gill Sans M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Gill Sans MT"/>
                <a:ea typeface="ＭＳ Ｐゴシック" charset="0"/>
                <a:cs typeface="Gill Sans M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  <a:ea typeface="ＭＳ Ｐゴシック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itchFamily="-109" charset="0"/>
              </a:defRPr>
            </a:lvl9pPr>
          </a:lstStyle>
          <a:p>
            <a:pPr marL="0" indent="0">
              <a:buFont typeface="Wingdings" charset="2"/>
              <a:buNone/>
              <a:defRPr/>
            </a:pPr>
            <a:r>
              <a:rPr lang="en-US" i="1" dirty="0">
                <a:solidFill>
                  <a:srgbClr val="CC0000"/>
                </a:solidFill>
              </a:rPr>
              <a:t>Control plane</a:t>
            </a:r>
          </a:p>
          <a:p>
            <a:pPr marL="228600" indent="-228600">
              <a:defRPr/>
            </a:pPr>
            <a:r>
              <a:rPr lang="en-US" sz="2400" dirty="0">
                <a:solidFill>
                  <a:srgbClr val="0070C0"/>
                </a:solidFill>
              </a:rPr>
              <a:t>network-wide</a:t>
            </a:r>
            <a:r>
              <a:rPr lang="en-US" sz="2400" dirty="0"/>
              <a:t> logic</a:t>
            </a:r>
          </a:p>
          <a:p>
            <a:pPr marL="228600" indent="-228600">
              <a:defRPr/>
            </a:pPr>
            <a:r>
              <a:rPr lang="en-US" sz="2400" dirty="0">
                <a:solidFill>
                  <a:srgbClr val="0070C0"/>
                </a:solidFill>
              </a:rPr>
              <a:t>determines</a:t>
            </a:r>
            <a:r>
              <a:rPr lang="en-US" sz="2400" dirty="0"/>
              <a:t> how datagram is routed among routers along </a:t>
            </a:r>
            <a:r>
              <a:rPr lang="en-US" sz="2400" dirty="0">
                <a:solidFill>
                  <a:srgbClr val="0070C0"/>
                </a:solidFill>
              </a:rPr>
              <a:t>end-end path</a:t>
            </a:r>
            <a:r>
              <a:rPr lang="en-US" sz="2400" dirty="0"/>
              <a:t> from source host to destination host</a:t>
            </a:r>
          </a:p>
          <a:p>
            <a:pPr marL="228600" indent="-228600">
              <a:defRPr/>
            </a:pPr>
            <a:r>
              <a:rPr lang="en-US" sz="2400" dirty="0">
                <a:solidFill>
                  <a:srgbClr val="0070C0"/>
                </a:solidFill>
              </a:rPr>
              <a:t>two control-plane approaches</a:t>
            </a:r>
            <a:r>
              <a:rPr lang="en-US" sz="2400" dirty="0"/>
              <a:t>:</a:t>
            </a:r>
          </a:p>
          <a:p>
            <a:pPr lvl="1">
              <a:defRPr/>
            </a:pPr>
            <a:r>
              <a:rPr lang="en-US" i="1" dirty="0">
                <a:solidFill>
                  <a:srgbClr val="000090"/>
                </a:solidFill>
                <a:latin typeface="Gill Sans MT" charset="0"/>
              </a:rPr>
              <a:t>traditional routing algorithms: </a:t>
            </a:r>
            <a:r>
              <a:rPr lang="en-US" dirty="0">
                <a:latin typeface="Gill Sans MT" charset="0"/>
              </a:rPr>
              <a:t>implemented in routers</a:t>
            </a:r>
          </a:p>
          <a:p>
            <a:pPr lvl="1">
              <a:defRPr/>
            </a:pPr>
            <a:r>
              <a:rPr lang="en-US" i="1" dirty="0">
                <a:solidFill>
                  <a:srgbClr val="000090"/>
                </a:solidFill>
                <a:latin typeface="Gill Sans MT" charset="0"/>
              </a:rPr>
              <a:t>software-defined networking (SDN)</a:t>
            </a:r>
            <a:r>
              <a:rPr lang="en-US" dirty="0">
                <a:latin typeface="Gill Sans MT" charset="0"/>
              </a:rPr>
              <a:t>: implemented in (remote) servers</a:t>
            </a:r>
          </a:p>
          <a:p>
            <a:pPr>
              <a:defRPr/>
            </a:pPr>
            <a:endParaRPr lang="en-US" dirty="0"/>
          </a:p>
          <a:p>
            <a:pPr>
              <a:buFont typeface="Wingdings" charset="0"/>
              <a:buNone/>
              <a:defRPr/>
            </a:pPr>
            <a:endParaRPr lang="en-US" dirty="0"/>
          </a:p>
        </p:txBody>
      </p:sp>
      <p:grpSp>
        <p:nvGrpSpPr>
          <p:cNvPr id="44038" name="Group 8">
            <a:extLst>
              <a:ext uri="{FF2B5EF4-FFF2-40B4-BE49-F238E27FC236}">
                <a16:creationId xmlns:a16="http://schemas.microsoft.com/office/drawing/2014/main" id="{4992836E-FF6E-4444-AD6A-B717C2BFB9C1}"/>
              </a:ext>
            </a:extLst>
          </p:cNvPr>
          <p:cNvGrpSpPr>
            <a:grpSpLocks/>
          </p:cNvGrpSpPr>
          <p:nvPr/>
        </p:nvGrpSpPr>
        <p:grpSpPr bwMode="auto">
          <a:xfrm>
            <a:off x="596900" y="4378325"/>
            <a:ext cx="3643313" cy="1582738"/>
            <a:chOff x="842050" y="4767952"/>
            <a:chExt cx="3644169" cy="1582996"/>
          </a:xfrm>
        </p:grpSpPr>
        <p:sp>
          <p:nvSpPr>
            <p:cNvPr id="10" name="Freeform 2">
              <a:extLst>
                <a:ext uri="{FF2B5EF4-FFF2-40B4-BE49-F238E27FC236}">
                  <a16:creationId xmlns:a16="http://schemas.microsoft.com/office/drawing/2014/main" id="{A1172108-0BA2-4351-A2E9-5894565D652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91886" y="5436399"/>
              <a:ext cx="1894333" cy="914549"/>
            </a:xfrm>
            <a:custGeom>
              <a:avLst/>
              <a:gdLst>
                <a:gd name="T0" fmla="*/ 1611 w 10001"/>
                <a:gd name="T1" fmla="*/ 374679 h 10125"/>
                <a:gd name="T2" fmla="*/ 287991 w 10001"/>
                <a:gd name="T3" fmla="*/ 147961 h 10125"/>
                <a:gd name="T4" fmla="*/ 1260716 w 10001"/>
                <a:gd name="T5" fmla="*/ 93322 h 10125"/>
                <a:gd name="T6" fmla="*/ 2011909 w 10001"/>
                <a:gd name="T7" fmla="*/ 0 h 10125"/>
                <a:gd name="T8" fmla="*/ 2706712 w 10001"/>
                <a:gd name="T9" fmla="*/ 93600 h 10125"/>
                <a:gd name="T10" fmla="*/ 3255305 w 10001"/>
                <a:gd name="T11" fmla="*/ 46104 h 10125"/>
                <a:gd name="T12" fmla="*/ 4023415 w 10001"/>
                <a:gd name="T13" fmla="*/ 277276 h 10125"/>
                <a:gd name="T14" fmla="*/ 3463544 w 10001"/>
                <a:gd name="T15" fmla="*/ 630526 h 10125"/>
                <a:gd name="T16" fmla="*/ 2817478 w 10001"/>
                <a:gd name="T17" fmla="*/ 864758 h 10125"/>
                <a:gd name="T18" fmla="*/ 2137577 w 10001"/>
                <a:gd name="T19" fmla="*/ 820324 h 10125"/>
                <a:gd name="T20" fmla="*/ 1760571 w 10001"/>
                <a:gd name="T21" fmla="*/ 919490 h 10125"/>
                <a:gd name="T22" fmla="*/ 1264743 w 10001"/>
                <a:gd name="T23" fmla="*/ 929416 h 10125"/>
                <a:gd name="T24" fmla="*/ 877667 w 10001"/>
                <a:gd name="T25" fmla="*/ 732382 h 10125"/>
                <a:gd name="T26" fmla="*/ 478105 w 10001"/>
                <a:gd name="T27" fmla="*/ 695276 h 10125"/>
                <a:gd name="T28" fmla="*/ 1611 w 10001"/>
                <a:gd name="T29" fmla="*/ 374679 h 10125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</a:gdLst>
              <a:ahLst/>
              <a:cxnLst>
                <a:cxn ang="T30">
                  <a:pos x="T0" y="T1"/>
                </a:cxn>
                <a:cxn ang="T31">
                  <a:pos x="T2" y="T3"/>
                </a:cxn>
                <a:cxn ang="T32">
                  <a:pos x="T4" y="T5"/>
                </a:cxn>
                <a:cxn ang="T33">
                  <a:pos x="T6" y="T7"/>
                </a:cxn>
                <a:cxn ang="T34">
                  <a:pos x="T8" y="T9"/>
                </a:cxn>
                <a:cxn ang="T35">
                  <a:pos x="T10" y="T11"/>
                </a:cxn>
                <a:cxn ang="T36">
                  <a:pos x="T12" y="T13"/>
                </a:cxn>
                <a:cxn ang="T37">
                  <a:pos x="T14" y="T15"/>
                </a:cxn>
                <a:cxn ang="T38">
                  <a:pos x="T16" y="T17"/>
                </a:cxn>
                <a:cxn ang="T39">
                  <a:pos x="T18" y="T19"/>
                </a:cxn>
                <a:cxn ang="T40">
                  <a:pos x="T20" y="T21"/>
                </a:cxn>
                <a:cxn ang="T41">
                  <a:pos x="T22" y="T23"/>
                </a:cxn>
                <a:cxn ang="T42">
                  <a:pos x="T24" y="T25"/>
                </a:cxn>
                <a:cxn ang="T43">
                  <a:pos x="T26" y="T27"/>
                </a:cxn>
                <a:cxn ang="T44">
                  <a:pos x="T28" y="T29"/>
                </a:cxn>
              </a:cxnLst>
              <a:rect l="0" t="0" r="r" b="b"/>
              <a:pathLst>
                <a:path w="10001" h="10125">
                  <a:moveTo>
                    <a:pt x="4" y="4039"/>
                  </a:moveTo>
                  <a:cubicBezTo>
                    <a:pt x="-29" y="2271"/>
                    <a:pt x="194" y="2100"/>
                    <a:pt x="715" y="1595"/>
                  </a:cubicBezTo>
                  <a:cubicBezTo>
                    <a:pt x="1236" y="1089"/>
                    <a:pt x="2417" y="1272"/>
                    <a:pt x="3130" y="1006"/>
                  </a:cubicBezTo>
                  <a:cubicBezTo>
                    <a:pt x="3843" y="740"/>
                    <a:pt x="4397" y="0"/>
                    <a:pt x="4995" y="0"/>
                  </a:cubicBezTo>
                  <a:cubicBezTo>
                    <a:pt x="5593" y="1"/>
                    <a:pt x="6206" y="926"/>
                    <a:pt x="6720" y="1009"/>
                  </a:cubicBezTo>
                  <a:cubicBezTo>
                    <a:pt x="7234" y="1092"/>
                    <a:pt x="7536" y="241"/>
                    <a:pt x="8082" y="497"/>
                  </a:cubicBezTo>
                  <a:cubicBezTo>
                    <a:pt x="8628" y="756"/>
                    <a:pt x="9854" y="442"/>
                    <a:pt x="9989" y="2989"/>
                  </a:cubicBezTo>
                  <a:cubicBezTo>
                    <a:pt x="10124" y="5536"/>
                    <a:pt x="9098" y="5742"/>
                    <a:pt x="8599" y="6797"/>
                  </a:cubicBezTo>
                  <a:cubicBezTo>
                    <a:pt x="8100" y="7852"/>
                    <a:pt x="7544" y="8981"/>
                    <a:pt x="6995" y="9322"/>
                  </a:cubicBezTo>
                  <a:cubicBezTo>
                    <a:pt x="6446" y="9663"/>
                    <a:pt x="5793" y="8957"/>
                    <a:pt x="5307" y="8843"/>
                  </a:cubicBezTo>
                  <a:cubicBezTo>
                    <a:pt x="4819" y="8726"/>
                    <a:pt x="4628" y="10048"/>
                    <a:pt x="4371" y="9912"/>
                  </a:cubicBezTo>
                  <a:cubicBezTo>
                    <a:pt x="4114" y="9775"/>
                    <a:pt x="3505" y="10355"/>
                    <a:pt x="3140" y="10019"/>
                  </a:cubicBezTo>
                  <a:cubicBezTo>
                    <a:pt x="2774" y="9683"/>
                    <a:pt x="2820" y="8138"/>
                    <a:pt x="2179" y="7895"/>
                  </a:cubicBezTo>
                  <a:cubicBezTo>
                    <a:pt x="1586" y="6800"/>
                    <a:pt x="1549" y="8137"/>
                    <a:pt x="1187" y="7495"/>
                  </a:cubicBezTo>
                  <a:cubicBezTo>
                    <a:pt x="825" y="6852"/>
                    <a:pt x="-7" y="6157"/>
                    <a:pt x="4" y="4039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66CCFF"/>
                </a:gs>
                <a:gs pos="100000">
                  <a:srgbClr val="FFFFFF"/>
                </a:gs>
                <a:gs pos="50000">
                  <a:schemeClr val="bg1"/>
                </a:gs>
              </a:gsLst>
              <a:lin ang="0" scaled="1"/>
              <a:tileRect/>
            </a:gradFill>
            <a:ln>
              <a:noFill/>
            </a:ln>
          </p:spPr>
          <p:txBody>
            <a:bodyPr wrap="none" anchor="ctr"/>
            <a:lstStyle/>
            <a:p>
              <a:pPr>
                <a:defRPr/>
              </a:pPr>
              <a:endParaRPr lang="en-US">
                <a:latin typeface="Arial" charset="0"/>
                <a:ea typeface="ＭＳ Ｐゴシック" charset="0"/>
                <a:cs typeface="ＭＳ Ｐゴシック" charset="0"/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DEABBB1-1063-4D9E-8868-204B58F8DBA8}"/>
                </a:ext>
              </a:extLst>
            </p:cNvPr>
            <p:cNvCxnSpPr/>
            <p:nvPr/>
          </p:nvCxnSpPr>
          <p:spPr>
            <a:xfrm flipV="1">
              <a:off x="3261968" y="5558656"/>
              <a:ext cx="500180" cy="157189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6D80D0D-5C9C-4ABB-B71B-3CB5BDB97EA2}"/>
                </a:ext>
              </a:extLst>
            </p:cNvPr>
            <p:cNvCxnSpPr/>
            <p:nvPr/>
          </p:nvCxnSpPr>
          <p:spPr>
            <a:xfrm>
              <a:off x="3111121" y="5774591"/>
              <a:ext cx="862215" cy="104792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D41A37B-8E7E-4BDA-A7D8-21B086B92A03}"/>
                </a:ext>
              </a:extLst>
            </p:cNvPr>
            <p:cNvCxnSpPr/>
            <p:nvPr/>
          </p:nvCxnSpPr>
          <p:spPr>
            <a:xfrm>
              <a:off x="3123824" y="5880971"/>
              <a:ext cx="714543" cy="274682"/>
            </a:xfrm>
            <a:prstGeom prst="line">
              <a:avLst/>
            </a:prstGeom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B073912-4331-4E27-A9D7-96A6F40CE2B8}"/>
                </a:ext>
              </a:extLst>
            </p:cNvPr>
            <p:cNvCxnSpPr/>
            <p:nvPr/>
          </p:nvCxnSpPr>
          <p:spPr>
            <a:xfrm flipH="1">
              <a:off x="1283479" y="5801583"/>
              <a:ext cx="1506892" cy="1587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046" name="TextBox 265">
              <a:extLst>
                <a:ext uri="{FF2B5EF4-FFF2-40B4-BE49-F238E27FC236}">
                  <a16:creationId xmlns:a16="http://schemas.microsoft.com/office/drawing/2014/main" id="{C4C6C14F-5C96-433C-BEBA-51E15B140D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98813" y="5473700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200"/>
                <a:t>1</a:t>
              </a:r>
            </a:p>
          </p:txBody>
        </p:sp>
        <p:sp>
          <p:nvSpPr>
            <p:cNvPr id="44047" name="TextBox 281">
              <a:extLst>
                <a:ext uri="{FF2B5EF4-FFF2-40B4-BE49-F238E27FC236}">
                  <a16:creationId xmlns:a16="http://schemas.microsoft.com/office/drawing/2014/main" id="{A4C5108A-C434-4236-8AD3-DB4EB38A73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3438" y="5761038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200"/>
                <a:t>2</a:t>
              </a:r>
            </a:p>
          </p:txBody>
        </p:sp>
        <p:sp>
          <p:nvSpPr>
            <p:cNvPr id="44048" name="TextBox 282">
              <a:extLst>
                <a:ext uri="{FF2B5EF4-FFF2-40B4-BE49-F238E27FC236}">
                  <a16:creationId xmlns:a16="http://schemas.microsoft.com/office/drawing/2014/main" id="{CE295DBF-70A8-45B3-B6E5-57D44D0939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68638" y="5862638"/>
              <a:ext cx="261937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200"/>
                <a:t>3</a:t>
              </a:r>
            </a:p>
          </p:txBody>
        </p:sp>
        <p:grpSp>
          <p:nvGrpSpPr>
            <p:cNvPr id="44049" name="Group 5">
              <a:extLst>
                <a:ext uri="{FF2B5EF4-FFF2-40B4-BE49-F238E27FC236}">
                  <a16:creationId xmlns:a16="http://schemas.microsoft.com/office/drawing/2014/main" id="{9A91DFA0-781E-4DED-A854-D2DB05BBA5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8213" y="5237163"/>
              <a:ext cx="1616075" cy="487362"/>
              <a:chOff x="-4079003" y="2717403"/>
              <a:chExt cx="1616718" cy="488475"/>
            </a:xfrm>
          </p:grpSpPr>
          <p:sp>
            <p:nvSpPr>
              <p:cNvPr id="44062" name="Rectangle 97">
                <a:extLst>
                  <a:ext uri="{FF2B5EF4-FFF2-40B4-BE49-F238E27FC236}">
                    <a16:creationId xmlns:a16="http://schemas.microsoft.com/office/drawing/2014/main" id="{05C3C1D0-5A26-48DF-ADB8-31B07D0BAB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052413" y="2965119"/>
                <a:ext cx="1290538" cy="20875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4063" name="Rectangle 98">
                <a:extLst>
                  <a:ext uri="{FF2B5EF4-FFF2-40B4-BE49-F238E27FC236}">
                    <a16:creationId xmlns:a16="http://schemas.microsoft.com/office/drawing/2014/main" id="{3A007EC4-4053-4993-82F1-2F14974067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079003" y="2985994"/>
                <a:ext cx="1281675" cy="208750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4064" name="Line 99">
                <a:extLst>
                  <a:ext uri="{FF2B5EF4-FFF2-40B4-BE49-F238E27FC236}">
                    <a16:creationId xmlns:a16="http://schemas.microsoft.com/office/drawing/2014/main" id="{41E04774-447F-4B01-86EE-EF77FF56C6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2933828" y="3101502"/>
                <a:ext cx="471543" cy="0"/>
              </a:xfrm>
              <a:prstGeom prst="line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44065" name="Rectangle 104">
                <a:extLst>
                  <a:ext uri="{FF2B5EF4-FFF2-40B4-BE49-F238E27FC236}">
                    <a16:creationId xmlns:a16="http://schemas.microsoft.com/office/drawing/2014/main" id="{E9879AAE-88E0-48DC-96D7-04B6F7D317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77007" y="2988777"/>
                <a:ext cx="476861" cy="21014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4066" name="Text Box 105">
                <a:extLst>
                  <a:ext uri="{FF2B5EF4-FFF2-40B4-BE49-F238E27FC236}">
                    <a16:creationId xmlns:a16="http://schemas.microsoft.com/office/drawing/2014/main" id="{7BB00D05-B3AF-4685-8E5E-1D2D4ECBABE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3430189" y="2965119"/>
                <a:ext cx="581451" cy="2407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/>
                <a:r>
                  <a:rPr lang="en-US" altLang="zh-HK" sz="1200"/>
                  <a:t>0111</a:t>
                </a:r>
              </a:p>
            </p:txBody>
          </p:sp>
          <p:sp>
            <p:nvSpPr>
              <p:cNvPr id="44067" name="Line 119">
                <a:extLst>
                  <a:ext uri="{FF2B5EF4-FFF2-40B4-BE49-F238E27FC236}">
                    <a16:creationId xmlns:a16="http://schemas.microsoft.com/office/drawing/2014/main" id="{ECCD795B-A512-4840-96C3-41EE885C5E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3621642" y="2717403"/>
                <a:ext cx="405953" cy="300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4050" name="TextBox 6">
              <a:extLst>
                <a:ext uri="{FF2B5EF4-FFF2-40B4-BE49-F238E27FC236}">
                  <a16:creationId xmlns:a16="http://schemas.microsoft.com/office/drawing/2014/main" id="{4F1F5672-4581-4AD2-9A17-9F00A2B0B3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2050" y="4767952"/>
              <a:ext cx="1992313" cy="523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400"/>
                <a:t>values in arriving </a:t>
              </a:r>
            </a:p>
            <a:p>
              <a:r>
                <a:rPr lang="en-US" altLang="zh-HK" sz="1400"/>
                <a:t>packet header</a:t>
              </a:r>
              <a:endParaRPr lang="en-US" altLang="zh-HK"/>
            </a:p>
          </p:txBody>
        </p:sp>
        <p:grpSp>
          <p:nvGrpSpPr>
            <p:cNvPr id="44051" name="Group 357">
              <a:extLst>
                <a:ext uri="{FF2B5EF4-FFF2-40B4-BE49-F238E27FC236}">
                  <a16:creationId xmlns:a16="http://schemas.microsoft.com/office/drawing/2014/main" id="{1B8B4999-753A-45C0-BDB2-95FF2FB2FD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4625" y="5659438"/>
              <a:ext cx="565150" cy="293687"/>
              <a:chOff x="1871277" y="1576300"/>
              <a:chExt cx="1128371" cy="437861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E5DAFE0-6208-48D5-92CA-64437DFCC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3504" y="1693538"/>
                <a:ext cx="1125467" cy="319572"/>
              </a:xfrm>
              <a:prstGeom prst="ellipse">
                <a:avLst/>
              </a:prstGeom>
              <a:gradFill rotWithShape="1">
                <a:gsLst>
                  <a:gs pos="0">
                    <a:srgbClr val="262699"/>
                  </a:gs>
                  <a:gs pos="53000">
                    <a:srgbClr val="8585E0"/>
                  </a:gs>
                  <a:gs pos="100000">
                    <a:srgbClr val="262699"/>
                  </a:gs>
                </a:gsLst>
                <a:lin ang="0" scaled="1"/>
              </a:gradFill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lt1"/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074EC2D-840F-416C-BA9A-0177DE8D33F0}"/>
                  </a:ext>
                </a:extLst>
              </p:cNvPr>
              <p:cNvSpPr/>
              <p:nvPr/>
            </p:nvSpPr>
            <p:spPr bwMode="auto">
              <a:xfrm>
                <a:off x="1870334" y="1738514"/>
                <a:ext cx="1128637" cy="115994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53AF9E09-F843-47B9-9108-C4D93503EB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0334" y="1575177"/>
                <a:ext cx="1125465" cy="319572"/>
              </a:xfrm>
              <a:prstGeom prst="ellipse">
                <a:avLst/>
              </a:prstGeom>
              <a:solidFill>
                <a:srgbClr val="BFBFBF"/>
              </a:solidFill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lt1"/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68D0B0C2-B6F8-4A58-B0DA-CBA1E181ED14}"/>
                  </a:ext>
                </a:extLst>
              </p:cNvPr>
              <p:cNvSpPr/>
              <p:nvPr/>
            </p:nvSpPr>
            <p:spPr bwMode="auto">
              <a:xfrm>
                <a:off x="2158833" y="1672232"/>
                <a:ext cx="548468" cy="160970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A00B3E95-EA0F-4673-B309-241E872EA0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01767" y="1631990"/>
                <a:ext cx="662599" cy="111258"/>
              </a:xfrm>
              <a:custGeom>
                <a:avLst/>
                <a:gdLst>
                  <a:gd name="T0" fmla="*/ 0 w 3723451"/>
                  <a:gd name="T1" fmla="*/ 27219 h 932950"/>
                  <a:gd name="T2" fmla="*/ 116589 w 3723451"/>
                  <a:gd name="T3" fmla="*/ 321 h 932950"/>
                  <a:gd name="T4" fmla="*/ 330241 w 3723451"/>
                  <a:gd name="T5" fmla="*/ 62079 h 932950"/>
                  <a:gd name="T6" fmla="*/ 534068 w 3723451"/>
                  <a:gd name="T7" fmla="*/ 0 h 932950"/>
                  <a:gd name="T8" fmla="*/ 662599 w 3723451"/>
                  <a:gd name="T9" fmla="*/ 24703 h 932950"/>
                  <a:gd name="T10" fmla="*/ 566972 w 3723451"/>
                  <a:gd name="T11" fmla="*/ 55080 h 932950"/>
                  <a:gd name="T12" fmla="*/ 536184 w 3723451"/>
                  <a:gd name="T13" fmla="*/ 46891 h 932950"/>
                  <a:gd name="T14" fmla="*/ 333995 w 3723451"/>
                  <a:gd name="T15" fmla="*/ 111258 h 932950"/>
                  <a:gd name="T16" fmla="*/ 126634 w 3723451"/>
                  <a:gd name="T17" fmla="*/ 49258 h 932950"/>
                  <a:gd name="T18" fmla="*/ 93107 w 3723451"/>
                  <a:gd name="T19" fmla="*/ 55950 h 932950"/>
                  <a:gd name="T20" fmla="*/ 0 w 3723451"/>
                  <a:gd name="T21" fmla="*/ 27219 h 932950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262699"/>
              </a:solidFill>
              <a:ln w="9525" cap="flat" cmpd="sng">
                <a:noFill/>
                <a:prstDash val="solid"/>
                <a:round/>
                <a:headEnd/>
                <a:tailEnd/>
              </a:ln>
              <a:effectLst>
                <a:outerShdw dist="23000" dir="5400000" rotWithShape="0">
                  <a:srgbClr val="00000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>
                  <a:defRPr/>
                </a:pPr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BEF4E2FE-677F-4EF9-A782-E5F94F62B0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6103" y="1726678"/>
                <a:ext cx="244114" cy="97055"/>
              </a:xfrm>
              <a:custGeom>
                <a:avLst/>
                <a:gdLst>
                  <a:gd name="T0" fmla="*/ 0 w 1366596"/>
                  <a:gd name="T1" fmla="*/ 0 h 809868"/>
                  <a:gd name="T2" fmla="*/ 244114 w 1366596"/>
                  <a:gd name="T3" fmla="*/ 74997 h 809868"/>
                  <a:gd name="T4" fmla="*/ 154523 w 1366596"/>
                  <a:gd name="T5" fmla="*/ 97055 h 809868"/>
                  <a:gd name="T6" fmla="*/ 822 w 1366596"/>
                  <a:gd name="T7" fmla="*/ 51285 h 809868"/>
                  <a:gd name="T8" fmla="*/ 0 w 1366596"/>
                  <a:gd name="T9" fmla="*/ 0 h 8098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262699"/>
              </a:solidFill>
              <a:ln w="9525" cap="flat" cmpd="sng">
                <a:noFill/>
                <a:prstDash val="solid"/>
                <a:round/>
                <a:headEnd/>
                <a:tailEnd/>
              </a:ln>
              <a:effectLst>
                <a:outerShdw dist="23000" dir="5400000" rotWithShape="0">
                  <a:srgbClr val="00000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>
                  <a:defRPr/>
                </a:pPr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BD04EB9E-2615-425F-B62C-CDB48C9EC51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9086" y="1729045"/>
                <a:ext cx="240945" cy="97056"/>
              </a:xfrm>
              <a:custGeom>
                <a:avLst/>
                <a:gdLst>
                  <a:gd name="T0" fmla="*/ 237656 w 1348191"/>
                  <a:gd name="T1" fmla="*/ 0 h 791462"/>
                  <a:gd name="T2" fmla="*/ 240945 w 1348191"/>
                  <a:gd name="T3" fmla="*/ 46835 h 791462"/>
                  <a:gd name="T4" fmla="*/ 87168 w 1348191"/>
                  <a:gd name="T5" fmla="*/ 97056 h 791462"/>
                  <a:gd name="T6" fmla="*/ 0 w 1348191"/>
                  <a:gd name="T7" fmla="*/ 75049 h 791462"/>
                  <a:gd name="T8" fmla="*/ 237656 w 1348191"/>
                  <a:gd name="T9" fmla="*/ 0 h 7914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262699"/>
              </a:solidFill>
              <a:ln w="9525" cap="flat" cmpd="sng">
                <a:noFill/>
                <a:prstDash val="solid"/>
                <a:round/>
                <a:headEnd/>
                <a:tailEnd/>
              </a:ln>
              <a:effectLst>
                <a:outerShdw dist="23000" dir="5400000" rotWithShape="0">
                  <a:srgbClr val="00000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>
                  <a:defRPr/>
                </a:pPr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042A89B-30FB-4F53-970C-3C08D1EE7F54}"/>
                  </a:ext>
                </a:extLst>
              </p:cNvPr>
              <p:cNvCxnSpPr>
                <a:cxnSpLocks noChangeShapeType="1"/>
                <a:endCxn id="24" idx="2"/>
              </p:cNvCxnSpPr>
              <p:nvPr/>
            </p:nvCxnSpPr>
            <p:spPr bwMode="auto">
              <a:xfrm flipH="1" flipV="1">
                <a:off x="1870334" y="1736147"/>
                <a:ext cx="3169" cy="123095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19939" dir="5400000" algn="tl" rotWithShape="0">
                  <a:srgbClr val="808080">
                    <a:alpha val="37999"/>
                  </a:srgbClr>
                </a:outerShdw>
              </a:effectLst>
            </p:spPr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8936EB8-4E15-481A-A1C1-BF4932926377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2995800" y="1733779"/>
                <a:ext cx="3171" cy="123095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19939" dir="5400000" algn="tl" rotWithShape="0">
                  <a:srgbClr val="808080">
                    <a:alpha val="37999"/>
                  </a:srgbClr>
                </a:outerShdw>
              </a:effectLst>
            </p:spPr>
          </p:cxnSp>
        </p:grpSp>
        <p:sp>
          <p:nvSpPr>
            <p:cNvPr id="44052" name="Freeform 120">
              <a:extLst>
                <a:ext uri="{FF2B5EF4-FFF2-40B4-BE49-F238E27FC236}">
                  <a16:creationId xmlns:a16="http://schemas.microsoft.com/office/drawing/2014/main" id="{CC91197D-F27F-4010-B864-6AC4B84BE05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93963" y="5668963"/>
              <a:ext cx="982662" cy="233362"/>
            </a:xfrm>
            <a:custGeom>
              <a:avLst/>
              <a:gdLst>
                <a:gd name="T0" fmla="*/ 0 w 554"/>
                <a:gd name="T1" fmla="*/ 2147483647 h 167"/>
                <a:gd name="T2" fmla="*/ 2147483647 w 554"/>
                <a:gd name="T3" fmla="*/ 2147483647 h 167"/>
                <a:gd name="T4" fmla="*/ 2147483647 w 554"/>
                <a:gd name="T5" fmla="*/ 2147483647 h 167"/>
                <a:gd name="T6" fmla="*/ 0 60000 65536"/>
                <a:gd name="T7" fmla="*/ 0 60000 65536"/>
                <a:gd name="T8" fmla="*/ 0 60000 65536"/>
                <a:gd name="T9" fmla="*/ 0 w 554"/>
                <a:gd name="T10" fmla="*/ 0 h 167"/>
                <a:gd name="T11" fmla="*/ 554 w 554"/>
                <a:gd name="T12" fmla="*/ 167 h 16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54" h="167">
                  <a:moveTo>
                    <a:pt x="0" y="10"/>
                  </a:moveTo>
                  <a:cubicBezTo>
                    <a:pt x="102" y="0"/>
                    <a:pt x="240" y="5"/>
                    <a:pt x="324" y="26"/>
                  </a:cubicBezTo>
                  <a:cubicBezTo>
                    <a:pt x="416" y="52"/>
                    <a:pt x="502" y="120"/>
                    <a:pt x="554" y="167"/>
                  </a:cubicBezTo>
                </a:path>
              </a:pathLst>
            </a:custGeom>
            <a:noFill/>
            <a:ln w="57150" cmpd="sng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44039" name="Slide Number Placeholder 5">
            <a:extLst>
              <a:ext uri="{FF2B5EF4-FFF2-40B4-BE49-F238E27FC236}">
                <a16:creationId xmlns:a16="http://schemas.microsoft.com/office/drawing/2014/main" id="{BF2E8D2A-760E-495E-99ED-B5D97F5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458787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F3666529-B3CE-4A97-BB82-BF3FAF25A5A9}" type="slidenum">
              <a:rPr lang="en-US" altLang="zh-HK">
                <a:latin typeface="Tahoma" panose="020B0604030504040204" pitchFamily="34" charset="0"/>
              </a:rPr>
              <a:pPr/>
              <a:t>6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44040" name="Footer Placeholder 2">
            <a:extLst>
              <a:ext uri="{FF2B5EF4-FFF2-40B4-BE49-F238E27FC236}">
                <a16:creationId xmlns:a16="http://schemas.microsoft.com/office/drawing/2014/main" id="{3587904C-79F9-418B-8885-8BC3A0B56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5" descr="underline_base">
            <a:extLst>
              <a:ext uri="{FF2B5EF4-FFF2-40B4-BE49-F238E27FC236}">
                <a16:creationId xmlns:a16="http://schemas.microsoft.com/office/drawing/2014/main" id="{401E45D2-BB0D-43F9-A433-5A576A6B264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500" y="819150"/>
            <a:ext cx="4727575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59" name="Freeform 2">
            <a:extLst>
              <a:ext uri="{FF2B5EF4-FFF2-40B4-BE49-F238E27FC236}">
                <a16:creationId xmlns:a16="http://schemas.microsoft.com/office/drawing/2014/main" id="{BA3CF454-F135-4F96-A12C-743B49DF1389}"/>
              </a:ext>
            </a:extLst>
          </p:cNvPr>
          <p:cNvSpPr>
            <a:spLocks/>
          </p:cNvSpPr>
          <p:nvPr/>
        </p:nvSpPr>
        <p:spPr bwMode="auto">
          <a:xfrm>
            <a:off x="2592388" y="5437188"/>
            <a:ext cx="4027487" cy="939800"/>
          </a:xfrm>
          <a:custGeom>
            <a:avLst/>
            <a:gdLst>
              <a:gd name="T0" fmla="*/ 2147483647 w 10001"/>
              <a:gd name="T1" fmla="*/ 2147483647 h 10125"/>
              <a:gd name="T2" fmla="*/ 2147483647 w 10001"/>
              <a:gd name="T3" fmla="*/ 2147483647 h 10125"/>
              <a:gd name="T4" fmla="*/ 2147483647 w 10001"/>
              <a:gd name="T5" fmla="*/ 2147483647 h 10125"/>
              <a:gd name="T6" fmla="*/ 2147483647 w 10001"/>
              <a:gd name="T7" fmla="*/ 0 h 10125"/>
              <a:gd name="T8" fmla="*/ 2147483647 w 10001"/>
              <a:gd name="T9" fmla="*/ 2147483647 h 10125"/>
              <a:gd name="T10" fmla="*/ 2147483647 w 10001"/>
              <a:gd name="T11" fmla="*/ 2147483647 h 10125"/>
              <a:gd name="T12" fmla="*/ 2147483647 w 10001"/>
              <a:gd name="T13" fmla="*/ 2147483647 h 10125"/>
              <a:gd name="T14" fmla="*/ 2147483647 w 10001"/>
              <a:gd name="T15" fmla="*/ 2147483647 h 10125"/>
              <a:gd name="T16" fmla="*/ 2147483647 w 10001"/>
              <a:gd name="T17" fmla="*/ 2147483647 h 10125"/>
              <a:gd name="T18" fmla="*/ 2147483647 w 10001"/>
              <a:gd name="T19" fmla="*/ 2147483647 h 10125"/>
              <a:gd name="T20" fmla="*/ 2147483647 w 10001"/>
              <a:gd name="T21" fmla="*/ 2147483647 h 10125"/>
              <a:gd name="T22" fmla="*/ 2147483647 w 10001"/>
              <a:gd name="T23" fmla="*/ 2147483647 h 10125"/>
              <a:gd name="T24" fmla="*/ 2147483647 w 10001"/>
              <a:gd name="T25" fmla="*/ 2147483647 h 10125"/>
              <a:gd name="T26" fmla="*/ 2147483647 w 10001"/>
              <a:gd name="T27" fmla="*/ 2147483647 h 10125"/>
              <a:gd name="T28" fmla="*/ 2147483647 w 10001"/>
              <a:gd name="T29" fmla="*/ 2147483647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w 10001"/>
              <a:gd name="T46" fmla="*/ 0 h 10125"/>
              <a:gd name="T47" fmla="*/ 10001 w 10001"/>
              <a:gd name="T48" fmla="*/ 10125 h 10125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T45" t="T46" r="T47" b="T48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1FF2BEE5-4C05-4DF4-BA71-E4F3E2B5CB25}"/>
              </a:ext>
            </a:extLst>
          </p:cNvPr>
          <p:cNvCxnSpPr/>
          <p:nvPr/>
        </p:nvCxnSpPr>
        <p:spPr>
          <a:xfrm flipV="1">
            <a:off x="3222625" y="5589588"/>
            <a:ext cx="1316038" cy="13176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54DE61F3-2C6B-4A34-9151-9C2B33D94997}"/>
              </a:ext>
            </a:extLst>
          </p:cNvPr>
          <p:cNvCxnSpPr/>
          <p:nvPr/>
        </p:nvCxnSpPr>
        <p:spPr>
          <a:xfrm>
            <a:off x="3111500" y="5775325"/>
            <a:ext cx="2259013" cy="30003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DFA4B4FD-0350-4A4E-B4F6-6B1BF94D0E2E}"/>
              </a:ext>
            </a:extLst>
          </p:cNvPr>
          <p:cNvCxnSpPr/>
          <p:nvPr/>
        </p:nvCxnSpPr>
        <p:spPr>
          <a:xfrm>
            <a:off x="3124200" y="5881688"/>
            <a:ext cx="714375" cy="27463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D3014B4-4CC3-474E-BF64-442A51404B72}"/>
              </a:ext>
            </a:extLst>
          </p:cNvPr>
          <p:cNvCxnSpPr/>
          <p:nvPr/>
        </p:nvCxnSpPr>
        <p:spPr>
          <a:xfrm flipV="1">
            <a:off x="4141788" y="6075363"/>
            <a:ext cx="1247775" cy="8096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352B828F-CF96-41A4-B711-025379DA7CF2}"/>
              </a:ext>
            </a:extLst>
          </p:cNvPr>
          <p:cNvCxnSpPr/>
          <p:nvPr/>
        </p:nvCxnSpPr>
        <p:spPr>
          <a:xfrm>
            <a:off x="4802188" y="5621338"/>
            <a:ext cx="1057275" cy="12382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94AFF864-9F9C-4065-A97D-6A7C73077AE4}"/>
              </a:ext>
            </a:extLst>
          </p:cNvPr>
          <p:cNvCxnSpPr/>
          <p:nvPr/>
        </p:nvCxnSpPr>
        <p:spPr>
          <a:xfrm flipV="1">
            <a:off x="4086225" y="5775325"/>
            <a:ext cx="1790700" cy="300038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4F69111-ED04-493A-BD72-E45F7A7FC39D}"/>
              </a:ext>
            </a:extLst>
          </p:cNvPr>
          <p:cNvCxnSpPr/>
          <p:nvPr/>
        </p:nvCxnSpPr>
        <p:spPr>
          <a:xfrm flipV="1">
            <a:off x="5413375" y="5803900"/>
            <a:ext cx="588963" cy="271463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34546291-0918-4917-A59C-4DCB5A8C2B55}"/>
              </a:ext>
            </a:extLst>
          </p:cNvPr>
          <p:cNvCxnSpPr/>
          <p:nvPr/>
        </p:nvCxnSpPr>
        <p:spPr>
          <a:xfrm>
            <a:off x="4556125" y="5589588"/>
            <a:ext cx="814388" cy="4000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068" name="Group 7">
            <a:extLst>
              <a:ext uri="{FF2B5EF4-FFF2-40B4-BE49-F238E27FC236}">
                <a16:creationId xmlns:a16="http://schemas.microsoft.com/office/drawing/2014/main" id="{46546F92-4CF6-4A33-A2D7-3EDAF3067CFD}"/>
              </a:ext>
            </a:extLst>
          </p:cNvPr>
          <p:cNvGrpSpPr>
            <a:grpSpLocks/>
          </p:cNvGrpSpPr>
          <p:nvPr/>
        </p:nvGrpSpPr>
        <p:grpSpPr bwMode="auto">
          <a:xfrm>
            <a:off x="3681413" y="6015038"/>
            <a:ext cx="563562" cy="293687"/>
            <a:chOff x="1871277" y="1576300"/>
            <a:chExt cx="1128371" cy="437861"/>
          </a:xfrm>
        </p:grpSpPr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0A1E9DC-6541-4AEF-A26C-AF6A65610A0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55" y="1694641"/>
              <a:ext cx="1125193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1EEAD147-0A9B-4669-9535-2B937EAA1699}"/>
                </a:ext>
              </a:extLst>
            </p:cNvPr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7DF46AAA-BAF2-4F2C-BF62-6FD0D2F1781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193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E5E45C0F-B527-4FBF-891B-FAB034B931F0}"/>
                </a:ext>
              </a:extLst>
            </p:cNvPr>
            <p:cNvSpPr/>
            <p:nvPr/>
          </p:nvSpPr>
          <p:spPr bwMode="auto">
            <a:xfrm>
              <a:off x="2160521" y="1673339"/>
              <a:ext cx="546704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F9A12AC9-3991-41D6-AFAA-AA7ABB0A6402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307" y="1633104"/>
              <a:ext cx="661131" cy="111240"/>
            </a:xfrm>
            <a:custGeom>
              <a:avLst/>
              <a:gdLst>
                <a:gd name="T0" fmla="*/ 0 w 3723451"/>
                <a:gd name="T1" fmla="*/ 27215 h 932950"/>
                <a:gd name="T2" fmla="*/ 116331 w 3723451"/>
                <a:gd name="T3" fmla="*/ 321 h 932950"/>
                <a:gd name="T4" fmla="*/ 329509 w 3723451"/>
                <a:gd name="T5" fmla="*/ 62069 h 932950"/>
                <a:gd name="T6" fmla="*/ 532884 w 3723451"/>
                <a:gd name="T7" fmla="*/ 0 h 932950"/>
                <a:gd name="T8" fmla="*/ 661131 w 3723451"/>
                <a:gd name="T9" fmla="*/ 24699 h 932950"/>
                <a:gd name="T10" fmla="*/ 565716 w 3723451"/>
                <a:gd name="T11" fmla="*/ 55071 h 932950"/>
                <a:gd name="T12" fmla="*/ 534996 w 3723451"/>
                <a:gd name="T13" fmla="*/ 46883 h 932950"/>
                <a:gd name="T14" fmla="*/ 333255 w 3723451"/>
                <a:gd name="T15" fmla="*/ 111240 h 932950"/>
                <a:gd name="T16" fmla="*/ 126353 w 3723451"/>
                <a:gd name="T17" fmla="*/ 49250 h 932950"/>
                <a:gd name="T18" fmla="*/ 92901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A48235ED-CC5A-4349-836A-B63BCBADA00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765" y="1727776"/>
              <a:ext cx="241567" cy="97039"/>
            </a:xfrm>
            <a:custGeom>
              <a:avLst/>
              <a:gdLst>
                <a:gd name="T0" fmla="*/ 0 w 1366596"/>
                <a:gd name="T1" fmla="*/ 0 h 809868"/>
                <a:gd name="T2" fmla="*/ 241567 w 1366596"/>
                <a:gd name="T3" fmla="*/ 74985 h 809868"/>
                <a:gd name="T4" fmla="*/ 152911 w 1366596"/>
                <a:gd name="T5" fmla="*/ 97039 h 809868"/>
                <a:gd name="T6" fmla="*/ 813 w 1366596"/>
                <a:gd name="T7" fmla="*/ 5127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0DEA429-6281-494C-8288-E45D017C6930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593" y="1730143"/>
              <a:ext cx="238389" cy="97040"/>
            </a:xfrm>
            <a:custGeom>
              <a:avLst/>
              <a:gdLst>
                <a:gd name="T0" fmla="*/ 235135 w 1348191"/>
                <a:gd name="T1" fmla="*/ 0 h 791462"/>
                <a:gd name="T2" fmla="*/ 238389 w 1348191"/>
                <a:gd name="T3" fmla="*/ 46827 h 791462"/>
                <a:gd name="T4" fmla="*/ 86243 w 1348191"/>
                <a:gd name="T5" fmla="*/ 97040 h 791462"/>
                <a:gd name="T6" fmla="*/ 0 w 1348191"/>
                <a:gd name="T7" fmla="*/ 75037 h 791462"/>
                <a:gd name="T8" fmla="*/ 235135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C2B1AEEB-CBA9-4EF5-9632-28C54F08086F}"/>
                </a:ext>
              </a:extLst>
            </p:cNvPr>
            <p:cNvCxnSpPr>
              <a:cxnSpLocks noChangeShapeType="1"/>
              <a:endCxn id="320" idx="2"/>
            </p:cNvCxnSpPr>
            <p:nvPr/>
          </p:nvCxnSpPr>
          <p:spPr bwMode="auto">
            <a:xfrm flipH="1" flipV="1">
              <a:off x="1871277" y="1737244"/>
              <a:ext cx="3178" cy="12307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DDDCC6C8-AE50-4605-8304-307EB537FE6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0" y="1734876"/>
              <a:ext cx="3178" cy="12307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5069" name="Group 327">
            <a:extLst>
              <a:ext uri="{FF2B5EF4-FFF2-40B4-BE49-F238E27FC236}">
                <a16:creationId xmlns:a16="http://schemas.microsoft.com/office/drawing/2014/main" id="{46A1995F-8E20-4331-8779-69AF2E5DDCF7}"/>
              </a:ext>
            </a:extLst>
          </p:cNvPr>
          <p:cNvGrpSpPr>
            <a:grpSpLocks/>
          </p:cNvGrpSpPr>
          <p:nvPr/>
        </p:nvGrpSpPr>
        <p:grpSpPr bwMode="auto">
          <a:xfrm>
            <a:off x="4376738" y="5473700"/>
            <a:ext cx="565150" cy="292100"/>
            <a:chOff x="1871277" y="1576300"/>
            <a:chExt cx="1128371" cy="437861"/>
          </a:xfrm>
        </p:grpSpPr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5D41310-B997-4A7D-91F8-9A54E65407B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2905"/>
              <a:ext cx="1125202" cy="32125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10A79B15-AA7E-4C90-AF45-ED9DC81F688D}"/>
                </a:ext>
              </a:extLst>
            </p:cNvPr>
            <p:cNvSpPr/>
            <p:nvPr/>
          </p:nvSpPr>
          <p:spPr bwMode="auto">
            <a:xfrm>
              <a:off x="1871277" y="1740499"/>
              <a:ext cx="1128371" cy="114225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9AD0C9FB-2058-4330-B57F-40855960E4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21257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EC3AC677-8DD7-4EDA-BD47-158864432507}"/>
                </a:ext>
              </a:extLst>
            </p:cNvPr>
            <p:cNvSpPr/>
            <p:nvPr/>
          </p:nvSpPr>
          <p:spPr bwMode="auto">
            <a:xfrm>
              <a:off x="2159708" y="1673868"/>
              <a:ext cx="548339" cy="159438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0B96B6DE-18B7-409F-93BB-4302767CC02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412"/>
              <a:ext cx="662444" cy="111846"/>
            </a:xfrm>
            <a:custGeom>
              <a:avLst/>
              <a:gdLst>
                <a:gd name="T0" fmla="*/ 0 w 3723451"/>
                <a:gd name="T1" fmla="*/ 27363 h 932950"/>
                <a:gd name="T2" fmla="*/ 116562 w 3723451"/>
                <a:gd name="T3" fmla="*/ 322 h 932950"/>
                <a:gd name="T4" fmla="*/ 330164 w 3723451"/>
                <a:gd name="T5" fmla="*/ 62407 h 932950"/>
                <a:gd name="T6" fmla="*/ 533943 w 3723451"/>
                <a:gd name="T7" fmla="*/ 0 h 932950"/>
                <a:gd name="T8" fmla="*/ 662444 w 3723451"/>
                <a:gd name="T9" fmla="*/ 24834 h 932950"/>
                <a:gd name="T10" fmla="*/ 566839 w 3723451"/>
                <a:gd name="T11" fmla="*/ 55371 h 932950"/>
                <a:gd name="T12" fmla="*/ 536059 w 3723451"/>
                <a:gd name="T13" fmla="*/ 47138 h 932950"/>
                <a:gd name="T14" fmla="*/ 333917 w 3723451"/>
                <a:gd name="T15" fmla="*/ 111846 h 932950"/>
                <a:gd name="T16" fmla="*/ 126604 w 3723451"/>
                <a:gd name="T17" fmla="*/ 49519 h 932950"/>
                <a:gd name="T18" fmla="*/ 93086 w 3723451"/>
                <a:gd name="T19" fmla="*/ 56246 h 932950"/>
                <a:gd name="T20" fmla="*/ 0 w 3723451"/>
                <a:gd name="T21" fmla="*/ 27363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E864C3B0-0ECC-4316-84D7-09B30E04988E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8599"/>
              <a:ext cx="244057" cy="97568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5393 h 809868"/>
                <a:gd name="T4" fmla="*/ 154487 w 1366596"/>
                <a:gd name="T5" fmla="*/ 97568 h 809868"/>
                <a:gd name="T6" fmla="*/ 822 w 1366596"/>
                <a:gd name="T7" fmla="*/ 5155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D16CFFA7-3A1E-4AD9-B7EB-DCBB4B8526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980"/>
              <a:ext cx="240888" cy="95187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5933 h 791462"/>
                <a:gd name="T4" fmla="*/ 87147 w 1348191"/>
                <a:gd name="T5" fmla="*/ 95187 h 791462"/>
                <a:gd name="T6" fmla="*/ 0 w 1348191"/>
                <a:gd name="T7" fmla="*/ 73604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3FC198A8-38ED-449F-9431-CE40F8585F92}"/>
                </a:ext>
              </a:extLst>
            </p:cNvPr>
            <p:cNvCxnSpPr>
              <a:cxnSpLocks noChangeShapeType="1"/>
              <a:endCxn id="331" idx="2"/>
            </p:cNvCxnSpPr>
            <p:nvPr/>
          </p:nvCxnSpPr>
          <p:spPr bwMode="auto">
            <a:xfrm flipH="1" flipV="1">
              <a:off x="1871277" y="1735739"/>
              <a:ext cx="3169" cy="123743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D9C41777-2FF4-4325-A477-34EEDD12EA1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3359"/>
              <a:ext cx="3171" cy="123743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5070" name="Group 337">
            <a:extLst>
              <a:ext uri="{FF2B5EF4-FFF2-40B4-BE49-F238E27FC236}">
                <a16:creationId xmlns:a16="http://schemas.microsoft.com/office/drawing/2014/main" id="{67A1DF99-2C42-4727-9E98-145B73E24CDA}"/>
              </a:ext>
            </a:extLst>
          </p:cNvPr>
          <p:cNvGrpSpPr>
            <a:grpSpLocks/>
          </p:cNvGrpSpPr>
          <p:nvPr/>
        </p:nvGrpSpPr>
        <p:grpSpPr bwMode="auto">
          <a:xfrm>
            <a:off x="5019675" y="5927725"/>
            <a:ext cx="563563" cy="293688"/>
            <a:chOff x="1871277" y="1576300"/>
            <a:chExt cx="1128371" cy="437861"/>
          </a:xfrm>
        </p:grpSpPr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29328E05-7FF9-4CF2-9ACB-6DA93DB9C60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57" y="1694641"/>
              <a:ext cx="1125191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90648020-AC69-4C49-8F2D-38E26796FF01}"/>
                </a:ext>
              </a:extLst>
            </p:cNvPr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41" name="Oval 340">
              <a:extLst>
                <a:ext uri="{FF2B5EF4-FFF2-40B4-BE49-F238E27FC236}">
                  <a16:creationId xmlns:a16="http://schemas.microsoft.com/office/drawing/2014/main" id="{E533C6C8-E16C-4E3C-B331-564C41737CA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191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8987C041-B44F-47B6-932A-3D2EB88C53CA}"/>
                </a:ext>
              </a:extLst>
            </p:cNvPr>
            <p:cNvSpPr/>
            <p:nvPr/>
          </p:nvSpPr>
          <p:spPr bwMode="auto">
            <a:xfrm>
              <a:off x="2160522" y="1673340"/>
              <a:ext cx="546703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054FA317-A4E3-43F3-8318-B98A1740434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3309" y="1633103"/>
              <a:ext cx="661129" cy="111241"/>
            </a:xfrm>
            <a:custGeom>
              <a:avLst/>
              <a:gdLst>
                <a:gd name="T0" fmla="*/ 0 w 3723451"/>
                <a:gd name="T1" fmla="*/ 27215 h 932950"/>
                <a:gd name="T2" fmla="*/ 116330 w 3723451"/>
                <a:gd name="T3" fmla="*/ 321 h 932950"/>
                <a:gd name="T4" fmla="*/ 329508 w 3723451"/>
                <a:gd name="T5" fmla="*/ 62070 h 932950"/>
                <a:gd name="T6" fmla="*/ 532883 w 3723451"/>
                <a:gd name="T7" fmla="*/ 0 h 932950"/>
                <a:gd name="T8" fmla="*/ 661129 w 3723451"/>
                <a:gd name="T9" fmla="*/ 24700 h 932950"/>
                <a:gd name="T10" fmla="*/ 565714 w 3723451"/>
                <a:gd name="T11" fmla="*/ 55072 h 932950"/>
                <a:gd name="T12" fmla="*/ 534995 w 3723451"/>
                <a:gd name="T13" fmla="*/ 46883 h 932950"/>
                <a:gd name="T14" fmla="*/ 333254 w 3723451"/>
                <a:gd name="T15" fmla="*/ 111241 h 932950"/>
                <a:gd name="T16" fmla="*/ 126353 w 3723451"/>
                <a:gd name="T17" fmla="*/ 49251 h 932950"/>
                <a:gd name="T18" fmla="*/ 92901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3B5767A6-A900-4772-AFE1-FCBDA42DEC2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8763" y="1727776"/>
              <a:ext cx="241567" cy="97040"/>
            </a:xfrm>
            <a:custGeom>
              <a:avLst/>
              <a:gdLst>
                <a:gd name="T0" fmla="*/ 0 w 1366596"/>
                <a:gd name="T1" fmla="*/ 0 h 809868"/>
                <a:gd name="T2" fmla="*/ 241567 w 1366596"/>
                <a:gd name="T3" fmla="*/ 74985 h 809868"/>
                <a:gd name="T4" fmla="*/ 152911 w 1366596"/>
                <a:gd name="T5" fmla="*/ 97040 h 809868"/>
                <a:gd name="T6" fmla="*/ 813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53FDB252-C9FB-43D6-9898-AFE1087FD52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595" y="1730144"/>
              <a:ext cx="238387" cy="97039"/>
            </a:xfrm>
            <a:custGeom>
              <a:avLst/>
              <a:gdLst>
                <a:gd name="T0" fmla="*/ 235133 w 1348191"/>
                <a:gd name="T1" fmla="*/ 0 h 791462"/>
                <a:gd name="T2" fmla="*/ 238387 w 1348191"/>
                <a:gd name="T3" fmla="*/ 46827 h 791462"/>
                <a:gd name="T4" fmla="*/ 86242 w 1348191"/>
                <a:gd name="T5" fmla="*/ 97039 h 791462"/>
                <a:gd name="T6" fmla="*/ 0 w 1348191"/>
                <a:gd name="T7" fmla="*/ 75036 h 791462"/>
                <a:gd name="T8" fmla="*/ 235133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9204DCC9-F690-4CD7-B4FA-169EF71450B7}"/>
                </a:ext>
              </a:extLst>
            </p:cNvPr>
            <p:cNvCxnSpPr>
              <a:cxnSpLocks noChangeShapeType="1"/>
              <a:endCxn id="341" idx="2"/>
            </p:cNvCxnSpPr>
            <p:nvPr/>
          </p:nvCxnSpPr>
          <p:spPr bwMode="auto">
            <a:xfrm flipH="1" flipV="1">
              <a:off x="1871277" y="1737243"/>
              <a:ext cx="3180" cy="12307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8A6A85F6-5555-446A-9611-146008FF013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68" y="1734877"/>
              <a:ext cx="3180" cy="12307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5071" name="Group 347">
            <a:extLst>
              <a:ext uri="{FF2B5EF4-FFF2-40B4-BE49-F238E27FC236}">
                <a16:creationId xmlns:a16="http://schemas.microsoft.com/office/drawing/2014/main" id="{E6696089-A3A2-450E-9C7A-2F4D8A72CC2B}"/>
              </a:ext>
            </a:extLst>
          </p:cNvPr>
          <p:cNvGrpSpPr>
            <a:grpSpLocks/>
          </p:cNvGrpSpPr>
          <p:nvPr/>
        </p:nvGrpSpPr>
        <p:grpSpPr bwMode="auto">
          <a:xfrm>
            <a:off x="5741988" y="5613400"/>
            <a:ext cx="565150" cy="293688"/>
            <a:chOff x="1871277" y="1576300"/>
            <a:chExt cx="1128371" cy="437861"/>
          </a:xfrm>
        </p:grpSpPr>
        <p:sp>
          <p:nvSpPr>
            <p:cNvPr id="349" name="Oval 348">
              <a:extLst>
                <a:ext uri="{FF2B5EF4-FFF2-40B4-BE49-F238E27FC236}">
                  <a16:creationId xmlns:a16="http://schemas.microsoft.com/office/drawing/2014/main" id="{49DF0B16-0E9D-4379-89BA-EA67341FD0C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6" y="1694641"/>
              <a:ext cx="1125202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7CD4A68-6084-45DB-B9ED-C0C9B4D61FC8}"/>
                </a:ext>
              </a:extLst>
            </p:cNvPr>
            <p:cNvSpPr/>
            <p:nvPr/>
          </p:nvSpPr>
          <p:spPr bwMode="auto">
            <a:xfrm>
              <a:off x="1871277" y="1739611"/>
              <a:ext cx="1128371" cy="115973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662DAC80-E84B-42E5-9316-42349BB5422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0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4EEABFEB-8FBD-4D78-826A-9E4695714A7A}"/>
                </a:ext>
              </a:extLst>
            </p:cNvPr>
            <p:cNvSpPr/>
            <p:nvPr/>
          </p:nvSpPr>
          <p:spPr bwMode="auto">
            <a:xfrm>
              <a:off x="2159708" y="1673340"/>
              <a:ext cx="548339" cy="16094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02B3AB98-7409-4974-97A5-7DD8130FC3B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5" y="1633103"/>
              <a:ext cx="662444" cy="111241"/>
            </a:xfrm>
            <a:custGeom>
              <a:avLst/>
              <a:gdLst>
                <a:gd name="T0" fmla="*/ 0 w 3723451"/>
                <a:gd name="T1" fmla="*/ 27215 h 932950"/>
                <a:gd name="T2" fmla="*/ 116562 w 3723451"/>
                <a:gd name="T3" fmla="*/ 321 h 932950"/>
                <a:gd name="T4" fmla="*/ 330164 w 3723451"/>
                <a:gd name="T5" fmla="*/ 62070 h 932950"/>
                <a:gd name="T6" fmla="*/ 533943 w 3723451"/>
                <a:gd name="T7" fmla="*/ 0 h 932950"/>
                <a:gd name="T8" fmla="*/ 662444 w 3723451"/>
                <a:gd name="T9" fmla="*/ 24700 h 932950"/>
                <a:gd name="T10" fmla="*/ 566839 w 3723451"/>
                <a:gd name="T11" fmla="*/ 55072 h 932950"/>
                <a:gd name="T12" fmla="*/ 536059 w 3723451"/>
                <a:gd name="T13" fmla="*/ 46883 h 932950"/>
                <a:gd name="T14" fmla="*/ 333917 w 3723451"/>
                <a:gd name="T15" fmla="*/ 111241 h 932950"/>
                <a:gd name="T16" fmla="*/ 126604 w 3723451"/>
                <a:gd name="T17" fmla="*/ 49251 h 932950"/>
                <a:gd name="T18" fmla="*/ 93086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5A026143-A5C1-48F1-8007-4BB1C16C0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7" cy="97040"/>
            </a:xfrm>
            <a:custGeom>
              <a:avLst/>
              <a:gdLst>
                <a:gd name="T0" fmla="*/ 0 w 1366596"/>
                <a:gd name="T1" fmla="*/ 0 h 809868"/>
                <a:gd name="T2" fmla="*/ 244057 w 1366596"/>
                <a:gd name="T3" fmla="*/ 74985 h 809868"/>
                <a:gd name="T4" fmla="*/ 154487 w 1366596"/>
                <a:gd name="T5" fmla="*/ 97040 h 809868"/>
                <a:gd name="T6" fmla="*/ 822 w 1366596"/>
                <a:gd name="T7" fmla="*/ 51277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7601FB20-5620-4E4B-9667-57BB67E6CEF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7" y="1730144"/>
              <a:ext cx="240888" cy="97039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39 h 791462"/>
                <a:gd name="T6" fmla="*/ 0 w 1348191"/>
                <a:gd name="T7" fmla="*/ 75036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BD725580-2F9A-40E8-875A-C2495067E51A}"/>
                </a:ext>
              </a:extLst>
            </p:cNvPr>
            <p:cNvCxnSpPr>
              <a:cxnSpLocks noChangeShapeType="1"/>
              <a:endCxn id="351" idx="2"/>
            </p:cNvCxnSpPr>
            <p:nvPr/>
          </p:nvCxnSpPr>
          <p:spPr bwMode="auto">
            <a:xfrm flipH="1" flipV="1">
              <a:off x="1871277" y="1737243"/>
              <a:ext cx="3169" cy="12307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85AD0479-A5B6-4E5D-8C94-D078E738861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7" y="1734877"/>
              <a:ext cx="3171" cy="12307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6" name="Group 23">
            <a:extLst>
              <a:ext uri="{FF2B5EF4-FFF2-40B4-BE49-F238E27FC236}">
                <a16:creationId xmlns:a16="http://schemas.microsoft.com/office/drawing/2014/main" id="{40E1E513-36E2-4B8D-A65B-B054A72F69D3}"/>
              </a:ext>
            </a:extLst>
          </p:cNvPr>
          <p:cNvGrpSpPr>
            <a:grpSpLocks/>
          </p:cNvGrpSpPr>
          <p:nvPr/>
        </p:nvGrpSpPr>
        <p:grpSpPr bwMode="auto">
          <a:xfrm>
            <a:off x="1757363" y="2330450"/>
            <a:ext cx="5270500" cy="3805238"/>
            <a:chOff x="1757805" y="2331054"/>
            <a:chExt cx="5270058" cy="3804634"/>
          </a:xfrm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10C74C7B-5B0C-4727-AA9E-906E9D3084E5}"/>
                </a:ext>
              </a:extLst>
            </p:cNvPr>
            <p:cNvSpPr/>
            <p:nvPr/>
          </p:nvSpPr>
          <p:spPr>
            <a:xfrm>
              <a:off x="1776853" y="4829382"/>
              <a:ext cx="1220685" cy="920604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0510" h="921649">
                  <a:moveTo>
                    <a:pt x="1060159" y="921649"/>
                  </a:moveTo>
                  <a:cubicBezTo>
                    <a:pt x="166591" y="183345"/>
                    <a:pt x="908943" y="790884"/>
                    <a:pt x="0" y="51716"/>
                  </a:cubicBezTo>
                  <a:cubicBezTo>
                    <a:pt x="346878" y="57311"/>
                    <a:pt x="712340" y="-5240"/>
                    <a:pt x="1059218" y="355"/>
                  </a:cubicBezTo>
                  <a:cubicBezTo>
                    <a:pt x="1192967" y="751903"/>
                    <a:pt x="1090859" y="157699"/>
                    <a:pt x="1220510" y="849923"/>
                  </a:cubicBezTo>
                  <a:cubicBezTo>
                    <a:pt x="1126090" y="855456"/>
                    <a:pt x="1222187" y="863235"/>
                    <a:pt x="1060159" y="921649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962EE4E1-EF8F-4038-99B1-D8D85FB3C2B5}"/>
                </a:ext>
              </a:extLst>
            </p:cNvPr>
            <p:cNvSpPr/>
            <p:nvPr/>
          </p:nvSpPr>
          <p:spPr>
            <a:xfrm>
              <a:off x="6102428" y="4916682"/>
              <a:ext cx="925435" cy="757117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6304" h="758185">
                  <a:moveTo>
                    <a:pt x="0" y="735614"/>
                  </a:moveTo>
                  <a:cubicBezTo>
                    <a:pt x="309918" y="169731"/>
                    <a:pt x="59088" y="622691"/>
                    <a:pt x="405840" y="13939"/>
                  </a:cubicBezTo>
                  <a:cubicBezTo>
                    <a:pt x="580581" y="18247"/>
                    <a:pt x="751563" y="-3745"/>
                    <a:pt x="926304" y="563"/>
                  </a:cubicBezTo>
                  <a:cubicBezTo>
                    <a:pt x="312762" y="607705"/>
                    <a:pt x="474902" y="459041"/>
                    <a:pt x="183705" y="758185"/>
                  </a:cubicBezTo>
                  <a:cubicBezTo>
                    <a:pt x="49420" y="729549"/>
                    <a:pt x="196198" y="734148"/>
                    <a:pt x="0" y="735614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E0ABC2D2-9725-4F18-9A66-941068C33A4C}"/>
                </a:ext>
              </a:extLst>
            </p:cNvPr>
            <p:cNvSpPr/>
            <p:nvPr/>
          </p:nvSpPr>
          <p:spPr>
            <a:xfrm>
              <a:off x="5288109" y="4937315"/>
              <a:ext cx="725426" cy="1099963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5009" h="1101479">
                  <a:moveTo>
                    <a:pt x="0" y="1073986"/>
                  </a:moveTo>
                  <a:cubicBezTo>
                    <a:pt x="95638" y="589814"/>
                    <a:pt x="96800" y="618448"/>
                    <a:pt x="206612" y="1724"/>
                  </a:cubicBezTo>
                  <a:cubicBezTo>
                    <a:pt x="451440" y="14348"/>
                    <a:pt x="499346" y="35256"/>
                    <a:pt x="725009" y="0"/>
                  </a:cubicBezTo>
                  <a:cubicBezTo>
                    <a:pt x="326141" y="749497"/>
                    <a:pt x="642687" y="159790"/>
                    <a:pt x="159092" y="1101479"/>
                  </a:cubicBezTo>
                  <a:cubicBezTo>
                    <a:pt x="24807" y="1072843"/>
                    <a:pt x="92525" y="1088071"/>
                    <a:pt x="0" y="1073986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9C969CEC-63C5-4E54-93EC-D7056B32FDB5}"/>
                </a:ext>
              </a:extLst>
            </p:cNvPr>
            <p:cNvSpPr/>
            <p:nvPr/>
          </p:nvSpPr>
          <p:spPr>
            <a:xfrm>
              <a:off x="4300767" y="4956362"/>
              <a:ext cx="514307" cy="57775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578353">
                  <a:moveTo>
                    <a:pt x="135770" y="577341"/>
                  </a:moveTo>
                  <a:cubicBezTo>
                    <a:pt x="50587" y="214237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26658" y="280104"/>
                    <a:pt x="339280" y="576561"/>
                  </a:cubicBezTo>
                  <a:cubicBezTo>
                    <a:pt x="292835" y="580865"/>
                    <a:pt x="203869" y="575875"/>
                    <a:pt x="135770" y="577341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57A3056A-5DB0-4E44-AB88-EC35B3514726}"/>
                </a:ext>
              </a:extLst>
            </p:cNvPr>
            <p:cNvSpPr/>
            <p:nvPr/>
          </p:nvSpPr>
          <p:spPr>
            <a:xfrm>
              <a:off x="3521369" y="4919856"/>
              <a:ext cx="593675" cy="121583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4113" h="1215612">
                  <a:moveTo>
                    <a:pt x="403236" y="1215612"/>
                  </a:moveTo>
                  <a:cubicBezTo>
                    <a:pt x="223947" y="663007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57486" y="515061"/>
                    <a:pt x="594113" y="1179818"/>
                  </a:cubicBezTo>
                  <a:cubicBezTo>
                    <a:pt x="496428" y="1184123"/>
                    <a:pt x="599434" y="1214146"/>
                    <a:pt x="403236" y="1215612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grpSp>
          <p:nvGrpSpPr>
            <p:cNvPr id="45153" name="Group 17">
              <a:extLst>
                <a:ext uri="{FF2B5EF4-FFF2-40B4-BE49-F238E27FC236}">
                  <a16:creationId xmlns:a16="http://schemas.microsoft.com/office/drawing/2014/main" id="{9B2159FC-0CD7-4DFD-9AEC-45514DE9C82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7805" y="2331054"/>
              <a:ext cx="1079500" cy="2674334"/>
              <a:chOff x="1757805" y="2331054"/>
              <a:chExt cx="1079500" cy="2674334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8079F245-B010-4381-81FE-BD4CEA79B545}"/>
                  </a:ext>
                </a:extLst>
              </p:cNvPr>
              <p:cNvSpPr/>
              <p:nvPr/>
            </p:nvSpPr>
            <p:spPr bwMode="auto">
              <a:xfrm rot="10800000">
                <a:off x="1789552" y="2580252"/>
                <a:ext cx="1027025" cy="108409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grpSp>
            <p:nvGrpSpPr>
              <p:cNvPr id="45249" name="Group 104">
                <a:extLst>
                  <a:ext uri="{FF2B5EF4-FFF2-40B4-BE49-F238E27FC236}">
                    <a16:creationId xmlns:a16="http://schemas.microsoft.com/office/drawing/2014/main" id="{27328EC5-0DB8-4BFC-9D22-FD6B1597694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82739" y="4616206"/>
                <a:ext cx="1034710" cy="389182"/>
                <a:chOff x="4128636" y="3606589"/>
                <a:chExt cx="568145" cy="338667"/>
              </a:xfrm>
            </p:grpSpPr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7F970EFA-0EFA-42F7-AC99-3E5DD4F8E828}"/>
                    </a:ext>
                  </a:extLst>
                </p:cNvPr>
                <p:cNvSpPr/>
                <p:nvPr/>
              </p:nvSpPr>
              <p:spPr>
                <a:xfrm>
                  <a:off x="4128891" y="3720271"/>
                  <a:ext cx="563054" cy="225140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AD8F220E-5064-4373-972D-741761C6DEB6}"/>
                    </a:ext>
                  </a:extLst>
                </p:cNvPr>
                <p:cNvSpPr/>
                <p:nvPr/>
              </p:nvSpPr>
              <p:spPr>
                <a:xfrm>
                  <a:off x="4128891" y="3720271"/>
                  <a:ext cx="563054" cy="111880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9A8EF741-1E52-4C88-9FFB-204E69841587}"/>
                    </a:ext>
                  </a:extLst>
                </p:cNvPr>
                <p:cNvSpPr/>
                <p:nvPr/>
              </p:nvSpPr>
              <p:spPr>
                <a:xfrm>
                  <a:off x="4128891" y="3607011"/>
                  <a:ext cx="563054" cy="225140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4CB33494-B667-4F33-9122-E77058294FF6}"/>
                    </a:ext>
                  </a:extLst>
                </p:cNvPr>
                <p:cNvCxnSpPr/>
                <p:nvPr/>
              </p:nvCxnSpPr>
              <p:spPr>
                <a:xfrm>
                  <a:off x="4691945" y="3720271"/>
                  <a:ext cx="0" cy="11188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046E3C2D-3C7D-4FEB-9A92-494849C5252F}"/>
                    </a:ext>
                  </a:extLst>
                </p:cNvPr>
                <p:cNvCxnSpPr/>
                <p:nvPr/>
              </p:nvCxnSpPr>
              <p:spPr>
                <a:xfrm>
                  <a:off x="4128891" y="3720271"/>
                  <a:ext cx="0" cy="11188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861FC8-3660-4C8C-8DFC-52E075E0149B}"/>
                  </a:ext>
                </a:extLst>
              </p:cNvPr>
              <p:cNvSpPr/>
              <p:nvPr/>
            </p:nvSpPr>
            <p:spPr bwMode="auto">
              <a:xfrm>
                <a:off x="1802251" y="3602440"/>
                <a:ext cx="1027025" cy="1163452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  <a:alpha val="62000"/>
                    </a:schemeClr>
                  </a:gs>
                  <a:gs pos="54000">
                    <a:schemeClr val="accent2">
                      <a:lumMod val="40000"/>
                      <a:lumOff val="6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9C473326-9F72-4127-B17E-9E452EF63F55}"/>
                  </a:ext>
                </a:extLst>
              </p:cNvPr>
              <p:cNvCxnSpPr/>
              <p:nvPr/>
            </p:nvCxnSpPr>
            <p:spPr bwMode="auto">
              <a:xfrm>
                <a:off x="1781615" y="2805642"/>
                <a:ext cx="20636" cy="2020566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24BEA148-780E-408A-95E4-62B2EFB0392A}"/>
                  </a:ext>
                </a:extLst>
              </p:cNvPr>
              <p:cNvCxnSpPr/>
              <p:nvPr/>
            </p:nvCxnSpPr>
            <p:spPr bwMode="auto">
              <a:xfrm flipH="1">
                <a:off x="2818166" y="2805642"/>
                <a:ext cx="4762" cy="1976123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253" name="Group 9">
                <a:extLst>
                  <a:ext uri="{FF2B5EF4-FFF2-40B4-BE49-F238E27FC236}">
                    <a16:creationId xmlns:a16="http://schemas.microsoft.com/office/drawing/2014/main" id="{40F1CE31-6A7E-4F7F-953D-A33828E1F6C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57805" y="2331054"/>
                <a:ext cx="1079500" cy="430213"/>
                <a:chOff x="2183302" y="1574638"/>
                <a:chExt cx="1200154" cy="430181"/>
              </a:xfrm>
            </p:grpSpPr>
            <p:sp>
              <p:nvSpPr>
                <p:cNvPr id="369" name="Oval 368">
                  <a:extLst>
                    <a:ext uri="{FF2B5EF4-FFF2-40B4-BE49-F238E27FC236}">
                      <a16:creationId xmlns:a16="http://schemas.microsoft.com/office/drawing/2014/main" id="{E1D96164-B69F-42D4-878B-0A7A7AC0DBA1}"/>
                    </a:ext>
                  </a:extLst>
                </p:cNvPr>
                <p:cNvSpPr/>
                <p:nvPr/>
              </p:nvSpPr>
              <p:spPr bwMode="auto">
                <a:xfrm flipV="1">
                  <a:off x="2186832" y="1690499"/>
                  <a:ext cx="1194758" cy="31425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20000"/>
                        <a:lumOff val="80000"/>
                      </a:schemeClr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370" name="Rectangle 369">
                  <a:extLst>
                    <a:ext uri="{FF2B5EF4-FFF2-40B4-BE49-F238E27FC236}">
                      <a16:creationId xmlns:a16="http://schemas.microsoft.com/office/drawing/2014/main" id="{B71F5900-0593-4F08-8B24-0B5CBF4F0102}"/>
                    </a:ext>
                  </a:extLst>
                </p:cNvPr>
                <p:cNvSpPr/>
                <p:nvPr/>
              </p:nvSpPr>
              <p:spPr bwMode="auto">
                <a:xfrm>
                  <a:off x="2183302" y="1734939"/>
                  <a:ext cx="1198287" cy="112686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71" name="Oval 370">
                  <a:extLst>
                    <a:ext uri="{FF2B5EF4-FFF2-40B4-BE49-F238E27FC236}">
                      <a16:creationId xmlns:a16="http://schemas.microsoft.com/office/drawing/2014/main" id="{4F230054-39EA-4830-BBCD-674B1D6F181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302" y="1574638"/>
                  <a:ext cx="1196523" cy="314252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372" name="Freeform 371">
                  <a:extLst>
                    <a:ext uri="{FF2B5EF4-FFF2-40B4-BE49-F238E27FC236}">
                      <a16:creationId xmlns:a16="http://schemas.microsoft.com/office/drawing/2014/main" id="{037CA79E-64FA-4031-BABA-2FB4343366D1}"/>
                    </a:ext>
                  </a:extLst>
                </p:cNvPr>
                <p:cNvSpPr/>
                <p:nvPr/>
              </p:nvSpPr>
              <p:spPr bwMode="auto">
                <a:xfrm>
                  <a:off x="2490374" y="1671453"/>
                  <a:ext cx="582379" cy="157125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73" name="Freeform 372">
                  <a:extLst>
                    <a:ext uri="{FF2B5EF4-FFF2-40B4-BE49-F238E27FC236}">
                      <a16:creationId xmlns:a16="http://schemas.microsoft.com/office/drawing/2014/main" id="{B64A1478-C5E8-4084-B219-220E69FB5F1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372" y="1630188"/>
                  <a:ext cx="702384" cy="109512"/>
                </a:xfrm>
                <a:custGeom>
                  <a:avLst/>
                  <a:gdLst>
                    <a:gd name="T0" fmla="*/ 0 w 3723451"/>
                    <a:gd name="T1" fmla="*/ 26792 h 932950"/>
                    <a:gd name="T2" fmla="*/ 123590 w 3723451"/>
                    <a:gd name="T3" fmla="*/ 316 h 932950"/>
                    <a:gd name="T4" fmla="*/ 350070 w 3723451"/>
                    <a:gd name="T5" fmla="*/ 61105 h 932950"/>
                    <a:gd name="T6" fmla="*/ 566135 w 3723451"/>
                    <a:gd name="T7" fmla="*/ 0 h 932950"/>
                    <a:gd name="T8" fmla="*/ 702384 w 3723451"/>
                    <a:gd name="T9" fmla="*/ 24316 h 932950"/>
                    <a:gd name="T10" fmla="*/ 601015 w 3723451"/>
                    <a:gd name="T11" fmla="*/ 54216 h 932950"/>
                    <a:gd name="T12" fmla="*/ 568379 w 3723451"/>
                    <a:gd name="T13" fmla="*/ 46155 h 932950"/>
                    <a:gd name="T14" fmla="*/ 354049 w 3723451"/>
                    <a:gd name="T15" fmla="*/ 109512 h 932950"/>
                    <a:gd name="T16" fmla="*/ 134237 w 3723451"/>
                    <a:gd name="T17" fmla="*/ 48485 h 932950"/>
                    <a:gd name="T18" fmla="*/ 98698 w 3723451"/>
                    <a:gd name="T19" fmla="*/ 55072 h 932950"/>
                    <a:gd name="T20" fmla="*/ 0 w 3723451"/>
                    <a:gd name="T21" fmla="*/ 2679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374" name="Freeform 373">
                  <a:extLst>
                    <a:ext uri="{FF2B5EF4-FFF2-40B4-BE49-F238E27FC236}">
                      <a16:creationId xmlns:a16="http://schemas.microsoft.com/office/drawing/2014/main" id="{349350C0-183A-410B-BC72-01F0FF2122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745" y="1723828"/>
                  <a:ext cx="257658" cy="9522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7658 w 1366596"/>
                    <a:gd name="T3" fmla="*/ 73585 h 809868"/>
                    <a:gd name="T4" fmla="*/ 163097 w 1366596"/>
                    <a:gd name="T5" fmla="*/ 95228 h 809868"/>
                    <a:gd name="T6" fmla="*/ 867 w 1366596"/>
                    <a:gd name="T7" fmla="*/ 5031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375" name="Freeform 374">
                  <a:extLst>
                    <a:ext uri="{FF2B5EF4-FFF2-40B4-BE49-F238E27FC236}">
                      <a16:creationId xmlns:a16="http://schemas.microsoft.com/office/drawing/2014/main" id="{9ACDEAA5-EA27-4690-AA25-751E4CA6749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8018" y="1725416"/>
                  <a:ext cx="254129" cy="95228"/>
                </a:xfrm>
                <a:custGeom>
                  <a:avLst/>
                  <a:gdLst>
                    <a:gd name="T0" fmla="*/ 250660 w 1348191"/>
                    <a:gd name="T1" fmla="*/ 0 h 791462"/>
                    <a:gd name="T2" fmla="*/ 254129 w 1348191"/>
                    <a:gd name="T3" fmla="*/ 45953 h 791462"/>
                    <a:gd name="T4" fmla="*/ 91938 w 1348191"/>
                    <a:gd name="T5" fmla="*/ 95228 h 791462"/>
                    <a:gd name="T6" fmla="*/ 0 w 1348191"/>
                    <a:gd name="T7" fmla="*/ 73636 h 791462"/>
                    <a:gd name="T8" fmla="*/ 250660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0C72BE21-3E41-4C8E-A3C8-0F65B60ADAEE}"/>
                    </a:ext>
                  </a:extLst>
                </p:cNvPr>
                <p:cNvCxnSpPr>
                  <a:cxnSpLocks noChangeShapeType="1"/>
                  <a:endCxn id="371" idx="2"/>
                </p:cNvCxnSpPr>
                <p:nvPr/>
              </p:nvCxnSpPr>
              <p:spPr bwMode="auto">
                <a:xfrm flipH="1" flipV="1">
                  <a:off x="2183302" y="1731764"/>
                  <a:ext cx="3530" cy="122209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377" name="Straight Connector 376">
                  <a:extLst>
                    <a:ext uri="{FF2B5EF4-FFF2-40B4-BE49-F238E27FC236}">
                      <a16:creationId xmlns:a16="http://schemas.microsoft.com/office/drawing/2014/main" id="{47FA209F-6620-4721-BE1A-BF63937798A5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25" y="1728590"/>
                  <a:ext cx="3530" cy="122209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5154" name="Group 18">
              <a:extLst>
                <a:ext uri="{FF2B5EF4-FFF2-40B4-BE49-F238E27FC236}">
                  <a16:creationId xmlns:a16="http://schemas.microsoft.com/office/drawing/2014/main" id="{EBA5D7DF-5CDB-414F-B04D-BBB941B27C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00438" y="3174091"/>
              <a:ext cx="522287" cy="1831297"/>
              <a:chOff x="3500438" y="3174091"/>
              <a:chExt cx="522287" cy="1831297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C88BCA07-8CCD-4FC0-90F1-2E05073953B3}"/>
                  </a:ext>
                </a:extLst>
              </p:cNvPr>
              <p:cNvSpPr/>
              <p:nvPr/>
            </p:nvSpPr>
            <p:spPr bwMode="auto">
              <a:xfrm rot="10800000">
                <a:off x="3507320" y="3287221"/>
                <a:ext cx="498349" cy="306623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0548EBAD-C739-4C18-8161-8984B2128D6E}"/>
                  </a:ext>
                </a:extLst>
              </p:cNvPr>
              <p:cNvCxnSpPr/>
              <p:nvPr/>
            </p:nvCxnSpPr>
            <p:spPr bwMode="auto">
              <a:xfrm flipH="1">
                <a:off x="4019802" y="3321497"/>
                <a:ext cx="1588" cy="1536456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229" name="Picture 86" descr="router_top.png">
                <a:extLst>
                  <a:ext uri="{FF2B5EF4-FFF2-40B4-BE49-F238E27FC236}">
                    <a16:creationId xmlns:a16="http://schemas.microsoft.com/office/drawing/2014/main" id="{15BF9D98-06CF-48CD-8FEE-64011B0C02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00438" y="3194292"/>
                <a:ext cx="522287" cy="2204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45230" name="Group 82">
                <a:extLst>
                  <a:ext uri="{FF2B5EF4-FFF2-40B4-BE49-F238E27FC236}">
                    <a16:creationId xmlns:a16="http://schemas.microsoft.com/office/drawing/2014/main" id="{5C1A6D4A-F5E7-4862-A468-7434D2F0D48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442" y="4783543"/>
                <a:ext cx="507858" cy="221845"/>
                <a:chOff x="4128636" y="3606589"/>
                <a:chExt cx="568145" cy="338667"/>
              </a:xfrm>
            </p:grpSpPr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4670E9A4-26E9-4640-A7DF-DF194DA9AE1A}"/>
                    </a:ext>
                  </a:extLst>
                </p:cNvPr>
                <p:cNvSpPr/>
                <p:nvPr/>
              </p:nvSpPr>
              <p:spPr>
                <a:xfrm>
                  <a:off x="4129087" y="3720182"/>
                  <a:ext cx="568256" cy="225348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374A4538-5A77-4105-8C56-BCA2CE881648}"/>
                    </a:ext>
                  </a:extLst>
                </p:cNvPr>
                <p:cNvSpPr/>
                <p:nvPr/>
              </p:nvSpPr>
              <p:spPr>
                <a:xfrm>
                  <a:off x="4129087" y="3720182"/>
                  <a:ext cx="568256" cy="111462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3E634EA5-EBAC-4099-9F74-4FA82C782EB1}"/>
                    </a:ext>
                  </a:extLst>
                </p:cNvPr>
                <p:cNvSpPr/>
                <p:nvPr/>
              </p:nvSpPr>
              <p:spPr>
                <a:xfrm>
                  <a:off x="4129087" y="3606297"/>
                  <a:ext cx="568256" cy="22534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AC8B627-9A61-42E2-BA90-7C574E59E45C}"/>
                    </a:ext>
                  </a:extLst>
                </p:cNvPr>
                <p:cNvCxnSpPr/>
                <p:nvPr/>
              </p:nvCxnSpPr>
              <p:spPr>
                <a:xfrm>
                  <a:off x="4697343" y="3720182"/>
                  <a:ext cx="0" cy="11146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DDF09FE8-4E23-4674-89BF-5F5A8A97FA46}"/>
                    </a:ext>
                  </a:extLst>
                </p:cNvPr>
                <p:cNvCxnSpPr/>
                <p:nvPr/>
              </p:nvCxnSpPr>
              <p:spPr>
                <a:xfrm>
                  <a:off x="4129087" y="3720182"/>
                  <a:ext cx="0" cy="11146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A6AAB9-A670-43C9-874A-0762CA26833E}"/>
                  </a:ext>
                </a:extLst>
              </p:cNvPr>
              <p:cNvSpPr/>
              <p:nvPr/>
            </p:nvSpPr>
            <p:spPr bwMode="auto">
              <a:xfrm>
                <a:off x="3516608" y="3697675"/>
                <a:ext cx="498433" cy="1163452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F722EA8E-1CDC-47A9-AFEC-9CFB99B70E56}"/>
                  </a:ext>
                </a:extLst>
              </p:cNvPr>
              <p:cNvCxnSpPr>
                <a:stCxn id="381" idx="2"/>
              </p:cNvCxnSpPr>
              <p:nvPr/>
            </p:nvCxnSpPr>
            <p:spPr bwMode="auto">
              <a:xfrm flipH="1">
                <a:off x="3507083" y="3262769"/>
                <a:ext cx="4762" cy="1688832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233" name="Group 377">
                <a:extLst>
                  <a:ext uri="{FF2B5EF4-FFF2-40B4-BE49-F238E27FC236}">
                    <a16:creationId xmlns:a16="http://schemas.microsoft.com/office/drawing/2014/main" id="{6E7D11B7-C86B-4391-9EC2-CA029506BC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11057" y="3174091"/>
                <a:ext cx="504096" cy="242719"/>
                <a:chOff x="2183302" y="1574638"/>
                <a:chExt cx="1200154" cy="430218"/>
              </a:xfrm>
            </p:grpSpPr>
            <p:sp>
              <p:nvSpPr>
                <p:cNvPr id="379" name="Oval 378">
                  <a:extLst>
                    <a:ext uri="{FF2B5EF4-FFF2-40B4-BE49-F238E27FC236}">
                      <a16:creationId xmlns:a16="http://schemas.microsoft.com/office/drawing/2014/main" id="{A25D5B2B-9274-4977-B3DC-2D2EB2192BCB}"/>
                    </a:ext>
                  </a:extLst>
                </p:cNvPr>
                <p:cNvSpPr/>
                <p:nvPr/>
              </p:nvSpPr>
              <p:spPr bwMode="auto">
                <a:xfrm flipV="1">
                  <a:off x="2188958" y="1689617"/>
                  <a:ext cx="1194231" cy="3150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380" name="Rectangle 379">
                  <a:extLst>
                    <a:ext uri="{FF2B5EF4-FFF2-40B4-BE49-F238E27FC236}">
                      <a16:creationId xmlns:a16="http://schemas.microsoft.com/office/drawing/2014/main" id="{7196CFFD-7F13-4A61-B2ED-8E30FFCD0152}"/>
                    </a:ext>
                  </a:extLst>
                </p:cNvPr>
                <p:cNvSpPr/>
                <p:nvPr/>
              </p:nvSpPr>
              <p:spPr bwMode="auto">
                <a:xfrm>
                  <a:off x="2185178" y="1734631"/>
                  <a:ext cx="1198011" cy="11253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81" name="Oval 380">
                  <a:extLst>
                    <a:ext uri="{FF2B5EF4-FFF2-40B4-BE49-F238E27FC236}">
                      <a16:creationId xmlns:a16="http://schemas.microsoft.com/office/drawing/2014/main" id="{28D1AFE0-2F40-4A85-9218-7B1FB01AB8E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5178" y="1574269"/>
                  <a:ext cx="1194231" cy="315099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382" name="Freeform 381">
                  <a:extLst>
                    <a:ext uri="{FF2B5EF4-FFF2-40B4-BE49-F238E27FC236}">
                      <a16:creationId xmlns:a16="http://schemas.microsoft.com/office/drawing/2014/main" id="{0760FD4A-94C6-4658-B16C-F54B9AC4D206}"/>
                    </a:ext>
                  </a:extLst>
                </p:cNvPr>
                <p:cNvSpPr/>
                <p:nvPr/>
              </p:nvSpPr>
              <p:spPr bwMode="auto">
                <a:xfrm>
                  <a:off x="2491295" y="1669924"/>
                  <a:ext cx="581999" cy="15754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383" name="Freeform 382">
                  <a:extLst>
                    <a:ext uri="{FF2B5EF4-FFF2-40B4-BE49-F238E27FC236}">
                      <a16:creationId xmlns:a16="http://schemas.microsoft.com/office/drawing/2014/main" id="{0D76E8A4-D802-4A2B-AA12-FA427B384E1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828" y="1630537"/>
                  <a:ext cx="702933" cy="109721"/>
                </a:xfrm>
                <a:custGeom>
                  <a:avLst/>
                  <a:gdLst>
                    <a:gd name="T0" fmla="*/ 0 w 3723451"/>
                    <a:gd name="T1" fmla="*/ 26843 h 932950"/>
                    <a:gd name="T2" fmla="*/ 123686 w 3723451"/>
                    <a:gd name="T3" fmla="*/ 316 h 932950"/>
                    <a:gd name="T4" fmla="*/ 350344 w 3723451"/>
                    <a:gd name="T5" fmla="*/ 61221 h 932950"/>
                    <a:gd name="T6" fmla="*/ 566578 w 3723451"/>
                    <a:gd name="T7" fmla="*/ 0 h 932950"/>
                    <a:gd name="T8" fmla="*/ 702933 w 3723451"/>
                    <a:gd name="T9" fmla="*/ 24362 h 932950"/>
                    <a:gd name="T10" fmla="*/ 601485 w 3723451"/>
                    <a:gd name="T11" fmla="*/ 54319 h 932950"/>
                    <a:gd name="T12" fmla="*/ 568823 w 3723451"/>
                    <a:gd name="T13" fmla="*/ 46243 h 932950"/>
                    <a:gd name="T14" fmla="*/ 354326 w 3723451"/>
                    <a:gd name="T15" fmla="*/ 109721 h 932950"/>
                    <a:gd name="T16" fmla="*/ 134342 w 3723451"/>
                    <a:gd name="T17" fmla="*/ 48578 h 932950"/>
                    <a:gd name="T18" fmla="*/ 98775 w 3723451"/>
                    <a:gd name="T19" fmla="*/ 55177 h 932950"/>
                    <a:gd name="T20" fmla="*/ 0 w 3723451"/>
                    <a:gd name="T21" fmla="*/ 26843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384" name="Freeform 383">
                  <a:extLst>
                    <a:ext uri="{FF2B5EF4-FFF2-40B4-BE49-F238E27FC236}">
                      <a16:creationId xmlns:a16="http://schemas.microsoft.com/office/drawing/2014/main" id="{88D3B162-0DA4-4F05-AC28-7C6F0833FB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1892" y="1723378"/>
                  <a:ext cx="260764" cy="95655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764 w 1366596"/>
                    <a:gd name="T3" fmla="*/ 73915 h 809868"/>
                    <a:gd name="T4" fmla="*/ 165063 w 1366596"/>
                    <a:gd name="T5" fmla="*/ 95655 h 809868"/>
                    <a:gd name="T6" fmla="*/ 878 w 1366596"/>
                    <a:gd name="T7" fmla="*/ 50545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385" name="Freeform 384">
                  <a:extLst>
                    <a:ext uri="{FF2B5EF4-FFF2-40B4-BE49-F238E27FC236}">
                      <a16:creationId xmlns:a16="http://schemas.microsoft.com/office/drawing/2014/main" id="{9C1CA3E0-59B7-4D50-85C6-40AED03D0ED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489" y="1726192"/>
                  <a:ext cx="253208" cy="92841"/>
                </a:xfrm>
                <a:custGeom>
                  <a:avLst/>
                  <a:gdLst>
                    <a:gd name="T0" fmla="*/ 249751 w 1348191"/>
                    <a:gd name="T1" fmla="*/ 0 h 791462"/>
                    <a:gd name="T2" fmla="*/ 253208 w 1348191"/>
                    <a:gd name="T3" fmla="*/ 44801 h 791462"/>
                    <a:gd name="T4" fmla="*/ 91604 w 1348191"/>
                    <a:gd name="T5" fmla="*/ 92841 h 791462"/>
                    <a:gd name="T6" fmla="*/ 0 w 1348191"/>
                    <a:gd name="T7" fmla="*/ 71790 h 791462"/>
                    <a:gd name="T8" fmla="*/ 249751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386" name="Straight Connector 385">
                  <a:extLst>
                    <a:ext uri="{FF2B5EF4-FFF2-40B4-BE49-F238E27FC236}">
                      <a16:creationId xmlns:a16="http://schemas.microsoft.com/office/drawing/2014/main" id="{AEEF5CA6-43F6-4C24-B07D-B643E5BBAA47}"/>
                    </a:ext>
                  </a:extLst>
                </p:cNvPr>
                <p:cNvCxnSpPr>
                  <a:cxnSpLocks noChangeShapeType="1"/>
                  <a:endCxn id="381" idx="2"/>
                </p:cNvCxnSpPr>
                <p:nvPr/>
              </p:nvCxnSpPr>
              <p:spPr bwMode="auto">
                <a:xfrm flipH="1" flipV="1">
                  <a:off x="2185178" y="1731819"/>
                  <a:ext cx="3780" cy="120975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387" name="Straight Connector 386">
                  <a:extLst>
                    <a:ext uri="{FF2B5EF4-FFF2-40B4-BE49-F238E27FC236}">
                      <a16:creationId xmlns:a16="http://schemas.microsoft.com/office/drawing/2014/main" id="{59DF4AA2-8A3B-4512-8EF5-3DA297C16449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409" y="1729005"/>
                  <a:ext cx="3780" cy="120976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5155" name="Group 19">
              <a:extLst>
                <a:ext uri="{FF2B5EF4-FFF2-40B4-BE49-F238E27FC236}">
                  <a16:creationId xmlns:a16="http://schemas.microsoft.com/office/drawing/2014/main" id="{1F3B06ED-D04E-417C-9511-CC70079A355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99212" y="2486508"/>
              <a:ext cx="528376" cy="2517292"/>
              <a:chOff x="4299212" y="2486508"/>
              <a:chExt cx="528376" cy="2517292"/>
            </a:xfrm>
          </p:grpSpPr>
          <p:sp>
            <p:nvSpPr>
              <p:cNvPr id="439" name="Rectangle 438">
                <a:extLst>
                  <a:ext uri="{FF2B5EF4-FFF2-40B4-BE49-F238E27FC236}">
                    <a16:creationId xmlns:a16="http://schemas.microsoft.com/office/drawing/2014/main" id="{8F4768B2-2D00-4844-9DF7-6D9EECA33F94}"/>
                  </a:ext>
                </a:extLst>
              </p:cNvPr>
              <p:cNvSpPr/>
              <p:nvPr/>
            </p:nvSpPr>
            <p:spPr bwMode="auto">
              <a:xfrm rot="10800000">
                <a:off x="4315358" y="2675960"/>
                <a:ext cx="498350" cy="916575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40" name="Straight Connector 439">
                <a:extLst>
                  <a:ext uri="{FF2B5EF4-FFF2-40B4-BE49-F238E27FC236}">
                    <a16:creationId xmlns:a16="http://schemas.microsoft.com/office/drawing/2014/main" id="{2EEA037C-C844-4BAD-B71B-094A9B70F5A5}"/>
                  </a:ext>
                </a:extLst>
              </p:cNvPr>
              <p:cNvCxnSpPr/>
              <p:nvPr/>
            </p:nvCxnSpPr>
            <p:spPr bwMode="auto">
              <a:xfrm>
                <a:off x="4821424" y="2642154"/>
                <a:ext cx="6349" cy="2214211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207" name="Group 442">
                <a:extLst>
                  <a:ext uri="{FF2B5EF4-FFF2-40B4-BE49-F238E27FC236}">
                    <a16:creationId xmlns:a16="http://schemas.microsoft.com/office/drawing/2014/main" id="{BFBB2FBA-B491-4DD5-B8FC-761732D738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19479" y="4781999"/>
                <a:ext cx="507859" cy="221801"/>
                <a:chOff x="4128636" y="3606589"/>
                <a:chExt cx="568145" cy="338667"/>
              </a:xfrm>
            </p:grpSpPr>
            <p:sp>
              <p:nvSpPr>
                <p:cNvPr id="452" name="Oval 451">
                  <a:extLst>
                    <a:ext uri="{FF2B5EF4-FFF2-40B4-BE49-F238E27FC236}">
                      <a16:creationId xmlns:a16="http://schemas.microsoft.com/office/drawing/2014/main" id="{48C1748B-FA04-4FB4-8213-2E7C37F4C0A3}"/>
                    </a:ext>
                  </a:extLst>
                </p:cNvPr>
                <p:cNvSpPr/>
                <p:nvPr/>
              </p:nvSpPr>
              <p:spPr>
                <a:xfrm>
                  <a:off x="4129012" y="3720139"/>
                  <a:ext cx="568256" cy="225391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53" name="Rectangle 452">
                  <a:extLst>
                    <a:ext uri="{FF2B5EF4-FFF2-40B4-BE49-F238E27FC236}">
                      <a16:creationId xmlns:a16="http://schemas.microsoft.com/office/drawing/2014/main" id="{8DC6FF05-D95A-4CFB-89A1-63FAE7E3680D}"/>
                    </a:ext>
                  </a:extLst>
                </p:cNvPr>
                <p:cNvSpPr/>
                <p:nvPr/>
              </p:nvSpPr>
              <p:spPr>
                <a:xfrm>
                  <a:off x="4129012" y="3720139"/>
                  <a:ext cx="568256" cy="11148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54" name="Oval 453">
                  <a:extLst>
                    <a:ext uri="{FF2B5EF4-FFF2-40B4-BE49-F238E27FC236}">
                      <a16:creationId xmlns:a16="http://schemas.microsoft.com/office/drawing/2014/main" id="{478D444F-FF1E-4F1E-AC29-1F7B0AC17E14}"/>
                    </a:ext>
                  </a:extLst>
                </p:cNvPr>
                <p:cNvSpPr/>
                <p:nvPr/>
              </p:nvSpPr>
              <p:spPr>
                <a:xfrm>
                  <a:off x="4129012" y="3606230"/>
                  <a:ext cx="568256" cy="225392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55" name="Straight Connector 454">
                  <a:extLst>
                    <a:ext uri="{FF2B5EF4-FFF2-40B4-BE49-F238E27FC236}">
                      <a16:creationId xmlns:a16="http://schemas.microsoft.com/office/drawing/2014/main" id="{0A41FD15-3DF3-4C51-8560-E51A6E4CB220}"/>
                    </a:ext>
                  </a:extLst>
                </p:cNvPr>
                <p:cNvCxnSpPr/>
                <p:nvPr/>
              </p:nvCxnSpPr>
              <p:spPr>
                <a:xfrm>
                  <a:off x="4697268" y="3720139"/>
                  <a:ext cx="0" cy="11148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6" name="Straight Connector 455">
                  <a:extLst>
                    <a:ext uri="{FF2B5EF4-FFF2-40B4-BE49-F238E27FC236}">
                      <a16:creationId xmlns:a16="http://schemas.microsoft.com/office/drawing/2014/main" id="{D2DFF3E5-C3AD-44AA-A312-977C2973F9BA}"/>
                    </a:ext>
                  </a:extLst>
                </p:cNvPr>
                <p:cNvCxnSpPr/>
                <p:nvPr/>
              </p:nvCxnSpPr>
              <p:spPr>
                <a:xfrm>
                  <a:off x="4129012" y="3720139"/>
                  <a:ext cx="0" cy="11148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44" name="Rectangle 443">
                <a:extLst>
                  <a:ext uri="{FF2B5EF4-FFF2-40B4-BE49-F238E27FC236}">
                    <a16:creationId xmlns:a16="http://schemas.microsoft.com/office/drawing/2014/main" id="{82B82A58-0245-45DD-8E03-D9018ABE64A0}"/>
                  </a:ext>
                </a:extLst>
              </p:cNvPr>
              <p:cNvSpPr/>
              <p:nvPr/>
            </p:nvSpPr>
            <p:spPr bwMode="auto">
              <a:xfrm>
                <a:off x="4324577" y="3696087"/>
                <a:ext cx="498433" cy="116345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47" name="Straight Connector 446">
                <a:extLst>
                  <a:ext uri="{FF2B5EF4-FFF2-40B4-BE49-F238E27FC236}">
                    <a16:creationId xmlns:a16="http://schemas.microsoft.com/office/drawing/2014/main" id="{FA1A3DBB-74C6-4D33-8BB1-45A506E6E2EA}"/>
                  </a:ext>
                </a:extLst>
              </p:cNvPr>
              <p:cNvCxnSpPr>
                <a:stCxn id="458" idx="2"/>
              </p:cNvCxnSpPr>
              <p:nvPr/>
            </p:nvCxnSpPr>
            <p:spPr bwMode="auto">
              <a:xfrm>
                <a:off x="4300767" y="2640568"/>
                <a:ext cx="14286" cy="230944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210" name="Group 456">
                <a:extLst>
                  <a:ext uri="{FF2B5EF4-FFF2-40B4-BE49-F238E27FC236}">
                    <a16:creationId xmlns:a16="http://schemas.microsoft.com/office/drawing/2014/main" id="{AC8C7672-5FE1-45E8-8645-F5DC9ADE6C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99212" y="2486508"/>
                <a:ext cx="504825" cy="242888"/>
                <a:chOff x="2183302" y="1574638"/>
                <a:chExt cx="1200154" cy="430218"/>
              </a:xfrm>
            </p:grpSpPr>
            <p:sp>
              <p:nvSpPr>
                <p:cNvPr id="458" name="Oval 457">
                  <a:extLst>
                    <a:ext uri="{FF2B5EF4-FFF2-40B4-BE49-F238E27FC236}">
                      <a16:creationId xmlns:a16="http://schemas.microsoft.com/office/drawing/2014/main" id="{E4B3219E-056E-4387-817F-B1470A6A9246}"/>
                    </a:ext>
                  </a:extLst>
                </p:cNvPr>
                <p:cNvSpPr/>
                <p:nvPr/>
              </p:nvSpPr>
              <p:spPr bwMode="auto">
                <a:xfrm flipV="1">
                  <a:off x="2186998" y="1690077"/>
                  <a:ext cx="1196279" cy="3148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459" name="Rectangle 458">
                  <a:extLst>
                    <a:ext uri="{FF2B5EF4-FFF2-40B4-BE49-F238E27FC236}">
                      <a16:creationId xmlns:a16="http://schemas.microsoft.com/office/drawing/2014/main" id="{E3FBC1B5-3FAD-4F46-AD8D-C7EF700D1711}"/>
                    </a:ext>
                  </a:extLst>
                </p:cNvPr>
                <p:cNvSpPr/>
                <p:nvPr/>
              </p:nvSpPr>
              <p:spPr bwMode="auto">
                <a:xfrm>
                  <a:off x="2183224" y="1735060"/>
                  <a:ext cx="1200054" cy="112457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0" name="Oval 459">
                  <a:extLst>
                    <a:ext uri="{FF2B5EF4-FFF2-40B4-BE49-F238E27FC236}">
                      <a16:creationId xmlns:a16="http://schemas.microsoft.com/office/drawing/2014/main" id="{5A73C279-5F13-4B7E-87FB-5A5A952ABE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224" y="1574808"/>
                  <a:ext cx="1196282" cy="314880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461" name="Freeform 460">
                  <a:extLst>
                    <a:ext uri="{FF2B5EF4-FFF2-40B4-BE49-F238E27FC236}">
                      <a16:creationId xmlns:a16="http://schemas.microsoft.com/office/drawing/2014/main" id="{82F31789-9A1B-4D46-9AF8-5B719127F19F}"/>
                    </a:ext>
                  </a:extLst>
                </p:cNvPr>
                <p:cNvSpPr/>
                <p:nvPr/>
              </p:nvSpPr>
              <p:spPr bwMode="auto">
                <a:xfrm>
                  <a:off x="2488899" y="1670396"/>
                  <a:ext cx="584931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2" name="Freeform 461">
                  <a:extLst>
                    <a:ext uri="{FF2B5EF4-FFF2-40B4-BE49-F238E27FC236}">
                      <a16:creationId xmlns:a16="http://schemas.microsoft.com/office/drawing/2014/main" id="{08A1B18C-6C39-4C02-BBEF-E0BFF4C0FBD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8519" y="1631037"/>
                  <a:ext cx="705691" cy="109646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1 w 3723451"/>
                    <a:gd name="T3" fmla="*/ 316 h 932950"/>
                    <a:gd name="T4" fmla="*/ 351718 w 3723451"/>
                    <a:gd name="T5" fmla="*/ 61180 h 932950"/>
                    <a:gd name="T6" fmla="*/ 568801 w 3723451"/>
                    <a:gd name="T7" fmla="*/ 0 h 932950"/>
                    <a:gd name="T8" fmla="*/ 705691 w 3723451"/>
                    <a:gd name="T9" fmla="*/ 24345 h 932950"/>
                    <a:gd name="T10" fmla="*/ 603845 w 3723451"/>
                    <a:gd name="T11" fmla="*/ 54282 h 932950"/>
                    <a:gd name="T12" fmla="*/ 571055 w 3723451"/>
                    <a:gd name="T13" fmla="*/ 46211 h 932950"/>
                    <a:gd name="T14" fmla="*/ 355716 w 3723451"/>
                    <a:gd name="T15" fmla="*/ 109646 h 932950"/>
                    <a:gd name="T16" fmla="*/ 134869 w 3723451"/>
                    <a:gd name="T17" fmla="*/ 48545 h 932950"/>
                    <a:gd name="T18" fmla="*/ 99163 w 3723451"/>
                    <a:gd name="T19" fmla="*/ 55139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463" name="Freeform 462">
                  <a:extLst>
                    <a:ext uri="{FF2B5EF4-FFF2-40B4-BE49-F238E27FC236}">
                      <a16:creationId xmlns:a16="http://schemas.microsoft.com/office/drawing/2014/main" id="{BC29C0AA-9273-44FC-A811-7EFA30C03D5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690" y="1723814"/>
                  <a:ext cx="256615" cy="9558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3 h 809868"/>
                    <a:gd name="T4" fmla="*/ 162436 w 1366596"/>
                    <a:gd name="T5" fmla="*/ 95588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464" name="Freeform 463">
                  <a:extLst>
                    <a:ext uri="{FF2B5EF4-FFF2-40B4-BE49-F238E27FC236}">
                      <a16:creationId xmlns:a16="http://schemas.microsoft.com/office/drawing/2014/main" id="{2D3FE3D8-6CFA-49C3-AB3C-449E4330E41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7196" y="1726625"/>
                  <a:ext cx="252843" cy="92778"/>
                </a:xfrm>
                <a:custGeom>
                  <a:avLst/>
                  <a:gdLst>
                    <a:gd name="T0" fmla="*/ 249391 w 1348191"/>
                    <a:gd name="T1" fmla="*/ 0 h 791462"/>
                    <a:gd name="T2" fmla="*/ 252843 w 1348191"/>
                    <a:gd name="T3" fmla="*/ 44771 h 791462"/>
                    <a:gd name="T4" fmla="*/ 91472 w 1348191"/>
                    <a:gd name="T5" fmla="*/ 92778 h 791462"/>
                    <a:gd name="T6" fmla="*/ 0 w 1348191"/>
                    <a:gd name="T7" fmla="*/ 71741 h 791462"/>
                    <a:gd name="T8" fmla="*/ 249391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465" name="Straight Connector 464">
                  <a:extLst>
                    <a:ext uri="{FF2B5EF4-FFF2-40B4-BE49-F238E27FC236}">
                      <a16:creationId xmlns:a16="http://schemas.microsoft.com/office/drawing/2014/main" id="{853A643E-6EDD-420D-A014-418D059A2D52}"/>
                    </a:ext>
                  </a:extLst>
                </p:cNvPr>
                <p:cNvCxnSpPr>
                  <a:cxnSpLocks noChangeShapeType="1"/>
                  <a:endCxn id="460" idx="2"/>
                </p:cNvCxnSpPr>
                <p:nvPr/>
              </p:nvCxnSpPr>
              <p:spPr bwMode="auto">
                <a:xfrm flipH="1" flipV="1">
                  <a:off x="2183224" y="1732248"/>
                  <a:ext cx="3775" cy="120892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466" name="Straight Connector 465">
                  <a:extLst>
                    <a:ext uri="{FF2B5EF4-FFF2-40B4-BE49-F238E27FC236}">
                      <a16:creationId xmlns:a16="http://schemas.microsoft.com/office/drawing/2014/main" id="{0B76DC98-8942-430A-815E-E06E7A128C47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505" y="1729437"/>
                  <a:ext cx="3773" cy="120890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5156" name="Group 20">
              <a:extLst>
                <a:ext uri="{FF2B5EF4-FFF2-40B4-BE49-F238E27FC236}">
                  <a16:creationId xmlns:a16="http://schemas.microsoft.com/office/drawing/2014/main" id="{DA2918D7-37A0-4FDE-A218-61D6739367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491163" y="3179295"/>
              <a:ext cx="522287" cy="1824505"/>
              <a:chOff x="5491163" y="3179295"/>
              <a:chExt cx="522287" cy="1824505"/>
            </a:xfrm>
          </p:grpSpPr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EF8398B3-707C-4E14-AD5A-7FD0BE722308}"/>
                  </a:ext>
                </a:extLst>
              </p:cNvPr>
              <p:cNvSpPr/>
              <p:nvPr/>
            </p:nvSpPr>
            <p:spPr bwMode="auto">
              <a:xfrm rot="10800000">
                <a:off x="5498044" y="3266845"/>
                <a:ext cx="498349" cy="325689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9739E43C-B3B1-47B4-BD20-D9D0A3F1473C}"/>
                  </a:ext>
                </a:extLst>
              </p:cNvPr>
              <p:cNvCxnSpPr>
                <a:stCxn id="489" idx="6"/>
              </p:cNvCxnSpPr>
              <p:nvPr/>
            </p:nvCxnSpPr>
            <p:spPr bwMode="auto">
              <a:xfrm>
                <a:off x="6004011" y="3267530"/>
                <a:ext cx="6349" cy="1582486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45184" name="Picture 469" descr="router_top.png">
                <a:extLst>
                  <a:ext uri="{FF2B5EF4-FFF2-40B4-BE49-F238E27FC236}">
                    <a16:creationId xmlns:a16="http://schemas.microsoft.com/office/drawing/2014/main" id="{1058B162-5902-45A7-BEA2-264561773B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91163" y="3206725"/>
                <a:ext cx="522287" cy="2204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grpSp>
            <p:nvGrpSpPr>
              <p:cNvPr id="45185" name="Group 471">
                <a:extLst>
                  <a:ext uri="{FF2B5EF4-FFF2-40B4-BE49-F238E27FC236}">
                    <a16:creationId xmlns:a16="http://schemas.microsoft.com/office/drawing/2014/main" id="{1ADF27BF-CA87-4252-9392-0A9891941AA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02167" y="4781999"/>
                <a:ext cx="507858" cy="221801"/>
                <a:chOff x="4128636" y="3606589"/>
                <a:chExt cx="568145" cy="338667"/>
              </a:xfrm>
            </p:grpSpPr>
            <p:sp>
              <p:nvSpPr>
                <p:cNvPr id="481" name="Oval 480">
                  <a:extLst>
                    <a:ext uri="{FF2B5EF4-FFF2-40B4-BE49-F238E27FC236}">
                      <a16:creationId xmlns:a16="http://schemas.microsoft.com/office/drawing/2014/main" id="{C3598F3A-D7D5-406D-8A2A-38C8578D18CF}"/>
                    </a:ext>
                  </a:extLst>
                </p:cNvPr>
                <p:cNvSpPr/>
                <p:nvPr/>
              </p:nvSpPr>
              <p:spPr>
                <a:xfrm>
                  <a:off x="4128900" y="3720139"/>
                  <a:ext cx="568256" cy="225391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82" name="Rectangle 481">
                  <a:extLst>
                    <a:ext uri="{FF2B5EF4-FFF2-40B4-BE49-F238E27FC236}">
                      <a16:creationId xmlns:a16="http://schemas.microsoft.com/office/drawing/2014/main" id="{1445E6F9-6293-4CA4-9511-ED32EF36E7EB}"/>
                    </a:ext>
                  </a:extLst>
                </p:cNvPr>
                <p:cNvSpPr/>
                <p:nvPr/>
              </p:nvSpPr>
              <p:spPr>
                <a:xfrm>
                  <a:off x="4128900" y="3720139"/>
                  <a:ext cx="568256" cy="111484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83" name="Oval 482">
                  <a:extLst>
                    <a:ext uri="{FF2B5EF4-FFF2-40B4-BE49-F238E27FC236}">
                      <a16:creationId xmlns:a16="http://schemas.microsoft.com/office/drawing/2014/main" id="{228B28C0-1412-445E-83A0-5F48BCFC29A6}"/>
                    </a:ext>
                  </a:extLst>
                </p:cNvPr>
                <p:cNvSpPr/>
                <p:nvPr/>
              </p:nvSpPr>
              <p:spPr>
                <a:xfrm>
                  <a:off x="4128900" y="3606230"/>
                  <a:ext cx="568256" cy="225392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84" name="Straight Connector 483">
                  <a:extLst>
                    <a:ext uri="{FF2B5EF4-FFF2-40B4-BE49-F238E27FC236}">
                      <a16:creationId xmlns:a16="http://schemas.microsoft.com/office/drawing/2014/main" id="{CE697615-532B-4612-9DB4-953134B42A13}"/>
                    </a:ext>
                  </a:extLst>
                </p:cNvPr>
                <p:cNvCxnSpPr/>
                <p:nvPr/>
              </p:nvCxnSpPr>
              <p:spPr>
                <a:xfrm>
                  <a:off x="4697156" y="3720139"/>
                  <a:ext cx="0" cy="11148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5" name="Straight Connector 484">
                  <a:extLst>
                    <a:ext uri="{FF2B5EF4-FFF2-40B4-BE49-F238E27FC236}">
                      <a16:creationId xmlns:a16="http://schemas.microsoft.com/office/drawing/2014/main" id="{1AEBCA85-D6DB-47B8-AF66-D6AAACD39077}"/>
                    </a:ext>
                  </a:extLst>
                </p:cNvPr>
                <p:cNvCxnSpPr/>
                <p:nvPr/>
              </p:nvCxnSpPr>
              <p:spPr>
                <a:xfrm>
                  <a:off x="4128900" y="3720139"/>
                  <a:ext cx="0" cy="111484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7136FFFB-BE71-40DD-A954-3A4FA508A46E}"/>
                  </a:ext>
                </a:extLst>
              </p:cNvPr>
              <p:cNvSpPr/>
              <p:nvPr/>
            </p:nvSpPr>
            <p:spPr bwMode="auto">
              <a:xfrm>
                <a:off x="5507166" y="3694500"/>
                <a:ext cx="498433" cy="116504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EF496FF3-EC5E-4FF5-8DFF-40A1ACB32100}"/>
                  </a:ext>
                </a:extLst>
              </p:cNvPr>
              <p:cNvCxnSpPr>
                <a:stCxn id="0" idx="1"/>
              </p:cNvCxnSpPr>
              <p:nvPr/>
            </p:nvCxnSpPr>
            <p:spPr bwMode="auto">
              <a:xfrm>
                <a:off x="5491292" y="3316735"/>
                <a:ext cx="6349" cy="163327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188" name="Group 485">
                <a:extLst>
                  <a:ext uri="{FF2B5EF4-FFF2-40B4-BE49-F238E27FC236}">
                    <a16:creationId xmlns:a16="http://schemas.microsoft.com/office/drawing/2014/main" id="{E8903CB7-A41D-474B-9BF4-AB44184D67A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00688" y="3179295"/>
                <a:ext cx="504825" cy="242888"/>
                <a:chOff x="2183302" y="1574638"/>
                <a:chExt cx="1200154" cy="430218"/>
              </a:xfrm>
            </p:grpSpPr>
            <p:sp>
              <p:nvSpPr>
                <p:cNvPr id="487" name="Oval 486">
                  <a:extLst>
                    <a:ext uri="{FF2B5EF4-FFF2-40B4-BE49-F238E27FC236}">
                      <a16:creationId xmlns:a16="http://schemas.microsoft.com/office/drawing/2014/main" id="{A8CBD12D-6139-4EA9-A3E8-F1E5855472C9}"/>
                    </a:ext>
                  </a:extLst>
                </p:cNvPr>
                <p:cNvSpPr/>
                <p:nvPr/>
              </p:nvSpPr>
              <p:spPr bwMode="auto">
                <a:xfrm flipV="1">
                  <a:off x="2187379" y="1688754"/>
                  <a:ext cx="1196279" cy="3148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4C866688-9FF9-4DD5-9710-7A27A6E74D79}"/>
                    </a:ext>
                  </a:extLst>
                </p:cNvPr>
                <p:cNvSpPr/>
                <p:nvPr/>
              </p:nvSpPr>
              <p:spPr bwMode="auto">
                <a:xfrm>
                  <a:off x="2183606" y="1733737"/>
                  <a:ext cx="1200052" cy="112457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89" name="Oval 488">
                  <a:extLst>
                    <a:ext uri="{FF2B5EF4-FFF2-40B4-BE49-F238E27FC236}">
                      <a16:creationId xmlns:a16="http://schemas.microsoft.com/office/drawing/2014/main" id="{4A4C7BCD-819A-4581-9DDF-722F696B33D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606" y="1573485"/>
                  <a:ext cx="1196277" cy="314880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490" name="Freeform 489">
                  <a:extLst>
                    <a:ext uri="{FF2B5EF4-FFF2-40B4-BE49-F238E27FC236}">
                      <a16:creationId xmlns:a16="http://schemas.microsoft.com/office/drawing/2014/main" id="{43CEEF94-2361-49F1-AF96-E7C0AA866828}"/>
                    </a:ext>
                  </a:extLst>
                </p:cNvPr>
                <p:cNvSpPr/>
                <p:nvPr/>
              </p:nvSpPr>
              <p:spPr bwMode="auto">
                <a:xfrm>
                  <a:off x="2489279" y="1669074"/>
                  <a:ext cx="584932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91" name="Freeform 490">
                  <a:extLst>
                    <a:ext uri="{FF2B5EF4-FFF2-40B4-BE49-F238E27FC236}">
                      <a16:creationId xmlns:a16="http://schemas.microsoft.com/office/drawing/2014/main" id="{077C4A7D-EB6E-48E7-8ECF-4190FB931F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8899" y="1629714"/>
                  <a:ext cx="705692" cy="109646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2 w 3723451"/>
                    <a:gd name="T3" fmla="*/ 316 h 932950"/>
                    <a:gd name="T4" fmla="*/ 351719 w 3723451"/>
                    <a:gd name="T5" fmla="*/ 61180 h 932950"/>
                    <a:gd name="T6" fmla="*/ 568801 w 3723451"/>
                    <a:gd name="T7" fmla="*/ 0 h 932950"/>
                    <a:gd name="T8" fmla="*/ 705692 w 3723451"/>
                    <a:gd name="T9" fmla="*/ 24345 h 932950"/>
                    <a:gd name="T10" fmla="*/ 603846 w 3723451"/>
                    <a:gd name="T11" fmla="*/ 54282 h 932950"/>
                    <a:gd name="T12" fmla="*/ 571056 w 3723451"/>
                    <a:gd name="T13" fmla="*/ 46211 h 932950"/>
                    <a:gd name="T14" fmla="*/ 355717 w 3723451"/>
                    <a:gd name="T15" fmla="*/ 109646 h 932950"/>
                    <a:gd name="T16" fmla="*/ 134869 w 3723451"/>
                    <a:gd name="T17" fmla="*/ 48545 h 932950"/>
                    <a:gd name="T18" fmla="*/ 99163 w 3723451"/>
                    <a:gd name="T19" fmla="*/ 55139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492" name="Freeform 491">
                  <a:extLst>
                    <a:ext uri="{FF2B5EF4-FFF2-40B4-BE49-F238E27FC236}">
                      <a16:creationId xmlns:a16="http://schemas.microsoft.com/office/drawing/2014/main" id="{DE6BD7DF-24D7-4FD8-91BA-6243A281290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3071" y="1722492"/>
                  <a:ext cx="256615" cy="95588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3 h 809868"/>
                    <a:gd name="T4" fmla="*/ 162436 w 1366596"/>
                    <a:gd name="T5" fmla="*/ 95588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493" name="Freeform 492">
                  <a:extLst>
                    <a:ext uri="{FF2B5EF4-FFF2-40B4-BE49-F238E27FC236}">
                      <a16:creationId xmlns:a16="http://schemas.microsoft.com/office/drawing/2014/main" id="{2A92608F-B8B8-4A65-B3C0-DF4AA5EAEC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7579" y="1725302"/>
                  <a:ext cx="252840" cy="92778"/>
                </a:xfrm>
                <a:custGeom>
                  <a:avLst/>
                  <a:gdLst>
                    <a:gd name="T0" fmla="*/ 249388 w 1348191"/>
                    <a:gd name="T1" fmla="*/ 0 h 791462"/>
                    <a:gd name="T2" fmla="*/ 252840 w 1348191"/>
                    <a:gd name="T3" fmla="*/ 44771 h 791462"/>
                    <a:gd name="T4" fmla="*/ 91471 w 1348191"/>
                    <a:gd name="T5" fmla="*/ 92778 h 791462"/>
                    <a:gd name="T6" fmla="*/ 0 w 1348191"/>
                    <a:gd name="T7" fmla="*/ 71741 h 791462"/>
                    <a:gd name="T8" fmla="*/ 249388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494" name="Straight Connector 493">
                  <a:extLst>
                    <a:ext uri="{FF2B5EF4-FFF2-40B4-BE49-F238E27FC236}">
                      <a16:creationId xmlns:a16="http://schemas.microsoft.com/office/drawing/2014/main" id="{EBFDB892-A363-4249-82EB-20E78F4CA5D8}"/>
                    </a:ext>
                  </a:extLst>
                </p:cNvPr>
                <p:cNvCxnSpPr>
                  <a:cxnSpLocks noChangeShapeType="1"/>
                  <a:endCxn id="489" idx="2"/>
                </p:cNvCxnSpPr>
                <p:nvPr/>
              </p:nvCxnSpPr>
              <p:spPr bwMode="auto">
                <a:xfrm flipH="1" flipV="1">
                  <a:off x="2183606" y="1730925"/>
                  <a:ext cx="3773" cy="120892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495" name="Straight Connector 494">
                  <a:extLst>
                    <a:ext uri="{FF2B5EF4-FFF2-40B4-BE49-F238E27FC236}">
                      <a16:creationId xmlns:a16="http://schemas.microsoft.com/office/drawing/2014/main" id="{1E8193E1-03A2-4018-94A0-46D191E93490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83" y="1728114"/>
                  <a:ext cx="3775" cy="120890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5157" name="Group 21">
              <a:extLst>
                <a:ext uri="{FF2B5EF4-FFF2-40B4-BE49-F238E27FC236}">
                  <a16:creationId xmlns:a16="http://schemas.microsoft.com/office/drawing/2014/main" id="{A9DEBDAF-2034-4FB4-8813-D43E090965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2366" y="2647932"/>
              <a:ext cx="522159" cy="2354282"/>
              <a:chOff x="6472366" y="2647932"/>
              <a:chExt cx="522159" cy="2354282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8C6C3914-C00A-4DAC-A34B-EA9D5B5E95B1}"/>
                  </a:ext>
                </a:extLst>
              </p:cNvPr>
              <p:cNvSpPr/>
              <p:nvPr/>
            </p:nvSpPr>
            <p:spPr bwMode="auto">
              <a:xfrm rot="10800000">
                <a:off x="6482296" y="2777838"/>
                <a:ext cx="498349" cy="72203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98" name="Straight Connector 497">
                <a:extLst>
                  <a:ext uri="{FF2B5EF4-FFF2-40B4-BE49-F238E27FC236}">
                    <a16:creationId xmlns:a16="http://schemas.microsoft.com/office/drawing/2014/main" id="{3ACC0077-9506-4C7F-B92F-0D55156F4F02}"/>
                  </a:ext>
                </a:extLst>
              </p:cNvPr>
              <p:cNvCxnSpPr/>
              <p:nvPr/>
            </p:nvCxnSpPr>
            <p:spPr bwMode="auto">
              <a:xfrm>
                <a:off x="6994528" y="2846910"/>
                <a:ext cx="0" cy="199834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162" name="Group 500">
                <a:extLst>
                  <a:ext uri="{FF2B5EF4-FFF2-40B4-BE49-F238E27FC236}">
                    <a16:creationId xmlns:a16="http://schemas.microsoft.com/office/drawing/2014/main" id="{A9447525-914C-4829-A8A2-574411B78A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6417" y="4766099"/>
                <a:ext cx="507858" cy="236115"/>
                <a:chOff x="4128636" y="3606589"/>
                <a:chExt cx="568145" cy="338667"/>
              </a:xfrm>
            </p:grpSpPr>
            <p:sp>
              <p:nvSpPr>
                <p:cNvPr id="510" name="Oval 509">
                  <a:extLst>
                    <a:ext uri="{FF2B5EF4-FFF2-40B4-BE49-F238E27FC236}">
                      <a16:creationId xmlns:a16="http://schemas.microsoft.com/office/drawing/2014/main" id="{4BD9EA71-4AB7-4E71-94B3-34206EB05D85}"/>
                    </a:ext>
                  </a:extLst>
                </p:cNvPr>
                <p:cNvSpPr/>
                <p:nvPr/>
              </p:nvSpPr>
              <p:spPr>
                <a:xfrm>
                  <a:off x="4128808" y="3720125"/>
                  <a:ext cx="568256" cy="225387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1" name="Rectangle 510">
                  <a:extLst>
                    <a:ext uri="{FF2B5EF4-FFF2-40B4-BE49-F238E27FC236}">
                      <a16:creationId xmlns:a16="http://schemas.microsoft.com/office/drawing/2014/main" id="{E2680C8A-B224-44F0-BD6F-A6E4F75CF022}"/>
                    </a:ext>
                  </a:extLst>
                </p:cNvPr>
                <p:cNvSpPr/>
                <p:nvPr/>
              </p:nvSpPr>
              <p:spPr>
                <a:xfrm>
                  <a:off x="4128808" y="3720125"/>
                  <a:ext cx="568256" cy="111556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2" name="Oval 511">
                  <a:extLst>
                    <a:ext uri="{FF2B5EF4-FFF2-40B4-BE49-F238E27FC236}">
                      <a16:creationId xmlns:a16="http://schemas.microsoft.com/office/drawing/2014/main" id="{DC7E8DFD-CF95-488C-B208-C81869539D53}"/>
                    </a:ext>
                  </a:extLst>
                </p:cNvPr>
                <p:cNvSpPr/>
                <p:nvPr/>
              </p:nvSpPr>
              <p:spPr>
                <a:xfrm>
                  <a:off x="4128808" y="3606294"/>
                  <a:ext cx="568256" cy="225387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13" name="Straight Connector 512">
                  <a:extLst>
                    <a:ext uri="{FF2B5EF4-FFF2-40B4-BE49-F238E27FC236}">
                      <a16:creationId xmlns:a16="http://schemas.microsoft.com/office/drawing/2014/main" id="{ADF0D167-15E8-4784-B677-5CBEF9B7B54B}"/>
                    </a:ext>
                  </a:extLst>
                </p:cNvPr>
                <p:cNvCxnSpPr/>
                <p:nvPr/>
              </p:nvCxnSpPr>
              <p:spPr>
                <a:xfrm>
                  <a:off x="4697064" y="3720125"/>
                  <a:ext cx="0" cy="111556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4" name="Straight Connector 513">
                  <a:extLst>
                    <a:ext uri="{FF2B5EF4-FFF2-40B4-BE49-F238E27FC236}">
                      <a16:creationId xmlns:a16="http://schemas.microsoft.com/office/drawing/2014/main" id="{880131CD-0D69-4A37-B385-16A61F6B1D72}"/>
                    </a:ext>
                  </a:extLst>
                </p:cNvPr>
                <p:cNvCxnSpPr/>
                <p:nvPr/>
              </p:nvCxnSpPr>
              <p:spPr>
                <a:xfrm>
                  <a:off x="4128808" y="3720125"/>
                  <a:ext cx="0" cy="111556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12AFD324-E3DE-41E7-B06A-6DF2BC58E6D0}"/>
                  </a:ext>
                </a:extLst>
              </p:cNvPr>
              <p:cNvSpPr/>
              <p:nvPr/>
            </p:nvSpPr>
            <p:spPr bwMode="auto">
              <a:xfrm>
                <a:off x="6491333" y="3610376"/>
                <a:ext cx="498433" cy="123805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05" name="Straight Connector 504">
                <a:extLst>
                  <a:ext uri="{FF2B5EF4-FFF2-40B4-BE49-F238E27FC236}">
                    <a16:creationId xmlns:a16="http://schemas.microsoft.com/office/drawing/2014/main" id="{066030C1-5BFF-420C-8848-EA6FBBB4771B}"/>
                  </a:ext>
                </a:extLst>
              </p:cNvPr>
              <p:cNvCxnSpPr/>
              <p:nvPr/>
            </p:nvCxnSpPr>
            <p:spPr bwMode="auto">
              <a:xfrm>
                <a:off x="6472285" y="2818340"/>
                <a:ext cx="9524" cy="2126912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5165" name="Group 514">
                <a:extLst>
                  <a:ext uri="{FF2B5EF4-FFF2-40B4-BE49-F238E27FC236}">
                    <a16:creationId xmlns:a16="http://schemas.microsoft.com/office/drawing/2014/main" id="{8BD6D745-A756-4F81-9079-F221FA4DEE4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78146" y="2647932"/>
                <a:ext cx="504825" cy="242887"/>
                <a:chOff x="2183302" y="1574638"/>
                <a:chExt cx="1200154" cy="430218"/>
              </a:xfrm>
            </p:grpSpPr>
            <p:sp>
              <p:nvSpPr>
                <p:cNvPr id="516" name="Oval 515">
                  <a:extLst>
                    <a:ext uri="{FF2B5EF4-FFF2-40B4-BE49-F238E27FC236}">
                      <a16:creationId xmlns:a16="http://schemas.microsoft.com/office/drawing/2014/main" id="{21404892-784D-4B86-A1D7-8705AE7D7AE9}"/>
                    </a:ext>
                  </a:extLst>
                </p:cNvPr>
                <p:cNvSpPr/>
                <p:nvPr/>
              </p:nvSpPr>
              <p:spPr bwMode="auto">
                <a:xfrm flipV="1">
                  <a:off x="2188237" y="1690921"/>
                  <a:ext cx="1196279" cy="31488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17" name="Rectangle 516">
                  <a:extLst>
                    <a:ext uri="{FF2B5EF4-FFF2-40B4-BE49-F238E27FC236}">
                      <a16:creationId xmlns:a16="http://schemas.microsoft.com/office/drawing/2014/main" id="{748A30F1-4947-4BFC-AD86-8348C61B18EA}"/>
                    </a:ext>
                  </a:extLst>
                </p:cNvPr>
                <p:cNvSpPr/>
                <p:nvPr/>
              </p:nvSpPr>
              <p:spPr bwMode="auto">
                <a:xfrm>
                  <a:off x="2184464" y="1735904"/>
                  <a:ext cx="1200052" cy="112457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8" name="Oval 517">
                  <a:extLst>
                    <a:ext uri="{FF2B5EF4-FFF2-40B4-BE49-F238E27FC236}">
                      <a16:creationId xmlns:a16="http://schemas.microsoft.com/office/drawing/2014/main" id="{46CCB6D4-C82D-40C0-9DE1-BDDB9267504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464" y="1575651"/>
                  <a:ext cx="1196277" cy="314881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519" name="Freeform 518">
                  <a:extLst>
                    <a:ext uri="{FF2B5EF4-FFF2-40B4-BE49-F238E27FC236}">
                      <a16:creationId xmlns:a16="http://schemas.microsoft.com/office/drawing/2014/main" id="{36BD0DF7-6EB3-40FB-AD7A-CCA12A031BA6}"/>
                    </a:ext>
                  </a:extLst>
                </p:cNvPr>
                <p:cNvSpPr/>
                <p:nvPr/>
              </p:nvSpPr>
              <p:spPr bwMode="auto">
                <a:xfrm>
                  <a:off x="2490137" y="1671240"/>
                  <a:ext cx="584932" cy="1574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20" name="Freeform 519">
                  <a:extLst>
                    <a:ext uri="{FF2B5EF4-FFF2-40B4-BE49-F238E27FC236}">
                      <a16:creationId xmlns:a16="http://schemas.microsoft.com/office/drawing/2014/main" id="{0F8340AF-8708-4F7C-B274-3973800348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9757" y="1631880"/>
                  <a:ext cx="705692" cy="109647"/>
                </a:xfrm>
                <a:custGeom>
                  <a:avLst/>
                  <a:gdLst>
                    <a:gd name="T0" fmla="*/ 0 w 3723451"/>
                    <a:gd name="T1" fmla="*/ 26825 h 932950"/>
                    <a:gd name="T2" fmla="*/ 124172 w 3723451"/>
                    <a:gd name="T3" fmla="*/ 316 h 932950"/>
                    <a:gd name="T4" fmla="*/ 351719 w 3723451"/>
                    <a:gd name="T5" fmla="*/ 61180 h 932950"/>
                    <a:gd name="T6" fmla="*/ 568801 w 3723451"/>
                    <a:gd name="T7" fmla="*/ 0 h 932950"/>
                    <a:gd name="T8" fmla="*/ 705692 w 3723451"/>
                    <a:gd name="T9" fmla="*/ 24346 h 932950"/>
                    <a:gd name="T10" fmla="*/ 603846 w 3723451"/>
                    <a:gd name="T11" fmla="*/ 54283 h 932950"/>
                    <a:gd name="T12" fmla="*/ 571056 w 3723451"/>
                    <a:gd name="T13" fmla="*/ 46212 h 932950"/>
                    <a:gd name="T14" fmla="*/ 355717 w 3723451"/>
                    <a:gd name="T15" fmla="*/ 109647 h 932950"/>
                    <a:gd name="T16" fmla="*/ 134869 w 3723451"/>
                    <a:gd name="T17" fmla="*/ 48545 h 932950"/>
                    <a:gd name="T18" fmla="*/ 99163 w 3723451"/>
                    <a:gd name="T19" fmla="*/ 55140 h 932950"/>
                    <a:gd name="T20" fmla="*/ 0 w 3723451"/>
                    <a:gd name="T21" fmla="*/ 26825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21" name="Freeform 520">
                  <a:extLst>
                    <a:ext uri="{FF2B5EF4-FFF2-40B4-BE49-F238E27FC236}">
                      <a16:creationId xmlns:a16="http://schemas.microsoft.com/office/drawing/2014/main" id="{A9CA855B-4032-41D0-9DEA-6727C414D3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3929" y="1724658"/>
                  <a:ext cx="256615" cy="95589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6615 w 1366596"/>
                    <a:gd name="T3" fmla="*/ 73864 h 809868"/>
                    <a:gd name="T4" fmla="*/ 162436 w 1366596"/>
                    <a:gd name="T5" fmla="*/ 95589 h 809868"/>
                    <a:gd name="T6" fmla="*/ 864 w 1366596"/>
                    <a:gd name="T7" fmla="*/ 50510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22" name="Freeform 521">
                  <a:extLst>
                    <a:ext uri="{FF2B5EF4-FFF2-40B4-BE49-F238E27FC236}">
                      <a16:creationId xmlns:a16="http://schemas.microsoft.com/office/drawing/2014/main" id="{D2936593-2C2D-4138-AB58-85157DA4479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8437" y="1727469"/>
                  <a:ext cx="252840" cy="92778"/>
                </a:xfrm>
                <a:custGeom>
                  <a:avLst/>
                  <a:gdLst>
                    <a:gd name="T0" fmla="*/ 249388 w 1348191"/>
                    <a:gd name="T1" fmla="*/ 0 h 791462"/>
                    <a:gd name="T2" fmla="*/ 252840 w 1348191"/>
                    <a:gd name="T3" fmla="*/ 44771 h 791462"/>
                    <a:gd name="T4" fmla="*/ 91471 w 1348191"/>
                    <a:gd name="T5" fmla="*/ 92778 h 791462"/>
                    <a:gd name="T6" fmla="*/ 0 w 1348191"/>
                    <a:gd name="T7" fmla="*/ 71741 h 791462"/>
                    <a:gd name="T8" fmla="*/ 249388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523" name="Straight Connector 522">
                  <a:extLst>
                    <a:ext uri="{FF2B5EF4-FFF2-40B4-BE49-F238E27FC236}">
                      <a16:creationId xmlns:a16="http://schemas.microsoft.com/office/drawing/2014/main" id="{BBC84E62-452D-4BA4-AD50-17B0F1FF409A}"/>
                    </a:ext>
                  </a:extLst>
                </p:cNvPr>
                <p:cNvCxnSpPr>
                  <a:cxnSpLocks noChangeShapeType="1"/>
                  <a:endCxn id="518" idx="2"/>
                </p:cNvCxnSpPr>
                <p:nvPr/>
              </p:nvCxnSpPr>
              <p:spPr bwMode="auto">
                <a:xfrm flipH="1" flipV="1">
                  <a:off x="2184464" y="1733091"/>
                  <a:ext cx="3773" cy="120893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524" name="Straight Connector 523">
                  <a:extLst>
                    <a:ext uri="{FF2B5EF4-FFF2-40B4-BE49-F238E27FC236}">
                      <a16:creationId xmlns:a16="http://schemas.microsoft.com/office/drawing/2014/main" id="{94EB078F-9656-4835-94C1-63554D42DD33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80741" y="1730281"/>
                  <a:ext cx="3775" cy="120891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</p:grpSp>
      <p:sp>
        <p:nvSpPr>
          <p:cNvPr id="45073" name="Text Box 167">
            <a:extLst>
              <a:ext uri="{FF2B5EF4-FFF2-40B4-BE49-F238E27FC236}">
                <a16:creationId xmlns:a16="http://schemas.microsoft.com/office/drawing/2014/main" id="{7887D338-1BCB-4050-9167-BBF600524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563" y="277813"/>
            <a:ext cx="47450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3600">
                <a:solidFill>
                  <a:srgbClr val="000099"/>
                </a:solidFill>
                <a:latin typeface="Gill Sans MT" panose="020B0502020104020203" pitchFamily="34" charset="0"/>
              </a:rPr>
              <a:t>Per-router control plane</a:t>
            </a:r>
          </a:p>
        </p:txBody>
      </p:sp>
      <p:grpSp>
        <p:nvGrpSpPr>
          <p:cNvPr id="22" name="Group 228">
            <a:extLst>
              <a:ext uri="{FF2B5EF4-FFF2-40B4-BE49-F238E27FC236}">
                <a16:creationId xmlns:a16="http://schemas.microsoft.com/office/drawing/2014/main" id="{91D820C1-BCA0-43D5-A84A-30A5D81D59A8}"/>
              </a:ext>
            </a:extLst>
          </p:cNvPr>
          <p:cNvGrpSpPr>
            <a:grpSpLocks/>
          </p:cNvGrpSpPr>
          <p:nvPr/>
        </p:nvGrpSpPr>
        <p:grpSpPr bwMode="auto">
          <a:xfrm>
            <a:off x="1828800" y="2686050"/>
            <a:ext cx="5111750" cy="879475"/>
            <a:chOff x="1866825" y="707349"/>
            <a:chExt cx="5112820" cy="879389"/>
          </a:xfrm>
        </p:grpSpPr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8E51EC46-98C8-4411-A706-693FEB34B3DB}"/>
                </a:ext>
              </a:extLst>
            </p:cNvPr>
            <p:cNvSpPr/>
            <p:nvPr/>
          </p:nvSpPr>
          <p:spPr>
            <a:xfrm>
              <a:off x="1866825" y="785129"/>
              <a:ext cx="954288" cy="49207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5135" name="TextBox 233">
              <a:extLst>
                <a:ext uri="{FF2B5EF4-FFF2-40B4-BE49-F238E27FC236}">
                  <a16:creationId xmlns:a16="http://schemas.microsoft.com/office/drawing/2014/main" id="{7B9467B1-2F9F-47D8-B3F3-B824E7C76D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1781" y="783191"/>
              <a:ext cx="910613" cy="4761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ts val="1475"/>
                </a:lnSpc>
              </a:pPr>
              <a:r>
                <a:rPr lang="en-US" altLang="zh-HK" sz="1400"/>
                <a:t>Routing</a:t>
              </a:r>
            </a:p>
            <a:p>
              <a:pPr algn="ctr">
                <a:lnSpc>
                  <a:spcPts val="1475"/>
                </a:lnSpc>
              </a:pPr>
              <a:r>
                <a:rPr lang="en-US" altLang="zh-HK" sz="1400"/>
                <a:t>Algorithm</a:t>
              </a:r>
            </a:p>
          </p:txBody>
        </p:sp>
        <p:cxnSp>
          <p:nvCxnSpPr>
            <p:cNvPr id="235" name="Straight Arrow Connector 234">
              <a:extLst>
                <a:ext uri="{FF2B5EF4-FFF2-40B4-BE49-F238E27FC236}">
                  <a16:creationId xmlns:a16="http://schemas.microsoft.com/office/drawing/2014/main" id="{AA0C7368-5C42-42A8-8B2A-FD3ED20F73BC}"/>
                </a:ext>
              </a:extLst>
            </p:cNvPr>
            <p:cNvCxnSpPr/>
            <p:nvPr/>
          </p:nvCxnSpPr>
          <p:spPr>
            <a:xfrm flipV="1">
              <a:off x="2833815" y="807352"/>
              <a:ext cx="1517968" cy="214291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>
              <a:extLst>
                <a:ext uri="{FF2B5EF4-FFF2-40B4-BE49-F238E27FC236}">
                  <a16:creationId xmlns:a16="http://schemas.microsoft.com/office/drawing/2014/main" id="{D25513E2-A1FF-4165-83B7-9342C445BA5D}"/>
                </a:ext>
              </a:extLst>
            </p:cNvPr>
            <p:cNvCxnSpPr/>
            <p:nvPr/>
          </p:nvCxnSpPr>
          <p:spPr>
            <a:xfrm>
              <a:off x="2751248" y="1201014"/>
              <a:ext cx="797092" cy="279373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Arrow Connector 236">
              <a:extLst>
                <a:ext uri="{FF2B5EF4-FFF2-40B4-BE49-F238E27FC236}">
                  <a16:creationId xmlns:a16="http://schemas.microsoft.com/office/drawing/2014/main" id="{3CC5D44C-4E57-4C82-9C54-7DDE72BCAF62}"/>
                </a:ext>
              </a:extLst>
            </p:cNvPr>
            <p:cNvCxnSpPr/>
            <p:nvPr/>
          </p:nvCxnSpPr>
          <p:spPr>
            <a:xfrm>
              <a:off x="4685228" y="894656"/>
              <a:ext cx="892362" cy="509538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Arrow Connector 237">
              <a:extLst>
                <a:ext uri="{FF2B5EF4-FFF2-40B4-BE49-F238E27FC236}">
                  <a16:creationId xmlns:a16="http://schemas.microsoft.com/office/drawing/2014/main" id="{3FB632A1-8C75-4534-82FE-FF837707EFA0}"/>
                </a:ext>
              </a:extLst>
            </p:cNvPr>
            <p:cNvCxnSpPr/>
            <p:nvPr/>
          </p:nvCxnSpPr>
          <p:spPr>
            <a:xfrm>
              <a:off x="4801139" y="801003"/>
              <a:ext cx="1695805" cy="130162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81044BFB-E7EB-4300-8D51-4CFD9FF53DAE}"/>
                </a:ext>
              </a:extLst>
            </p:cNvPr>
            <p:cNvSpPr/>
            <p:nvPr/>
          </p:nvSpPr>
          <p:spPr>
            <a:xfrm>
              <a:off x="6558870" y="894656"/>
              <a:ext cx="420775" cy="18095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A7CBE053-DCE2-455C-A499-45FE219834EC}"/>
                </a:ext>
              </a:extLst>
            </p:cNvPr>
            <p:cNvSpPr/>
            <p:nvPr/>
          </p:nvSpPr>
          <p:spPr>
            <a:xfrm>
              <a:off x="5572826" y="1404194"/>
              <a:ext cx="420776" cy="182544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7C8D856B-0001-4E0F-81DA-0D115BDEA2B7}"/>
                </a:ext>
              </a:extLst>
            </p:cNvPr>
            <p:cNvSpPr/>
            <p:nvPr/>
          </p:nvSpPr>
          <p:spPr>
            <a:xfrm>
              <a:off x="4367661" y="707349"/>
              <a:ext cx="420775" cy="182545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2B657DF2-76A0-4BBB-AEFC-B1433DBF935D}"/>
                </a:ext>
              </a:extLst>
            </p:cNvPr>
            <p:cNvSpPr/>
            <p:nvPr/>
          </p:nvSpPr>
          <p:spPr>
            <a:xfrm>
              <a:off x="3572157" y="1402606"/>
              <a:ext cx="420776" cy="180957"/>
            </a:xfrm>
            <a:prstGeom prst="ellipse">
              <a:avLst/>
            </a:prstGeom>
            <a:solidFill>
              <a:srgbClr val="CC0000">
                <a:alpha val="28000"/>
              </a:srgbClr>
            </a:solidFill>
            <a:ln w="3175">
              <a:solidFill>
                <a:srgbClr val="CC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cxnSp>
          <p:nvCxnSpPr>
            <p:cNvPr id="243" name="Straight Arrow Connector 242">
              <a:extLst>
                <a:ext uri="{FF2B5EF4-FFF2-40B4-BE49-F238E27FC236}">
                  <a16:creationId xmlns:a16="http://schemas.microsoft.com/office/drawing/2014/main" id="{187843B9-F0F7-46CA-8FA3-E58B9E8744FF}"/>
                </a:ext>
              </a:extLst>
            </p:cNvPr>
            <p:cNvCxnSpPr/>
            <p:nvPr/>
          </p:nvCxnSpPr>
          <p:spPr>
            <a:xfrm>
              <a:off x="2821113" y="1105773"/>
              <a:ext cx="2739010" cy="339692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Arrow Connector 243">
              <a:extLst>
                <a:ext uri="{FF2B5EF4-FFF2-40B4-BE49-F238E27FC236}">
                  <a16:creationId xmlns:a16="http://schemas.microsoft.com/office/drawing/2014/main" id="{53B4A414-F06C-49B4-A6D9-F5688E08FBF2}"/>
                </a:ext>
              </a:extLst>
            </p:cNvPr>
            <p:cNvCxnSpPr>
              <a:endCxn id="239" idx="2"/>
            </p:cNvCxnSpPr>
            <p:nvPr/>
          </p:nvCxnSpPr>
          <p:spPr>
            <a:xfrm flipV="1">
              <a:off x="3997696" y="985135"/>
              <a:ext cx="2561174" cy="469854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Arrow Connector 244">
              <a:extLst>
                <a:ext uri="{FF2B5EF4-FFF2-40B4-BE49-F238E27FC236}">
                  <a16:creationId xmlns:a16="http://schemas.microsoft.com/office/drawing/2014/main" id="{3B52C606-71CB-4D6A-B6ED-AC652F7D660F}"/>
                </a:ext>
              </a:extLst>
            </p:cNvPr>
            <p:cNvCxnSpPr/>
            <p:nvPr/>
          </p:nvCxnSpPr>
          <p:spPr>
            <a:xfrm flipV="1">
              <a:off x="3991345" y="1508959"/>
              <a:ext cx="1581481" cy="0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Arrow Connector 245">
              <a:extLst>
                <a:ext uri="{FF2B5EF4-FFF2-40B4-BE49-F238E27FC236}">
                  <a16:creationId xmlns:a16="http://schemas.microsoft.com/office/drawing/2014/main" id="{82707CF5-6C05-465E-B692-A8E6A99C4E99}"/>
                </a:ext>
              </a:extLst>
            </p:cNvPr>
            <p:cNvCxnSpPr/>
            <p:nvPr/>
          </p:nvCxnSpPr>
          <p:spPr>
            <a:xfrm flipV="1">
              <a:off x="5996777" y="1083550"/>
              <a:ext cx="751044" cy="396836"/>
            </a:xfrm>
            <a:prstGeom prst="straightConnector1">
              <a:avLst/>
            </a:prstGeom>
            <a:ln w="2540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075" name="TextBox 257">
            <a:extLst>
              <a:ext uri="{FF2B5EF4-FFF2-40B4-BE49-F238E27FC236}">
                <a16:creationId xmlns:a16="http://schemas.microsoft.com/office/drawing/2014/main" id="{F0225D7D-4634-443E-AF79-2A6211B6D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5000" y="1154113"/>
            <a:ext cx="8158163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2400" dirty="0"/>
              <a:t>Individual routing algorithm components </a:t>
            </a:r>
            <a:r>
              <a:rPr lang="en-US" altLang="zh-HK" sz="2400" i="1" dirty="0">
                <a:solidFill>
                  <a:srgbClr val="000090"/>
                </a:solidFill>
              </a:rPr>
              <a:t>in each and every router </a:t>
            </a:r>
            <a:r>
              <a:rPr lang="en-US" altLang="zh-HK" sz="2400" dirty="0"/>
              <a:t>interact in the control plane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CD68547-1405-4E7D-89D6-BF64C14ECD24}"/>
              </a:ext>
            </a:extLst>
          </p:cNvPr>
          <p:cNvGrpSpPr>
            <a:grpSpLocks/>
          </p:cNvGrpSpPr>
          <p:nvPr/>
        </p:nvGrpSpPr>
        <p:grpSpPr bwMode="auto">
          <a:xfrm>
            <a:off x="1557338" y="3074988"/>
            <a:ext cx="6375400" cy="1047750"/>
            <a:chOff x="1557338" y="3074988"/>
            <a:chExt cx="6375400" cy="1047750"/>
          </a:xfrm>
        </p:grpSpPr>
        <p:sp>
          <p:nvSpPr>
            <p:cNvPr id="45131" name="TextBox 232">
              <a:extLst>
                <a:ext uri="{FF2B5EF4-FFF2-40B4-BE49-F238E27FC236}">
                  <a16:creationId xmlns:a16="http://schemas.microsoft.com/office/drawing/2014/main" id="{716A7541-A111-466E-B790-CDCBA0D0CA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92975" y="3651250"/>
              <a:ext cx="595313" cy="47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altLang="zh-HK" sz="1400"/>
                <a:t>data</a:t>
              </a:r>
            </a:p>
            <a:p>
              <a:pPr algn="ctr">
                <a:lnSpc>
                  <a:spcPts val="1463"/>
                </a:lnSpc>
              </a:pPr>
              <a:r>
                <a:rPr lang="en-US" altLang="zh-HK" sz="1400"/>
                <a:t>plane</a:t>
              </a:r>
            </a:p>
          </p:txBody>
        </p:sp>
        <p:sp>
          <p:nvSpPr>
            <p:cNvPr id="45132" name="TextBox 233">
              <a:extLst>
                <a:ext uri="{FF2B5EF4-FFF2-40B4-BE49-F238E27FC236}">
                  <a16:creationId xmlns:a16="http://schemas.microsoft.com/office/drawing/2014/main" id="{5973CD00-F800-4C9E-AC0D-AD1D46BCE3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24713" y="3074988"/>
              <a:ext cx="708025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altLang="zh-HK" sz="1400"/>
                <a:t>control</a:t>
              </a:r>
            </a:p>
            <a:p>
              <a:pPr algn="ctr">
                <a:lnSpc>
                  <a:spcPts val="1463"/>
                </a:lnSpc>
              </a:pPr>
              <a:r>
                <a:rPr lang="en-US" altLang="zh-HK" sz="1400"/>
                <a:t>plane</a:t>
              </a:r>
            </a:p>
          </p:txBody>
        </p: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50E4C7F8-68C0-4F6B-B543-BEAA871888B5}"/>
                </a:ext>
              </a:extLst>
            </p:cNvPr>
            <p:cNvCxnSpPr/>
            <p:nvPr/>
          </p:nvCxnSpPr>
          <p:spPr>
            <a:xfrm>
              <a:off x="1557338" y="3613150"/>
              <a:ext cx="6207125" cy="0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6">
            <a:extLst>
              <a:ext uri="{FF2B5EF4-FFF2-40B4-BE49-F238E27FC236}">
                <a16:creationId xmlns:a16="http://schemas.microsoft.com/office/drawing/2014/main" id="{9958D91F-AF2E-41BE-8C7C-A49B3098FFC9}"/>
              </a:ext>
            </a:extLst>
          </p:cNvPr>
          <p:cNvGrpSpPr>
            <a:grpSpLocks/>
          </p:cNvGrpSpPr>
          <p:nvPr/>
        </p:nvGrpSpPr>
        <p:grpSpPr bwMode="auto">
          <a:xfrm>
            <a:off x="1828800" y="3702050"/>
            <a:ext cx="5126038" cy="1120775"/>
            <a:chOff x="-4746102" y="4471477"/>
            <a:chExt cx="5126173" cy="1120753"/>
          </a:xfrm>
        </p:grpSpPr>
        <p:pic>
          <p:nvPicPr>
            <p:cNvPr id="45109" name="Picture 10" descr="fig42_table.pdf">
              <a:extLst>
                <a:ext uri="{FF2B5EF4-FFF2-40B4-BE49-F238E27FC236}">
                  <a16:creationId xmlns:a16="http://schemas.microsoft.com/office/drawing/2014/main" id="{E23C49C8-213E-4148-8D5C-52A5AAF9F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46102" y="4471477"/>
              <a:ext cx="966463" cy="966962"/>
            </a:xfrm>
            <a:prstGeom prst="rect">
              <a:avLst/>
            </a:prstGeom>
            <a:noFill/>
            <a:ln w="9525">
              <a:solidFill>
                <a:srgbClr val="CC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110" name="Group 25">
              <a:extLst>
                <a:ext uri="{FF2B5EF4-FFF2-40B4-BE49-F238E27FC236}">
                  <a16:creationId xmlns:a16="http://schemas.microsoft.com/office/drawing/2014/main" id="{F9B8E5C0-9401-4FE5-8066-F43B34175F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-3025264" y="5228984"/>
              <a:ext cx="3405335" cy="363246"/>
              <a:chOff x="-3025264" y="5228984"/>
              <a:chExt cx="3405335" cy="363246"/>
            </a:xfrm>
          </p:grpSpPr>
          <p:grpSp>
            <p:nvGrpSpPr>
              <p:cNvPr id="45111" name="Group 241">
                <a:extLst>
                  <a:ext uri="{FF2B5EF4-FFF2-40B4-BE49-F238E27FC236}">
                    <a16:creationId xmlns:a16="http://schemas.microsoft.com/office/drawing/2014/main" id="{2BF65BD2-3DF6-48A5-BEB4-9F0F4573D1E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3025264" y="5262858"/>
                <a:ext cx="430360" cy="329372"/>
                <a:chOff x="2931664" y="3912603"/>
                <a:chExt cx="430450" cy="329314"/>
              </a:xfrm>
            </p:grpSpPr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B4249A29-9D3B-42BC-AF65-96CFB69B605C}"/>
                    </a:ext>
                  </a:extLst>
                </p:cNvPr>
                <p:cNvSpPr/>
                <p:nvPr/>
              </p:nvSpPr>
              <p:spPr>
                <a:xfrm>
                  <a:off x="2936485" y="3903846"/>
                  <a:ext cx="425550" cy="338071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EC827166-467E-4D42-B9B1-26339B4AA519}"/>
                    </a:ext>
                  </a:extLst>
                </p:cNvPr>
                <p:cNvCxnSpPr/>
                <p:nvPr/>
              </p:nvCxnSpPr>
              <p:spPr>
                <a:xfrm>
                  <a:off x="2931721" y="4003838"/>
                  <a:ext cx="425550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A4B18577-7DBD-4D56-B4C8-523CAEF0105A}"/>
                    </a:ext>
                  </a:extLst>
                </p:cNvPr>
                <p:cNvCxnSpPr/>
                <p:nvPr/>
              </p:nvCxnSpPr>
              <p:spPr>
                <a:xfrm>
                  <a:off x="2931721" y="4067326"/>
                  <a:ext cx="425550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69D13B11-5EA4-4A9E-8EBF-630928A7EF52}"/>
                    </a:ext>
                  </a:extLst>
                </p:cNvPr>
                <p:cNvCxnSpPr>
                  <a:stCxn id="92" idx="2"/>
                </p:cNvCxnSpPr>
                <p:nvPr/>
              </p:nvCxnSpPr>
              <p:spPr>
                <a:xfrm flipH="1" flipV="1">
                  <a:off x="3147672" y="4003838"/>
                  <a:ext cx="1588" cy="238079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112" name="Group 444">
                <a:extLst>
                  <a:ext uri="{FF2B5EF4-FFF2-40B4-BE49-F238E27FC236}">
                    <a16:creationId xmlns:a16="http://schemas.microsoft.com/office/drawing/2014/main" id="{9F307B48-2527-4E4F-A485-1BD2DB3139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2217227" y="5261364"/>
                <a:ext cx="430361" cy="329307"/>
                <a:chOff x="2931664" y="3912603"/>
                <a:chExt cx="430450" cy="329314"/>
              </a:xfrm>
            </p:grpSpPr>
            <p:sp>
              <p:nvSpPr>
                <p:cNvPr id="448" name="Rectangle 447">
                  <a:extLst>
                    <a:ext uri="{FF2B5EF4-FFF2-40B4-BE49-F238E27FC236}">
                      <a16:creationId xmlns:a16="http://schemas.microsoft.com/office/drawing/2014/main" id="{14CA0B17-C4B5-473A-A854-4B2982F345F3}"/>
                    </a:ext>
                  </a:extLst>
                </p:cNvPr>
                <p:cNvSpPr/>
                <p:nvPr/>
              </p:nvSpPr>
              <p:spPr>
                <a:xfrm>
                  <a:off x="2936506" y="3903750"/>
                  <a:ext cx="425549" cy="338139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49" name="Straight Connector 448">
                  <a:extLst>
                    <a:ext uri="{FF2B5EF4-FFF2-40B4-BE49-F238E27FC236}">
                      <a16:creationId xmlns:a16="http://schemas.microsoft.com/office/drawing/2014/main" id="{003B70FB-7AE1-4004-AC39-689F2CD658E0}"/>
                    </a:ext>
                  </a:extLst>
                </p:cNvPr>
                <p:cNvCxnSpPr/>
                <p:nvPr/>
              </p:nvCxnSpPr>
              <p:spPr>
                <a:xfrm>
                  <a:off x="2931743" y="4003763"/>
                  <a:ext cx="42554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Connector 449">
                  <a:extLst>
                    <a:ext uri="{FF2B5EF4-FFF2-40B4-BE49-F238E27FC236}">
                      <a16:creationId xmlns:a16="http://schemas.microsoft.com/office/drawing/2014/main" id="{CE8FCBB0-4B33-4B86-93B5-9768569D9FF1}"/>
                    </a:ext>
                  </a:extLst>
                </p:cNvPr>
                <p:cNvCxnSpPr/>
                <p:nvPr/>
              </p:nvCxnSpPr>
              <p:spPr>
                <a:xfrm>
                  <a:off x="2931743" y="4067263"/>
                  <a:ext cx="425549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1" name="Straight Connector 450">
                  <a:extLst>
                    <a:ext uri="{FF2B5EF4-FFF2-40B4-BE49-F238E27FC236}">
                      <a16:creationId xmlns:a16="http://schemas.microsoft.com/office/drawing/2014/main" id="{560C2816-DF95-4558-9B93-68A7BB4E09CD}"/>
                    </a:ext>
                  </a:extLst>
                </p:cNvPr>
                <p:cNvCxnSpPr>
                  <a:stCxn id="448" idx="2"/>
                </p:cNvCxnSpPr>
                <p:nvPr/>
              </p:nvCxnSpPr>
              <p:spPr>
                <a:xfrm flipH="1" flipV="1">
                  <a:off x="3147693" y="4003763"/>
                  <a:ext cx="1587" cy="238126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113" name="Group 473">
                <a:extLst>
                  <a:ext uri="{FF2B5EF4-FFF2-40B4-BE49-F238E27FC236}">
                    <a16:creationId xmlns:a16="http://schemas.microsoft.com/office/drawing/2014/main" id="{9BBB5FE4-2435-484E-8C02-8AA291D657E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1034539" y="5261364"/>
                <a:ext cx="430360" cy="329307"/>
                <a:chOff x="2931664" y="3912603"/>
                <a:chExt cx="430450" cy="329314"/>
              </a:xfrm>
            </p:grpSpPr>
            <p:sp>
              <p:nvSpPr>
                <p:cNvPr id="477" name="Rectangle 476">
                  <a:extLst>
                    <a:ext uri="{FF2B5EF4-FFF2-40B4-BE49-F238E27FC236}">
                      <a16:creationId xmlns:a16="http://schemas.microsoft.com/office/drawing/2014/main" id="{0F332289-F782-471C-A737-5BAD1B2AAAA2}"/>
                    </a:ext>
                  </a:extLst>
                </p:cNvPr>
                <p:cNvSpPr/>
                <p:nvPr/>
              </p:nvSpPr>
              <p:spPr>
                <a:xfrm>
                  <a:off x="2936538" y="3903750"/>
                  <a:ext cx="425550" cy="338139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478" name="Straight Connector 477">
                  <a:extLst>
                    <a:ext uri="{FF2B5EF4-FFF2-40B4-BE49-F238E27FC236}">
                      <a16:creationId xmlns:a16="http://schemas.microsoft.com/office/drawing/2014/main" id="{58C15CBF-C1A8-434A-9742-B17BD1296531}"/>
                    </a:ext>
                  </a:extLst>
                </p:cNvPr>
                <p:cNvCxnSpPr/>
                <p:nvPr/>
              </p:nvCxnSpPr>
              <p:spPr>
                <a:xfrm>
                  <a:off x="2931774" y="4003763"/>
                  <a:ext cx="425550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9" name="Straight Connector 478">
                  <a:extLst>
                    <a:ext uri="{FF2B5EF4-FFF2-40B4-BE49-F238E27FC236}">
                      <a16:creationId xmlns:a16="http://schemas.microsoft.com/office/drawing/2014/main" id="{E93542EE-B588-43E6-B01C-2A319A74ACBB}"/>
                    </a:ext>
                  </a:extLst>
                </p:cNvPr>
                <p:cNvCxnSpPr/>
                <p:nvPr/>
              </p:nvCxnSpPr>
              <p:spPr>
                <a:xfrm>
                  <a:off x="2931774" y="4067263"/>
                  <a:ext cx="425550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0" name="Straight Connector 479">
                  <a:extLst>
                    <a:ext uri="{FF2B5EF4-FFF2-40B4-BE49-F238E27FC236}">
                      <a16:creationId xmlns:a16="http://schemas.microsoft.com/office/drawing/2014/main" id="{1CED15CB-47F4-4734-8FAA-B15908BEDDA5}"/>
                    </a:ext>
                  </a:extLst>
                </p:cNvPr>
                <p:cNvCxnSpPr>
                  <a:stCxn id="477" idx="2"/>
                </p:cNvCxnSpPr>
                <p:nvPr/>
              </p:nvCxnSpPr>
              <p:spPr>
                <a:xfrm flipH="1" flipV="1">
                  <a:off x="3147725" y="4003763"/>
                  <a:ext cx="1588" cy="238126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114" name="Group 502">
                <a:extLst>
                  <a:ext uri="{FF2B5EF4-FFF2-40B4-BE49-F238E27FC236}">
                    <a16:creationId xmlns:a16="http://schemas.microsoft.com/office/drawing/2014/main" id="{B0EF5D33-90A5-46B0-B470-6ADA2DD5A7F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-50289" y="5228984"/>
                <a:ext cx="430360" cy="350559"/>
                <a:chOff x="2931664" y="3912603"/>
                <a:chExt cx="430450" cy="329314"/>
              </a:xfrm>
            </p:grpSpPr>
            <p:sp>
              <p:nvSpPr>
                <p:cNvPr id="506" name="Rectangle 505">
                  <a:extLst>
                    <a:ext uri="{FF2B5EF4-FFF2-40B4-BE49-F238E27FC236}">
                      <a16:creationId xmlns:a16="http://schemas.microsoft.com/office/drawing/2014/main" id="{9E589679-C7D5-42B1-9F3C-C05C2F2AB181}"/>
                    </a:ext>
                  </a:extLst>
                </p:cNvPr>
                <p:cNvSpPr/>
                <p:nvPr/>
              </p:nvSpPr>
              <p:spPr>
                <a:xfrm>
                  <a:off x="2936564" y="3912336"/>
                  <a:ext cx="425550" cy="329569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07" name="Straight Connector 506">
                  <a:extLst>
                    <a:ext uri="{FF2B5EF4-FFF2-40B4-BE49-F238E27FC236}">
                      <a16:creationId xmlns:a16="http://schemas.microsoft.com/office/drawing/2014/main" id="{8383FA32-3EF9-47B3-A8BC-42534D01971C}"/>
                    </a:ext>
                  </a:extLst>
                </p:cNvPr>
                <p:cNvCxnSpPr/>
                <p:nvPr/>
              </p:nvCxnSpPr>
              <p:spPr>
                <a:xfrm>
                  <a:off x="2931800" y="4003303"/>
                  <a:ext cx="425550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8" name="Straight Connector 507">
                  <a:extLst>
                    <a:ext uri="{FF2B5EF4-FFF2-40B4-BE49-F238E27FC236}">
                      <a16:creationId xmlns:a16="http://schemas.microsoft.com/office/drawing/2014/main" id="{597BA4C4-623C-40C5-930A-7F4F1F38F4D6}"/>
                    </a:ext>
                  </a:extLst>
                </p:cNvPr>
                <p:cNvCxnSpPr/>
                <p:nvPr/>
              </p:nvCxnSpPr>
              <p:spPr>
                <a:xfrm>
                  <a:off x="2931800" y="4067428"/>
                  <a:ext cx="425550" cy="0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9" name="Straight Connector 508">
                  <a:extLst>
                    <a:ext uri="{FF2B5EF4-FFF2-40B4-BE49-F238E27FC236}">
                      <a16:creationId xmlns:a16="http://schemas.microsoft.com/office/drawing/2014/main" id="{268763A9-8C3C-49FA-B3B0-142E6E2D895B}"/>
                    </a:ext>
                  </a:extLst>
                </p:cNvPr>
                <p:cNvCxnSpPr>
                  <a:stCxn id="506" idx="2"/>
                </p:cNvCxnSpPr>
                <p:nvPr/>
              </p:nvCxnSpPr>
              <p:spPr>
                <a:xfrm flipH="1" flipV="1">
                  <a:off x="3147751" y="4003303"/>
                  <a:ext cx="1588" cy="238602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0" name="Group 24">
            <a:extLst>
              <a:ext uri="{FF2B5EF4-FFF2-40B4-BE49-F238E27FC236}">
                <a16:creationId xmlns:a16="http://schemas.microsoft.com/office/drawing/2014/main" id="{240F20A3-CABB-40EB-85BD-93A854CC1FD6}"/>
              </a:ext>
            </a:extLst>
          </p:cNvPr>
          <p:cNvGrpSpPr>
            <a:grpSpLocks/>
          </p:cNvGrpSpPr>
          <p:nvPr/>
        </p:nvGrpSpPr>
        <p:grpSpPr bwMode="auto">
          <a:xfrm>
            <a:off x="2282825" y="2882900"/>
            <a:ext cx="4437063" cy="1577975"/>
            <a:chOff x="-4267279" y="3655204"/>
            <a:chExt cx="4437063" cy="1578510"/>
          </a:xfrm>
        </p:grpSpPr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6FED2A54-BC5A-4A97-B67F-537169A9C52E}"/>
                </a:ext>
              </a:extLst>
            </p:cNvPr>
            <p:cNvCxnSpPr/>
            <p:nvPr/>
          </p:nvCxnSpPr>
          <p:spPr bwMode="auto">
            <a:xfrm>
              <a:off x="-4267279" y="4047450"/>
              <a:ext cx="0" cy="422418"/>
            </a:xfrm>
            <a:prstGeom prst="straightConnector1">
              <a:avLst/>
            </a:prstGeom>
            <a:ln w="12700">
              <a:solidFill>
                <a:srgbClr val="CC0000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6582377-255F-4E0B-9530-A734CCFB5B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-2808366" y="4361882"/>
              <a:ext cx="0" cy="87183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446" name="Straight Arrow Connector 445">
              <a:extLst>
                <a:ext uri="{FF2B5EF4-FFF2-40B4-BE49-F238E27FC236}">
                  <a16:creationId xmlns:a16="http://schemas.microsoft.com/office/drawing/2014/main" id="{B78E1586-7EBF-40FE-9C36-8CFCCEB4BA0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2006679" y="3655204"/>
              <a:ext cx="6350" cy="157692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475" name="Straight Arrow Connector 474">
              <a:extLst>
                <a:ext uri="{FF2B5EF4-FFF2-40B4-BE49-F238E27FC236}">
                  <a16:creationId xmlns:a16="http://schemas.microsoft.com/office/drawing/2014/main" id="{85A75EF4-8377-457E-A0CE-4FEE59B069C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-823991" y="4326945"/>
              <a:ext cx="6350" cy="90518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504" name="Straight Arrow Connector 503">
              <a:extLst>
                <a:ext uri="{FF2B5EF4-FFF2-40B4-BE49-F238E27FC236}">
                  <a16:creationId xmlns:a16="http://schemas.microsoft.com/office/drawing/2014/main" id="{898FAD0C-644E-46F8-911D-9D1BD9AEE77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6609" y="3798127"/>
              <a:ext cx="3175" cy="1399062"/>
            </a:xfrm>
            <a:prstGeom prst="straightConnector1">
              <a:avLst/>
            </a:prstGeom>
            <a:noFill/>
            <a:ln w="6350">
              <a:solidFill>
                <a:srgbClr val="CC0000"/>
              </a:solidFill>
              <a:round/>
              <a:headEnd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</p:grpSp>
      <p:sp>
        <p:nvSpPr>
          <p:cNvPr id="45079" name="Slide Number Placeholder 5">
            <a:extLst>
              <a:ext uri="{FF2B5EF4-FFF2-40B4-BE49-F238E27FC236}">
                <a16:creationId xmlns:a16="http://schemas.microsoft.com/office/drawing/2014/main" id="{55EF88EC-7BC5-40F6-8748-1DA49E9EA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458787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5-</a:t>
            </a:r>
            <a:fld id="{83177D20-DC65-4441-B8D3-5AFDD5D44C2F}" type="slidenum">
              <a:rPr lang="en-US" altLang="zh-HK">
                <a:latin typeface="Tahoma" panose="020B0604030504040204" pitchFamily="34" charset="0"/>
              </a:rPr>
              <a:pPr/>
              <a:t>7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45080" name="Footer Placeholder 2">
            <a:extLst>
              <a:ext uri="{FF2B5EF4-FFF2-40B4-BE49-F238E27FC236}">
                <a16:creationId xmlns:a16="http://schemas.microsoft.com/office/drawing/2014/main" id="{1160C8F4-4E2B-4FC2-B834-DEC35DA8E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Control Plane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31B48B9-20D1-4309-8D37-9EF36EEAAA77}"/>
              </a:ext>
            </a:extLst>
          </p:cNvPr>
          <p:cNvCxnSpPr/>
          <p:nvPr/>
        </p:nvCxnSpPr>
        <p:spPr>
          <a:xfrm flipH="1">
            <a:off x="1282700" y="5802313"/>
            <a:ext cx="1508125" cy="1587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082" name="TextBox 265">
            <a:extLst>
              <a:ext uri="{FF2B5EF4-FFF2-40B4-BE49-F238E27FC236}">
                <a16:creationId xmlns:a16="http://schemas.microsoft.com/office/drawing/2014/main" id="{9CCEDADA-9FF2-4CD4-A508-526A4BDE02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8813" y="5473700"/>
            <a:ext cx="263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1200"/>
              <a:t>1</a:t>
            </a:r>
          </a:p>
        </p:txBody>
      </p:sp>
      <p:sp>
        <p:nvSpPr>
          <p:cNvPr id="45083" name="TextBox 281">
            <a:extLst>
              <a:ext uri="{FF2B5EF4-FFF2-40B4-BE49-F238E27FC236}">
                <a16:creationId xmlns:a16="http://schemas.microsoft.com/office/drawing/2014/main" id="{BDBF5889-35B0-467A-9F9B-1D6847F4BF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3438" y="5761038"/>
            <a:ext cx="2635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1200"/>
              <a:t>2</a:t>
            </a:r>
          </a:p>
        </p:txBody>
      </p:sp>
      <p:grpSp>
        <p:nvGrpSpPr>
          <p:cNvPr id="45084" name="Group 5">
            <a:extLst>
              <a:ext uri="{FF2B5EF4-FFF2-40B4-BE49-F238E27FC236}">
                <a16:creationId xmlns:a16="http://schemas.microsoft.com/office/drawing/2014/main" id="{5454E7E4-FBB4-415F-B118-9446191E7841}"/>
              </a:ext>
            </a:extLst>
          </p:cNvPr>
          <p:cNvGrpSpPr>
            <a:grpSpLocks/>
          </p:cNvGrpSpPr>
          <p:nvPr/>
        </p:nvGrpSpPr>
        <p:grpSpPr bwMode="auto">
          <a:xfrm>
            <a:off x="938213" y="5237163"/>
            <a:ext cx="1616075" cy="487362"/>
            <a:chOff x="-4079003" y="2717403"/>
            <a:chExt cx="1616718" cy="488475"/>
          </a:xfrm>
        </p:grpSpPr>
        <p:sp>
          <p:nvSpPr>
            <p:cNvPr id="45098" name="Rectangle 97">
              <a:extLst>
                <a:ext uri="{FF2B5EF4-FFF2-40B4-BE49-F238E27FC236}">
                  <a16:creationId xmlns:a16="http://schemas.microsoft.com/office/drawing/2014/main" id="{481D9B28-464C-4844-8C62-78F7FCFB51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052413" y="2965119"/>
              <a:ext cx="1290538" cy="20875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HK" altLang="zh-HK"/>
            </a:p>
          </p:txBody>
        </p:sp>
        <p:sp>
          <p:nvSpPr>
            <p:cNvPr id="45099" name="Rectangle 98">
              <a:extLst>
                <a:ext uri="{FF2B5EF4-FFF2-40B4-BE49-F238E27FC236}">
                  <a16:creationId xmlns:a16="http://schemas.microsoft.com/office/drawing/2014/main" id="{E2583687-5A30-4103-87F1-1AE0DB5472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4079003" y="2985994"/>
              <a:ext cx="1281675" cy="20875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HK" altLang="zh-HK"/>
            </a:p>
          </p:txBody>
        </p:sp>
        <p:sp>
          <p:nvSpPr>
            <p:cNvPr id="45100" name="Line 99">
              <a:extLst>
                <a:ext uri="{FF2B5EF4-FFF2-40B4-BE49-F238E27FC236}">
                  <a16:creationId xmlns:a16="http://schemas.microsoft.com/office/drawing/2014/main" id="{395F1C41-3040-4F23-9F95-6ED1265965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2933828" y="3101502"/>
              <a:ext cx="471543" cy="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45101" name="Rectangle 104">
              <a:extLst>
                <a:ext uri="{FF2B5EF4-FFF2-40B4-BE49-F238E27FC236}">
                  <a16:creationId xmlns:a16="http://schemas.microsoft.com/office/drawing/2014/main" id="{CCFBCB07-8B77-4CB1-A8FC-99B43FB4E8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3377007" y="2988777"/>
              <a:ext cx="476861" cy="21014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endParaRPr lang="zh-HK" altLang="zh-HK"/>
            </a:p>
          </p:txBody>
        </p:sp>
        <p:sp>
          <p:nvSpPr>
            <p:cNvPr id="45102" name="Text Box 105">
              <a:extLst>
                <a:ext uri="{FF2B5EF4-FFF2-40B4-BE49-F238E27FC236}">
                  <a16:creationId xmlns:a16="http://schemas.microsoft.com/office/drawing/2014/main" id="{1F04EDB3-B410-490A-9DE3-F606B8FF1CE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3430189" y="2965119"/>
              <a:ext cx="581451" cy="2407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/>
              <a:r>
                <a:rPr lang="en-US" altLang="zh-HK" sz="1200"/>
                <a:t>0111</a:t>
              </a:r>
            </a:p>
          </p:txBody>
        </p:sp>
        <p:sp>
          <p:nvSpPr>
            <p:cNvPr id="45103" name="Line 119">
              <a:extLst>
                <a:ext uri="{FF2B5EF4-FFF2-40B4-BE49-F238E27FC236}">
                  <a16:creationId xmlns:a16="http://schemas.microsoft.com/office/drawing/2014/main" id="{F082971F-46FC-466D-ACE7-471523C38FE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3621642" y="2717403"/>
              <a:ext cx="405953" cy="300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sp>
        <p:nvSpPr>
          <p:cNvPr id="45085" name="Freeform 120">
            <a:extLst>
              <a:ext uri="{FF2B5EF4-FFF2-40B4-BE49-F238E27FC236}">
                <a16:creationId xmlns:a16="http://schemas.microsoft.com/office/drawing/2014/main" id="{D12AEC5E-AE60-4AE9-A9C4-CC20FABFA159}"/>
              </a:ext>
            </a:extLst>
          </p:cNvPr>
          <p:cNvSpPr>
            <a:spLocks/>
          </p:cNvSpPr>
          <p:nvPr/>
        </p:nvSpPr>
        <p:spPr bwMode="auto">
          <a:xfrm>
            <a:off x="2493963" y="5668963"/>
            <a:ext cx="982662" cy="233362"/>
          </a:xfrm>
          <a:custGeom>
            <a:avLst/>
            <a:gdLst>
              <a:gd name="T0" fmla="*/ 0 w 554"/>
              <a:gd name="T1" fmla="*/ 2147483647 h 167"/>
              <a:gd name="T2" fmla="*/ 2147483647 w 554"/>
              <a:gd name="T3" fmla="*/ 2147483647 h 167"/>
              <a:gd name="T4" fmla="*/ 2147483647 w 554"/>
              <a:gd name="T5" fmla="*/ 2147483647 h 167"/>
              <a:gd name="T6" fmla="*/ 0 60000 65536"/>
              <a:gd name="T7" fmla="*/ 0 60000 65536"/>
              <a:gd name="T8" fmla="*/ 0 60000 65536"/>
              <a:gd name="T9" fmla="*/ 0 w 554"/>
              <a:gd name="T10" fmla="*/ 0 h 167"/>
              <a:gd name="T11" fmla="*/ 554 w 554"/>
              <a:gd name="T12" fmla="*/ 167 h 16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554" h="167">
                <a:moveTo>
                  <a:pt x="0" y="10"/>
                </a:moveTo>
                <a:cubicBezTo>
                  <a:pt x="102" y="0"/>
                  <a:pt x="240" y="5"/>
                  <a:pt x="324" y="26"/>
                </a:cubicBezTo>
                <a:cubicBezTo>
                  <a:pt x="416" y="52"/>
                  <a:pt x="502" y="120"/>
                  <a:pt x="554" y="167"/>
                </a:cubicBezTo>
              </a:path>
            </a:pathLst>
          </a:custGeom>
          <a:noFill/>
          <a:ln w="57150" cmpd="sng">
            <a:solidFill>
              <a:srgbClr val="FF33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HK" altLang="en-US"/>
          </a:p>
        </p:txBody>
      </p:sp>
      <p:grpSp>
        <p:nvGrpSpPr>
          <p:cNvPr id="45086" name="Group 357">
            <a:extLst>
              <a:ext uri="{FF2B5EF4-FFF2-40B4-BE49-F238E27FC236}">
                <a16:creationId xmlns:a16="http://schemas.microsoft.com/office/drawing/2014/main" id="{76789145-F4B6-4F82-812E-AEA5FA0728D3}"/>
              </a:ext>
            </a:extLst>
          </p:cNvPr>
          <p:cNvGrpSpPr>
            <a:grpSpLocks/>
          </p:cNvGrpSpPr>
          <p:nvPr/>
        </p:nvGrpSpPr>
        <p:grpSpPr bwMode="auto">
          <a:xfrm>
            <a:off x="2714625" y="5659438"/>
            <a:ext cx="565150" cy="293687"/>
            <a:chOff x="1871277" y="1576300"/>
            <a:chExt cx="1128371" cy="437861"/>
          </a:xfrm>
        </p:grpSpPr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B33297AD-0D1D-4CD1-A349-D1470473CDC3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448" y="1694641"/>
              <a:ext cx="1125200" cy="319520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60" name="Rectangle 359">
              <a:extLst>
                <a:ext uri="{FF2B5EF4-FFF2-40B4-BE49-F238E27FC236}">
                  <a16:creationId xmlns:a16="http://schemas.microsoft.com/office/drawing/2014/main" id="{D2A1A4DB-3381-4C22-A37E-457BB5075BAB}"/>
                </a:ext>
              </a:extLst>
            </p:cNvPr>
            <p:cNvSpPr/>
            <p:nvPr/>
          </p:nvSpPr>
          <p:spPr bwMode="auto">
            <a:xfrm>
              <a:off x="1871277" y="1739610"/>
              <a:ext cx="1128371" cy="115975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28DC2373-491A-4E2C-8C35-7BD65AB3B31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202" cy="319520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47B15154-7D8F-4674-A570-7B08BF68FCAA}"/>
                </a:ext>
              </a:extLst>
            </p:cNvPr>
            <p:cNvSpPr/>
            <p:nvPr/>
          </p:nvSpPr>
          <p:spPr bwMode="auto">
            <a:xfrm>
              <a:off x="2159710" y="1673339"/>
              <a:ext cx="548337" cy="160944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DF82F967-0848-4A21-9903-9C06C9290239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657" y="1633104"/>
              <a:ext cx="662442" cy="111240"/>
            </a:xfrm>
            <a:custGeom>
              <a:avLst/>
              <a:gdLst>
                <a:gd name="T0" fmla="*/ 0 w 3723451"/>
                <a:gd name="T1" fmla="*/ 27215 h 932950"/>
                <a:gd name="T2" fmla="*/ 116561 w 3723451"/>
                <a:gd name="T3" fmla="*/ 321 h 932950"/>
                <a:gd name="T4" fmla="*/ 330163 w 3723451"/>
                <a:gd name="T5" fmla="*/ 62069 h 932950"/>
                <a:gd name="T6" fmla="*/ 533941 w 3723451"/>
                <a:gd name="T7" fmla="*/ 0 h 932950"/>
                <a:gd name="T8" fmla="*/ 662442 w 3723451"/>
                <a:gd name="T9" fmla="*/ 24699 h 932950"/>
                <a:gd name="T10" fmla="*/ 566838 w 3723451"/>
                <a:gd name="T11" fmla="*/ 55071 h 932950"/>
                <a:gd name="T12" fmla="*/ 536057 w 3723451"/>
                <a:gd name="T13" fmla="*/ 46883 h 932950"/>
                <a:gd name="T14" fmla="*/ 333916 w 3723451"/>
                <a:gd name="T15" fmla="*/ 111240 h 932950"/>
                <a:gd name="T16" fmla="*/ 126604 w 3723451"/>
                <a:gd name="T17" fmla="*/ 49250 h 932950"/>
                <a:gd name="T18" fmla="*/ 93085 w 3723451"/>
                <a:gd name="T19" fmla="*/ 55941 h 932950"/>
                <a:gd name="T20" fmla="*/ 0 w 3723451"/>
                <a:gd name="T21" fmla="*/ 27215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7C7C1889-4432-4ABB-B40F-02A05A2EFBA9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6889" y="1727776"/>
              <a:ext cx="244059" cy="97039"/>
            </a:xfrm>
            <a:custGeom>
              <a:avLst/>
              <a:gdLst>
                <a:gd name="T0" fmla="*/ 0 w 1366596"/>
                <a:gd name="T1" fmla="*/ 0 h 809868"/>
                <a:gd name="T2" fmla="*/ 244059 w 1366596"/>
                <a:gd name="T3" fmla="*/ 74985 h 809868"/>
                <a:gd name="T4" fmla="*/ 154488 w 1366596"/>
                <a:gd name="T5" fmla="*/ 97039 h 809868"/>
                <a:gd name="T6" fmla="*/ 822 w 1366596"/>
                <a:gd name="T7" fmla="*/ 5127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A03214DD-4AAF-4796-9C49-3D6C4EDC52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9979" y="1730143"/>
              <a:ext cx="240888" cy="97040"/>
            </a:xfrm>
            <a:custGeom>
              <a:avLst/>
              <a:gdLst>
                <a:gd name="T0" fmla="*/ 237599 w 1348191"/>
                <a:gd name="T1" fmla="*/ 0 h 791462"/>
                <a:gd name="T2" fmla="*/ 240888 w 1348191"/>
                <a:gd name="T3" fmla="*/ 46827 h 791462"/>
                <a:gd name="T4" fmla="*/ 87147 w 1348191"/>
                <a:gd name="T5" fmla="*/ 97040 h 791462"/>
                <a:gd name="T6" fmla="*/ 0 w 1348191"/>
                <a:gd name="T7" fmla="*/ 75037 h 791462"/>
                <a:gd name="T8" fmla="*/ 237599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DFDD4A72-FA13-431C-A569-A24F693236F8}"/>
                </a:ext>
              </a:extLst>
            </p:cNvPr>
            <p:cNvCxnSpPr>
              <a:cxnSpLocks noChangeShapeType="1"/>
              <a:endCxn id="361" idx="2"/>
            </p:cNvCxnSpPr>
            <p:nvPr/>
          </p:nvCxnSpPr>
          <p:spPr bwMode="auto">
            <a:xfrm flipH="1" flipV="1">
              <a:off x="1871277" y="1737244"/>
              <a:ext cx="3171" cy="12307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280FC966-8820-420A-920A-14F3CCAF51F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479" y="1734876"/>
              <a:ext cx="3169" cy="12307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sp>
        <p:nvSpPr>
          <p:cNvPr id="45087" name="TextBox 6">
            <a:extLst>
              <a:ext uri="{FF2B5EF4-FFF2-40B4-BE49-F238E27FC236}">
                <a16:creationId xmlns:a16="http://schemas.microsoft.com/office/drawing/2014/main" id="{96F24429-FE7D-4BD3-B24C-CED9B3BB5B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" y="4903788"/>
            <a:ext cx="19923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1400"/>
              <a:t>values in arriving </a:t>
            </a:r>
          </a:p>
          <a:p>
            <a:r>
              <a:rPr lang="en-US" altLang="zh-HK" sz="1400"/>
              <a:t>packet header</a:t>
            </a:r>
            <a:endParaRPr lang="en-US" altLang="zh-HK"/>
          </a:p>
        </p:txBody>
      </p:sp>
      <p:sp>
        <p:nvSpPr>
          <p:cNvPr id="45088" name="TextBox 282">
            <a:extLst>
              <a:ext uri="{FF2B5EF4-FFF2-40B4-BE49-F238E27FC236}">
                <a16:creationId xmlns:a16="http://schemas.microsoft.com/office/drawing/2014/main" id="{D17227C8-EE42-47F3-A2EC-63C4032888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8638" y="5862638"/>
            <a:ext cx="261937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1200"/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>
            <a:extLst>
              <a:ext uri="{FF2B5EF4-FFF2-40B4-BE49-F238E27FC236}">
                <a16:creationId xmlns:a16="http://schemas.microsoft.com/office/drawing/2014/main" id="{026A1EB0-A465-42BD-8DF6-928F129EEB2E}"/>
              </a:ext>
            </a:extLst>
          </p:cNvPr>
          <p:cNvGrpSpPr>
            <a:grpSpLocks/>
          </p:cNvGrpSpPr>
          <p:nvPr/>
        </p:nvGrpSpPr>
        <p:grpSpPr bwMode="auto">
          <a:xfrm>
            <a:off x="1454150" y="2020888"/>
            <a:ext cx="6027738" cy="1439862"/>
            <a:chOff x="1492879" y="2061336"/>
            <a:chExt cx="6027737" cy="1440135"/>
          </a:xfrm>
        </p:grpSpPr>
        <p:sp>
          <p:nvSpPr>
            <p:cNvPr id="388" name="Rectangle 387">
              <a:extLst>
                <a:ext uri="{FF2B5EF4-FFF2-40B4-BE49-F238E27FC236}">
                  <a16:creationId xmlns:a16="http://schemas.microsoft.com/office/drawing/2014/main" id="{E60874F1-1EE2-4C80-94FE-4C732287EE96}"/>
                </a:ext>
              </a:extLst>
            </p:cNvPr>
            <p:cNvSpPr/>
            <p:nvPr/>
          </p:nvSpPr>
          <p:spPr bwMode="auto">
            <a:xfrm>
              <a:off x="1929442" y="2064512"/>
              <a:ext cx="5043486" cy="10177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CF052CE1-DF74-4620-8379-A6E63F9E855A}"/>
                </a:ext>
              </a:extLst>
            </p:cNvPr>
            <p:cNvSpPr/>
            <p:nvPr/>
          </p:nvSpPr>
          <p:spPr bwMode="auto">
            <a:xfrm>
              <a:off x="1740529" y="2067687"/>
              <a:ext cx="198438" cy="1386150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9855" h="1385496">
                  <a:moveTo>
                    <a:pt x="0" y="745656"/>
                  </a:moveTo>
                  <a:lnTo>
                    <a:pt x="193920" y="0"/>
                  </a:lnTo>
                  <a:cubicBezTo>
                    <a:pt x="195898" y="342623"/>
                    <a:pt x="197877" y="685246"/>
                    <a:pt x="199855" y="1027869"/>
                  </a:cubicBezTo>
                  <a:lnTo>
                    <a:pt x="4471" y="1385496"/>
                  </a:lnTo>
                  <a:cubicBezTo>
                    <a:pt x="2981" y="1172216"/>
                    <a:pt x="1490" y="958936"/>
                    <a:pt x="0" y="745656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accent6">
                    <a:lumMod val="20000"/>
                    <a:lumOff val="80000"/>
                  </a:schemeClr>
                </a:gs>
              </a:gsLst>
              <a:lin ang="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F2C323E3-D87B-4701-8977-EC5189AB479F}"/>
                </a:ext>
              </a:extLst>
            </p:cNvPr>
            <p:cNvSpPr/>
            <p:nvPr/>
          </p:nvSpPr>
          <p:spPr bwMode="auto">
            <a:xfrm flipH="1">
              <a:off x="6969753" y="2061336"/>
              <a:ext cx="219075" cy="1370272"/>
            </a:xfrm>
            <a:custGeom>
              <a:avLst/>
              <a:gdLst>
                <a:gd name="connsiteX0" fmla="*/ 0 w 312616"/>
                <a:gd name="connsiteY0" fmla="*/ 644770 h 1367693"/>
                <a:gd name="connsiteX1" fmla="*/ 312616 w 312616"/>
                <a:gd name="connsiteY1" fmla="*/ 0 h 1367693"/>
                <a:gd name="connsiteX2" fmla="*/ 312616 w 312616"/>
                <a:gd name="connsiteY2" fmla="*/ 1016000 h 1367693"/>
                <a:gd name="connsiteX3" fmla="*/ 117231 w 312616"/>
                <a:gd name="connsiteY3" fmla="*/ 1367693 h 1367693"/>
                <a:gd name="connsiteX4" fmla="*/ 0 w 312616"/>
                <a:gd name="connsiteY4" fmla="*/ 644770 h 1367693"/>
                <a:gd name="connsiteX0" fmla="*/ 0 w 199855"/>
                <a:gd name="connsiteY0" fmla="*/ 733787 h 1367693"/>
                <a:gd name="connsiteX1" fmla="*/ 199855 w 199855"/>
                <a:gd name="connsiteY1" fmla="*/ 0 h 1367693"/>
                <a:gd name="connsiteX2" fmla="*/ 199855 w 199855"/>
                <a:gd name="connsiteY2" fmla="*/ 1016000 h 1367693"/>
                <a:gd name="connsiteX3" fmla="*/ 4470 w 199855"/>
                <a:gd name="connsiteY3" fmla="*/ 1367693 h 1367693"/>
                <a:gd name="connsiteX4" fmla="*/ 0 w 199855"/>
                <a:gd name="connsiteY4" fmla="*/ 733787 h 1367693"/>
                <a:gd name="connsiteX0" fmla="*/ 25203 w 225058"/>
                <a:gd name="connsiteY0" fmla="*/ 733787 h 1361758"/>
                <a:gd name="connsiteX1" fmla="*/ 225058 w 225058"/>
                <a:gd name="connsiteY1" fmla="*/ 0 h 1361758"/>
                <a:gd name="connsiteX2" fmla="*/ 225058 w 225058"/>
                <a:gd name="connsiteY2" fmla="*/ 1016000 h 1361758"/>
                <a:gd name="connsiteX3" fmla="*/ 0 w 225058"/>
                <a:gd name="connsiteY3" fmla="*/ 1361758 h 1361758"/>
                <a:gd name="connsiteX4" fmla="*/ 25203 w 225058"/>
                <a:gd name="connsiteY4" fmla="*/ 733787 h 1361758"/>
                <a:gd name="connsiteX0" fmla="*/ 25203 w 230992"/>
                <a:gd name="connsiteY0" fmla="*/ 787197 h 1415168"/>
                <a:gd name="connsiteX1" fmla="*/ 230992 w 230992"/>
                <a:gd name="connsiteY1" fmla="*/ 0 h 1415168"/>
                <a:gd name="connsiteX2" fmla="*/ 225058 w 230992"/>
                <a:gd name="connsiteY2" fmla="*/ 1069410 h 1415168"/>
                <a:gd name="connsiteX3" fmla="*/ 0 w 230992"/>
                <a:gd name="connsiteY3" fmla="*/ 1415168 h 1415168"/>
                <a:gd name="connsiteX4" fmla="*/ 25203 w 230992"/>
                <a:gd name="connsiteY4" fmla="*/ 787197 h 1415168"/>
                <a:gd name="connsiteX0" fmla="*/ 0 w 205789"/>
                <a:gd name="connsiteY0" fmla="*/ 787197 h 1427037"/>
                <a:gd name="connsiteX1" fmla="*/ 205789 w 205789"/>
                <a:gd name="connsiteY1" fmla="*/ 0 h 1427037"/>
                <a:gd name="connsiteX2" fmla="*/ 199855 w 205789"/>
                <a:gd name="connsiteY2" fmla="*/ 1069410 h 1427037"/>
                <a:gd name="connsiteX3" fmla="*/ 4471 w 205789"/>
                <a:gd name="connsiteY3" fmla="*/ 1427037 h 1427037"/>
                <a:gd name="connsiteX4" fmla="*/ 0 w 205789"/>
                <a:gd name="connsiteY4" fmla="*/ 787197 h 1427037"/>
                <a:gd name="connsiteX0" fmla="*/ 0 w 199855"/>
                <a:gd name="connsiteY0" fmla="*/ 745656 h 1385496"/>
                <a:gd name="connsiteX1" fmla="*/ 193920 w 199855"/>
                <a:gd name="connsiteY1" fmla="*/ 0 h 1385496"/>
                <a:gd name="connsiteX2" fmla="*/ 199855 w 199855"/>
                <a:gd name="connsiteY2" fmla="*/ 1027869 h 1385496"/>
                <a:gd name="connsiteX3" fmla="*/ 4471 w 199855"/>
                <a:gd name="connsiteY3" fmla="*/ 1385496 h 1385496"/>
                <a:gd name="connsiteX4" fmla="*/ 0 w 199855"/>
                <a:gd name="connsiteY4" fmla="*/ 745656 h 1385496"/>
                <a:gd name="connsiteX0" fmla="*/ 0 w 219519"/>
                <a:gd name="connsiteY0" fmla="*/ 730359 h 1370199"/>
                <a:gd name="connsiteX1" fmla="*/ 219401 w 219519"/>
                <a:gd name="connsiteY1" fmla="*/ 0 h 1370199"/>
                <a:gd name="connsiteX2" fmla="*/ 199855 w 219519"/>
                <a:gd name="connsiteY2" fmla="*/ 1012572 h 1370199"/>
                <a:gd name="connsiteX3" fmla="*/ 4471 w 219519"/>
                <a:gd name="connsiteY3" fmla="*/ 1370199 h 1370199"/>
                <a:gd name="connsiteX4" fmla="*/ 0 w 219519"/>
                <a:gd name="connsiteY4" fmla="*/ 730359 h 1370199"/>
                <a:gd name="connsiteX0" fmla="*/ 0 w 219602"/>
                <a:gd name="connsiteY0" fmla="*/ 730359 h 1370199"/>
                <a:gd name="connsiteX1" fmla="*/ 219401 w 219602"/>
                <a:gd name="connsiteY1" fmla="*/ 0 h 1370199"/>
                <a:gd name="connsiteX2" fmla="*/ 210047 w 219602"/>
                <a:gd name="connsiteY2" fmla="*/ 1007473 h 1370199"/>
                <a:gd name="connsiteX3" fmla="*/ 4471 w 219602"/>
                <a:gd name="connsiteY3" fmla="*/ 1370199 h 1370199"/>
                <a:gd name="connsiteX4" fmla="*/ 0 w 219602"/>
                <a:gd name="connsiteY4" fmla="*/ 730359 h 1370199"/>
                <a:gd name="connsiteX0" fmla="*/ 0 w 220239"/>
                <a:gd name="connsiteY0" fmla="*/ 730359 h 1370199"/>
                <a:gd name="connsiteX1" fmla="*/ 219401 w 220239"/>
                <a:gd name="connsiteY1" fmla="*/ 0 h 1370199"/>
                <a:gd name="connsiteX2" fmla="*/ 220239 w 220239"/>
                <a:gd name="connsiteY2" fmla="*/ 1007473 h 1370199"/>
                <a:gd name="connsiteX3" fmla="*/ 4471 w 220239"/>
                <a:gd name="connsiteY3" fmla="*/ 1370199 h 1370199"/>
                <a:gd name="connsiteX4" fmla="*/ 0 w 220239"/>
                <a:gd name="connsiteY4" fmla="*/ 730359 h 137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239" h="1370199">
                  <a:moveTo>
                    <a:pt x="0" y="730359"/>
                  </a:moveTo>
                  <a:cubicBezTo>
                    <a:pt x="64640" y="481807"/>
                    <a:pt x="154761" y="248552"/>
                    <a:pt x="219401" y="0"/>
                  </a:cubicBezTo>
                  <a:cubicBezTo>
                    <a:pt x="221379" y="342623"/>
                    <a:pt x="218261" y="664850"/>
                    <a:pt x="220239" y="1007473"/>
                  </a:cubicBezTo>
                  <a:lnTo>
                    <a:pt x="4471" y="1370199"/>
                  </a:lnTo>
                  <a:cubicBezTo>
                    <a:pt x="2981" y="1156919"/>
                    <a:pt x="1490" y="943639"/>
                    <a:pt x="0" y="730359"/>
                  </a:cubicBezTo>
                  <a:close/>
                </a:path>
              </a:pathLst>
            </a:custGeom>
            <a:gradFill>
              <a:gsLst>
                <a:gs pos="0">
                  <a:schemeClr val="accent6">
                    <a:lumMod val="20000"/>
                    <a:lumOff val="80000"/>
                  </a:schemeClr>
                </a:gs>
                <a:gs pos="100000">
                  <a:schemeClr val="bg1"/>
                </a:gs>
              </a:gsLst>
              <a:lin ang="10800000" scaled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grpSp>
          <p:nvGrpSpPr>
            <p:cNvPr id="3" name="Group 950">
              <a:extLst>
                <a:ext uri="{FF2B5EF4-FFF2-40B4-BE49-F238E27FC236}">
                  <a16:creationId xmlns:a16="http://schemas.microsoft.com/office/drawing/2014/main" id="{1B48AE2B-FA60-4AD1-AE73-34B3FCF993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92879" y="2820676"/>
              <a:ext cx="338137" cy="653816"/>
              <a:chOff x="4140" y="429"/>
              <a:chExt cx="1425" cy="2396"/>
            </a:xfrm>
          </p:grpSpPr>
          <p:sp>
            <p:nvSpPr>
              <p:cNvPr id="46408" name="Freeform 951">
                <a:extLst>
                  <a:ext uri="{FF2B5EF4-FFF2-40B4-BE49-F238E27FC236}">
                    <a16:creationId xmlns:a16="http://schemas.microsoft.com/office/drawing/2014/main" id="{E8D61260-A085-48D9-9FBF-562B7929FA8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409" name="Rectangle 952">
                <a:extLst>
                  <a:ext uri="{FF2B5EF4-FFF2-40B4-BE49-F238E27FC236}">
                    <a16:creationId xmlns:a16="http://schemas.microsoft.com/office/drawing/2014/main" id="{10D0385D-8C9E-4F3E-A8CE-A26DD79687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10" name="Freeform 953">
                <a:extLst>
                  <a:ext uri="{FF2B5EF4-FFF2-40B4-BE49-F238E27FC236}">
                    <a16:creationId xmlns:a16="http://schemas.microsoft.com/office/drawing/2014/main" id="{D125F67B-23DA-4EA7-93B6-900009EB0E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411" name="Freeform 954">
                <a:extLst>
                  <a:ext uri="{FF2B5EF4-FFF2-40B4-BE49-F238E27FC236}">
                    <a16:creationId xmlns:a16="http://schemas.microsoft.com/office/drawing/2014/main" id="{E25CC1EC-F472-476F-87C1-35AAFE3025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412" name="Rectangle 955">
                <a:extLst>
                  <a:ext uri="{FF2B5EF4-FFF2-40B4-BE49-F238E27FC236}">
                    <a16:creationId xmlns:a16="http://schemas.microsoft.com/office/drawing/2014/main" id="{F0848ECD-36F2-4A91-A137-38CF1CB1D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grpSp>
            <p:nvGrpSpPr>
              <p:cNvPr id="46413" name="Group 956">
                <a:extLst>
                  <a:ext uri="{FF2B5EF4-FFF2-40B4-BE49-F238E27FC236}">
                    <a16:creationId xmlns:a16="http://schemas.microsoft.com/office/drawing/2014/main" id="{E40FD89E-D5E7-413E-80E5-24E0E902A3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6438" name="AutoShape 957">
                  <a:extLst>
                    <a:ext uri="{FF2B5EF4-FFF2-40B4-BE49-F238E27FC236}">
                      <a16:creationId xmlns:a16="http://schemas.microsoft.com/office/drawing/2014/main" id="{37D1B0A5-6260-4CA9-84D2-96E01066E8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39" name="AutoShape 958">
                  <a:extLst>
                    <a:ext uri="{FF2B5EF4-FFF2-40B4-BE49-F238E27FC236}">
                      <a16:creationId xmlns:a16="http://schemas.microsoft.com/office/drawing/2014/main" id="{53A2D3D7-F924-4664-9EB2-00CA279875F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414" name="Rectangle 959">
                <a:extLst>
                  <a:ext uri="{FF2B5EF4-FFF2-40B4-BE49-F238E27FC236}">
                    <a16:creationId xmlns:a16="http://schemas.microsoft.com/office/drawing/2014/main" id="{E3DEB5C4-DCBF-4F08-9695-DB36207357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grpSp>
            <p:nvGrpSpPr>
              <p:cNvPr id="46415" name="Group 960">
                <a:extLst>
                  <a:ext uri="{FF2B5EF4-FFF2-40B4-BE49-F238E27FC236}">
                    <a16:creationId xmlns:a16="http://schemas.microsoft.com/office/drawing/2014/main" id="{F09ABE23-2588-4026-9642-3E7A0C7D1D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6436" name="AutoShape 961">
                  <a:extLst>
                    <a:ext uri="{FF2B5EF4-FFF2-40B4-BE49-F238E27FC236}">
                      <a16:creationId xmlns:a16="http://schemas.microsoft.com/office/drawing/2014/main" id="{CC408E82-DC13-4177-92A5-3D91ED9B61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37" name="AutoShape 962">
                  <a:extLst>
                    <a:ext uri="{FF2B5EF4-FFF2-40B4-BE49-F238E27FC236}">
                      <a16:creationId xmlns:a16="http://schemas.microsoft.com/office/drawing/2014/main" id="{034ED66B-9E8E-4812-B4B7-AE157C0F46F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416" name="Rectangle 963">
                <a:extLst>
                  <a:ext uri="{FF2B5EF4-FFF2-40B4-BE49-F238E27FC236}">
                    <a16:creationId xmlns:a16="http://schemas.microsoft.com/office/drawing/2014/main" id="{CE6CC44B-054A-433D-B645-9E44D80013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17" name="Rectangle 964">
                <a:extLst>
                  <a:ext uri="{FF2B5EF4-FFF2-40B4-BE49-F238E27FC236}">
                    <a16:creationId xmlns:a16="http://schemas.microsoft.com/office/drawing/2014/main" id="{7E3DE081-D9D9-46B9-A940-84D2E33FB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grpSp>
            <p:nvGrpSpPr>
              <p:cNvPr id="46418" name="Group 965">
                <a:extLst>
                  <a:ext uri="{FF2B5EF4-FFF2-40B4-BE49-F238E27FC236}">
                    <a16:creationId xmlns:a16="http://schemas.microsoft.com/office/drawing/2014/main" id="{5698AED2-EECA-43A3-AFF5-6EF6D39E689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6434" name="AutoShape 966">
                  <a:extLst>
                    <a:ext uri="{FF2B5EF4-FFF2-40B4-BE49-F238E27FC236}">
                      <a16:creationId xmlns:a16="http://schemas.microsoft.com/office/drawing/2014/main" id="{3D577183-D890-4229-8311-A2246C6420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35" name="AutoShape 967">
                  <a:extLst>
                    <a:ext uri="{FF2B5EF4-FFF2-40B4-BE49-F238E27FC236}">
                      <a16:creationId xmlns:a16="http://schemas.microsoft.com/office/drawing/2014/main" id="{CD8CF647-3044-4D10-BCDC-40030706405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419" name="Freeform 968">
                <a:extLst>
                  <a:ext uri="{FF2B5EF4-FFF2-40B4-BE49-F238E27FC236}">
                    <a16:creationId xmlns:a16="http://schemas.microsoft.com/office/drawing/2014/main" id="{1820908C-0595-419E-A857-BE507867E4C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46420" name="Group 969">
                <a:extLst>
                  <a:ext uri="{FF2B5EF4-FFF2-40B4-BE49-F238E27FC236}">
                    <a16:creationId xmlns:a16="http://schemas.microsoft.com/office/drawing/2014/main" id="{37B1BB60-284B-4084-960F-9D56F4A95B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6432" name="AutoShape 970">
                  <a:extLst>
                    <a:ext uri="{FF2B5EF4-FFF2-40B4-BE49-F238E27FC236}">
                      <a16:creationId xmlns:a16="http://schemas.microsoft.com/office/drawing/2014/main" id="{EFB20293-BE32-4FA2-ACB4-80AF2DBE3E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33" name="AutoShape 971">
                  <a:extLst>
                    <a:ext uri="{FF2B5EF4-FFF2-40B4-BE49-F238E27FC236}">
                      <a16:creationId xmlns:a16="http://schemas.microsoft.com/office/drawing/2014/main" id="{03859222-7448-4A3C-A92D-4CF5AFEA25A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421" name="Rectangle 972">
                <a:extLst>
                  <a:ext uri="{FF2B5EF4-FFF2-40B4-BE49-F238E27FC236}">
                    <a16:creationId xmlns:a16="http://schemas.microsoft.com/office/drawing/2014/main" id="{51721DE8-EE29-4EC8-9711-9F57BA1E2D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22" name="Freeform 973">
                <a:extLst>
                  <a:ext uri="{FF2B5EF4-FFF2-40B4-BE49-F238E27FC236}">
                    <a16:creationId xmlns:a16="http://schemas.microsoft.com/office/drawing/2014/main" id="{C1A1CBEE-6A0C-413D-A936-0B64B383EA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423" name="Freeform 974">
                <a:extLst>
                  <a:ext uri="{FF2B5EF4-FFF2-40B4-BE49-F238E27FC236}">
                    <a16:creationId xmlns:a16="http://schemas.microsoft.com/office/drawing/2014/main" id="{68203F94-F3A9-4457-921C-4FB86DB20B5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424" name="Oval 975">
                <a:extLst>
                  <a:ext uri="{FF2B5EF4-FFF2-40B4-BE49-F238E27FC236}">
                    <a16:creationId xmlns:a16="http://schemas.microsoft.com/office/drawing/2014/main" id="{12E4FE7A-6752-400A-95DA-8AD3741B3B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25" name="Freeform 976">
                <a:extLst>
                  <a:ext uri="{FF2B5EF4-FFF2-40B4-BE49-F238E27FC236}">
                    <a16:creationId xmlns:a16="http://schemas.microsoft.com/office/drawing/2014/main" id="{043117CA-CCB4-4B79-8B3A-BD5D113034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426" name="AutoShape 977">
                <a:extLst>
                  <a:ext uri="{FF2B5EF4-FFF2-40B4-BE49-F238E27FC236}">
                    <a16:creationId xmlns:a16="http://schemas.microsoft.com/office/drawing/2014/main" id="{43DC46B6-EB64-4D5A-ACF9-1CADEE750E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27" name="AutoShape 978">
                <a:extLst>
                  <a:ext uri="{FF2B5EF4-FFF2-40B4-BE49-F238E27FC236}">
                    <a16:creationId xmlns:a16="http://schemas.microsoft.com/office/drawing/2014/main" id="{EA5799B2-FB81-4832-AD8C-E03D12B480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28" name="Oval 979">
                <a:extLst>
                  <a:ext uri="{FF2B5EF4-FFF2-40B4-BE49-F238E27FC236}">
                    <a16:creationId xmlns:a16="http://schemas.microsoft.com/office/drawing/2014/main" id="{EABBF3C1-AEAE-4AAF-BF1A-2A77D910E2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29" name="Oval 980">
                <a:extLst>
                  <a:ext uri="{FF2B5EF4-FFF2-40B4-BE49-F238E27FC236}">
                    <a16:creationId xmlns:a16="http://schemas.microsoft.com/office/drawing/2014/main" id="{B39B5289-72CF-400B-B049-1E4F6F83E1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/>
                <a:endParaRPr lang="zh-HK" altLang="zh-HK">
                  <a:solidFill>
                    <a:srgbClr val="FF0000"/>
                  </a:solidFill>
                </a:endParaRPr>
              </a:p>
            </p:txBody>
          </p:sp>
          <p:sp>
            <p:nvSpPr>
              <p:cNvPr id="46430" name="Oval 981">
                <a:extLst>
                  <a:ext uri="{FF2B5EF4-FFF2-40B4-BE49-F238E27FC236}">
                    <a16:creationId xmlns:a16="http://schemas.microsoft.com/office/drawing/2014/main" id="{EB730D8B-350E-469C-9975-9DFEB1386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431" name="Rectangle 982">
                <a:extLst>
                  <a:ext uri="{FF2B5EF4-FFF2-40B4-BE49-F238E27FC236}">
                    <a16:creationId xmlns:a16="http://schemas.microsoft.com/office/drawing/2014/main" id="{DFA667F1-449C-4022-93E7-CDD17804EC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</p:grpSp>
        <p:grpSp>
          <p:nvGrpSpPr>
            <p:cNvPr id="4" name="Group 950">
              <a:extLst>
                <a:ext uri="{FF2B5EF4-FFF2-40B4-BE49-F238E27FC236}">
                  <a16:creationId xmlns:a16="http://schemas.microsoft.com/office/drawing/2014/main" id="{9B21F99C-F411-4747-8FE7-F0E8442D96E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182479" y="2847655"/>
              <a:ext cx="338137" cy="653816"/>
              <a:chOff x="4140" y="429"/>
              <a:chExt cx="1425" cy="2396"/>
            </a:xfrm>
          </p:grpSpPr>
          <p:sp>
            <p:nvSpPr>
              <p:cNvPr id="46376" name="Freeform 951">
                <a:extLst>
                  <a:ext uri="{FF2B5EF4-FFF2-40B4-BE49-F238E27FC236}">
                    <a16:creationId xmlns:a16="http://schemas.microsoft.com/office/drawing/2014/main" id="{8CDB2C84-E84E-40C0-8925-9D2115FAD27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2 w 354"/>
                  <a:gd name="T1" fmla="*/ 0 h 2742"/>
                  <a:gd name="T2" fmla="*/ 4 w 354"/>
                  <a:gd name="T3" fmla="*/ 9 h 2742"/>
                  <a:gd name="T4" fmla="*/ 4 w 354"/>
                  <a:gd name="T5" fmla="*/ 69 h 2742"/>
                  <a:gd name="T6" fmla="*/ 0 w 354"/>
                  <a:gd name="T7" fmla="*/ 72 h 2742"/>
                  <a:gd name="T8" fmla="*/ 2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377" name="Rectangle 952">
                <a:extLst>
                  <a:ext uri="{FF2B5EF4-FFF2-40B4-BE49-F238E27FC236}">
                    <a16:creationId xmlns:a16="http://schemas.microsoft.com/office/drawing/2014/main" id="{1C3C3147-3069-4597-9CC1-22829D5917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78" name="Freeform 953">
                <a:extLst>
                  <a:ext uri="{FF2B5EF4-FFF2-40B4-BE49-F238E27FC236}">
                    <a16:creationId xmlns:a16="http://schemas.microsoft.com/office/drawing/2014/main" id="{40213DC6-6B84-4FDB-9F2A-F02C3F3EB7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2 w 211"/>
                  <a:gd name="T3" fmla="*/ 7 h 2537"/>
                  <a:gd name="T4" fmla="*/ 2 w 211"/>
                  <a:gd name="T5" fmla="*/ 65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379" name="Freeform 954">
                <a:extLst>
                  <a:ext uri="{FF2B5EF4-FFF2-40B4-BE49-F238E27FC236}">
                    <a16:creationId xmlns:a16="http://schemas.microsoft.com/office/drawing/2014/main" id="{5B6EDF77-5276-4A24-B84C-C938CD47B5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4 h 226"/>
                  <a:gd name="T4" fmla="*/ 4 w 328"/>
                  <a:gd name="T5" fmla="*/ 7 h 226"/>
                  <a:gd name="T6" fmla="*/ 0 w 328"/>
                  <a:gd name="T7" fmla="*/ 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380" name="Rectangle 955">
                <a:extLst>
                  <a:ext uri="{FF2B5EF4-FFF2-40B4-BE49-F238E27FC236}">
                    <a16:creationId xmlns:a16="http://schemas.microsoft.com/office/drawing/2014/main" id="{071973E9-5609-4ECD-BE42-531A3EFCD4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grpSp>
            <p:nvGrpSpPr>
              <p:cNvPr id="46381" name="Group 956">
                <a:extLst>
                  <a:ext uri="{FF2B5EF4-FFF2-40B4-BE49-F238E27FC236}">
                    <a16:creationId xmlns:a16="http://schemas.microsoft.com/office/drawing/2014/main" id="{28738EB9-0D58-40BB-8452-50F352BB0E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46406" name="AutoShape 957">
                  <a:extLst>
                    <a:ext uri="{FF2B5EF4-FFF2-40B4-BE49-F238E27FC236}">
                      <a16:creationId xmlns:a16="http://schemas.microsoft.com/office/drawing/2014/main" id="{51E0BE08-39CF-4F54-8545-9F17DAD56C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07" name="AutoShape 958">
                  <a:extLst>
                    <a:ext uri="{FF2B5EF4-FFF2-40B4-BE49-F238E27FC236}">
                      <a16:creationId xmlns:a16="http://schemas.microsoft.com/office/drawing/2014/main" id="{38D63DC9-A8E9-42B2-8DE1-378750A976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382" name="Rectangle 959">
                <a:extLst>
                  <a:ext uri="{FF2B5EF4-FFF2-40B4-BE49-F238E27FC236}">
                    <a16:creationId xmlns:a16="http://schemas.microsoft.com/office/drawing/2014/main" id="{8C24FCC0-7F56-42CD-AB0D-FD123A7DE9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grpSp>
            <p:nvGrpSpPr>
              <p:cNvPr id="46383" name="Group 960">
                <a:extLst>
                  <a:ext uri="{FF2B5EF4-FFF2-40B4-BE49-F238E27FC236}">
                    <a16:creationId xmlns:a16="http://schemas.microsoft.com/office/drawing/2014/main" id="{A8AEDC36-3735-4FA6-93E5-55AB6CF3882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46404" name="AutoShape 961">
                  <a:extLst>
                    <a:ext uri="{FF2B5EF4-FFF2-40B4-BE49-F238E27FC236}">
                      <a16:creationId xmlns:a16="http://schemas.microsoft.com/office/drawing/2014/main" id="{FDAFC4F5-BDEF-497A-AA29-00D18DD99C6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05" name="AutoShape 962">
                  <a:extLst>
                    <a:ext uri="{FF2B5EF4-FFF2-40B4-BE49-F238E27FC236}">
                      <a16:creationId xmlns:a16="http://schemas.microsoft.com/office/drawing/2014/main" id="{124D60D2-AC2D-44CD-A6F9-D7FB53D70B3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384" name="Rectangle 963">
                <a:extLst>
                  <a:ext uri="{FF2B5EF4-FFF2-40B4-BE49-F238E27FC236}">
                    <a16:creationId xmlns:a16="http://schemas.microsoft.com/office/drawing/2014/main" id="{9365EF8A-EF4D-4C3A-AC37-10D1DFF813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85" name="Rectangle 964">
                <a:extLst>
                  <a:ext uri="{FF2B5EF4-FFF2-40B4-BE49-F238E27FC236}">
                    <a16:creationId xmlns:a16="http://schemas.microsoft.com/office/drawing/2014/main" id="{F47697B2-1C0F-4138-87F8-429B3D4724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grpSp>
            <p:nvGrpSpPr>
              <p:cNvPr id="46386" name="Group 965">
                <a:extLst>
                  <a:ext uri="{FF2B5EF4-FFF2-40B4-BE49-F238E27FC236}">
                    <a16:creationId xmlns:a16="http://schemas.microsoft.com/office/drawing/2014/main" id="{F227CAB6-4630-4A37-997B-A75E9B6041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46402" name="AutoShape 966">
                  <a:extLst>
                    <a:ext uri="{FF2B5EF4-FFF2-40B4-BE49-F238E27FC236}">
                      <a16:creationId xmlns:a16="http://schemas.microsoft.com/office/drawing/2014/main" id="{5BDFF0B8-E9FE-4DB3-899F-AC435B60A1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03" name="AutoShape 967">
                  <a:extLst>
                    <a:ext uri="{FF2B5EF4-FFF2-40B4-BE49-F238E27FC236}">
                      <a16:creationId xmlns:a16="http://schemas.microsoft.com/office/drawing/2014/main" id="{4D120302-5F08-4921-9A44-A0D8188E10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387" name="Freeform 968">
                <a:extLst>
                  <a:ext uri="{FF2B5EF4-FFF2-40B4-BE49-F238E27FC236}">
                    <a16:creationId xmlns:a16="http://schemas.microsoft.com/office/drawing/2014/main" id="{05AF67A0-B5BD-4161-B29C-D9B49D0E59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4 w 328"/>
                  <a:gd name="T3" fmla="*/ 3 h 226"/>
                  <a:gd name="T4" fmla="*/ 4 w 328"/>
                  <a:gd name="T5" fmla="*/ 6 h 226"/>
                  <a:gd name="T6" fmla="*/ 0 w 328"/>
                  <a:gd name="T7" fmla="*/ 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grpSp>
            <p:nvGrpSpPr>
              <p:cNvPr id="46388" name="Group 969">
                <a:extLst>
                  <a:ext uri="{FF2B5EF4-FFF2-40B4-BE49-F238E27FC236}">
                    <a16:creationId xmlns:a16="http://schemas.microsoft.com/office/drawing/2014/main" id="{95A6FDCF-9C81-4814-B716-3EB9E1CFA2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46400" name="AutoShape 970">
                  <a:extLst>
                    <a:ext uri="{FF2B5EF4-FFF2-40B4-BE49-F238E27FC236}">
                      <a16:creationId xmlns:a16="http://schemas.microsoft.com/office/drawing/2014/main" id="{8E166722-5291-4537-8487-78AA127E56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  <p:sp>
              <p:nvSpPr>
                <p:cNvPr id="46401" name="AutoShape 971">
                  <a:extLst>
                    <a:ext uri="{FF2B5EF4-FFF2-40B4-BE49-F238E27FC236}">
                      <a16:creationId xmlns:a16="http://schemas.microsoft.com/office/drawing/2014/main" id="{346E404F-25ED-4BF6-9207-F65CE0E4F50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  <a:ea typeface="ＭＳ Ｐゴシック" panose="020B0600070205080204" pitchFamily="34" charset="-128"/>
                    </a:defRPr>
                  </a:lvl9pPr>
                </a:lstStyle>
                <a:p>
                  <a:endParaRPr lang="zh-HK" altLang="zh-HK"/>
                </a:p>
              </p:txBody>
            </p:sp>
          </p:grpSp>
          <p:sp>
            <p:nvSpPr>
              <p:cNvPr id="46389" name="Rectangle 972">
                <a:extLst>
                  <a:ext uri="{FF2B5EF4-FFF2-40B4-BE49-F238E27FC236}">
                    <a16:creationId xmlns:a16="http://schemas.microsoft.com/office/drawing/2014/main" id="{38A3F149-7FB3-4FEB-B617-C9A8FD42C4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90" name="Freeform 973">
                <a:extLst>
                  <a:ext uri="{FF2B5EF4-FFF2-40B4-BE49-F238E27FC236}">
                    <a16:creationId xmlns:a16="http://schemas.microsoft.com/office/drawing/2014/main" id="{33FB219F-B239-4864-A78F-5AF06705647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4 w 296"/>
                  <a:gd name="T3" fmla="*/ 3 h 256"/>
                  <a:gd name="T4" fmla="*/ 4 w 296"/>
                  <a:gd name="T5" fmla="*/ 6 h 256"/>
                  <a:gd name="T6" fmla="*/ 0 w 296"/>
                  <a:gd name="T7" fmla="*/ 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391" name="Freeform 974">
                <a:extLst>
                  <a:ext uri="{FF2B5EF4-FFF2-40B4-BE49-F238E27FC236}">
                    <a16:creationId xmlns:a16="http://schemas.microsoft.com/office/drawing/2014/main" id="{3A50589D-9B28-4021-BBC3-FAD087ABB1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4 w 304"/>
                  <a:gd name="T3" fmla="*/ 5 h 288"/>
                  <a:gd name="T4" fmla="*/ 3 w 304"/>
                  <a:gd name="T5" fmla="*/ 8 h 288"/>
                  <a:gd name="T6" fmla="*/ 2 w 304"/>
                  <a:gd name="T7" fmla="*/ 3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392" name="Oval 975">
                <a:extLst>
                  <a:ext uri="{FF2B5EF4-FFF2-40B4-BE49-F238E27FC236}">
                    <a16:creationId xmlns:a16="http://schemas.microsoft.com/office/drawing/2014/main" id="{C72693E5-7AD6-4C1F-9DA2-553A11963D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93" name="Freeform 976">
                <a:extLst>
                  <a:ext uri="{FF2B5EF4-FFF2-40B4-BE49-F238E27FC236}">
                    <a16:creationId xmlns:a16="http://schemas.microsoft.com/office/drawing/2014/main" id="{DD950573-821A-4C06-9BE6-01B8488958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 h 240"/>
                  <a:gd name="T2" fmla="*/ 2 w 306"/>
                  <a:gd name="T3" fmla="*/ 7 h 240"/>
                  <a:gd name="T4" fmla="*/ 4 w 306"/>
                  <a:gd name="T5" fmla="*/ 3 h 240"/>
                  <a:gd name="T6" fmla="*/ 4 w 306"/>
                  <a:gd name="T7" fmla="*/ 0 h 240"/>
                  <a:gd name="T8" fmla="*/ 0 w 306"/>
                  <a:gd name="T9" fmla="*/ 3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46394" name="AutoShape 977">
                <a:extLst>
                  <a:ext uri="{FF2B5EF4-FFF2-40B4-BE49-F238E27FC236}">
                    <a16:creationId xmlns:a16="http://schemas.microsoft.com/office/drawing/2014/main" id="{04AEC23C-0C55-4345-BBE5-F78F313A50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95" name="AutoShape 978">
                <a:extLst>
                  <a:ext uri="{FF2B5EF4-FFF2-40B4-BE49-F238E27FC236}">
                    <a16:creationId xmlns:a16="http://schemas.microsoft.com/office/drawing/2014/main" id="{460A46F7-C117-4099-82C2-012EAEE47B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96" name="Oval 979">
                <a:extLst>
                  <a:ext uri="{FF2B5EF4-FFF2-40B4-BE49-F238E27FC236}">
                    <a16:creationId xmlns:a16="http://schemas.microsoft.com/office/drawing/2014/main" id="{135A7161-0812-4099-82D4-92317A2D3F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97" name="Oval 980">
                <a:extLst>
                  <a:ext uri="{FF2B5EF4-FFF2-40B4-BE49-F238E27FC236}">
                    <a16:creationId xmlns:a16="http://schemas.microsoft.com/office/drawing/2014/main" id="{FA30E71D-9617-46E7-90AA-0139E5CF6D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 eaLnBrk="1" hangingPunct="1"/>
                <a:endParaRPr lang="zh-HK" altLang="zh-HK">
                  <a:solidFill>
                    <a:srgbClr val="FF0000"/>
                  </a:solidFill>
                </a:endParaRPr>
              </a:p>
            </p:txBody>
          </p:sp>
          <p:sp>
            <p:nvSpPr>
              <p:cNvPr id="46398" name="Oval 981">
                <a:extLst>
                  <a:ext uri="{FF2B5EF4-FFF2-40B4-BE49-F238E27FC236}">
                    <a16:creationId xmlns:a16="http://schemas.microsoft.com/office/drawing/2014/main" id="{64AA5545-33D4-4A3C-A0F2-5BB6308DED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399" name="Rectangle 982">
                <a:extLst>
                  <a:ext uri="{FF2B5EF4-FFF2-40B4-BE49-F238E27FC236}">
                    <a16:creationId xmlns:a16="http://schemas.microsoft.com/office/drawing/2014/main" id="{3DF48890-45E7-4E72-AC4F-426E479DC2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</p:grpSp>
      </p:grpSp>
      <p:sp>
        <p:nvSpPr>
          <p:cNvPr id="46083" name="Freeform 2">
            <a:extLst>
              <a:ext uri="{FF2B5EF4-FFF2-40B4-BE49-F238E27FC236}">
                <a16:creationId xmlns:a16="http://schemas.microsoft.com/office/drawing/2014/main" id="{CD56B9B8-ACE8-4FEB-9266-C38001B360C4}"/>
              </a:ext>
            </a:extLst>
          </p:cNvPr>
          <p:cNvSpPr>
            <a:spLocks/>
          </p:cNvSpPr>
          <p:nvPr/>
        </p:nvSpPr>
        <p:spPr bwMode="auto">
          <a:xfrm>
            <a:off x="2592388" y="5749925"/>
            <a:ext cx="4027487" cy="939800"/>
          </a:xfrm>
          <a:custGeom>
            <a:avLst/>
            <a:gdLst>
              <a:gd name="T0" fmla="*/ 2147483647 w 10001"/>
              <a:gd name="T1" fmla="*/ 2147483647 h 10125"/>
              <a:gd name="T2" fmla="*/ 2147483647 w 10001"/>
              <a:gd name="T3" fmla="*/ 2147483647 h 10125"/>
              <a:gd name="T4" fmla="*/ 2147483647 w 10001"/>
              <a:gd name="T5" fmla="*/ 2147483647 h 10125"/>
              <a:gd name="T6" fmla="*/ 2147483647 w 10001"/>
              <a:gd name="T7" fmla="*/ 0 h 10125"/>
              <a:gd name="T8" fmla="*/ 2147483647 w 10001"/>
              <a:gd name="T9" fmla="*/ 2147483647 h 10125"/>
              <a:gd name="T10" fmla="*/ 2147483647 w 10001"/>
              <a:gd name="T11" fmla="*/ 2147483647 h 10125"/>
              <a:gd name="T12" fmla="*/ 2147483647 w 10001"/>
              <a:gd name="T13" fmla="*/ 2147483647 h 10125"/>
              <a:gd name="T14" fmla="*/ 2147483647 w 10001"/>
              <a:gd name="T15" fmla="*/ 2147483647 h 10125"/>
              <a:gd name="T16" fmla="*/ 2147483647 w 10001"/>
              <a:gd name="T17" fmla="*/ 2147483647 h 10125"/>
              <a:gd name="T18" fmla="*/ 2147483647 w 10001"/>
              <a:gd name="T19" fmla="*/ 2147483647 h 10125"/>
              <a:gd name="T20" fmla="*/ 2147483647 w 10001"/>
              <a:gd name="T21" fmla="*/ 2147483647 h 10125"/>
              <a:gd name="T22" fmla="*/ 2147483647 w 10001"/>
              <a:gd name="T23" fmla="*/ 2147483647 h 10125"/>
              <a:gd name="T24" fmla="*/ 2147483647 w 10001"/>
              <a:gd name="T25" fmla="*/ 2147483647 h 10125"/>
              <a:gd name="T26" fmla="*/ 2147483647 w 10001"/>
              <a:gd name="T27" fmla="*/ 2147483647 h 10125"/>
              <a:gd name="T28" fmla="*/ 2147483647 w 10001"/>
              <a:gd name="T29" fmla="*/ 2147483647 h 10125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w 10001"/>
              <a:gd name="T46" fmla="*/ 0 h 10125"/>
              <a:gd name="T47" fmla="*/ 10001 w 10001"/>
              <a:gd name="T48" fmla="*/ 10125 h 10125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T45" t="T46" r="T47" b="T48"/>
            <a:pathLst>
              <a:path w="10001" h="10125">
                <a:moveTo>
                  <a:pt x="4" y="4039"/>
                </a:moveTo>
                <a:cubicBezTo>
                  <a:pt x="-29" y="2271"/>
                  <a:pt x="194" y="2100"/>
                  <a:pt x="715" y="1595"/>
                </a:cubicBezTo>
                <a:cubicBezTo>
                  <a:pt x="1236" y="1089"/>
                  <a:pt x="2417" y="1272"/>
                  <a:pt x="3130" y="1006"/>
                </a:cubicBezTo>
                <a:cubicBezTo>
                  <a:pt x="3843" y="740"/>
                  <a:pt x="4397" y="0"/>
                  <a:pt x="4995" y="0"/>
                </a:cubicBezTo>
                <a:cubicBezTo>
                  <a:pt x="5593" y="1"/>
                  <a:pt x="6206" y="926"/>
                  <a:pt x="6720" y="1009"/>
                </a:cubicBezTo>
                <a:cubicBezTo>
                  <a:pt x="7234" y="1092"/>
                  <a:pt x="7536" y="241"/>
                  <a:pt x="8082" y="497"/>
                </a:cubicBezTo>
                <a:cubicBezTo>
                  <a:pt x="8628" y="756"/>
                  <a:pt x="9854" y="442"/>
                  <a:pt x="9989" y="2989"/>
                </a:cubicBezTo>
                <a:cubicBezTo>
                  <a:pt x="10124" y="5536"/>
                  <a:pt x="9098" y="5742"/>
                  <a:pt x="8599" y="6797"/>
                </a:cubicBezTo>
                <a:cubicBezTo>
                  <a:pt x="8100" y="7852"/>
                  <a:pt x="7544" y="8981"/>
                  <a:pt x="6995" y="9322"/>
                </a:cubicBezTo>
                <a:cubicBezTo>
                  <a:pt x="6446" y="9663"/>
                  <a:pt x="5793" y="8957"/>
                  <a:pt x="5307" y="8843"/>
                </a:cubicBezTo>
                <a:cubicBezTo>
                  <a:pt x="4819" y="8726"/>
                  <a:pt x="4628" y="10048"/>
                  <a:pt x="4371" y="9912"/>
                </a:cubicBezTo>
                <a:cubicBezTo>
                  <a:pt x="4114" y="9775"/>
                  <a:pt x="3505" y="10355"/>
                  <a:pt x="3140" y="10019"/>
                </a:cubicBezTo>
                <a:cubicBezTo>
                  <a:pt x="2774" y="9683"/>
                  <a:pt x="2820" y="8138"/>
                  <a:pt x="2179" y="7895"/>
                </a:cubicBezTo>
                <a:cubicBezTo>
                  <a:pt x="1586" y="6800"/>
                  <a:pt x="1549" y="8137"/>
                  <a:pt x="1187" y="7495"/>
                </a:cubicBezTo>
                <a:cubicBezTo>
                  <a:pt x="825" y="6852"/>
                  <a:pt x="-7" y="6157"/>
                  <a:pt x="4" y="403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682165F8-7CE0-4C1A-B537-769FE7DAB4C6}"/>
              </a:ext>
            </a:extLst>
          </p:cNvPr>
          <p:cNvCxnSpPr/>
          <p:nvPr/>
        </p:nvCxnSpPr>
        <p:spPr>
          <a:xfrm flipV="1">
            <a:off x="3262313" y="5900738"/>
            <a:ext cx="1316037" cy="131762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D3BE6A48-DB48-4B6E-B39B-2AC0EF58B3CD}"/>
              </a:ext>
            </a:extLst>
          </p:cNvPr>
          <p:cNvCxnSpPr/>
          <p:nvPr/>
        </p:nvCxnSpPr>
        <p:spPr>
          <a:xfrm>
            <a:off x="3151188" y="6088063"/>
            <a:ext cx="2259012" cy="2984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00BDACB-11F0-4F84-BABB-0911440E4B08}"/>
              </a:ext>
            </a:extLst>
          </p:cNvPr>
          <p:cNvCxnSpPr/>
          <p:nvPr/>
        </p:nvCxnSpPr>
        <p:spPr>
          <a:xfrm>
            <a:off x="3163888" y="6192838"/>
            <a:ext cx="714375" cy="27622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EA5F11B6-36E0-433F-AD9B-217F6ECD7F3E}"/>
              </a:ext>
            </a:extLst>
          </p:cNvPr>
          <p:cNvCxnSpPr/>
          <p:nvPr/>
        </p:nvCxnSpPr>
        <p:spPr>
          <a:xfrm flipV="1">
            <a:off x="4181475" y="6386513"/>
            <a:ext cx="1247775" cy="825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50D48D32-431D-4A5E-B803-7A574B36BAB8}"/>
              </a:ext>
            </a:extLst>
          </p:cNvPr>
          <p:cNvCxnSpPr/>
          <p:nvPr/>
        </p:nvCxnSpPr>
        <p:spPr>
          <a:xfrm>
            <a:off x="4841875" y="5934075"/>
            <a:ext cx="1057275" cy="12382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C1D888C-D830-481E-A7D6-741B51EA0105}"/>
              </a:ext>
            </a:extLst>
          </p:cNvPr>
          <p:cNvCxnSpPr/>
          <p:nvPr/>
        </p:nvCxnSpPr>
        <p:spPr>
          <a:xfrm flipV="1">
            <a:off x="4125913" y="6088063"/>
            <a:ext cx="1790700" cy="29845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9E3626AD-18D3-41E1-A99B-C2FAE15E3E5D}"/>
              </a:ext>
            </a:extLst>
          </p:cNvPr>
          <p:cNvCxnSpPr/>
          <p:nvPr/>
        </p:nvCxnSpPr>
        <p:spPr>
          <a:xfrm flipV="1">
            <a:off x="5453063" y="6116638"/>
            <a:ext cx="588962" cy="269875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158FED77-408B-45E3-9B90-ED6B35FE5FC8}"/>
              </a:ext>
            </a:extLst>
          </p:cNvPr>
          <p:cNvCxnSpPr/>
          <p:nvPr/>
        </p:nvCxnSpPr>
        <p:spPr>
          <a:xfrm>
            <a:off x="4595813" y="5900738"/>
            <a:ext cx="814387" cy="401637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48260">
            <a:extLst>
              <a:ext uri="{FF2B5EF4-FFF2-40B4-BE49-F238E27FC236}">
                <a16:creationId xmlns:a16="http://schemas.microsoft.com/office/drawing/2014/main" id="{CC392482-6B44-4E6D-BD5A-92D63DC9D5DC}"/>
              </a:ext>
            </a:extLst>
          </p:cNvPr>
          <p:cNvGrpSpPr>
            <a:grpSpLocks/>
          </p:cNvGrpSpPr>
          <p:nvPr/>
        </p:nvGrpSpPr>
        <p:grpSpPr bwMode="auto">
          <a:xfrm>
            <a:off x="1525588" y="3003550"/>
            <a:ext cx="6978650" cy="1096963"/>
            <a:chOff x="1526216" y="3003498"/>
            <a:chExt cx="6978041" cy="1096962"/>
          </a:xfrm>
        </p:grpSpPr>
        <p:sp>
          <p:nvSpPr>
            <p:cNvPr id="46368" name="TextBox 399">
              <a:extLst>
                <a:ext uri="{FF2B5EF4-FFF2-40B4-BE49-F238E27FC236}">
                  <a16:creationId xmlns:a16="http://schemas.microsoft.com/office/drawing/2014/main" id="{F1BAB4CF-344F-4F38-AB8D-4750C54A96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14291" y="3628973"/>
              <a:ext cx="595313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altLang="zh-HK" sz="1400"/>
                <a:t>data</a:t>
              </a:r>
            </a:p>
            <a:p>
              <a:pPr algn="ctr">
                <a:lnSpc>
                  <a:spcPts val="1463"/>
                </a:lnSpc>
              </a:pPr>
              <a:r>
                <a:rPr lang="en-US" altLang="zh-HK" sz="1400"/>
                <a:t>plane</a:t>
              </a:r>
            </a:p>
          </p:txBody>
        </p:sp>
        <p:sp>
          <p:nvSpPr>
            <p:cNvPr id="46369" name="TextBox 400">
              <a:extLst>
                <a:ext uri="{FF2B5EF4-FFF2-40B4-BE49-F238E27FC236}">
                  <a16:creationId xmlns:a16="http://schemas.microsoft.com/office/drawing/2014/main" id="{A360C6AE-D7BA-4EF0-B72B-CDB3443806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28579" y="3003498"/>
              <a:ext cx="709612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ts val="1463"/>
                </a:lnSpc>
              </a:pPr>
              <a:r>
                <a:rPr lang="en-US" altLang="zh-HK" sz="1400"/>
                <a:t>control</a:t>
              </a:r>
            </a:p>
            <a:p>
              <a:pPr algn="ctr">
                <a:lnSpc>
                  <a:spcPts val="1463"/>
                </a:lnSpc>
              </a:pPr>
              <a:r>
                <a:rPr lang="en-US" altLang="zh-HK" sz="1400"/>
                <a:t>plane</a:t>
              </a:r>
            </a:p>
          </p:txBody>
        </p: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9214B619-8063-4BE6-80E8-FD2242EEBB35}"/>
                </a:ext>
              </a:extLst>
            </p:cNvPr>
            <p:cNvCxnSpPr/>
            <p:nvPr/>
          </p:nvCxnSpPr>
          <p:spPr bwMode="auto">
            <a:xfrm flipV="1">
              <a:off x="1526216" y="3579760"/>
              <a:ext cx="6978041" cy="11112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26">
            <a:extLst>
              <a:ext uri="{FF2B5EF4-FFF2-40B4-BE49-F238E27FC236}">
                <a16:creationId xmlns:a16="http://schemas.microsoft.com/office/drawing/2014/main" id="{DD19151B-6E04-4D6B-9D14-66C0E600675B}"/>
              </a:ext>
            </a:extLst>
          </p:cNvPr>
          <p:cNvGrpSpPr>
            <a:grpSpLocks/>
          </p:cNvGrpSpPr>
          <p:nvPr/>
        </p:nvGrpSpPr>
        <p:grpSpPr bwMode="auto">
          <a:xfrm>
            <a:off x="2436813" y="2735263"/>
            <a:ext cx="4295775" cy="320675"/>
            <a:chOff x="2433511" y="2792111"/>
            <a:chExt cx="4296530" cy="320561"/>
          </a:xfrm>
        </p:grpSpPr>
        <p:grpSp>
          <p:nvGrpSpPr>
            <p:cNvPr id="46343" name="Group 401">
              <a:extLst>
                <a:ext uri="{FF2B5EF4-FFF2-40B4-BE49-F238E27FC236}">
                  <a16:creationId xmlns:a16="http://schemas.microsoft.com/office/drawing/2014/main" id="{36666FDE-423D-4ECC-92A0-D931CC54662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33511" y="2794083"/>
              <a:ext cx="349250" cy="317387"/>
              <a:chOff x="2931664" y="3912603"/>
              <a:chExt cx="430450" cy="329314"/>
            </a:xfrm>
          </p:grpSpPr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CD19DD90-48CC-41A7-95D1-2D84393499BB}"/>
                  </a:ext>
                </a:extLst>
              </p:cNvPr>
              <p:cNvSpPr/>
              <p:nvPr/>
            </p:nvSpPr>
            <p:spPr>
              <a:xfrm>
                <a:off x="2937534" y="3912203"/>
                <a:ext cx="424655" cy="3293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DAAB4B6B-7F84-4534-B75B-BA70A856D622}"/>
                  </a:ext>
                </a:extLst>
              </p:cNvPr>
              <p:cNvCxnSpPr/>
              <p:nvPr/>
            </p:nvCxnSpPr>
            <p:spPr>
              <a:xfrm>
                <a:off x="2931664" y="4004411"/>
                <a:ext cx="424654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AB5EFE68-3DA5-4F4C-B7AC-29732B18AB9F}"/>
                  </a:ext>
                </a:extLst>
              </p:cNvPr>
              <p:cNvCxnSpPr/>
              <p:nvPr/>
            </p:nvCxnSpPr>
            <p:spPr>
              <a:xfrm>
                <a:off x="2931664" y="4066980"/>
                <a:ext cx="424654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A6499455-196A-49DF-BC7E-4EFFE1F15C7B}"/>
                  </a:ext>
                </a:extLst>
              </p:cNvPr>
              <p:cNvCxnSpPr>
                <a:stCxn id="403" idx="2"/>
              </p:cNvCxnSpPr>
              <p:nvPr/>
            </p:nvCxnSpPr>
            <p:spPr>
              <a:xfrm flipH="1" flipV="1">
                <a:off x="3148883" y="4004411"/>
                <a:ext cx="0" cy="237106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344" name="Group 406">
              <a:extLst>
                <a:ext uri="{FF2B5EF4-FFF2-40B4-BE49-F238E27FC236}">
                  <a16:creationId xmlns:a16="http://schemas.microsoft.com/office/drawing/2014/main" id="{18023340-C697-4391-9F14-5D10FB3F37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8666" y="2792111"/>
              <a:ext cx="350838" cy="317387"/>
              <a:chOff x="2931664" y="3912603"/>
              <a:chExt cx="430450" cy="329314"/>
            </a:xfrm>
          </p:grpSpPr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D2C3B31B-E1E4-44F9-A2B7-01E24D040791}"/>
                  </a:ext>
                </a:extLst>
              </p:cNvPr>
              <p:cNvSpPr/>
              <p:nvPr/>
            </p:nvSpPr>
            <p:spPr>
              <a:xfrm>
                <a:off x="2936779" y="3912603"/>
                <a:ext cx="424681" cy="3293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09" name="Straight Connector 408">
                <a:extLst>
                  <a:ext uri="{FF2B5EF4-FFF2-40B4-BE49-F238E27FC236}">
                    <a16:creationId xmlns:a16="http://schemas.microsoft.com/office/drawing/2014/main" id="{59EBD184-D787-4B7E-A3CC-FDFBE871B4D1}"/>
                  </a:ext>
                </a:extLst>
              </p:cNvPr>
              <p:cNvCxnSpPr/>
              <p:nvPr/>
            </p:nvCxnSpPr>
            <p:spPr>
              <a:xfrm>
                <a:off x="2930935" y="4004811"/>
                <a:ext cx="42468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Straight Connector 409">
                <a:extLst>
                  <a:ext uri="{FF2B5EF4-FFF2-40B4-BE49-F238E27FC236}">
                    <a16:creationId xmlns:a16="http://schemas.microsoft.com/office/drawing/2014/main" id="{20F85468-451D-40B4-A6C9-E5953448E4F2}"/>
                  </a:ext>
                </a:extLst>
              </p:cNvPr>
              <p:cNvCxnSpPr/>
              <p:nvPr/>
            </p:nvCxnSpPr>
            <p:spPr>
              <a:xfrm>
                <a:off x="2930935" y="4067381"/>
                <a:ext cx="42468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C66E75C6-96E1-48A9-8803-6D81B7F2806E}"/>
                  </a:ext>
                </a:extLst>
              </p:cNvPr>
              <p:cNvCxnSpPr>
                <a:stCxn id="408" idx="2"/>
              </p:cNvCxnSpPr>
              <p:nvPr/>
            </p:nvCxnSpPr>
            <p:spPr>
              <a:xfrm flipH="1" flipV="1">
                <a:off x="3147171" y="4004811"/>
                <a:ext cx="1949" cy="237106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345" name="Group 411">
              <a:extLst>
                <a:ext uri="{FF2B5EF4-FFF2-40B4-BE49-F238E27FC236}">
                  <a16:creationId xmlns:a16="http://schemas.microsoft.com/office/drawing/2014/main" id="{74BF57D4-0F37-4F58-89BD-41E50C587A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82104" y="2792111"/>
              <a:ext cx="350837" cy="317387"/>
              <a:chOff x="2931664" y="3912603"/>
              <a:chExt cx="430450" cy="329314"/>
            </a:xfrm>
          </p:grpSpPr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ECD9D299-5606-4640-B9F4-F141C0428DBC}"/>
                  </a:ext>
                </a:extLst>
              </p:cNvPr>
              <p:cNvSpPr/>
              <p:nvPr/>
            </p:nvSpPr>
            <p:spPr>
              <a:xfrm>
                <a:off x="2936958" y="3912603"/>
                <a:ext cx="424682" cy="3293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14" name="Straight Connector 413">
                <a:extLst>
                  <a:ext uri="{FF2B5EF4-FFF2-40B4-BE49-F238E27FC236}">
                    <a16:creationId xmlns:a16="http://schemas.microsoft.com/office/drawing/2014/main" id="{1B5B8D2E-6583-4537-A80A-1F7D4840BFED}"/>
                  </a:ext>
                </a:extLst>
              </p:cNvPr>
              <p:cNvCxnSpPr/>
              <p:nvPr/>
            </p:nvCxnSpPr>
            <p:spPr>
              <a:xfrm>
                <a:off x="2931113" y="4004811"/>
                <a:ext cx="424682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5" name="Straight Connector 414">
                <a:extLst>
                  <a:ext uri="{FF2B5EF4-FFF2-40B4-BE49-F238E27FC236}">
                    <a16:creationId xmlns:a16="http://schemas.microsoft.com/office/drawing/2014/main" id="{5E09274D-E538-4AAE-AE63-236C588766E1}"/>
                  </a:ext>
                </a:extLst>
              </p:cNvPr>
              <p:cNvCxnSpPr/>
              <p:nvPr/>
            </p:nvCxnSpPr>
            <p:spPr>
              <a:xfrm>
                <a:off x="2931113" y="4067381"/>
                <a:ext cx="424682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>
                <a:extLst>
                  <a:ext uri="{FF2B5EF4-FFF2-40B4-BE49-F238E27FC236}">
                    <a16:creationId xmlns:a16="http://schemas.microsoft.com/office/drawing/2014/main" id="{753DDC52-579F-411E-8319-27D92AE2B2A9}"/>
                  </a:ext>
                </a:extLst>
              </p:cNvPr>
              <p:cNvCxnSpPr>
                <a:stCxn id="413" idx="2"/>
              </p:cNvCxnSpPr>
              <p:nvPr/>
            </p:nvCxnSpPr>
            <p:spPr>
              <a:xfrm flipH="1" flipV="1">
                <a:off x="3147351" y="4004811"/>
                <a:ext cx="1947" cy="237106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346" name="Group 416">
              <a:extLst>
                <a:ext uri="{FF2B5EF4-FFF2-40B4-BE49-F238E27FC236}">
                  <a16:creationId xmlns:a16="http://schemas.microsoft.com/office/drawing/2014/main" id="{AC6CBAA8-C959-4C2C-A6F2-131F910C69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74316" y="2795285"/>
              <a:ext cx="349250" cy="317387"/>
              <a:chOff x="2931664" y="3912603"/>
              <a:chExt cx="430450" cy="329314"/>
            </a:xfrm>
          </p:grpSpPr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2DB4E800-A598-45AA-9361-A9CA0D602D70}"/>
                  </a:ext>
                </a:extLst>
              </p:cNvPr>
              <p:cNvSpPr/>
              <p:nvPr/>
            </p:nvSpPr>
            <p:spPr>
              <a:xfrm>
                <a:off x="2937241" y="3912603"/>
                <a:ext cx="424655" cy="3293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19" name="Straight Connector 418">
                <a:extLst>
                  <a:ext uri="{FF2B5EF4-FFF2-40B4-BE49-F238E27FC236}">
                    <a16:creationId xmlns:a16="http://schemas.microsoft.com/office/drawing/2014/main" id="{C2A52615-30D1-434C-9B74-EAC915F38551}"/>
                  </a:ext>
                </a:extLst>
              </p:cNvPr>
              <p:cNvCxnSpPr/>
              <p:nvPr/>
            </p:nvCxnSpPr>
            <p:spPr>
              <a:xfrm>
                <a:off x="2931371" y="4004811"/>
                <a:ext cx="424654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419">
                <a:extLst>
                  <a:ext uri="{FF2B5EF4-FFF2-40B4-BE49-F238E27FC236}">
                    <a16:creationId xmlns:a16="http://schemas.microsoft.com/office/drawing/2014/main" id="{302456B7-0230-41FB-86A7-0718562C788C}"/>
                  </a:ext>
                </a:extLst>
              </p:cNvPr>
              <p:cNvCxnSpPr/>
              <p:nvPr/>
            </p:nvCxnSpPr>
            <p:spPr>
              <a:xfrm>
                <a:off x="2931371" y="4067381"/>
                <a:ext cx="424654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1" name="Straight Connector 420">
                <a:extLst>
                  <a:ext uri="{FF2B5EF4-FFF2-40B4-BE49-F238E27FC236}">
                    <a16:creationId xmlns:a16="http://schemas.microsoft.com/office/drawing/2014/main" id="{9593ECF9-83EA-42D4-A7F7-86ECCD6DB3F2}"/>
                  </a:ext>
                </a:extLst>
              </p:cNvPr>
              <p:cNvCxnSpPr>
                <a:stCxn id="418" idx="2"/>
              </p:cNvCxnSpPr>
              <p:nvPr/>
            </p:nvCxnSpPr>
            <p:spPr>
              <a:xfrm flipH="1" flipV="1">
                <a:off x="3148590" y="4004811"/>
                <a:ext cx="0" cy="237106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347" name="Group 421">
              <a:extLst>
                <a:ext uri="{FF2B5EF4-FFF2-40B4-BE49-F238E27FC236}">
                  <a16:creationId xmlns:a16="http://schemas.microsoft.com/office/drawing/2014/main" id="{ED2B5D4B-7AF2-46F6-83AA-049665B7F7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379204" y="2792111"/>
              <a:ext cx="350837" cy="317387"/>
              <a:chOff x="2931664" y="3912603"/>
              <a:chExt cx="430450" cy="329314"/>
            </a:xfrm>
          </p:grpSpPr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CDE2879C-42BC-4CDC-90D8-051C8C7C1A3C}"/>
                  </a:ext>
                </a:extLst>
              </p:cNvPr>
              <p:cNvSpPr/>
              <p:nvPr/>
            </p:nvSpPr>
            <p:spPr>
              <a:xfrm>
                <a:off x="2937432" y="3912603"/>
                <a:ext cx="424682" cy="32931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424" name="Straight Connector 423">
                <a:extLst>
                  <a:ext uri="{FF2B5EF4-FFF2-40B4-BE49-F238E27FC236}">
                    <a16:creationId xmlns:a16="http://schemas.microsoft.com/office/drawing/2014/main" id="{08616847-E5BF-4BD7-A638-69DD98D648AF}"/>
                  </a:ext>
                </a:extLst>
              </p:cNvPr>
              <p:cNvCxnSpPr/>
              <p:nvPr/>
            </p:nvCxnSpPr>
            <p:spPr>
              <a:xfrm>
                <a:off x="2931587" y="4004811"/>
                <a:ext cx="424682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5" name="Straight Connector 424">
                <a:extLst>
                  <a:ext uri="{FF2B5EF4-FFF2-40B4-BE49-F238E27FC236}">
                    <a16:creationId xmlns:a16="http://schemas.microsoft.com/office/drawing/2014/main" id="{35898C27-BCB4-4066-AF80-8AE858881F25}"/>
                  </a:ext>
                </a:extLst>
              </p:cNvPr>
              <p:cNvCxnSpPr/>
              <p:nvPr/>
            </p:nvCxnSpPr>
            <p:spPr>
              <a:xfrm>
                <a:off x="2931587" y="4067381"/>
                <a:ext cx="424682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6" name="Straight Connector 425">
                <a:extLst>
                  <a:ext uri="{FF2B5EF4-FFF2-40B4-BE49-F238E27FC236}">
                    <a16:creationId xmlns:a16="http://schemas.microsoft.com/office/drawing/2014/main" id="{C08B1B04-830D-479C-AB5B-BDE2DCB6A1E4}"/>
                  </a:ext>
                </a:extLst>
              </p:cNvPr>
              <p:cNvCxnSpPr>
                <a:stCxn id="423" idx="2"/>
              </p:cNvCxnSpPr>
              <p:nvPr/>
            </p:nvCxnSpPr>
            <p:spPr>
              <a:xfrm flipH="1" flipV="1">
                <a:off x="3147825" y="4004811"/>
                <a:ext cx="1947" cy="237106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48259">
            <a:extLst>
              <a:ext uri="{FF2B5EF4-FFF2-40B4-BE49-F238E27FC236}">
                <a16:creationId xmlns:a16="http://schemas.microsoft.com/office/drawing/2014/main" id="{89456E69-0C98-46B1-B614-9C5FFC35188C}"/>
              </a:ext>
            </a:extLst>
          </p:cNvPr>
          <p:cNvGrpSpPr>
            <a:grpSpLocks/>
          </p:cNvGrpSpPr>
          <p:nvPr/>
        </p:nvGrpSpPr>
        <p:grpSpPr bwMode="auto">
          <a:xfrm>
            <a:off x="1855788" y="3709988"/>
            <a:ext cx="5211762" cy="2740025"/>
            <a:chOff x="1856416" y="3709935"/>
            <a:chExt cx="5211763" cy="2739614"/>
          </a:xfrm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BE797C3-3022-470A-A9C6-FF212E4B19CB}"/>
                </a:ext>
              </a:extLst>
            </p:cNvPr>
            <p:cNvSpPr/>
            <p:nvPr/>
          </p:nvSpPr>
          <p:spPr>
            <a:xfrm>
              <a:off x="1877053" y="5330529"/>
              <a:ext cx="1281113" cy="758711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363082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569478 w 1040633"/>
                <a:gd name="connsiteY3" fmla="*/ 1158121 h 1160935"/>
                <a:gd name="connsiteX4" fmla="*/ 448507 w 1040633"/>
                <a:gd name="connsiteY4" fmla="*/ 1160935 h 1160935"/>
                <a:gd name="connsiteX0" fmla="*/ 448507 w 1325315"/>
                <a:gd name="connsiteY0" fmla="*/ 1160935 h 1160935"/>
                <a:gd name="connsiteX1" fmla="*/ 0 w 1325315"/>
                <a:gd name="connsiteY1" fmla="*/ 0 h 1160935"/>
                <a:gd name="connsiteX2" fmla="*/ 1040633 w 1325315"/>
                <a:gd name="connsiteY2" fmla="*/ 16785 h 1160935"/>
                <a:gd name="connsiteX3" fmla="*/ 1214315 w 1325315"/>
                <a:gd name="connsiteY3" fmla="*/ 1064597 h 1160935"/>
                <a:gd name="connsiteX4" fmla="*/ 448507 w 1325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448507 w 1214315"/>
                <a:gd name="connsiteY0" fmla="*/ 1160935 h 1160935"/>
                <a:gd name="connsiteX1" fmla="*/ 0 w 1214315"/>
                <a:gd name="connsiteY1" fmla="*/ 0 h 1160935"/>
                <a:gd name="connsiteX2" fmla="*/ 1040633 w 1214315"/>
                <a:gd name="connsiteY2" fmla="*/ 16785 h 1160935"/>
                <a:gd name="connsiteX3" fmla="*/ 1214315 w 1214315"/>
                <a:gd name="connsiteY3" fmla="*/ 1064597 h 1160935"/>
                <a:gd name="connsiteX4" fmla="*/ 448507 w 1214315"/>
                <a:gd name="connsiteY4" fmla="*/ 1160935 h 1160935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53964 w 1214315"/>
                <a:gd name="connsiteY0" fmla="*/ 1136323 h 1136323"/>
                <a:gd name="connsiteX1" fmla="*/ 0 w 1214315"/>
                <a:gd name="connsiteY1" fmla="*/ 0 h 1136323"/>
                <a:gd name="connsiteX2" fmla="*/ 1040633 w 1214315"/>
                <a:gd name="connsiteY2" fmla="*/ 16785 h 1136323"/>
                <a:gd name="connsiteX3" fmla="*/ 1214315 w 1214315"/>
                <a:gd name="connsiteY3" fmla="*/ 1064597 h 1136323"/>
                <a:gd name="connsiteX4" fmla="*/ 1053964 w 1214315"/>
                <a:gd name="connsiteY4" fmla="*/ 1136323 h 1136323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1119627 h 1119627"/>
                <a:gd name="connsiteX1" fmla="*/ 0 w 1220510"/>
                <a:gd name="connsiteY1" fmla="*/ 249694 h 1119627"/>
                <a:gd name="connsiteX2" fmla="*/ 1046828 w 1220510"/>
                <a:gd name="connsiteY2" fmla="*/ 89 h 1119627"/>
                <a:gd name="connsiteX3" fmla="*/ 1220510 w 1220510"/>
                <a:gd name="connsiteY3" fmla="*/ 1047901 h 1119627"/>
                <a:gd name="connsiteX4" fmla="*/ 1060159 w 1220510"/>
                <a:gd name="connsiteY4" fmla="*/ 1119627 h 1119627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220510"/>
                <a:gd name="connsiteY0" fmla="*/ 921649 h 921649"/>
                <a:gd name="connsiteX1" fmla="*/ 0 w 1220510"/>
                <a:gd name="connsiteY1" fmla="*/ 51716 h 921649"/>
                <a:gd name="connsiteX2" fmla="*/ 1059218 w 1220510"/>
                <a:gd name="connsiteY2" fmla="*/ 355 h 921649"/>
                <a:gd name="connsiteX3" fmla="*/ 1220510 w 1220510"/>
                <a:gd name="connsiteY3" fmla="*/ 849923 h 921649"/>
                <a:gd name="connsiteX4" fmla="*/ 1060159 w 1220510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60159 w 1340486"/>
                <a:gd name="connsiteY0" fmla="*/ 921649 h 921649"/>
                <a:gd name="connsiteX1" fmla="*/ 0 w 1340486"/>
                <a:gd name="connsiteY1" fmla="*/ 51716 h 921649"/>
                <a:gd name="connsiteX2" fmla="*/ 1059218 w 1340486"/>
                <a:gd name="connsiteY2" fmla="*/ 355 h 921649"/>
                <a:gd name="connsiteX3" fmla="*/ 1340486 w 1340486"/>
                <a:gd name="connsiteY3" fmla="*/ 709789 h 921649"/>
                <a:gd name="connsiteX4" fmla="*/ 1060159 w 1340486"/>
                <a:gd name="connsiteY4" fmla="*/ 921649 h 921649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1025166 w 1340486"/>
                <a:gd name="connsiteY0" fmla="*/ 746482 h 746482"/>
                <a:gd name="connsiteX1" fmla="*/ 0 w 1340486"/>
                <a:gd name="connsiteY1" fmla="*/ 51716 h 746482"/>
                <a:gd name="connsiteX2" fmla="*/ 1059218 w 1340486"/>
                <a:gd name="connsiteY2" fmla="*/ 355 h 746482"/>
                <a:gd name="connsiteX3" fmla="*/ 1340486 w 1340486"/>
                <a:gd name="connsiteY3" fmla="*/ 709789 h 746482"/>
                <a:gd name="connsiteX4" fmla="*/ 1025166 w 1340486"/>
                <a:gd name="connsiteY4" fmla="*/ 746482 h 746482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  <a:gd name="connsiteX0" fmla="*/ 965179 w 1280499"/>
                <a:gd name="connsiteY0" fmla="*/ 759828 h 759828"/>
                <a:gd name="connsiteX1" fmla="*/ 0 w 1280499"/>
                <a:gd name="connsiteY1" fmla="*/ 0 h 759828"/>
                <a:gd name="connsiteX2" fmla="*/ 999231 w 1280499"/>
                <a:gd name="connsiteY2" fmla="*/ 13701 h 759828"/>
                <a:gd name="connsiteX3" fmla="*/ 1280499 w 1280499"/>
                <a:gd name="connsiteY3" fmla="*/ 723135 h 759828"/>
                <a:gd name="connsiteX4" fmla="*/ 965179 w 1280499"/>
                <a:gd name="connsiteY4" fmla="*/ 759828 h 759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99" h="759828">
                  <a:moveTo>
                    <a:pt x="965179" y="759828"/>
                  </a:moveTo>
                  <a:cubicBezTo>
                    <a:pt x="301565" y="231725"/>
                    <a:pt x="628999" y="498939"/>
                    <a:pt x="0" y="0"/>
                  </a:cubicBezTo>
                  <a:lnTo>
                    <a:pt x="999231" y="13701"/>
                  </a:lnTo>
                  <a:cubicBezTo>
                    <a:pt x="1112985" y="379881"/>
                    <a:pt x="1055867" y="236107"/>
                    <a:pt x="1280499" y="723135"/>
                  </a:cubicBezTo>
                  <a:cubicBezTo>
                    <a:pt x="1186079" y="728668"/>
                    <a:pt x="1127207" y="701414"/>
                    <a:pt x="965179" y="75982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702D4A8A-5433-4794-9EF3-44B0528708C8}"/>
                </a:ext>
              </a:extLst>
            </p:cNvPr>
            <p:cNvSpPr/>
            <p:nvPr/>
          </p:nvSpPr>
          <p:spPr>
            <a:xfrm>
              <a:off x="6202992" y="5428939"/>
              <a:ext cx="865187" cy="553955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3004 w 954755"/>
                <a:gd name="connsiteY0" fmla="*/ 943771 h 976186"/>
                <a:gd name="connsiteX1" fmla="*/ 455145 w 954755"/>
                <a:gd name="connsiteY1" fmla="*/ 11688 h 976186"/>
                <a:gd name="connsiteX2" fmla="*/ 954755 w 954755"/>
                <a:gd name="connsiteY2" fmla="*/ 0 h 976186"/>
                <a:gd name="connsiteX3" fmla="*/ 728484 w 954755"/>
                <a:gd name="connsiteY3" fmla="*/ 976186 h 976186"/>
                <a:gd name="connsiteX4" fmla="*/ 23004 w 954755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76186"/>
                <a:gd name="connsiteX1" fmla="*/ 432141 w 931751"/>
                <a:gd name="connsiteY1" fmla="*/ 11688 h 976186"/>
                <a:gd name="connsiteX2" fmla="*/ 931751 w 931751"/>
                <a:gd name="connsiteY2" fmla="*/ 0 h 976186"/>
                <a:gd name="connsiteX3" fmla="*/ 705480 w 931751"/>
                <a:gd name="connsiteY3" fmla="*/ 976186 h 976186"/>
                <a:gd name="connsiteX4" fmla="*/ 0 w 931751"/>
                <a:gd name="connsiteY4" fmla="*/ 943771 h 976186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31751"/>
                <a:gd name="connsiteY0" fmla="*/ 943771 h 966342"/>
                <a:gd name="connsiteX1" fmla="*/ 432141 w 931751"/>
                <a:gd name="connsiteY1" fmla="*/ 11688 h 966342"/>
                <a:gd name="connsiteX2" fmla="*/ 931751 w 931751"/>
                <a:gd name="connsiteY2" fmla="*/ 0 h 966342"/>
                <a:gd name="connsiteX3" fmla="*/ 183705 w 931751"/>
                <a:gd name="connsiteY3" fmla="*/ 966342 h 966342"/>
                <a:gd name="connsiteX4" fmla="*/ 0 w 931751"/>
                <a:gd name="connsiteY4" fmla="*/ 943771 h 966342"/>
                <a:gd name="connsiteX0" fmla="*/ 0 w 956363"/>
                <a:gd name="connsiteY0" fmla="*/ 932083 h 954654"/>
                <a:gd name="connsiteX1" fmla="*/ 432141 w 956363"/>
                <a:gd name="connsiteY1" fmla="*/ 0 h 954654"/>
                <a:gd name="connsiteX2" fmla="*/ 956363 w 956363"/>
                <a:gd name="connsiteY2" fmla="*/ 12924 h 954654"/>
                <a:gd name="connsiteX3" fmla="*/ 183705 w 956363"/>
                <a:gd name="connsiteY3" fmla="*/ 954654 h 954654"/>
                <a:gd name="connsiteX4" fmla="*/ 0 w 956363"/>
                <a:gd name="connsiteY4" fmla="*/ 932083 h 954654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56363"/>
                <a:gd name="connsiteY0" fmla="*/ 919226 h 941797"/>
                <a:gd name="connsiteX1" fmla="*/ 405840 w 956363"/>
                <a:gd name="connsiteY1" fmla="*/ 197551 h 941797"/>
                <a:gd name="connsiteX2" fmla="*/ 956363 w 956363"/>
                <a:gd name="connsiteY2" fmla="*/ 67 h 941797"/>
                <a:gd name="connsiteX3" fmla="*/ 183705 w 956363"/>
                <a:gd name="connsiteY3" fmla="*/ 941797 h 941797"/>
                <a:gd name="connsiteX4" fmla="*/ 0 w 956363"/>
                <a:gd name="connsiteY4" fmla="*/ 919226 h 941797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926304"/>
                <a:gd name="connsiteY0" fmla="*/ 735614 h 758185"/>
                <a:gd name="connsiteX1" fmla="*/ 405840 w 926304"/>
                <a:gd name="connsiteY1" fmla="*/ 13939 h 758185"/>
                <a:gd name="connsiteX2" fmla="*/ 926304 w 926304"/>
                <a:gd name="connsiteY2" fmla="*/ 563 h 758185"/>
                <a:gd name="connsiteX3" fmla="*/ 183705 w 926304"/>
                <a:gd name="connsiteY3" fmla="*/ 758185 h 758185"/>
                <a:gd name="connsiteX4" fmla="*/ 0 w 926304"/>
                <a:gd name="connsiteY4" fmla="*/ 735614 h 758185"/>
                <a:gd name="connsiteX0" fmla="*/ 0 w 1011379"/>
                <a:gd name="connsiteY0" fmla="*/ 605727 h 758185"/>
                <a:gd name="connsiteX1" fmla="*/ 490915 w 1011379"/>
                <a:gd name="connsiteY1" fmla="*/ 13939 h 758185"/>
                <a:gd name="connsiteX2" fmla="*/ 1011379 w 1011379"/>
                <a:gd name="connsiteY2" fmla="*/ 563 h 758185"/>
                <a:gd name="connsiteX3" fmla="*/ 268780 w 1011379"/>
                <a:gd name="connsiteY3" fmla="*/ 758185 h 758185"/>
                <a:gd name="connsiteX4" fmla="*/ 0 w 1011379"/>
                <a:gd name="connsiteY4" fmla="*/ 605727 h 758185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48280"/>
                <a:gd name="connsiteX1" fmla="*/ 490915 w 1011379"/>
                <a:gd name="connsiteY1" fmla="*/ 13939 h 648280"/>
                <a:gd name="connsiteX2" fmla="*/ 1011379 w 1011379"/>
                <a:gd name="connsiteY2" fmla="*/ 563 h 648280"/>
                <a:gd name="connsiteX3" fmla="*/ 198718 w 1011379"/>
                <a:gd name="connsiteY3" fmla="*/ 648280 h 648280"/>
                <a:gd name="connsiteX4" fmla="*/ 0 w 1011379"/>
                <a:gd name="connsiteY4" fmla="*/ 605727 h 648280"/>
                <a:gd name="connsiteX0" fmla="*/ 0 w 1011379"/>
                <a:gd name="connsiteY0" fmla="*/ 605727 h 605727"/>
                <a:gd name="connsiteX1" fmla="*/ 490915 w 1011379"/>
                <a:gd name="connsiteY1" fmla="*/ 13939 h 605727"/>
                <a:gd name="connsiteX2" fmla="*/ 1011379 w 1011379"/>
                <a:gd name="connsiteY2" fmla="*/ 563 h 605727"/>
                <a:gd name="connsiteX3" fmla="*/ 318823 w 1011379"/>
                <a:gd name="connsiteY3" fmla="*/ 553361 h 605727"/>
                <a:gd name="connsiteX4" fmla="*/ 0 w 1011379"/>
                <a:gd name="connsiteY4" fmla="*/ 605727 h 605727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  <a:gd name="connsiteX0" fmla="*/ 0 w 866251"/>
                <a:gd name="connsiteY0" fmla="*/ 540783 h 553361"/>
                <a:gd name="connsiteX1" fmla="*/ 345787 w 866251"/>
                <a:gd name="connsiteY1" fmla="*/ 13939 h 553361"/>
                <a:gd name="connsiteX2" fmla="*/ 866251 w 866251"/>
                <a:gd name="connsiteY2" fmla="*/ 563 h 553361"/>
                <a:gd name="connsiteX3" fmla="*/ 173695 w 866251"/>
                <a:gd name="connsiteY3" fmla="*/ 553361 h 553361"/>
                <a:gd name="connsiteX4" fmla="*/ 0 w 866251"/>
                <a:gd name="connsiteY4" fmla="*/ 540783 h 553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6251" h="553361">
                  <a:moveTo>
                    <a:pt x="0" y="540783"/>
                  </a:moveTo>
                  <a:cubicBezTo>
                    <a:pt x="274887" y="134762"/>
                    <a:pt x="159176" y="337938"/>
                    <a:pt x="345787" y="13939"/>
                  </a:cubicBezTo>
                  <a:cubicBezTo>
                    <a:pt x="520528" y="18247"/>
                    <a:pt x="691510" y="-3745"/>
                    <a:pt x="866251" y="563"/>
                  </a:cubicBezTo>
                  <a:cubicBezTo>
                    <a:pt x="252709" y="502795"/>
                    <a:pt x="640047" y="209256"/>
                    <a:pt x="173695" y="553361"/>
                  </a:cubicBezTo>
                  <a:cubicBezTo>
                    <a:pt x="39410" y="524725"/>
                    <a:pt x="196198" y="539317"/>
                    <a:pt x="0" y="54078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2F78E63F-EA0D-45BC-A1C2-0AF7EA54671A}"/>
                </a:ext>
              </a:extLst>
            </p:cNvPr>
            <p:cNvSpPr/>
            <p:nvPr/>
          </p:nvSpPr>
          <p:spPr>
            <a:xfrm>
              <a:off x="5377492" y="5449574"/>
              <a:ext cx="676275" cy="896802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27977 w 802211"/>
                <a:gd name="connsiteY0" fmla="*/ 815791 h 976186"/>
                <a:gd name="connsiteX1" fmla="*/ 302601 w 802211"/>
                <a:gd name="connsiteY1" fmla="*/ 11688 h 976186"/>
                <a:gd name="connsiteX2" fmla="*/ 802211 w 802211"/>
                <a:gd name="connsiteY2" fmla="*/ 0 h 976186"/>
                <a:gd name="connsiteX3" fmla="*/ 575940 w 802211"/>
                <a:gd name="connsiteY3" fmla="*/ 976186 h 976186"/>
                <a:gd name="connsiteX4" fmla="*/ 27977 w 802211"/>
                <a:gd name="connsiteY4" fmla="*/ 815791 h 976186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15791 h 815791"/>
                <a:gd name="connsiteX1" fmla="*/ 302601 w 802211"/>
                <a:gd name="connsiteY1" fmla="*/ 11688 h 815791"/>
                <a:gd name="connsiteX2" fmla="*/ 802211 w 802211"/>
                <a:gd name="connsiteY2" fmla="*/ 0 h 815791"/>
                <a:gd name="connsiteX3" fmla="*/ 236294 w 802211"/>
                <a:gd name="connsiteY3" fmla="*/ 808828 h 815791"/>
                <a:gd name="connsiteX4" fmla="*/ 27977 w 802211"/>
                <a:gd name="connsiteY4" fmla="*/ 815791 h 815791"/>
                <a:gd name="connsiteX0" fmla="*/ 27977 w 802211"/>
                <a:gd name="connsiteY0" fmla="*/ 828714 h 828714"/>
                <a:gd name="connsiteX1" fmla="*/ 302601 w 802211"/>
                <a:gd name="connsiteY1" fmla="*/ 0 h 828714"/>
                <a:gd name="connsiteX2" fmla="*/ 802211 w 802211"/>
                <a:gd name="connsiteY2" fmla="*/ 12923 h 828714"/>
                <a:gd name="connsiteX3" fmla="*/ 236294 w 802211"/>
                <a:gd name="connsiteY3" fmla="*/ 821751 h 828714"/>
                <a:gd name="connsiteX4" fmla="*/ 27977 w 802211"/>
                <a:gd name="connsiteY4" fmla="*/ 828714 h 828714"/>
                <a:gd name="connsiteX0" fmla="*/ 56213 w 830447"/>
                <a:gd name="connsiteY0" fmla="*/ 828714 h 828714"/>
                <a:gd name="connsiteX1" fmla="*/ 330837 w 830447"/>
                <a:gd name="connsiteY1" fmla="*/ 0 h 828714"/>
                <a:gd name="connsiteX2" fmla="*/ 830447 w 830447"/>
                <a:gd name="connsiteY2" fmla="*/ 12923 h 828714"/>
                <a:gd name="connsiteX3" fmla="*/ 264530 w 830447"/>
                <a:gd name="connsiteY3" fmla="*/ 821751 h 828714"/>
                <a:gd name="connsiteX4" fmla="*/ 56213 w 830447"/>
                <a:gd name="connsiteY4" fmla="*/ 828714 h 828714"/>
                <a:gd name="connsiteX0" fmla="*/ 64130 w 789139"/>
                <a:gd name="connsiteY0" fmla="*/ 794258 h 821751"/>
                <a:gd name="connsiteX1" fmla="*/ 289529 w 789139"/>
                <a:gd name="connsiteY1" fmla="*/ 0 h 821751"/>
                <a:gd name="connsiteX2" fmla="*/ 789139 w 789139"/>
                <a:gd name="connsiteY2" fmla="*/ 12923 h 821751"/>
                <a:gd name="connsiteX3" fmla="*/ 223222 w 789139"/>
                <a:gd name="connsiteY3" fmla="*/ 821751 h 821751"/>
                <a:gd name="connsiteX4" fmla="*/ 64130 w 789139"/>
                <a:gd name="connsiteY4" fmla="*/ 794258 h 821751"/>
                <a:gd name="connsiteX0" fmla="*/ 0 w 725009"/>
                <a:gd name="connsiteY0" fmla="*/ 794258 h 821751"/>
                <a:gd name="connsiteX1" fmla="*/ 225399 w 725009"/>
                <a:gd name="connsiteY1" fmla="*/ 0 h 821751"/>
                <a:gd name="connsiteX2" fmla="*/ 725009 w 725009"/>
                <a:gd name="connsiteY2" fmla="*/ 12923 h 821751"/>
                <a:gd name="connsiteX3" fmla="*/ 159092 w 725009"/>
                <a:gd name="connsiteY3" fmla="*/ 821751 h 821751"/>
                <a:gd name="connsiteX4" fmla="*/ 0 w 725009"/>
                <a:gd name="connsiteY4" fmla="*/ 794258 h 82175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422433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17334 h 1244827"/>
                <a:gd name="connsiteX1" fmla="*/ 225399 w 725009"/>
                <a:gd name="connsiteY1" fmla="*/ 13566 h 1244827"/>
                <a:gd name="connsiteX2" fmla="*/ 725009 w 725009"/>
                <a:gd name="connsiteY2" fmla="*/ 571 h 1244827"/>
                <a:gd name="connsiteX3" fmla="*/ 159092 w 725009"/>
                <a:gd name="connsiteY3" fmla="*/ 1244827 h 1244827"/>
                <a:gd name="connsiteX4" fmla="*/ 0 w 725009"/>
                <a:gd name="connsiteY4" fmla="*/ 1217334 h 1244827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009"/>
                <a:gd name="connsiteY0" fmla="*/ 1203768 h 1231261"/>
                <a:gd name="connsiteX1" fmla="*/ 225399 w 725009"/>
                <a:gd name="connsiteY1" fmla="*/ 0 h 1231261"/>
                <a:gd name="connsiteX2" fmla="*/ 725009 w 725009"/>
                <a:gd name="connsiteY2" fmla="*/ 129782 h 1231261"/>
                <a:gd name="connsiteX3" fmla="*/ 159092 w 725009"/>
                <a:gd name="connsiteY3" fmla="*/ 1231261 h 1231261"/>
                <a:gd name="connsiteX4" fmla="*/ 0 w 725009"/>
                <a:gd name="connsiteY4" fmla="*/ 1203768 h 1231261"/>
                <a:gd name="connsiteX0" fmla="*/ 0 w 725497"/>
                <a:gd name="connsiteY0" fmla="*/ 1279028 h 1306521"/>
                <a:gd name="connsiteX1" fmla="*/ 225399 w 725497"/>
                <a:gd name="connsiteY1" fmla="*/ 75260 h 1306521"/>
                <a:gd name="connsiteX2" fmla="*/ 396193 w 725497"/>
                <a:gd name="connsiteY2" fmla="*/ 156799 h 1306521"/>
                <a:gd name="connsiteX3" fmla="*/ 725009 w 725497"/>
                <a:gd name="connsiteY3" fmla="*/ 205042 h 1306521"/>
                <a:gd name="connsiteX4" fmla="*/ 159092 w 725497"/>
                <a:gd name="connsiteY4" fmla="*/ 1306521 h 1306521"/>
                <a:gd name="connsiteX5" fmla="*/ 0 w 725497"/>
                <a:gd name="connsiteY5" fmla="*/ 1279028 h 1306521"/>
                <a:gd name="connsiteX0" fmla="*/ 0 w 725239"/>
                <a:gd name="connsiteY0" fmla="*/ 1295668 h 1323161"/>
                <a:gd name="connsiteX1" fmla="*/ 225399 w 725239"/>
                <a:gd name="connsiteY1" fmla="*/ 91900 h 1323161"/>
                <a:gd name="connsiteX2" fmla="*/ 725009 w 725239"/>
                <a:gd name="connsiteY2" fmla="*/ 221682 h 1323161"/>
                <a:gd name="connsiteX3" fmla="*/ 159092 w 725239"/>
                <a:gd name="connsiteY3" fmla="*/ 1323161 h 1323161"/>
                <a:gd name="connsiteX4" fmla="*/ 0 w 725239"/>
                <a:gd name="connsiteY4" fmla="*/ 1295668 h 1323161"/>
                <a:gd name="connsiteX0" fmla="*/ 0 w 725221"/>
                <a:gd name="connsiteY0" fmla="*/ 1210552 h 1238045"/>
                <a:gd name="connsiteX1" fmla="*/ 191583 w 725221"/>
                <a:gd name="connsiteY1" fmla="*/ 153319 h 1238045"/>
                <a:gd name="connsiteX2" fmla="*/ 725009 w 725221"/>
                <a:gd name="connsiteY2" fmla="*/ 136566 h 1238045"/>
                <a:gd name="connsiteX3" fmla="*/ 159092 w 725221"/>
                <a:gd name="connsiteY3" fmla="*/ 1238045 h 1238045"/>
                <a:gd name="connsiteX4" fmla="*/ 0 w 725221"/>
                <a:gd name="connsiteY4" fmla="*/ 1210552 h 1238045"/>
                <a:gd name="connsiteX0" fmla="*/ 0 w 725305"/>
                <a:gd name="connsiteY0" fmla="*/ 1158512 h 1186005"/>
                <a:gd name="connsiteX1" fmla="*/ 191583 w 725305"/>
                <a:gd name="connsiteY1" fmla="*/ 101279 h 1186005"/>
                <a:gd name="connsiteX2" fmla="*/ 725009 w 725305"/>
                <a:gd name="connsiteY2" fmla="*/ 84526 h 1186005"/>
                <a:gd name="connsiteX3" fmla="*/ 159092 w 725305"/>
                <a:gd name="connsiteY3" fmla="*/ 1186005 h 1186005"/>
                <a:gd name="connsiteX4" fmla="*/ 0 w 725305"/>
                <a:gd name="connsiteY4" fmla="*/ 1158512 h 1186005"/>
                <a:gd name="connsiteX0" fmla="*/ 0 w 725009"/>
                <a:gd name="connsiteY0" fmla="*/ 1073986 h 1101479"/>
                <a:gd name="connsiteX1" fmla="*/ 191583 w 725009"/>
                <a:gd name="connsiteY1" fmla="*/ 16753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101479"/>
                <a:gd name="connsiteX1" fmla="*/ 206612 w 725009"/>
                <a:gd name="connsiteY1" fmla="*/ 1724 h 1101479"/>
                <a:gd name="connsiteX2" fmla="*/ 725009 w 725009"/>
                <a:gd name="connsiteY2" fmla="*/ 0 h 1101479"/>
                <a:gd name="connsiteX3" fmla="*/ 159092 w 725009"/>
                <a:gd name="connsiteY3" fmla="*/ 1101479 h 1101479"/>
                <a:gd name="connsiteX4" fmla="*/ 0 w 725009"/>
                <a:gd name="connsiteY4" fmla="*/ 1073986 h 1101479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725009"/>
                <a:gd name="connsiteY0" fmla="*/ 1073986 h 1074607"/>
                <a:gd name="connsiteX1" fmla="*/ 206612 w 725009"/>
                <a:gd name="connsiteY1" fmla="*/ 1724 h 1074607"/>
                <a:gd name="connsiteX2" fmla="*/ 725009 w 725009"/>
                <a:gd name="connsiteY2" fmla="*/ 0 h 1074607"/>
                <a:gd name="connsiteX3" fmla="*/ 229048 w 725009"/>
                <a:gd name="connsiteY3" fmla="*/ 886531 h 1074607"/>
                <a:gd name="connsiteX4" fmla="*/ 0 w 725009"/>
                <a:gd name="connsiteY4" fmla="*/ 1073986 h 1074607"/>
                <a:gd name="connsiteX0" fmla="*/ 0 w 675040"/>
                <a:gd name="connsiteY0" fmla="*/ 894029 h 896577"/>
                <a:gd name="connsiteX1" fmla="*/ 15664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  <a:gd name="connsiteX0" fmla="*/ 0 w 675040"/>
                <a:gd name="connsiteY0" fmla="*/ 894029 h 896577"/>
                <a:gd name="connsiteX1" fmla="*/ 186623 w 675040"/>
                <a:gd name="connsiteY1" fmla="*/ 1724 h 896577"/>
                <a:gd name="connsiteX2" fmla="*/ 675040 w 675040"/>
                <a:gd name="connsiteY2" fmla="*/ 0 h 896577"/>
                <a:gd name="connsiteX3" fmla="*/ 179079 w 675040"/>
                <a:gd name="connsiteY3" fmla="*/ 886531 h 896577"/>
                <a:gd name="connsiteX4" fmla="*/ 0 w 675040"/>
                <a:gd name="connsiteY4" fmla="*/ 894029 h 896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40" h="896577">
                  <a:moveTo>
                    <a:pt x="0" y="894029"/>
                  </a:moveTo>
                  <a:cubicBezTo>
                    <a:pt x="95638" y="409857"/>
                    <a:pt x="76811" y="618448"/>
                    <a:pt x="186623" y="1724"/>
                  </a:cubicBezTo>
                  <a:cubicBezTo>
                    <a:pt x="431451" y="14348"/>
                    <a:pt x="449377" y="35256"/>
                    <a:pt x="675040" y="0"/>
                  </a:cubicBezTo>
                  <a:cubicBezTo>
                    <a:pt x="276172" y="749497"/>
                    <a:pt x="462801" y="344746"/>
                    <a:pt x="179079" y="886531"/>
                  </a:cubicBezTo>
                  <a:cubicBezTo>
                    <a:pt x="44794" y="857895"/>
                    <a:pt x="92525" y="908114"/>
                    <a:pt x="0" y="894029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6499F6A7-FA64-42E9-9563-3F10A49F8027}"/>
                </a:ext>
              </a:extLst>
            </p:cNvPr>
            <p:cNvSpPr/>
            <p:nvPr/>
          </p:nvSpPr>
          <p:spPr>
            <a:xfrm>
              <a:off x="4340853" y="5470208"/>
              <a:ext cx="514350" cy="40157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503138"/>
                <a:gd name="connsiteY0" fmla="*/ 961687 h 964568"/>
                <a:gd name="connsiteX1" fmla="*/ 0 w 503138"/>
                <a:gd name="connsiteY1" fmla="*/ 70 h 964568"/>
                <a:gd name="connsiteX2" fmla="*/ 503138 w 503138"/>
                <a:gd name="connsiteY2" fmla="*/ 154187 h 964568"/>
                <a:gd name="connsiteX3" fmla="*/ 273339 w 503138"/>
                <a:gd name="connsiteY3" fmla="*/ 964568 h 964568"/>
                <a:gd name="connsiteX4" fmla="*/ 197928 w 503138"/>
                <a:gd name="connsiteY4" fmla="*/ 961687 h 964568"/>
                <a:gd name="connsiteX0" fmla="*/ 201456 w 506666"/>
                <a:gd name="connsiteY0" fmla="*/ 807500 h 810381"/>
                <a:gd name="connsiteX1" fmla="*/ 0 w 506666"/>
                <a:gd name="connsiteY1" fmla="*/ 15216 h 810381"/>
                <a:gd name="connsiteX2" fmla="*/ 506666 w 506666"/>
                <a:gd name="connsiteY2" fmla="*/ 0 h 810381"/>
                <a:gd name="connsiteX3" fmla="*/ 276867 w 506666"/>
                <a:gd name="connsiteY3" fmla="*/ 810381 h 810381"/>
                <a:gd name="connsiteX4" fmla="*/ 201456 w 506666"/>
                <a:gd name="connsiteY4" fmla="*/ 807500 h 810381"/>
                <a:gd name="connsiteX0" fmla="*/ 201456 w 506666"/>
                <a:gd name="connsiteY0" fmla="*/ 807500 h 811593"/>
                <a:gd name="connsiteX1" fmla="*/ 0 w 506666"/>
                <a:gd name="connsiteY1" fmla="*/ 15216 h 811593"/>
                <a:gd name="connsiteX2" fmla="*/ 506666 w 506666"/>
                <a:gd name="connsiteY2" fmla="*/ 0 h 811593"/>
                <a:gd name="connsiteX3" fmla="*/ 276867 w 506666"/>
                <a:gd name="connsiteY3" fmla="*/ 810381 h 811593"/>
                <a:gd name="connsiteX4" fmla="*/ 201456 w 506666"/>
                <a:gd name="connsiteY4" fmla="*/ 807500 h 811593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276867 w 506666"/>
                <a:gd name="connsiteY3" fmla="*/ 81038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1521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135576 w 506666"/>
                <a:gd name="connsiteY0" fmla="*/ 818480 h 818480"/>
                <a:gd name="connsiteX1" fmla="*/ 0 w 506666"/>
                <a:gd name="connsiteY1" fmla="*/ 7896 h 818480"/>
                <a:gd name="connsiteX2" fmla="*/ 506666 w 506666"/>
                <a:gd name="connsiteY2" fmla="*/ 0 h 818480"/>
                <a:gd name="connsiteX3" fmla="*/ 331766 w 506666"/>
                <a:gd name="connsiteY3" fmla="*/ 803061 h 818480"/>
                <a:gd name="connsiteX4" fmla="*/ 135576 w 506666"/>
                <a:gd name="connsiteY4" fmla="*/ 818480 h 818480"/>
                <a:gd name="connsiteX0" fmla="*/ 45472 w 559302"/>
                <a:gd name="connsiteY0" fmla="*/ 807500 h 807500"/>
                <a:gd name="connsiteX1" fmla="*/ 52636 w 559302"/>
                <a:gd name="connsiteY1" fmla="*/ 7896 h 807500"/>
                <a:gd name="connsiteX2" fmla="*/ 559302 w 559302"/>
                <a:gd name="connsiteY2" fmla="*/ 0 h 807500"/>
                <a:gd name="connsiteX3" fmla="*/ 384402 w 559302"/>
                <a:gd name="connsiteY3" fmla="*/ 803061 h 807500"/>
                <a:gd name="connsiteX4" fmla="*/ 45472 w 559302"/>
                <a:gd name="connsiteY4" fmla="*/ 807500 h 807500"/>
                <a:gd name="connsiteX0" fmla="*/ 21974 w 535804"/>
                <a:gd name="connsiteY0" fmla="*/ 807500 h 807500"/>
                <a:gd name="connsiteX1" fmla="*/ 29138 w 535804"/>
                <a:gd name="connsiteY1" fmla="*/ 7896 h 807500"/>
                <a:gd name="connsiteX2" fmla="*/ 535804 w 535804"/>
                <a:gd name="connsiteY2" fmla="*/ 0 h 807500"/>
                <a:gd name="connsiteX3" fmla="*/ 360904 w 535804"/>
                <a:gd name="connsiteY3" fmla="*/ 803061 h 807500"/>
                <a:gd name="connsiteX4" fmla="*/ 21974 w 535804"/>
                <a:gd name="connsiteY4" fmla="*/ 807500 h 807500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29461"/>
                <a:gd name="connsiteX1" fmla="*/ 0 w 506666"/>
                <a:gd name="connsiteY1" fmla="*/ 7896 h 829461"/>
                <a:gd name="connsiteX2" fmla="*/ 506666 w 506666"/>
                <a:gd name="connsiteY2" fmla="*/ 0 h 829461"/>
                <a:gd name="connsiteX3" fmla="*/ 331766 w 506666"/>
                <a:gd name="connsiteY3" fmla="*/ 803061 h 829461"/>
                <a:gd name="connsiteX4" fmla="*/ 128256 w 506666"/>
                <a:gd name="connsiteY4" fmla="*/ 829461 h 829461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9461 h 830473"/>
                <a:gd name="connsiteX1" fmla="*/ 0 w 506666"/>
                <a:gd name="connsiteY1" fmla="*/ 7896 h 830473"/>
                <a:gd name="connsiteX2" fmla="*/ 506666 w 506666"/>
                <a:gd name="connsiteY2" fmla="*/ 0 h 830473"/>
                <a:gd name="connsiteX3" fmla="*/ 331766 w 506666"/>
                <a:gd name="connsiteY3" fmla="*/ 828681 h 830473"/>
                <a:gd name="connsiteX4" fmla="*/ 128256 w 506666"/>
                <a:gd name="connsiteY4" fmla="*/ 829461 h 830473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28256 w 506666"/>
                <a:gd name="connsiteY0" fmla="*/ 821565 h 822577"/>
                <a:gd name="connsiteX1" fmla="*/ 0 w 506666"/>
                <a:gd name="connsiteY1" fmla="*/ 0 h 822577"/>
                <a:gd name="connsiteX2" fmla="*/ 506666 w 506666"/>
                <a:gd name="connsiteY2" fmla="*/ 255115 h 822577"/>
                <a:gd name="connsiteX3" fmla="*/ 331766 w 506666"/>
                <a:gd name="connsiteY3" fmla="*/ 820785 h 822577"/>
                <a:gd name="connsiteX4" fmla="*/ 128256 w 506666"/>
                <a:gd name="connsiteY4" fmla="*/ 821565 h 822577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8353"/>
                <a:gd name="connsiteX1" fmla="*/ 0 w 514180"/>
                <a:gd name="connsiteY1" fmla="*/ 0 h 578353"/>
                <a:gd name="connsiteX2" fmla="*/ 514180 w 514180"/>
                <a:gd name="connsiteY2" fmla="*/ 10891 h 578353"/>
                <a:gd name="connsiteX3" fmla="*/ 339280 w 514180"/>
                <a:gd name="connsiteY3" fmla="*/ 576561 h 578353"/>
                <a:gd name="connsiteX4" fmla="*/ 135770 w 514180"/>
                <a:gd name="connsiteY4" fmla="*/ 577341 h 578353"/>
                <a:gd name="connsiteX0" fmla="*/ 135770 w 514180"/>
                <a:gd name="connsiteY0" fmla="*/ 577341 h 577341"/>
                <a:gd name="connsiteX1" fmla="*/ 0 w 514180"/>
                <a:gd name="connsiteY1" fmla="*/ 0 h 577341"/>
                <a:gd name="connsiteX2" fmla="*/ 514180 w 514180"/>
                <a:gd name="connsiteY2" fmla="*/ 10891 h 577341"/>
                <a:gd name="connsiteX3" fmla="*/ 404259 w 514180"/>
                <a:gd name="connsiteY3" fmla="*/ 386400 h 577341"/>
                <a:gd name="connsiteX4" fmla="*/ 135770 w 514180"/>
                <a:gd name="connsiteY4" fmla="*/ 577341 h 577341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32218 h 432218"/>
                <a:gd name="connsiteX1" fmla="*/ 0 w 514180"/>
                <a:gd name="connsiteY1" fmla="*/ 0 h 432218"/>
                <a:gd name="connsiteX2" fmla="*/ 514180 w 514180"/>
                <a:gd name="connsiteY2" fmla="*/ 10891 h 432218"/>
                <a:gd name="connsiteX3" fmla="*/ 404259 w 514180"/>
                <a:gd name="connsiteY3" fmla="*/ 386400 h 432218"/>
                <a:gd name="connsiteX4" fmla="*/ 100781 w 514180"/>
                <a:gd name="connsiteY4" fmla="*/ 432218 h 432218"/>
                <a:gd name="connsiteX0" fmla="*/ 100781 w 514180"/>
                <a:gd name="connsiteY0" fmla="*/ 402193 h 402193"/>
                <a:gd name="connsiteX1" fmla="*/ 0 w 514180"/>
                <a:gd name="connsiteY1" fmla="*/ 0 h 402193"/>
                <a:gd name="connsiteX2" fmla="*/ 514180 w 514180"/>
                <a:gd name="connsiteY2" fmla="*/ 10891 h 402193"/>
                <a:gd name="connsiteX3" fmla="*/ 404259 w 514180"/>
                <a:gd name="connsiteY3" fmla="*/ 386400 h 402193"/>
                <a:gd name="connsiteX4" fmla="*/ 100781 w 514180"/>
                <a:gd name="connsiteY4" fmla="*/ 402193 h 402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4180" h="402193">
                  <a:moveTo>
                    <a:pt x="100781" y="402193"/>
                  </a:moveTo>
                  <a:cubicBezTo>
                    <a:pt x="60584" y="194221"/>
                    <a:pt x="96631" y="442038"/>
                    <a:pt x="0" y="0"/>
                  </a:cubicBezTo>
                  <a:lnTo>
                    <a:pt x="514180" y="10891"/>
                  </a:lnTo>
                  <a:cubicBezTo>
                    <a:pt x="417353" y="348331"/>
                    <a:pt x="491637" y="89943"/>
                    <a:pt x="404259" y="386400"/>
                  </a:cubicBezTo>
                  <a:cubicBezTo>
                    <a:pt x="357814" y="390704"/>
                    <a:pt x="168880" y="400727"/>
                    <a:pt x="100781" y="40219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329F72AB-05B9-44E2-8851-A63344ED28B4}"/>
                </a:ext>
              </a:extLst>
            </p:cNvPr>
            <p:cNvSpPr/>
            <p:nvPr/>
          </p:nvSpPr>
          <p:spPr>
            <a:xfrm>
              <a:off x="3561391" y="5433701"/>
              <a:ext cx="573087" cy="1015848"/>
            </a:xfrm>
            <a:custGeom>
              <a:avLst/>
              <a:gdLst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418712 w 1040633"/>
                <a:gd name="connsiteY4" fmla="*/ 1189324 h 1219697"/>
                <a:gd name="connsiteX5" fmla="*/ 139870 w 1040633"/>
                <a:gd name="connsiteY5" fmla="*/ 1191723 h 1219697"/>
                <a:gd name="connsiteX0" fmla="*/ 139870 w 1040633"/>
                <a:gd name="connsiteY0" fmla="*/ 1191723 h 1355926"/>
                <a:gd name="connsiteX1" fmla="*/ 0 w 1040633"/>
                <a:gd name="connsiteY1" fmla="*/ 0 h 1355926"/>
                <a:gd name="connsiteX2" fmla="*/ 1040633 w 1040633"/>
                <a:gd name="connsiteY2" fmla="*/ 16785 h 1355926"/>
                <a:gd name="connsiteX3" fmla="*/ 833625 w 1040633"/>
                <a:gd name="connsiteY3" fmla="*/ 1219697 h 1355926"/>
                <a:gd name="connsiteX4" fmla="*/ 139870 w 1040633"/>
                <a:gd name="connsiteY4" fmla="*/ 1191723 h 1355926"/>
                <a:gd name="connsiteX0" fmla="*/ 139870 w 1040633"/>
                <a:gd name="connsiteY0" fmla="*/ 1191723 h 1289901"/>
                <a:gd name="connsiteX1" fmla="*/ 0 w 1040633"/>
                <a:gd name="connsiteY1" fmla="*/ 0 h 1289901"/>
                <a:gd name="connsiteX2" fmla="*/ 1040633 w 1040633"/>
                <a:gd name="connsiteY2" fmla="*/ 16785 h 1289901"/>
                <a:gd name="connsiteX3" fmla="*/ 833625 w 1040633"/>
                <a:gd name="connsiteY3" fmla="*/ 1219697 h 1289901"/>
                <a:gd name="connsiteX4" fmla="*/ 139870 w 1040633"/>
                <a:gd name="connsiteY4" fmla="*/ 1191723 h 1289901"/>
                <a:gd name="connsiteX0" fmla="*/ 139870 w 1040633"/>
                <a:gd name="connsiteY0" fmla="*/ 1191723 h 1219697"/>
                <a:gd name="connsiteX1" fmla="*/ 0 w 1040633"/>
                <a:gd name="connsiteY1" fmla="*/ 0 h 1219697"/>
                <a:gd name="connsiteX2" fmla="*/ 1040633 w 1040633"/>
                <a:gd name="connsiteY2" fmla="*/ 16785 h 1219697"/>
                <a:gd name="connsiteX3" fmla="*/ 833625 w 1040633"/>
                <a:gd name="connsiteY3" fmla="*/ 1219697 h 1219697"/>
                <a:gd name="connsiteX4" fmla="*/ 139870 w 1040633"/>
                <a:gd name="connsiteY4" fmla="*/ 1191723 h 1219697"/>
                <a:gd name="connsiteX0" fmla="*/ 139870 w 1040633"/>
                <a:gd name="connsiteY0" fmla="*/ 1191723 h 1191723"/>
                <a:gd name="connsiteX1" fmla="*/ 0 w 1040633"/>
                <a:gd name="connsiteY1" fmla="*/ 0 h 1191723"/>
                <a:gd name="connsiteX2" fmla="*/ 1040633 w 1040633"/>
                <a:gd name="connsiteY2" fmla="*/ 16785 h 1191723"/>
                <a:gd name="connsiteX3" fmla="*/ 671988 w 1040633"/>
                <a:gd name="connsiteY3" fmla="*/ 1158121 h 1191723"/>
                <a:gd name="connsiteX4" fmla="*/ 139870 w 1040633"/>
                <a:gd name="connsiteY4" fmla="*/ 1191723 h 1191723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1040633"/>
                <a:gd name="connsiteY0" fmla="*/ 1160935 h 1160935"/>
                <a:gd name="connsiteX1" fmla="*/ 0 w 1040633"/>
                <a:gd name="connsiteY1" fmla="*/ 0 h 1160935"/>
                <a:gd name="connsiteX2" fmla="*/ 1040633 w 1040633"/>
                <a:gd name="connsiteY2" fmla="*/ 16785 h 1160935"/>
                <a:gd name="connsiteX3" fmla="*/ 671988 w 1040633"/>
                <a:gd name="connsiteY3" fmla="*/ 1158121 h 1160935"/>
                <a:gd name="connsiteX4" fmla="*/ 363082 w 1040633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71988 w 778664"/>
                <a:gd name="connsiteY3" fmla="*/ 1158121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63082 w 778664"/>
                <a:gd name="connsiteY0" fmla="*/ 1160935 h 1160935"/>
                <a:gd name="connsiteX1" fmla="*/ 0 w 778664"/>
                <a:gd name="connsiteY1" fmla="*/ 0 h 1160935"/>
                <a:gd name="connsiteX2" fmla="*/ 778664 w 778664"/>
                <a:gd name="connsiteY2" fmla="*/ 130682 h 1160935"/>
                <a:gd name="connsiteX3" fmla="*/ 694768 w 778664"/>
                <a:gd name="connsiteY3" fmla="*/ 1112562 h 1160935"/>
                <a:gd name="connsiteX4" fmla="*/ 363082 w 778664"/>
                <a:gd name="connsiteY4" fmla="*/ 1160935 h 1160935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397252 w 778664"/>
                <a:gd name="connsiteY0" fmla="*/ 1103987 h 1112562"/>
                <a:gd name="connsiteX1" fmla="*/ 0 w 778664"/>
                <a:gd name="connsiteY1" fmla="*/ 0 h 1112562"/>
                <a:gd name="connsiteX2" fmla="*/ 778664 w 778664"/>
                <a:gd name="connsiteY2" fmla="*/ 130682 h 1112562"/>
                <a:gd name="connsiteX3" fmla="*/ 694768 w 778664"/>
                <a:gd name="connsiteY3" fmla="*/ 1112562 h 1112562"/>
                <a:gd name="connsiteX4" fmla="*/ 397252 w 778664"/>
                <a:gd name="connsiteY4" fmla="*/ 1103987 h 1112562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23893 w 505305"/>
                <a:gd name="connsiteY0" fmla="*/ 973305 h 981880"/>
                <a:gd name="connsiteX1" fmla="*/ 0 w 505305"/>
                <a:gd name="connsiteY1" fmla="*/ 28773 h 981880"/>
                <a:gd name="connsiteX2" fmla="*/ 505305 w 505305"/>
                <a:gd name="connsiteY2" fmla="*/ 0 h 981880"/>
                <a:gd name="connsiteX3" fmla="*/ 421409 w 505305"/>
                <a:gd name="connsiteY3" fmla="*/ 981880 h 981880"/>
                <a:gd name="connsiteX4" fmla="*/ 123893 w 505305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81880"/>
                <a:gd name="connsiteX1" fmla="*/ 0 w 499610"/>
                <a:gd name="connsiteY1" fmla="*/ 11688 h 981880"/>
                <a:gd name="connsiteX2" fmla="*/ 499610 w 499610"/>
                <a:gd name="connsiteY2" fmla="*/ 0 h 981880"/>
                <a:gd name="connsiteX3" fmla="*/ 415714 w 499610"/>
                <a:gd name="connsiteY3" fmla="*/ 981880 h 981880"/>
                <a:gd name="connsiteX4" fmla="*/ 118198 w 499610"/>
                <a:gd name="connsiteY4" fmla="*/ 973305 h 981880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1819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1819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499610"/>
                <a:gd name="connsiteY0" fmla="*/ 973305 h 976186"/>
                <a:gd name="connsiteX1" fmla="*/ 0 w 499610"/>
                <a:gd name="connsiteY1" fmla="*/ 11688 h 976186"/>
                <a:gd name="connsiteX2" fmla="*/ 499610 w 499610"/>
                <a:gd name="connsiteY2" fmla="*/ 0 h 976186"/>
                <a:gd name="connsiteX3" fmla="*/ 273339 w 499610"/>
                <a:gd name="connsiteY3" fmla="*/ 976186 h 976186"/>
                <a:gd name="connsiteX4" fmla="*/ 197928 w 499610"/>
                <a:gd name="connsiteY4" fmla="*/ 973305 h 976186"/>
                <a:gd name="connsiteX0" fmla="*/ 197928 w 621064"/>
                <a:gd name="connsiteY0" fmla="*/ 973305 h 973305"/>
                <a:gd name="connsiteX1" fmla="*/ 0 w 621064"/>
                <a:gd name="connsiteY1" fmla="*/ 11688 h 973305"/>
                <a:gd name="connsiteX2" fmla="*/ 499610 w 621064"/>
                <a:gd name="connsiteY2" fmla="*/ 0 h 973305"/>
                <a:gd name="connsiteX3" fmla="*/ 558839 w 621064"/>
                <a:gd name="connsiteY3" fmla="*/ 754682 h 973305"/>
                <a:gd name="connsiteX4" fmla="*/ 197928 w 621064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197928 w 558839"/>
                <a:gd name="connsiteY0" fmla="*/ 973305 h 973305"/>
                <a:gd name="connsiteX1" fmla="*/ 0 w 558839"/>
                <a:gd name="connsiteY1" fmla="*/ 11688 h 973305"/>
                <a:gd name="connsiteX2" fmla="*/ 499610 w 558839"/>
                <a:gd name="connsiteY2" fmla="*/ 0 h 973305"/>
                <a:gd name="connsiteX3" fmla="*/ 558839 w 558839"/>
                <a:gd name="connsiteY3" fmla="*/ 754682 h 973305"/>
                <a:gd name="connsiteX4" fmla="*/ 197928 w 558839"/>
                <a:gd name="connsiteY4" fmla="*/ 973305 h 973305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796102 h 796102"/>
                <a:gd name="connsiteX1" fmla="*/ 0 w 558839"/>
                <a:gd name="connsiteY1" fmla="*/ 11688 h 796102"/>
                <a:gd name="connsiteX2" fmla="*/ 499610 w 558839"/>
                <a:gd name="connsiteY2" fmla="*/ 0 h 796102"/>
                <a:gd name="connsiteX3" fmla="*/ 558839 w 558839"/>
                <a:gd name="connsiteY3" fmla="*/ 754682 h 796102"/>
                <a:gd name="connsiteX4" fmla="*/ 370213 w 558839"/>
                <a:gd name="connsiteY4" fmla="*/ 796102 h 796102"/>
                <a:gd name="connsiteX0" fmla="*/ 370213 w 558839"/>
                <a:gd name="connsiteY0" fmla="*/ 1315828 h 1315828"/>
                <a:gd name="connsiteX1" fmla="*/ 0 w 558839"/>
                <a:gd name="connsiteY1" fmla="*/ 531414 h 1315828"/>
                <a:gd name="connsiteX2" fmla="*/ 506930 w 558839"/>
                <a:gd name="connsiteY2" fmla="*/ 0 h 1315828"/>
                <a:gd name="connsiteX3" fmla="*/ 558839 w 558839"/>
                <a:gd name="connsiteY3" fmla="*/ 1274408 h 1315828"/>
                <a:gd name="connsiteX4" fmla="*/ 370213 w 558839"/>
                <a:gd name="connsiteY4" fmla="*/ 1315828 h 1315828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73479"/>
                <a:gd name="connsiteY0" fmla="*/ 1326654 h 1326654"/>
                <a:gd name="connsiteX1" fmla="*/ 0 w 573479"/>
                <a:gd name="connsiteY1" fmla="*/ 554 h 1326654"/>
                <a:gd name="connsiteX2" fmla="*/ 521570 w 573479"/>
                <a:gd name="connsiteY2" fmla="*/ 10826 h 1326654"/>
                <a:gd name="connsiteX3" fmla="*/ 573479 w 573479"/>
                <a:gd name="connsiteY3" fmla="*/ 1285234 h 1326654"/>
                <a:gd name="connsiteX4" fmla="*/ 384853 w 57347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654 h 1326654"/>
                <a:gd name="connsiteX1" fmla="*/ 0 w 588119"/>
                <a:gd name="connsiteY1" fmla="*/ 554 h 1326654"/>
                <a:gd name="connsiteX2" fmla="*/ 521570 w 588119"/>
                <a:gd name="connsiteY2" fmla="*/ 10826 h 1326654"/>
                <a:gd name="connsiteX3" fmla="*/ 588119 w 588119"/>
                <a:gd name="connsiteY3" fmla="*/ 1321835 h 1326654"/>
                <a:gd name="connsiteX4" fmla="*/ 384853 w 588119"/>
                <a:gd name="connsiteY4" fmla="*/ 1326654 h 1326654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84853 w 588119"/>
                <a:gd name="connsiteY0" fmla="*/ 1326148 h 1326148"/>
                <a:gd name="connsiteX1" fmla="*/ 0 w 588119"/>
                <a:gd name="connsiteY1" fmla="*/ 48 h 1326148"/>
                <a:gd name="connsiteX2" fmla="*/ 521570 w 588119"/>
                <a:gd name="connsiteY2" fmla="*/ 228243 h 1326148"/>
                <a:gd name="connsiteX3" fmla="*/ 588119 w 588119"/>
                <a:gd name="connsiteY3" fmla="*/ 1321329 h 1326148"/>
                <a:gd name="connsiteX4" fmla="*/ 384853 w 588119"/>
                <a:gd name="connsiteY4" fmla="*/ 1326148 h 1326148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69332"/>
                <a:gd name="connsiteY0" fmla="*/ 1097905 h 1097905"/>
                <a:gd name="connsiteX1" fmla="*/ 0 w 569332"/>
                <a:gd name="connsiteY1" fmla="*/ 4757 h 1097905"/>
                <a:gd name="connsiteX2" fmla="*/ 502783 w 569332"/>
                <a:gd name="connsiteY2" fmla="*/ 0 h 1097905"/>
                <a:gd name="connsiteX3" fmla="*/ 569332 w 569332"/>
                <a:gd name="connsiteY3" fmla="*/ 1093086 h 1097905"/>
                <a:gd name="connsiteX4" fmla="*/ 366066 w 569332"/>
                <a:gd name="connsiteY4" fmla="*/ 1097905 h 1097905"/>
                <a:gd name="connsiteX0" fmla="*/ 366066 w 594113"/>
                <a:gd name="connsiteY0" fmla="*/ 1097905 h 1179971"/>
                <a:gd name="connsiteX1" fmla="*/ 0 w 594113"/>
                <a:gd name="connsiteY1" fmla="*/ 4757 h 1179971"/>
                <a:gd name="connsiteX2" fmla="*/ 502783 w 594113"/>
                <a:gd name="connsiteY2" fmla="*/ 0 h 1179971"/>
                <a:gd name="connsiteX3" fmla="*/ 594113 w 594113"/>
                <a:gd name="connsiteY3" fmla="*/ 1179818 h 1179971"/>
                <a:gd name="connsiteX4" fmla="*/ 366066 w 594113"/>
                <a:gd name="connsiteY4" fmla="*/ 1097905 h 1179971"/>
                <a:gd name="connsiteX0" fmla="*/ 403236 w 594113"/>
                <a:gd name="connsiteY0" fmla="*/ 1215612 h 1215612"/>
                <a:gd name="connsiteX1" fmla="*/ 0 w 594113"/>
                <a:gd name="connsiteY1" fmla="*/ 4757 h 1215612"/>
                <a:gd name="connsiteX2" fmla="*/ 502783 w 594113"/>
                <a:gd name="connsiteY2" fmla="*/ 0 h 1215612"/>
                <a:gd name="connsiteX3" fmla="*/ 594113 w 594113"/>
                <a:gd name="connsiteY3" fmla="*/ 1179818 h 1215612"/>
                <a:gd name="connsiteX4" fmla="*/ 403236 w 594113"/>
                <a:gd name="connsiteY4" fmla="*/ 1215612 h 1215612"/>
                <a:gd name="connsiteX0" fmla="*/ 403236 w 574100"/>
                <a:gd name="connsiteY0" fmla="*/ 1215612 h 1215612"/>
                <a:gd name="connsiteX1" fmla="*/ 0 w 574100"/>
                <a:gd name="connsiteY1" fmla="*/ 4757 h 1215612"/>
                <a:gd name="connsiteX2" fmla="*/ 502783 w 574100"/>
                <a:gd name="connsiteY2" fmla="*/ 0 h 1215612"/>
                <a:gd name="connsiteX3" fmla="*/ 574100 w 574100"/>
                <a:gd name="connsiteY3" fmla="*/ 1014877 h 1215612"/>
                <a:gd name="connsiteX4" fmla="*/ 403236 w 574100"/>
                <a:gd name="connsiteY4" fmla="*/ 1215612 h 1215612"/>
                <a:gd name="connsiteX0" fmla="*/ 333190 w 574100"/>
                <a:gd name="connsiteY0" fmla="*/ 985695 h 1015244"/>
                <a:gd name="connsiteX1" fmla="*/ 0 w 574100"/>
                <a:gd name="connsiteY1" fmla="*/ 4757 h 1015244"/>
                <a:gd name="connsiteX2" fmla="*/ 502783 w 574100"/>
                <a:gd name="connsiteY2" fmla="*/ 0 h 1015244"/>
                <a:gd name="connsiteX3" fmla="*/ 574100 w 574100"/>
                <a:gd name="connsiteY3" fmla="*/ 1014877 h 1015244"/>
                <a:gd name="connsiteX4" fmla="*/ 333190 w 574100"/>
                <a:gd name="connsiteY4" fmla="*/ 985695 h 101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4100" h="1015244">
                  <a:moveTo>
                    <a:pt x="333190" y="985695"/>
                  </a:moveTo>
                  <a:cubicBezTo>
                    <a:pt x="153901" y="433090"/>
                    <a:pt x="295574" y="908506"/>
                    <a:pt x="0" y="4757"/>
                  </a:cubicBezTo>
                  <a:cubicBezTo>
                    <a:pt x="166537" y="861"/>
                    <a:pt x="336246" y="3896"/>
                    <a:pt x="502783" y="0"/>
                  </a:cubicBezTo>
                  <a:cubicBezTo>
                    <a:pt x="555943" y="995541"/>
                    <a:pt x="537473" y="350120"/>
                    <a:pt x="574100" y="1014877"/>
                  </a:cubicBezTo>
                  <a:cubicBezTo>
                    <a:pt x="476415" y="1019182"/>
                    <a:pt x="529388" y="984229"/>
                    <a:pt x="333190" y="985695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  <a:alpha val="55000"/>
                  </a:schemeClr>
                </a:gs>
                <a:gs pos="100000">
                  <a:schemeClr val="bg1">
                    <a:lumMod val="75000"/>
                  </a:schemeClr>
                </a:gs>
              </a:gsLst>
            </a:gra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grpSp>
          <p:nvGrpSpPr>
            <p:cNvPr id="46230" name="Group 28">
              <a:extLst>
                <a:ext uri="{FF2B5EF4-FFF2-40B4-BE49-F238E27FC236}">
                  <a16:creationId xmlns:a16="http://schemas.microsoft.com/office/drawing/2014/main" id="{84B759C6-2097-4AA8-A67F-B6A11D0D28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6416" y="3709935"/>
              <a:ext cx="1049338" cy="1739900"/>
              <a:chOff x="1856416" y="3709935"/>
              <a:chExt cx="1049338" cy="1739900"/>
            </a:xfrm>
          </p:grpSpPr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917D6209-3775-4293-A2EB-1E4467706409}"/>
                  </a:ext>
                </a:extLst>
              </p:cNvPr>
              <p:cNvSpPr/>
              <p:nvPr/>
            </p:nvSpPr>
            <p:spPr bwMode="auto">
              <a:xfrm rot="10800000">
                <a:off x="1867528" y="3957548"/>
                <a:ext cx="1027113" cy="61109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grpSp>
            <p:nvGrpSpPr>
              <p:cNvPr id="46324" name="Group 498">
                <a:extLst>
                  <a:ext uri="{FF2B5EF4-FFF2-40B4-BE49-F238E27FC236}">
                    <a16:creationId xmlns:a16="http://schemas.microsoft.com/office/drawing/2014/main" id="{F7F4078F-C6F3-4197-BA03-10EAAAD678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58805" y="5088863"/>
                <a:ext cx="1035373" cy="360972"/>
                <a:chOff x="4128636" y="3606589"/>
                <a:chExt cx="568145" cy="338667"/>
              </a:xfrm>
            </p:grpSpPr>
            <p:sp>
              <p:nvSpPr>
                <p:cNvPr id="515" name="Oval 514">
                  <a:extLst>
                    <a:ext uri="{FF2B5EF4-FFF2-40B4-BE49-F238E27FC236}">
                      <a16:creationId xmlns:a16="http://schemas.microsoft.com/office/drawing/2014/main" id="{45EA4D73-B549-4FEF-AE3D-B7C061975CFA}"/>
                    </a:ext>
                  </a:extLst>
                </p:cNvPr>
                <p:cNvSpPr/>
                <p:nvPr/>
              </p:nvSpPr>
              <p:spPr>
                <a:xfrm>
                  <a:off x="4129067" y="3720144"/>
                  <a:ext cx="567968" cy="224867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6" name="Rectangle 515">
                  <a:extLst>
                    <a:ext uri="{FF2B5EF4-FFF2-40B4-BE49-F238E27FC236}">
                      <a16:creationId xmlns:a16="http://schemas.microsoft.com/office/drawing/2014/main" id="{1E861DB6-879B-4513-A4EF-9A1864B728CE}"/>
                    </a:ext>
                  </a:extLst>
                </p:cNvPr>
                <p:cNvSpPr/>
                <p:nvPr/>
              </p:nvSpPr>
              <p:spPr>
                <a:xfrm>
                  <a:off x="4129067" y="3720144"/>
                  <a:ext cx="567968" cy="111689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7" name="Oval 516">
                  <a:extLst>
                    <a:ext uri="{FF2B5EF4-FFF2-40B4-BE49-F238E27FC236}">
                      <a16:creationId xmlns:a16="http://schemas.microsoft.com/office/drawing/2014/main" id="{1026C15A-B290-48DD-B321-6E850481F74F}"/>
                    </a:ext>
                  </a:extLst>
                </p:cNvPr>
                <p:cNvSpPr/>
                <p:nvPr/>
              </p:nvSpPr>
              <p:spPr>
                <a:xfrm>
                  <a:off x="4129067" y="3606966"/>
                  <a:ext cx="567968" cy="224867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18" name="Straight Connector 517">
                  <a:extLst>
                    <a:ext uri="{FF2B5EF4-FFF2-40B4-BE49-F238E27FC236}">
                      <a16:creationId xmlns:a16="http://schemas.microsoft.com/office/drawing/2014/main" id="{054E2C03-4189-4428-A233-280B66ECC0F1}"/>
                    </a:ext>
                  </a:extLst>
                </p:cNvPr>
                <p:cNvCxnSpPr/>
                <p:nvPr/>
              </p:nvCxnSpPr>
              <p:spPr>
                <a:xfrm>
                  <a:off x="4697035" y="3720144"/>
                  <a:ext cx="0" cy="111689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9" name="Straight Connector 518">
                  <a:extLst>
                    <a:ext uri="{FF2B5EF4-FFF2-40B4-BE49-F238E27FC236}">
                      <a16:creationId xmlns:a16="http://schemas.microsoft.com/office/drawing/2014/main" id="{E89DE7A4-E905-4167-9F7A-E9DCAAA02AE1}"/>
                    </a:ext>
                  </a:extLst>
                </p:cNvPr>
                <p:cNvCxnSpPr/>
                <p:nvPr/>
              </p:nvCxnSpPr>
              <p:spPr>
                <a:xfrm>
                  <a:off x="4129067" y="3720144"/>
                  <a:ext cx="0" cy="111689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7A68B9CA-AD96-4E01-9562-34EA95FF5C47}"/>
                  </a:ext>
                </a:extLst>
              </p:cNvPr>
              <p:cNvSpPr/>
              <p:nvPr/>
            </p:nvSpPr>
            <p:spPr bwMode="auto">
              <a:xfrm>
                <a:off x="1877053" y="4705148"/>
                <a:ext cx="1028700" cy="522210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  <a:alpha val="62000"/>
                    </a:schemeClr>
                  </a:gs>
                  <a:gs pos="54000">
                    <a:schemeClr val="accent2">
                      <a:lumMod val="40000"/>
                      <a:lumOff val="6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02" name="Straight Connector 501">
                <a:extLst>
                  <a:ext uri="{FF2B5EF4-FFF2-40B4-BE49-F238E27FC236}">
                    <a16:creationId xmlns:a16="http://schemas.microsoft.com/office/drawing/2014/main" id="{5593B200-D419-4F19-AB27-516BE071EE79}"/>
                  </a:ext>
                </a:extLst>
              </p:cNvPr>
              <p:cNvCxnSpPr/>
              <p:nvPr/>
            </p:nvCxnSpPr>
            <p:spPr bwMode="auto">
              <a:xfrm>
                <a:off x="1861178" y="3981356"/>
                <a:ext cx="17463" cy="130155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3" name="Straight Connector 502">
                <a:extLst>
                  <a:ext uri="{FF2B5EF4-FFF2-40B4-BE49-F238E27FC236}">
                    <a16:creationId xmlns:a16="http://schemas.microsoft.com/office/drawing/2014/main" id="{8D7FDD76-FDB1-405F-8353-F342E178E5E5}"/>
                  </a:ext>
                </a:extLst>
              </p:cNvPr>
              <p:cNvCxnSpPr/>
              <p:nvPr/>
            </p:nvCxnSpPr>
            <p:spPr bwMode="auto">
              <a:xfrm flipH="1">
                <a:off x="2894641" y="3971833"/>
                <a:ext cx="6350" cy="1269810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328" name="Group 504">
                <a:extLst>
                  <a:ext uri="{FF2B5EF4-FFF2-40B4-BE49-F238E27FC236}">
                    <a16:creationId xmlns:a16="http://schemas.microsoft.com/office/drawing/2014/main" id="{DF662691-5FFA-4FF8-9753-14EE2BAA76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56416" y="3709935"/>
                <a:ext cx="1044712" cy="399063"/>
                <a:chOff x="2183302" y="1574638"/>
                <a:chExt cx="1200154" cy="430218"/>
              </a:xfrm>
            </p:grpSpPr>
            <p:sp>
              <p:nvSpPr>
                <p:cNvPr id="506" name="Oval 505">
                  <a:extLst>
                    <a:ext uri="{FF2B5EF4-FFF2-40B4-BE49-F238E27FC236}">
                      <a16:creationId xmlns:a16="http://schemas.microsoft.com/office/drawing/2014/main" id="{E9697CAD-D585-4D8A-9057-26ADC8BFCC65}"/>
                    </a:ext>
                  </a:extLst>
                </p:cNvPr>
                <p:cNvSpPr/>
                <p:nvPr/>
              </p:nvSpPr>
              <p:spPr bwMode="auto">
                <a:xfrm flipV="1">
                  <a:off x="2185125" y="1689286"/>
                  <a:ext cx="1196349" cy="3148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20000"/>
                        <a:lumOff val="80000"/>
                      </a:schemeClr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07" name="Rectangle 506">
                  <a:extLst>
                    <a:ext uri="{FF2B5EF4-FFF2-40B4-BE49-F238E27FC236}">
                      <a16:creationId xmlns:a16="http://schemas.microsoft.com/office/drawing/2014/main" id="{A6DFDC0A-5AC0-462C-A3BE-D3D1221C6C15}"/>
                    </a:ext>
                  </a:extLst>
                </p:cNvPr>
                <p:cNvSpPr/>
                <p:nvPr/>
              </p:nvSpPr>
              <p:spPr bwMode="auto">
                <a:xfrm>
                  <a:off x="2183302" y="1735489"/>
                  <a:ext cx="1198172" cy="112938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08" name="Oval 507">
                  <a:extLst>
                    <a:ext uri="{FF2B5EF4-FFF2-40B4-BE49-F238E27FC236}">
                      <a16:creationId xmlns:a16="http://schemas.microsoft.com/office/drawing/2014/main" id="{F3AB87F3-77CD-4837-8C62-D77769C023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3302" y="1574638"/>
                  <a:ext cx="1196349" cy="31485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509" name="Freeform 508">
                  <a:extLst>
                    <a:ext uri="{FF2B5EF4-FFF2-40B4-BE49-F238E27FC236}">
                      <a16:creationId xmlns:a16="http://schemas.microsoft.com/office/drawing/2014/main" id="{B9AF3DAA-EAB7-4227-85E4-DF36E6FF9B1C}"/>
                    </a:ext>
                  </a:extLst>
                </p:cNvPr>
                <p:cNvSpPr/>
                <p:nvPr/>
              </p:nvSpPr>
              <p:spPr bwMode="auto">
                <a:xfrm>
                  <a:off x="2489684" y="1670464"/>
                  <a:ext cx="581761" cy="157429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10" name="Freeform 509">
                  <a:extLst>
                    <a:ext uri="{FF2B5EF4-FFF2-40B4-BE49-F238E27FC236}">
                      <a16:creationId xmlns:a16="http://schemas.microsoft.com/office/drawing/2014/main" id="{6CDE7658-68EB-4028-94CF-51C38903AA5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29501" y="1629396"/>
                  <a:ext cx="703949" cy="111226"/>
                </a:xfrm>
                <a:custGeom>
                  <a:avLst/>
                  <a:gdLst>
                    <a:gd name="T0" fmla="*/ 0 w 3723451"/>
                    <a:gd name="T1" fmla="*/ 27211 h 932950"/>
                    <a:gd name="T2" fmla="*/ 123865 w 3723451"/>
                    <a:gd name="T3" fmla="*/ 321 h 932950"/>
                    <a:gd name="T4" fmla="*/ 350850 w 3723451"/>
                    <a:gd name="T5" fmla="*/ 62061 h 932950"/>
                    <a:gd name="T6" fmla="*/ 567397 w 3723451"/>
                    <a:gd name="T7" fmla="*/ 0 h 932950"/>
                    <a:gd name="T8" fmla="*/ 703949 w 3723451"/>
                    <a:gd name="T9" fmla="*/ 24696 h 932950"/>
                    <a:gd name="T10" fmla="*/ 602354 w 3723451"/>
                    <a:gd name="T11" fmla="*/ 55064 h 932950"/>
                    <a:gd name="T12" fmla="*/ 569645 w 3723451"/>
                    <a:gd name="T13" fmla="*/ 46877 h 932950"/>
                    <a:gd name="T14" fmla="*/ 354838 w 3723451"/>
                    <a:gd name="T15" fmla="*/ 111226 h 932950"/>
                    <a:gd name="T16" fmla="*/ 134536 w 3723451"/>
                    <a:gd name="T17" fmla="*/ 49244 h 932950"/>
                    <a:gd name="T18" fmla="*/ 98918 w 3723451"/>
                    <a:gd name="T19" fmla="*/ 55934 h 932950"/>
                    <a:gd name="T20" fmla="*/ 0 w 3723451"/>
                    <a:gd name="T21" fmla="*/ 27211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11" name="Freeform 510">
                  <a:extLst>
                    <a:ext uri="{FF2B5EF4-FFF2-40B4-BE49-F238E27FC236}">
                      <a16:creationId xmlns:a16="http://schemas.microsoft.com/office/drawing/2014/main" id="{69AD14A6-EE63-4545-A982-C58D73694E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722" y="1723510"/>
                  <a:ext cx="257143" cy="95826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57143 w 1366596"/>
                    <a:gd name="T3" fmla="*/ 74047 h 809868"/>
                    <a:gd name="T4" fmla="*/ 162771 w 1366596"/>
                    <a:gd name="T5" fmla="*/ 95826 h 809868"/>
                    <a:gd name="T6" fmla="*/ 866 w 1366596"/>
                    <a:gd name="T7" fmla="*/ 50635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12" name="Freeform 511">
                  <a:extLst>
                    <a:ext uri="{FF2B5EF4-FFF2-40B4-BE49-F238E27FC236}">
                      <a16:creationId xmlns:a16="http://schemas.microsoft.com/office/drawing/2014/main" id="{6D218DC2-75CB-45DE-80A5-02EF36070DC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6736" y="1725222"/>
                  <a:ext cx="255318" cy="94114"/>
                </a:xfrm>
                <a:custGeom>
                  <a:avLst/>
                  <a:gdLst>
                    <a:gd name="T0" fmla="*/ 251832 w 1348191"/>
                    <a:gd name="T1" fmla="*/ 0 h 791462"/>
                    <a:gd name="T2" fmla="*/ 255318 w 1348191"/>
                    <a:gd name="T3" fmla="*/ 45415 h 791462"/>
                    <a:gd name="T4" fmla="*/ 92368 w 1348191"/>
                    <a:gd name="T5" fmla="*/ 94114 h 791462"/>
                    <a:gd name="T6" fmla="*/ 0 w 1348191"/>
                    <a:gd name="T7" fmla="*/ 72774 h 791462"/>
                    <a:gd name="T8" fmla="*/ 251832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513" name="Straight Connector 512">
                  <a:extLst>
                    <a:ext uri="{FF2B5EF4-FFF2-40B4-BE49-F238E27FC236}">
                      <a16:creationId xmlns:a16="http://schemas.microsoft.com/office/drawing/2014/main" id="{2CF94D42-EE4D-4F02-8A31-CD1746FF22FF}"/>
                    </a:ext>
                  </a:extLst>
                </p:cNvPr>
                <p:cNvCxnSpPr>
                  <a:cxnSpLocks noChangeShapeType="1"/>
                  <a:endCxn id="508" idx="2"/>
                </p:cNvCxnSpPr>
                <p:nvPr/>
              </p:nvCxnSpPr>
              <p:spPr bwMode="auto">
                <a:xfrm flipH="1" flipV="1">
                  <a:off x="2183302" y="1732067"/>
                  <a:ext cx="1823" cy="121493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514" name="Straight Connector 513">
                  <a:extLst>
                    <a:ext uri="{FF2B5EF4-FFF2-40B4-BE49-F238E27FC236}">
                      <a16:creationId xmlns:a16="http://schemas.microsoft.com/office/drawing/2014/main" id="{7D68D6BF-E684-46EC-99F4-970DB207B181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81474" y="1728644"/>
                  <a:ext cx="1824" cy="121493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6231" name="Group 29">
              <a:extLst>
                <a:ext uri="{FF2B5EF4-FFF2-40B4-BE49-F238E27FC236}">
                  <a16:creationId xmlns:a16="http://schemas.microsoft.com/office/drawing/2014/main" id="{A8852E04-A120-47FC-B144-018CBD5069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66154" y="3862335"/>
              <a:ext cx="514350" cy="1670050"/>
              <a:chOff x="3566154" y="3862335"/>
              <a:chExt cx="514350" cy="1670050"/>
            </a:xfrm>
          </p:grpSpPr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90103CCD-23C9-4191-BA7A-69CC25722A1C}"/>
                  </a:ext>
                </a:extLst>
              </p:cNvPr>
              <p:cNvSpPr/>
              <p:nvPr/>
            </p:nvSpPr>
            <p:spPr bwMode="auto">
              <a:xfrm rot="10800000">
                <a:off x="3569201" y="3946092"/>
                <a:ext cx="498084" cy="62864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50" name="Straight Connector 549">
                <a:extLst>
                  <a:ext uri="{FF2B5EF4-FFF2-40B4-BE49-F238E27FC236}">
                    <a16:creationId xmlns:a16="http://schemas.microsoft.com/office/drawing/2014/main" id="{A43C7A61-9952-4371-91D5-EDEED40E86B4}"/>
                  </a:ext>
                </a:extLst>
              </p:cNvPr>
              <p:cNvCxnSpPr/>
              <p:nvPr/>
            </p:nvCxnSpPr>
            <p:spPr bwMode="auto">
              <a:xfrm flipH="1">
                <a:off x="4078916" y="4019450"/>
                <a:ext cx="1587" cy="136504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305" name="Group 552">
                <a:extLst>
                  <a:ext uri="{FF2B5EF4-FFF2-40B4-BE49-F238E27FC236}">
                    <a16:creationId xmlns:a16="http://schemas.microsoft.com/office/drawing/2014/main" id="{A6651315-1E31-4CAD-96FB-98FE8595709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71302" y="5310688"/>
                <a:ext cx="507588" cy="221697"/>
                <a:chOff x="4128636" y="3606589"/>
                <a:chExt cx="568145" cy="338667"/>
              </a:xfrm>
            </p:grpSpPr>
            <p:sp>
              <p:nvSpPr>
                <p:cNvPr id="562" name="Oval 561">
                  <a:extLst>
                    <a:ext uri="{FF2B5EF4-FFF2-40B4-BE49-F238E27FC236}">
                      <a16:creationId xmlns:a16="http://schemas.microsoft.com/office/drawing/2014/main" id="{DADF838C-EB9F-4BA2-B3E4-D6C674628F71}"/>
                    </a:ext>
                  </a:extLst>
                </p:cNvPr>
                <p:cNvSpPr/>
                <p:nvPr/>
              </p:nvSpPr>
              <p:spPr>
                <a:xfrm>
                  <a:off x="4128204" y="3719337"/>
                  <a:ext cx="568606" cy="225500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63" name="Rectangle 562">
                  <a:extLst>
                    <a:ext uri="{FF2B5EF4-FFF2-40B4-BE49-F238E27FC236}">
                      <a16:creationId xmlns:a16="http://schemas.microsoft.com/office/drawing/2014/main" id="{AED723B9-4E26-4702-A3AC-39B22A49FACA}"/>
                    </a:ext>
                  </a:extLst>
                </p:cNvPr>
                <p:cNvSpPr/>
                <p:nvPr/>
              </p:nvSpPr>
              <p:spPr>
                <a:xfrm>
                  <a:off x="4128204" y="3719337"/>
                  <a:ext cx="568606" cy="111537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64" name="Oval 563">
                  <a:extLst>
                    <a:ext uri="{FF2B5EF4-FFF2-40B4-BE49-F238E27FC236}">
                      <a16:creationId xmlns:a16="http://schemas.microsoft.com/office/drawing/2014/main" id="{A634264C-E6C3-4AF6-9ACA-66EE59AD232E}"/>
                    </a:ext>
                  </a:extLst>
                </p:cNvPr>
                <p:cNvSpPr/>
                <p:nvPr/>
              </p:nvSpPr>
              <p:spPr>
                <a:xfrm>
                  <a:off x="4128204" y="3593252"/>
                  <a:ext cx="568606" cy="23762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65" name="Straight Connector 564">
                  <a:extLst>
                    <a:ext uri="{FF2B5EF4-FFF2-40B4-BE49-F238E27FC236}">
                      <a16:creationId xmlns:a16="http://schemas.microsoft.com/office/drawing/2014/main" id="{92AB58F3-2455-4943-8F42-0106E9637BDC}"/>
                    </a:ext>
                  </a:extLst>
                </p:cNvPr>
                <p:cNvCxnSpPr/>
                <p:nvPr/>
              </p:nvCxnSpPr>
              <p:spPr>
                <a:xfrm>
                  <a:off x="4696810" y="3719337"/>
                  <a:ext cx="0" cy="11153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071DE062-5634-4DD0-9888-A898C566D079}"/>
                    </a:ext>
                  </a:extLst>
                </p:cNvPr>
                <p:cNvCxnSpPr/>
                <p:nvPr/>
              </p:nvCxnSpPr>
              <p:spPr>
                <a:xfrm>
                  <a:off x="4128204" y="3719337"/>
                  <a:ext cx="0" cy="11153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54" name="Rectangle 553">
                <a:extLst>
                  <a:ext uri="{FF2B5EF4-FFF2-40B4-BE49-F238E27FC236}">
                    <a16:creationId xmlns:a16="http://schemas.microsoft.com/office/drawing/2014/main" id="{0AEAD664-644F-4B86-BCA7-CF2DD8951E1B}"/>
                  </a:ext>
                </a:extLst>
              </p:cNvPr>
              <p:cNvSpPr/>
              <p:nvPr/>
            </p:nvSpPr>
            <p:spPr bwMode="auto">
              <a:xfrm>
                <a:off x="3572503" y="4574992"/>
                <a:ext cx="496888" cy="81267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5FF872B6-F9AA-439D-9A69-93CB57F4D675}"/>
                  </a:ext>
                </a:extLst>
              </p:cNvPr>
              <p:cNvCxnSpPr/>
              <p:nvPr/>
            </p:nvCxnSpPr>
            <p:spPr bwMode="auto">
              <a:xfrm flipH="1">
                <a:off x="3566153" y="4027387"/>
                <a:ext cx="3175" cy="145075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308" name="Group 538">
                <a:extLst>
                  <a:ext uri="{FF2B5EF4-FFF2-40B4-BE49-F238E27FC236}">
                    <a16:creationId xmlns:a16="http://schemas.microsoft.com/office/drawing/2014/main" id="{6326E365-A30F-45F4-963E-FCA2A01E4D9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68667" y="38623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540" name="Oval 539">
                  <a:extLst>
                    <a:ext uri="{FF2B5EF4-FFF2-40B4-BE49-F238E27FC236}">
                      <a16:creationId xmlns:a16="http://schemas.microsoft.com/office/drawing/2014/main" id="{40DF1410-CDA1-4B48-81B3-A5BD5D223AC5}"/>
                    </a:ext>
                  </a:extLst>
                </p:cNvPr>
                <p:cNvSpPr/>
                <p:nvPr/>
              </p:nvSpPr>
              <p:spPr bwMode="auto">
                <a:xfrm flipV="1">
                  <a:off x="2188659" y="1691189"/>
                  <a:ext cx="1194966" cy="3124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41" name="Rectangle 540">
                  <a:extLst>
                    <a:ext uri="{FF2B5EF4-FFF2-40B4-BE49-F238E27FC236}">
                      <a16:creationId xmlns:a16="http://schemas.microsoft.com/office/drawing/2014/main" id="{BAF00F06-2516-4D20-A72E-F124E935385D}"/>
                    </a:ext>
                  </a:extLst>
                </p:cNvPr>
                <p:cNvSpPr/>
                <p:nvPr/>
              </p:nvSpPr>
              <p:spPr bwMode="auto">
                <a:xfrm>
                  <a:off x="2184877" y="1736233"/>
                  <a:ext cx="1198749" cy="112612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42" name="Oval 541">
                  <a:extLst>
                    <a:ext uri="{FF2B5EF4-FFF2-40B4-BE49-F238E27FC236}">
                      <a16:creationId xmlns:a16="http://schemas.microsoft.com/office/drawing/2014/main" id="{05ABA204-FC13-463B-B27B-C15D12DC6ED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7" y="1564501"/>
                  <a:ext cx="1194966" cy="31249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543" name="Freeform 542">
                  <a:extLst>
                    <a:ext uri="{FF2B5EF4-FFF2-40B4-BE49-F238E27FC236}">
                      <a16:creationId xmlns:a16="http://schemas.microsoft.com/office/drawing/2014/main" id="{A589443A-3208-42A8-9CD6-221375F10D4A}"/>
                    </a:ext>
                  </a:extLst>
                </p:cNvPr>
                <p:cNvSpPr/>
                <p:nvPr/>
              </p:nvSpPr>
              <p:spPr bwMode="auto">
                <a:xfrm>
                  <a:off x="2491182" y="1671482"/>
                  <a:ext cx="582357" cy="1548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44" name="Freeform 543">
                  <a:extLst>
                    <a:ext uri="{FF2B5EF4-FFF2-40B4-BE49-F238E27FC236}">
                      <a16:creationId xmlns:a16="http://schemas.microsoft.com/office/drawing/2014/main" id="{F754288B-7AFD-4BF6-8B0F-A4B8057A16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78" y="1629252"/>
                  <a:ext cx="703366" cy="109797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4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5 h 932950"/>
                    <a:gd name="T14" fmla="*/ 354544 w 3723451"/>
                    <a:gd name="T15" fmla="*/ 109797 h 932950"/>
                    <a:gd name="T16" fmla="*/ 134425 w 3723451"/>
                    <a:gd name="T17" fmla="*/ 48612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45" name="Freeform 544">
                  <a:extLst>
                    <a:ext uri="{FF2B5EF4-FFF2-40B4-BE49-F238E27FC236}">
                      <a16:creationId xmlns:a16="http://schemas.microsoft.com/office/drawing/2014/main" id="{1AC995B4-88C2-4D76-9150-23379734A7A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5" y="1722158"/>
                  <a:ext cx="260925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5 w 1366596"/>
                    <a:gd name="T3" fmla="*/ 73965 h 809868"/>
                    <a:gd name="T4" fmla="*/ 165165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46" name="Freeform 545">
                  <a:extLst>
                    <a:ext uri="{FF2B5EF4-FFF2-40B4-BE49-F238E27FC236}">
                      <a16:creationId xmlns:a16="http://schemas.microsoft.com/office/drawing/2014/main" id="{490196CB-AA3F-4C3C-9886-ED551608855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2" y="1724972"/>
                  <a:ext cx="253364" cy="95720"/>
                </a:xfrm>
                <a:custGeom>
                  <a:avLst/>
                  <a:gdLst>
                    <a:gd name="T0" fmla="*/ 249905 w 1348191"/>
                    <a:gd name="T1" fmla="*/ 0 h 791462"/>
                    <a:gd name="T2" fmla="*/ 253364 w 1348191"/>
                    <a:gd name="T3" fmla="*/ 46190 h 791462"/>
                    <a:gd name="T4" fmla="*/ 91661 w 1348191"/>
                    <a:gd name="T5" fmla="*/ 95720 h 791462"/>
                    <a:gd name="T6" fmla="*/ 0 w 1348191"/>
                    <a:gd name="T7" fmla="*/ 74016 h 791462"/>
                    <a:gd name="T8" fmla="*/ 249905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547" name="Straight Connector 546">
                  <a:extLst>
                    <a:ext uri="{FF2B5EF4-FFF2-40B4-BE49-F238E27FC236}">
                      <a16:creationId xmlns:a16="http://schemas.microsoft.com/office/drawing/2014/main" id="{23CFF472-04FE-4FB9-8923-749AAC512A49}"/>
                    </a:ext>
                  </a:extLst>
                </p:cNvPr>
                <p:cNvCxnSpPr>
                  <a:cxnSpLocks noChangeShapeType="1"/>
                  <a:endCxn id="542" idx="2"/>
                </p:cNvCxnSpPr>
                <p:nvPr/>
              </p:nvCxnSpPr>
              <p:spPr bwMode="auto">
                <a:xfrm flipH="1" flipV="1">
                  <a:off x="2184877" y="1722158"/>
                  <a:ext cx="3783" cy="121057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548" name="Straight Connector 547">
                  <a:extLst>
                    <a:ext uri="{FF2B5EF4-FFF2-40B4-BE49-F238E27FC236}">
                      <a16:creationId xmlns:a16="http://schemas.microsoft.com/office/drawing/2014/main" id="{EC32EC8A-4197-416A-A24D-6A4EAF1008A1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2" y="1727788"/>
                  <a:ext cx="3783" cy="121057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6232" name="Group 30">
              <a:extLst>
                <a:ext uri="{FF2B5EF4-FFF2-40B4-BE49-F238E27FC236}">
                  <a16:creationId xmlns:a16="http://schemas.microsoft.com/office/drawing/2014/main" id="{72C00C4F-187F-4485-9688-1C87AC06729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48791" y="3867098"/>
              <a:ext cx="514350" cy="1670050"/>
              <a:chOff x="4348791" y="3867098"/>
              <a:chExt cx="514350" cy="1670050"/>
            </a:xfrm>
          </p:grpSpPr>
          <p:sp>
            <p:nvSpPr>
              <p:cNvPr id="579" name="Rectangle 578">
                <a:extLst>
                  <a:ext uri="{FF2B5EF4-FFF2-40B4-BE49-F238E27FC236}">
                    <a16:creationId xmlns:a16="http://schemas.microsoft.com/office/drawing/2014/main" id="{4E898761-832D-41EE-A790-86D7C97A7580}"/>
                  </a:ext>
                </a:extLst>
              </p:cNvPr>
              <p:cNvSpPr/>
              <p:nvPr/>
            </p:nvSpPr>
            <p:spPr bwMode="auto">
              <a:xfrm rot="10800000">
                <a:off x="4351838" y="3950855"/>
                <a:ext cx="498084" cy="62864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80" name="Straight Connector 579">
                <a:extLst>
                  <a:ext uri="{FF2B5EF4-FFF2-40B4-BE49-F238E27FC236}">
                    <a16:creationId xmlns:a16="http://schemas.microsoft.com/office/drawing/2014/main" id="{E5E9E4EA-AD1A-46FA-9F6D-DE8A3221D353}"/>
                  </a:ext>
                </a:extLst>
              </p:cNvPr>
              <p:cNvCxnSpPr/>
              <p:nvPr/>
            </p:nvCxnSpPr>
            <p:spPr bwMode="auto">
              <a:xfrm flipH="1">
                <a:off x="4861553" y="4024212"/>
                <a:ext cx="1588" cy="136504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283" name="Group 580">
                <a:extLst>
                  <a:ext uri="{FF2B5EF4-FFF2-40B4-BE49-F238E27FC236}">
                    <a16:creationId xmlns:a16="http://schemas.microsoft.com/office/drawing/2014/main" id="{D37F73D1-9F45-42D4-88A5-F0831FAEA3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53939" y="5315451"/>
                <a:ext cx="507588" cy="221697"/>
                <a:chOff x="4128636" y="3606589"/>
                <a:chExt cx="568145" cy="338667"/>
              </a:xfrm>
            </p:grpSpPr>
            <p:sp>
              <p:nvSpPr>
                <p:cNvPr id="589" name="Oval 588">
                  <a:extLst>
                    <a:ext uri="{FF2B5EF4-FFF2-40B4-BE49-F238E27FC236}">
                      <a16:creationId xmlns:a16="http://schemas.microsoft.com/office/drawing/2014/main" id="{E2561E11-DE51-43AC-B758-D1AF24C70970}"/>
                    </a:ext>
                  </a:extLst>
                </p:cNvPr>
                <p:cNvSpPr/>
                <p:nvPr/>
              </p:nvSpPr>
              <p:spPr>
                <a:xfrm>
                  <a:off x="4128204" y="3719336"/>
                  <a:ext cx="568606" cy="225498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90" name="Rectangle 589">
                  <a:extLst>
                    <a:ext uri="{FF2B5EF4-FFF2-40B4-BE49-F238E27FC236}">
                      <a16:creationId xmlns:a16="http://schemas.microsoft.com/office/drawing/2014/main" id="{BD5F7BF7-441D-4545-96BD-7AA3222BE145}"/>
                    </a:ext>
                  </a:extLst>
                </p:cNvPr>
                <p:cNvSpPr/>
                <p:nvPr/>
              </p:nvSpPr>
              <p:spPr>
                <a:xfrm>
                  <a:off x="4128204" y="3719336"/>
                  <a:ext cx="568606" cy="111537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91" name="Oval 590">
                  <a:extLst>
                    <a:ext uri="{FF2B5EF4-FFF2-40B4-BE49-F238E27FC236}">
                      <a16:creationId xmlns:a16="http://schemas.microsoft.com/office/drawing/2014/main" id="{5DE0C18C-DA7F-4FA5-A7D2-01CDDC3BDA35}"/>
                    </a:ext>
                  </a:extLst>
                </p:cNvPr>
                <p:cNvSpPr/>
                <p:nvPr/>
              </p:nvSpPr>
              <p:spPr>
                <a:xfrm>
                  <a:off x="4128204" y="3593250"/>
                  <a:ext cx="568606" cy="23762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B355792F-CF54-4498-A600-F9B1967DA46B}"/>
                    </a:ext>
                  </a:extLst>
                </p:cNvPr>
                <p:cNvCxnSpPr/>
                <p:nvPr/>
              </p:nvCxnSpPr>
              <p:spPr>
                <a:xfrm>
                  <a:off x="4696810" y="3719336"/>
                  <a:ext cx="0" cy="11153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79174090-3104-42CA-9063-9D5441AF244D}"/>
                    </a:ext>
                  </a:extLst>
                </p:cNvPr>
                <p:cNvCxnSpPr/>
                <p:nvPr/>
              </p:nvCxnSpPr>
              <p:spPr>
                <a:xfrm>
                  <a:off x="4128204" y="3719336"/>
                  <a:ext cx="0" cy="11153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2" name="Rectangle 581">
                <a:extLst>
                  <a:ext uri="{FF2B5EF4-FFF2-40B4-BE49-F238E27FC236}">
                    <a16:creationId xmlns:a16="http://schemas.microsoft.com/office/drawing/2014/main" id="{C14E86B9-40FC-4985-AC43-AEE9CC1314CE}"/>
                  </a:ext>
                </a:extLst>
              </p:cNvPr>
              <p:cNvSpPr/>
              <p:nvPr/>
            </p:nvSpPr>
            <p:spPr bwMode="auto">
              <a:xfrm>
                <a:off x="4355141" y="4579754"/>
                <a:ext cx="496887" cy="81267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3A6ACADE-4AD4-4E9A-9187-F35379FCB503}"/>
                  </a:ext>
                </a:extLst>
              </p:cNvPr>
              <p:cNvCxnSpPr/>
              <p:nvPr/>
            </p:nvCxnSpPr>
            <p:spPr bwMode="auto">
              <a:xfrm flipH="1">
                <a:off x="4348791" y="4032148"/>
                <a:ext cx="3175" cy="145075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286" name="Group 568">
                <a:extLst>
                  <a:ext uri="{FF2B5EF4-FFF2-40B4-BE49-F238E27FC236}">
                    <a16:creationId xmlns:a16="http://schemas.microsoft.com/office/drawing/2014/main" id="{9FBC25BE-9F4F-4B19-8850-77562C62E4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51304" y="3867098"/>
                <a:ext cx="503828" cy="248249"/>
                <a:chOff x="2183302" y="1564542"/>
                <a:chExt cx="1200154" cy="440314"/>
              </a:xfrm>
            </p:grpSpPr>
            <p:sp>
              <p:nvSpPr>
                <p:cNvPr id="570" name="Oval 569">
                  <a:extLst>
                    <a:ext uri="{FF2B5EF4-FFF2-40B4-BE49-F238E27FC236}">
                      <a16:creationId xmlns:a16="http://schemas.microsoft.com/office/drawing/2014/main" id="{087224CD-93D9-438F-AEF2-9836B80EB6D0}"/>
                    </a:ext>
                  </a:extLst>
                </p:cNvPr>
                <p:cNvSpPr/>
                <p:nvPr/>
              </p:nvSpPr>
              <p:spPr bwMode="auto">
                <a:xfrm flipV="1">
                  <a:off x="2188659" y="1691187"/>
                  <a:ext cx="1194966" cy="31249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71" name="Rectangle 570">
                  <a:extLst>
                    <a:ext uri="{FF2B5EF4-FFF2-40B4-BE49-F238E27FC236}">
                      <a16:creationId xmlns:a16="http://schemas.microsoft.com/office/drawing/2014/main" id="{A37B83AD-62FD-4B37-B695-FBC63336CC72}"/>
                    </a:ext>
                  </a:extLst>
                </p:cNvPr>
                <p:cNvSpPr/>
                <p:nvPr/>
              </p:nvSpPr>
              <p:spPr bwMode="auto">
                <a:xfrm>
                  <a:off x="2184879" y="1736232"/>
                  <a:ext cx="1198746" cy="112612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72" name="Oval 571">
                  <a:extLst>
                    <a:ext uri="{FF2B5EF4-FFF2-40B4-BE49-F238E27FC236}">
                      <a16:creationId xmlns:a16="http://schemas.microsoft.com/office/drawing/2014/main" id="{3D19C9AA-D330-43DD-910B-FF07156C02A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9" y="1564498"/>
                  <a:ext cx="1194966" cy="312499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573" name="Freeform 572">
                  <a:extLst>
                    <a:ext uri="{FF2B5EF4-FFF2-40B4-BE49-F238E27FC236}">
                      <a16:creationId xmlns:a16="http://schemas.microsoft.com/office/drawing/2014/main" id="{0778DCC2-8812-4EB0-BA0E-70F41CFA7BBB}"/>
                    </a:ext>
                  </a:extLst>
                </p:cNvPr>
                <p:cNvSpPr/>
                <p:nvPr/>
              </p:nvSpPr>
              <p:spPr bwMode="auto">
                <a:xfrm>
                  <a:off x="2491182" y="1671479"/>
                  <a:ext cx="582357" cy="154842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74" name="Freeform 573">
                  <a:extLst>
                    <a:ext uri="{FF2B5EF4-FFF2-40B4-BE49-F238E27FC236}">
                      <a16:creationId xmlns:a16="http://schemas.microsoft.com/office/drawing/2014/main" id="{6313875C-837F-4A14-BB48-6C807123E8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78" y="1629250"/>
                  <a:ext cx="703366" cy="109796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3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4 h 932950"/>
                    <a:gd name="T14" fmla="*/ 354544 w 3723451"/>
                    <a:gd name="T15" fmla="*/ 109796 h 932950"/>
                    <a:gd name="T16" fmla="*/ 134425 w 3723451"/>
                    <a:gd name="T17" fmla="*/ 48611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75" name="Freeform 574">
                  <a:extLst>
                    <a:ext uri="{FF2B5EF4-FFF2-40B4-BE49-F238E27FC236}">
                      <a16:creationId xmlns:a16="http://schemas.microsoft.com/office/drawing/2014/main" id="{45D6E88F-5B15-4532-B5C0-CE1D10E118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5" y="1722154"/>
                  <a:ext cx="260927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7 w 1366596"/>
                    <a:gd name="T3" fmla="*/ 73965 h 809868"/>
                    <a:gd name="T4" fmla="*/ 165166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576" name="Freeform 575">
                  <a:extLst>
                    <a:ext uri="{FF2B5EF4-FFF2-40B4-BE49-F238E27FC236}">
                      <a16:creationId xmlns:a16="http://schemas.microsoft.com/office/drawing/2014/main" id="{5C7E5A69-5F94-40BD-B550-04BF674B3F2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4" y="1724970"/>
                  <a:ext cx="253362" cy="95720"/>
                </a:xfrm>
                <a:custGeom>
                  <a:avLst/>
                  <a:gdLst>
                    <a:gd name="T0" fmla="*/ 249903 w 1348191"/>
                    <a:gd name="T1" fmla="*/ 0 h 791462"/>
                    <a:gd name="T2" fmla="*/ 253362 w 1348191"/>
                    <a:gd name="T3" fmla="*/ 46190 h 791462"/>
                    <a:gd name="T4" fmla="*/ 91660 w 1348191"/>
                    <a:gd name="T5" fmla="*/ 95720 h 791462"/>
                    <a:gd name="T6" fmla="*/ 0 w 1348191"/>
                    <a:gd name="T7" fmla="*/ 74016 h 791462"/>
                    <a:gd name="T8" fmla="*/ 249903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577" name="Straight Connector 576">
                  <a:extLst>
                    <a:ext uri="{FF2B5EF4-FFF2-40B4-BE49-F238E27FC236}">
                      <a16:creationId xmlns:a16="http://schemas.microsoft.com/office/drawing/2014/main" id="{4F20C9F3-F6C5-4ABD-B8D6-CC57A53762A7}"/>
                    </a:ext>
                  </a:extLst>
                </p:cNvPr>
                <p:cNvCxnSpPr>
                  <a:cxnSpLocks noChangeShapeType="1"/>
                  <a:endCxn id="572" idx="2"/>
                </p:cNvCxnSpPr>
                <p:nvPr/>
              </p:nvCxnSpPr>
              <p:spPr bwMode="auto">
                <a:xfrm flipH="1" flipV="1">
                  <a:off x="2184879" y="1722154"/>
                  <a:ext cx="3780" cy="121059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7DE3DB47-7BE6-4FA7-A167-779F87D0BE2E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5" y="1727785"/>
                  <a:ext cx="3780" cy="121059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6233" name="Group 48257">
              <a:extLst>
                <a:ext uri="{FF2B5EF4-FFF2-40B4-BE49-F238E27FC236}">
                  <a16:creationId xmlns:a16="http://schemas.microsoft.com/office/drawing/2014/main" id="{E5B4FC20-C135-4B9C-A452-CABBD84D3B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2116" y="3849635"/>
              <a:ext cx="514350" cy="1670050"/>
              <a:chOff x="5552116" y="3849635"/>
              <a:chExt cx="514350" cy="1670050"/>
            </a:xfrm>
          </p:grpSpPr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CC8ECCE0-7278-479A-9349-47D99D2BF0A1}"/>
                  </a:ext>
                </a:extLst>
              </p:cNvPr>
              <p:cNvSpPr/>
              <p:nvPr/>
            </p:nvSpPr>
            <p:spPr bwMode="auto">
              <a:xfrm rot="10800000">
                <a:off x="5555163" y="3933392"/>
                <a:ext cx="498084" cy="628647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07" name="Straight Connector 606">
                <a:extLst>
                  <a:ext uri="{FF2B5EF4-FFF2-40B4-BE49-F238E27FC236}">
                    <a16:creationId xmlns:a16="http://schemas.microsoft.com/office/drawing/2014/main" id="{AFD87FA2-647E-4350-A30D-5A65D6B9102A}"/>
                  </a:ext>
                </a:extLst>
              </p:cNvPr>
              <p:cNvCxnSpPr/>
              <p:nvPr/>
            </p:nvCxnSpPr>
            <p:spPr bwMode="auto">
              <a:xfrm flipH="1">
                <a:off x="6064879" y="4006752"/>
                <a:ext cx="1588" cy="1365045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261" name="Group 607">
                <a:extLst>
                  <a:ext uri="{FF2B5EF4-FFF2-40B4-BE49-F238E27FC236}">
                    <a16:creationId xmlns:a16="http://schemas.microsoft.com/office/drawing/2014/main" id="{9FA78B91-1EA2-4A0D-B7E4-C031630E8B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57264" y="5297988"/>
                <a:ext cx="507588" cy="221697"/>
                <a:chOff x="4128636" y="3606589"/>
                <a:chExt cx="568145" cy="338667"/>
              </a:xfrm>
            </p:grpSpPr>
            <p:sp>
              <p:nvSpPr>
                <p:cNvPr id="616" name="Oval 615">
                  <a:extLst>
                    <a:ext uri="{FF2B5EF4-FFF2-40B4-BE49-F238E27FC236}">
                      <a16:creationId xmlns:a16="http://schemas.microsoft.com/office/drawing/2014/main" id="{CD84D239-74A4-4C04-B4BF-3BC931805826}"/>
                    </a:ext>
                  </a:extLst>
                </p:cNvPr>
                <p:cNvSpPr/>
                <p:nvPr/>
              </p:nvSpPr>
              <p:spPr>
                <a:xfrm>
                  <a:off x="4128205" y="3719341"/>
                  <a:ext cx="568606" cy="225500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17" name="Rectangle 616">
                  <a:extLst>
                    <a:ext uri="{FF2B5EF4-FFF2-40B4-BE49-F238E27FC236}">
                      <a16:creationId xmlns:a16="http://schemas.microsoft.com/office/drawing/2014/main" id="{1E6B4EE4-E6FB-498A-BE13-669B2FABA119}"/>
                    </a:ext>
                  </a:extLst>
                </p:cNvPr>
                <p:cNvSpPr/>
                <p:nvPr/>
              </p:nvSpPr>
              <p:spPr>
                <a:xfrm>
                  <a:off x="4128205" y="3719341"/>
                  <a:ext cx="568606" cy="111537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18" name="Oval 617">
                  <a:extLst>
                    <a:ext uri="{FF2B5EF4-FFF2-40B4-BE49-F238E27FC236}">
                      <a16:creationId xmlns:a16="http://schemas.microsoft.com/office/drawing/2014/main" id="{40E4C027-B2B0-4520-AA61-67EAA1C0E25B}"/>
                    </a:ext>
                  </a:extLst>
                </p:cNvPr>
                <p:cNvSpPr/>
                <p:nvPr/>
              </p:nvSpPr>
              <p:spPr>
                <a:xfrm>
                  <a:off x="4128205" y="3593255"/>
                  <a:ext cx="568606" cy="23762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619" name="Straight Connector 618">
                  <a:extLst>
                    <a:ext uri="{FF2B5EF4-FFF2-40B4-BE49-F238E27FC236}">
                      <a16:creationId xmlns:a16="http://schemas.microsoft.com/office/drawing/2014/main" id="{28C517F6-CC81-4AB3-B266-C8FA8AD7113C}"/>
                    </a:ext>
                  </a:extLst>
                </p:cNvPr>
                <p:cNvCxnSpPr/>
                <p:nvPr/>
              </p:nvCxnSpPr>
              <p:spPr>
                <a:xfrm>
                  <a:off x="4696811" y="3719341"/>
                  <a:ext cx="0" cy="11153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Straight Connector 619">
                  <a:extLst>
                    <a:ext uri="{FF2B5EF4-FFF2-40B4-BE49-F238E27FC236}">
                      <a16:creationId xmlns:a16="http://schemas.microsoft.com/office/drawing/2014/main" id="{B2C39AF1-6C37-47BC-BE0F-A4DABB31F95F}"/>
                    </a:ext>
                  </a:extLst>
                </p:cNvPr>
                <p:cNvCxnSpPr/>
                <p:nvPr/>
              </p:nvCxnSpPr>
              <p:spPr>
                <a:xfrm>
                  <a:off x="4128205" y="3719341"/>
                  <a:ext cx="0" cy="111537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1080A692-11E8-4C91-BB18-396F709DD62C}"/>
                  </a:ext>
                </a:extLst>
              </p:cNvPr>
              <p:cNvSpPr/>
              <p:nvPr/>
            </p:nvSpPr>
            <p:spPr bwMode="auto">
              <a:xfrm>
                <a:off x="5558467" y="4562294"/>
                <a:ext cx="496887" cy="81267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11" name="Straight Connector 610">
                <a:extLst>
                  <a:ext uri="{FF2B5EF4-FFF2-40B4-BE49-F238E27FC236}">
                    <a16:creationId xmlns:a16="http://schemas.microsoft.com/office/drawing/2014/main" id="{555F14CF-006A-434E-A6B4-6B4AE8E7C64A}"/>
                  </a:ext>
                </a:extLst>
              </p:cNvPr>
              <p:cNvCxnSpPr/>
              <p:nvPr/>
            </p:nvCxnSpPr>
            <p:spPr bwMode="auto">
              <a:xfrm flipH="1">
                <a:off x="5552117" y="4014689"/>
                <a:ext cx="3175" cy="1450757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264" name="Group 595">
                <a:extLst>
                  <a:ext uri="{FF2B5EF4-FFF2-40B4-BE49-F238E27FC236}">
                    <a16:creationId xmlns:a16="http://schemas.microsoft.com/office/drawing/2014/main" id="{4B92895D-62C0-4D27-A61E-582A05DD07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54629" y="3849635"/>
                <a:ext cx="503828" cy="248249"/>
                <a:chOff x="2183302" y="1564542"/>
                <a:chExt cx="1200154" cy="440314"/>
              </a:xfrm>
            </p:grpSpPr>
            <p:sp>
              <p:nvSpPr>
                <p:cNvPr id="597" name="Oval 596">
                  <a:extLst>
                    <a:ext uri="{FF2B5EF4-FFF2-40B4-BE49-F238E27FC236}">
                      <a16:creationId xmlns:a16="http://schemas.microsoft.com/office/drawing/2014/main" id="{AB80D7D1-D3D3-4C56-9FDE-3DA24FA93C1A}"/>
                    </a:ext>
                  </a:extLst>
                </p:cNvPr>
                <p:cNvSpPr/>
                <p:nvPr/>
              </p:nvSpPr>
              <p:spPr bwMode="auto">
                <a:xfrm flipV="1">
                  <a:off x="2188662" y="1691192"/>
                  <a:ext cx="1194966" cy="31249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598" name="Rectangle 597">
                  <a:extLst>
                    <a:ext uri="{FF2B5EF4-FFF2-40B4-BE49-F238E27FC236}">
                      <a16:creationId xmlns:a16="http://schemas.microsoft.com/office/drawing/2014/main" id="{50A600EE-16C9-42DB-8E01-543D40E62817}"/>
                    </a:ext>
                  </a:extLst>
                </p:cNvPr>
                <p:cNvSpPr/>
                <p:nvPr/>
              </p:nvSpPr>
              <p:spPr bwMode="auto">
                <a:xfrm>
                  <a:off x="2184881" y="1736237"/>
                  <a:ext cx="1198746" cy="112612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599" name="Oval 598">
                  <a:extLst>
                    <a:ext uri="{FF2B5EF4-FFF2-40B4-BE49-F238E27FC236}">
                      <a16:creationId xmlns:a16="http://schemas.microsoft.com/office/drawing/2014/main" id="{10AEAE9F-E610-45F0-9283-3F72F55A19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81" y="1564505"/>
                  <a:ext cx="1194966" cy="312497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600" name="Freeform 599">
                  <a:extLst>
                    <a:ext uri="{FF2B5EF4-FFF2-40B4-BE49-F238E27FC236}">
                      <a16:creationId xmlns:a16="http://schemas.microsoft.com/office/drawing/2014/main" id="{2DA5F5C9-8BAC-432A-B348-ED753A519259}"/>
                    </a:ext>
                  </a:extLst>
                </p:cNvPr>
                <p:cNvSpPr/>
                <p:nvPr/>
              </p:nvSpPr>
              <p:spPr bwMode="auto">
                <a:xfrm>
                  <a:off x="2491185" y="1671486"/>
                  <a:ext cx="582357" cy="154840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01" name="Freeform 600">
                  <a:extLst>
                    <a:ext uri="{FF2B5EF4-FFF2-40B4-BE49-F238E27FC236}">
                      <a16:creationId xmlns:a16="http://schemas.microsoft.com/office/drawing/2014/main" id="{1D3743F9-0497-4930-92C3-06CFD62F279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80" y="1629256"/>
                  <a:ext cx="703366" cy="109797"/>
                </a:xfrm>
                <a:custGeom>
                  <a:avLst/>
                  <a:gdLst>
                    <a:gd name="T0" fmla="*/ 0 w 3723451"/>
                    <a:gd name="T1" fmla="*/ 26862 h 932950"/>
                    <a:gd name="T2" fmla="*/ 123762 w 3723451"/>
                    <a:gd name="T3" fmla="*/ 317 h 932950"/>
                    <a:gd name="T4" fmla="*/ 350560 w 3723451"/>
                    <a:gd name="T5" fmla="*/ 61264 h 932950"/>
                    <a:gd name="T6" fmla="*/ 566927 w 3723451"/>
                    <a:gd name="T7" fmla="*/ 0 h 932950"/>
                    <a:gd name="T8" fmla="*/ 703366 w 3723451"/>
                    <a:gd name="T9" fmla="*/ 24379 h 932950"/>
                    <a:gd name="T10" fmla="*/ 601856 w 3723451"/>
                    <a:gd name="T11" fmla="*/ 54357 h 932950"/>
                    <a:gd name="T12" fmla="*/ 569173 w 3723451"/>
                    <a:gd name="T13" fmla="*/ 46275 h 932950"/>
                    <a:gd name="T14" fmla="*/ 354544 w 3723451"/>
                    <a:gd name="T15" fmla="*/ 109797 h 932950"/>
                    <a:gd name="T16" fmla="*/ 134425 w 3723451"/>
                    <a:gd name="T17" fmla="*/ 48612 h 932950"/>
                    <a:gd name="T18" fmla="*/ 98836 w 3723451"/>
                    <a:gd name="T19" fmla="*/ 55215 h 932950"/>
                    <a:gd name="T20" fmla="*/ 0 w 3723451"/>
                    <a:gd name="T21" fmla="*/ 26862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602" name="Freeform 601">
                  <a:extLst>
                    <a:ext uri="{FF2B5EF4-FFF2-40B4-BE49-F238E27FC236}">
                      <a16:creationId xmlns:a16="http://schemas.microsoft.com/office/drawing/2014/main" id="{B678AED2-90A3-44C8-9DA2-245CB2FFBF4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8" y="1722161"/>
                  <a:ext cx="260927" cy="95720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7 w 1366596"/>
                    <a:gd name="T3" fmla="*/ 73965 h 809868"/>
                    <a:gd name="T4" fmla="*/ 165166 w 1366596"/>
                    <a:gd name="T5" fmla="*/ 95720 h 809868"/>
                    <a:gd name="T6" fmla="*/ 878 w 1366596"/>
                    <a:gd name="T7" fmla="*/ 50579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603" name="Freeform 602">
                  <a:extLst>
                    <a:ext uri="{FF2B5EF4-FFF2-40B4-BE49-F238E27FC236}">
                      <a16:creationId xmlns:a16="http://schemas.microsoft.com/office/drawing/2014/main" id="{BD17E0C0-0D39-4840-BDAC-5DC2BDC982F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7" y="1724976"/>
                  <a:ext cx="253362" cy="95720"/>
                </a:xfrm>
                <a:custGeom>
                  <a:avLst/>
                  <a:gdLst>
                    <a:gd name="T0" fmla="*/ 249903 w 1348191"/>
                    <a:gd name="T1" fmla="*/ 0 h 791462"/>
                    <a:gd name="T2" fmla="*/ 253362 w 1348191"/>
                    <a:gd name="T3" fmla="*/ 46190 h 791462"/>
                    <a:gd name="T4" fmla="*/ 91660 w 1348191"/>
                    <a:gd name="T5" fmla="*/ 95720 h 791462"/>
                    <a:gd name="T6" fmla="*/ 0 w 1348191"/>
                    <a:gd name="T7" fmla="*/ 74016 h 791462"/>
                    <a:gd name="T8" fmla="*/ 249903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604" name="Straight Connector 603">
                  <a:extLst>
                    <a:ext uri="{FF2B5EF4-FFF2-40B4-BE49-F238E27FC236}">
                      <a16:creationId xmlns:a16="http://schemas.microsoft.com/office/drawing/2014/main" id="{1481709F-986D-4674-A325-14D17A24E91B}"/>
                    </a:ext>
                  </a:extLst>
                </p:cNvPr>
                <p:cNvCxnSpPr>
                  <a:cxnSpLocks noChangeShapeType="1"/>
                  <a:endCxn id="599" idx="2"/>
                </p:cNvCxnSpPr>
                <p:nvPr/>
              </p:nvCxnSpPr>
              <p:spPr bwMode="auto">
                <a:xfrm flipH="1" flipV="1">
                  <a:off x="2184881" y="1722161"/>
                  <a:ext cx="3780" cy="121057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605" name="Straight Connector 604">
                  <a:extLst>
                    <a:ext uri="{FF2B5EF4-FFF2-40B4-BE49-F238E27FC236}">
                      <a16:creationId xmlns:a16="http://schemas.microsoft.com/office/drawing/2014/main" id="{02F0FF3A-2D8A-46C1-BF72-12B70420851F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7" y="1727792"/>
                  <a:ext cx="3780" cy="121057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  <p:grpSp>
          <p:nvGrpSpPr>
            <p:cNvPr id="46234" name="Group 48258">
              <a:extLst>
                <a:ext uri="{FF2B5EF4-FFF2-40B4-BE49-F238E27FC236}">
                  <a16:creationId xmlns:a16="http://schemas.microsoft.com/office/drawing/2014/main" id="{A2A5F0FB-A12F-4D05-A6D3-AE42FE522B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47479" y="3836935"/>
              <a:ext cx="514350" cy="1671638"/>
              <a:chOff x="6547479" y="3836935"/>
              <a:chExt cx="514350" cy="1671638"/>
            </a:xfrm>
          </p:grpSpPr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7F1385CC-E3B4-458A-98AE-003576893418}"/>
                  </a:ext>
                </a:extLst>
              </p:cNvPr>
              <p:cNvSpPr/>
              <p:nvPr/>
            </p:nvSpPr>
            <p:spPr bwMode="auto">
              <a:xfrm rot="10800000">
                <a:off x="6550526" y="3920772"/>
                <a:ext cx="498084" cy="629245"/>
              </a:xfrm>
              <a:prstGeom prst="rect">
                <a:avLst/>
              </a:prstGeom>
              <a:gradFill>
                <a:gsLst>
                  <a:gs pos="100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34" name="Straight Connector 633">
                <a:extLst>
                  <a:ext uri="{FF2B5EF4-FFF2-40B4-BE49-F238E27FC236}">
                    <a16:creationId xmlns:a16="http://schemas.microsoft.com/office/drawing/2014/main" id="{37F82DBF-0126-4055-878E-F37DAFAC96D1}"/>
                  </a:ext>
                </a:extLst>
              </p:cNvPr>
              <p:cNvCxnSpPr/>
              <p:nvPr/>
            </p:nvCxnSpPr>
            <p:spPr bwMode="auto">
              <a:xfrm flipH="1">
                <a:off x="7060242" y="3994054"/>
                <a:ext cx="1587" cy="1366633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239" name="Group 634">
                <a:extLst>
                  <a:ext uri="{FF2B5EF4-FFF2-40B4-BE49-F238E27FC236}">
                    <a16:creationId xmlns:a16="http://schemas.microsoft.com/office/drawing/2014/main" id="{5D0FCFD7-A756-442C-A8F6-F9CDCD62D4A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52627" y="5286665"/>
                <a:ext cx="507588" cy="221908"/>
                <a:chOff x="4128636" y="3606589"/>
                <a:chExt cx="568145" cy="338667"/>
              </a:xfrm>
            </p:grpSpPr>
            <p:sp>
              <p:nvSpPr>
                <p:cNvPr id="643" name="Oval 642">
                  <a:extLst>
                    <a:ext uri="{FF2B5EF4-FFF2-40B4-BE49-F238E27FC236}">
                      <a16:creationId xmlns:a16="http://schemas.microsoft.com/office/drawing/2014/main" id="{0177C1DE-058E-4B0E-935C-F326B7306A2D}"/>
                    </a:ext>
                  </a:extLst>
                </p:cNvPr>
                <p:cNvSpPr/>
                <p:nvPr/>
              </p:nvSpPr>
              <p:spPr>
                <a:xfrm>
                  <a:off x="4128205" y="3719558"/>
                  <a:ext cx="568606" cy="225284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 w="6350"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44" name="Rectangle 643">
                  <a:extLst>
                    <a:ext uri="{FF2B5EF4-FFF2-40B4-BE49-F238E27FC236}">
                      <a16:creationId xmlns:a16="http://schemas.microsoft.com/office/drawing/2014/main" id="{642EF765-F26A-43A0-B19A-1290452A9765}"/>
                    </a:ext>
                  </a:extLst>
                </p:cNvPr>
                <p:cNvSpPr/>
                <p:nvPr/>
              </p:nvSpPr>
              <p:spPr>
                <a:xfrm>
                  <a:off x="4128205" y="3719558"/>
                  <a:ext cx="568606" cy="111431"/>
                </a:xfrm>
                <a:prstGeom prst="rect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45" name="Oval 644">
                  <a:extLst>
                    <a:ext uri="{FF2B5EF4-FFF2-40B4-BE49-F238E27FC236}">
                      <a16:creationId xmlns:a16="http://schemas.microsoft.com/office/drawing/2014/main" id="{4062A0F5-BF92-4BDC-B279-08520ED7DEC6}"/>
                    </a:ext>
                  </a:extLst>
                </p:cNvPr>
                <p:cNvSpPr/>
                <p:nvPr/>
              </p:nvSpPr>
              <p:spPr>
                <a:xfrm>
                  <a:off x="4128205" y="3605704"/>
                  <a:ext cx="568606" cy="225286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  <a:alpha val="5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cxnSp>
              <p:nvCxnSpPr>
                <p:cNvPr id="646" name="Straight Connector 645">
                  <a:extLst>
                    <a:ext uri="{FF2B5EF4-FFF2-40B4-BE49-F238E27FC236}">
                      <a16:creationId xmlns:a16="http://schemas.microsoft.com/office/drawing/2014/main" id="{A5EB4F7B-C96C-4483-9918-3830C61AC94D}"/>
                    </a:ext>
                  </a:extLst>
                </p:cNvPr>
                <p:cNvCxnSpPr/>
                <p:nvPr/>
              </p:nvCxnSpPr>
              <p:spPr>
                <a:xfrm>
                  <a:off x="4696811" y="3719558"/>
                  <a:ext cx="0" cy="11143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Straight Connector 646">
                  <a:extLst>
                    <a:ext uri="{FF2B5EF4-FFF2-40B4-BE49-F238E27FC236}">
                      <a16:creationId xmlns:a16="http://schemas.microsoft.com/office/drawing/2014/main" id="{09073332-0A80-422B-B884-36FE08F6B127}"/>
                    </a:ext>
                  </a:extLst>
                </p:cNvPr>
                <p:cNvCxnSpPr/>
                <p:nvPr/>
              </p:nvCxnSpPr>
              <p:spPr>
                <a:xfrm>
                  <a:off x="4128205" y="3719558"/>
                  <a:ext cx="0" cy="11143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16CD581C-202B-4F05-A780-6A3C2720DC16}"/>
                  </a:ext>
                </a:extLst>
              </p:cNvPr>
              <p:cNvSpPr/>
              <p:nvPr/>
            </p:nvSpPr>
            <p:spPr bwMode="auto">
              <a:xfrm>
                <a:off x="6553829" y="4551184"/>
                <a:ext cx="496888" cy="812678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  <a:alpha val="62000"/>
                    </a:schemeClr>
                  </a:gs>
                  <a:gs pos="54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bg1"/>
                  </a:gs>
                </a:gsLst>
              </a:gra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38" name="Straight Connector 637">
                <a:extLst>
                  <a:ext uri="{FF2B5EF4-FFF2-40B4-BE49-F238E27FC236}">
                    <a16:creationId xmlns:a16="http://schemas.microsoft.com/office/drawing/2014/main" id="{4DF426D9-07D9-473B-BA4D-0B7A97B9FAB8}"/>
                  </a:ext>
                </a:extLst>
              </p:cNvPr>
              <p:cNvCxnSpPr/>
              <p:nvPr/>
            </p:nvCxnSpPr>
            <p:spPr bwMode="auto">
              <a:xfrm flipH="1">
                <a:off x="6547479" y="4001991"/>
                <a:ext cx="3175" cy="1452344"/>
              </a:xfrm>
              <a:prstGeom prst="line">
                <a:avLst/>
              </a:prstGeom>
              <a:ln w="3175">
                <a:solidFill>
                  <a:schemeClr val="tx1"/>
                </a:solidFill>
                <a:prstDash val="sysDash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242" name="Group 622">
                <a:extLst>
                  <a:ext uri="{FF2B5EF4-FFF2-40B4-BE49-F238E27FC236}">
                    <a16:creationId xmlns:a16="http://schemas.microsoft.com/office/drawing/2014/main" id="{8B040921-D3E4-45E0-8307-2B9FC8293C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49992" y="3836935"/>
                <a:ext cx="503828" cy="248485"/>
                <a:chOff x="2183302" y="1564542"/>
                <a:chExt cx="1200154" cy="440314"/>
              </a:xfrm>
            </p:grpSpPr>
            <p:sp>
              <p:nvSpPr>
                <p:cNvPr id="624" name="Oval 623">
                  <a:extLst>
                    <a:ext uri="{FF2B5EF4-FFF2-40B4-BE49-F238E27FC236}">
                      <a16:creationId xmlns:a16="http://schemas.microsoft.com/office/drawing/2014/main" id="{7762311B-0FBA-4780-9901-F547786E599E}"/>
                    </a:ext>
                  </a:extLst>
                </p:cNvPr>
                <p:cNvSpPr/>
                <p:nvPr/>
              </p:nvSpPr>
              <p:spPr bwMode="auto">
                <a:xfrm flipV="1">
                  <a:off x="2188662" y="1691075"/>
                  <a:ext cx="1194966" cy="315014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2">
                        <a:lumMod val="75000"/>
                      </a:schemeClr>
                    </a:gs>
                    <a:gs pos="31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bg1"/>
                    </a:gs>
                  </a:gsLst>
                  <a:lin ang="16200000" scaled="0"/>
                  <a:tileRect/>
                </a:gradFill>
                <a:ln w="6350" cmpd="sng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</a:endParaRPr>
                </a:p>
              </p:txBody>
            </p:sp>
            <p:sp>
              <p:nvSpPr>
                <p:cNvPr id="625" name="Rectangle 624">
                  <a:extLst>
                    <a:ext uri="{FF2B5EF4-FFF2-40B4-BE49-F238E27FC236}">
                      <a16:creationId xmlns:a16="http://schemas.microsoft.com/office/drawing/2014/main" id="{F51EA688-F622-4170-84E2-0872D0D6A7C7}"/>
                    </a:ext>
                  </a:extLst>
                </p:cNvPr>
                <p:cNvSpPr/>
                <p:nvPr/>
              </p:nvSpPr>
              <p:spPr bwMode="auto">
                <a:xfrm>
                  <a:off x="2184879" y="1736077"/>
                  <a:ext cx="1198749" cy="112505"/>
                </a:xfrm>
                <a:prstGeom prst="rect">
                  <a:avLst/>
                </a:prstGeom>
                <a:gradFill>
                  <a:gsLst>
                    <a:gs pos="0">
                      <a:schemeClr val="accent2">
                        <a:lumMod val="40000"/>
                        <a:lumOff val="60000"/>
                      </a:schemeClr>
                    </a:gs>
                    <a:gs pos="54000">
                      <a:schemeClr val="accent2">
                        <a:lumMod val="60000"/>
                        <a:lumOff val="40000"/>
                      </a:schemeClr>
                    </a:gs>
                    <a:gs pos="100000">
                      <a:schemeClr val="accent2">
                        <a:lumMod val="75000"/>
                      </a:schemeClr>
                    </a:gs>
                  </a:gsLst>
                  <a:lin ang="16200000" scaled="0"/>
                </a:gradFill>
                <a:ln w="254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26" name="Oval 625">
                  <a:extLst>
                    <a:ext uri="{FF2B5EF4-FFF2-40B4-BE49-F238E27FC236}">
                      <a16:creationId xmlns:a16="http://schemas.microsoft.com/office/drawing/2014/main" id="{87134E41-9DA5-4FA5-8D72-8C5E2EF7B3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flipV="1">
                  <a:off x="2184879" y="1564508"/>
                  <a:ext cx="1194966" cy="315014"/>
                </a:xfrm>
                <a:prstGeom prst="ellipse">
                  <a:avLst/>
                </a:prstGeom>
                <a:solidFill>
                  <a:srgbClr val="BFBFBF"/>
                </a:solidFill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23000" dir="5400000" rotWithShape="0">
                    <a:srgbClr val="80808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 algn="ctr">
                    <a:defRPr/>
                  </a:pPr>
                  <a:endParaRPr lang="en-US" dirty="0">
                    <a:ln>
                      <a:solidFill>
                        <a:schemeClr val="tx1"/>
                      </a:solidFill>
                    </a:ln>
                    <a:solidFill>
                      <a:schemeClr val="lt1"/>
                    </a:solidFill>
                    <a:latin typeface="+mn-lt"/>
                    <a:ea typeface="+mn-ea"/>
                  </a:endParaRPr>
                </a:p>
              </p:txBody>
            </p:sp>
            <p:sp>
              <p:nvSpPr>
                <p:cNvPr id="627" name="Freeform 626">
                  <a:extLst>
                    <a:ext uri="{FF2B5EF4-FFF2-40B4-BE49-F238E27FC236}">
                      <a16:creationId xmlns:a16="http://schemas.microsoft.com/office/drawing/2014/main" id="{696CA3AB-17C1-40D5-9A36-00D7A533F933}"/>
                    </a:ext>
                  </a:extLst>
                </p:cNvPr>
                <p:cNvSpPr/>
                <p:nvPr/>
              </p:nvSpPr>
              <p:spPr bwMode="auto">
                <a:xfrm>
                  <a:off x="2491185" y="1671388"/>
                  <a:ext cx="582357" cy="157507"/>
                </a:xfrm>
                <a:custGeom>
                  <a:avLst/>
                  <a:gdLst>
                    <a:gd name="connsiteX0" fmla="*/ 1486231 w 2944854"/>
                    <a:gd name="connsiteY0" fmla="*/ 727041 h 1302232"/>
                    <a:gd name="connsiteX1" fmla="*/ 257675 w 2944854"/>
                    <a:gd name="connsiteY1" fmla="*/ 1302232 h 1302232"/>
                    <a:gd name="connsiteX2" fmla="*/ 0 w 2944854"/>
                    <a:gd name="connsiteY2" fmla="*/ 1228607 h 1302232"/>
                    <a:gd name="connsiteX3" fmla="*/ 911064 w 2944854"/>
                    <a:gd name="connsiteY3" fmla="*/ 837478 h 1302232"/>
                    <a:gd name="connsiteX4" fmla="*/ 883456 w 2944854"/>
                    <a:gd name="connsiteY4" fmla="*/ 450949 h 1302232"/>
                    <a:gd name="connsiteX5" fmla="*/ 161047 w 2944854"/>
                    <a:gd name="connsiteY5" fmla="*/ 119640 h 1302232"/>
                    <a:gd name="connsiteX6" fmla="*/ 404917 w 2944854"/>
                    <a:gd name="connsiteY6" fmla="*/ 50617 h 1302232"/>
                    <a:gd name="connsiteX7" fmla="*/ 1477028 w 2944854"/>
                    <a:gd name="connsiteY7" fmla="*/ 501566 h 1302232"/>
                    <a:gd name="connsiteX8" fmla="*/ 2572146 w 2944854"/>
                    <a:gd name="connsiteY8" fmla="*/ 0 h 1302232"/>
                    <a:gd name="connsiteX9" fmla="*/ 2875834 w 2944854"/>
                    <a:gd name="connsiteY9" fmla="*/ 96632 h 1302232"/>
                    <a:gd name="connsiteX10" fmla="*/ 2079803 w 2944854"/>
                    <a:gd name="connsiteY10" fmla="*/ 432543 h 1302232"/>
                    <a:gd name="connsiteX11" fmla="*/ 2240850 w 2944854"/>
                    <a:gd name="connsiteY11" fmla="*/ 920305 h 1302232"/>
                    <a:gd name="connsiteX12" fmla="*/ 2944854 w 2944854"/>
                    <a:gd name="connsiteY12" fmla="*/ 1228607 h 1302232"/>
                    <a:gd name="connsiteX13" fmla="*/ 2733192 w 2944854"/>
                    <a:gd name="connsiteY13" fmla="*/ 1297630 h 1302232"/>
                    <a:gd name="connsiteX14" fmla="*/ 1486231 w 2944854"/>
                    <a:gd name="connsiteY14" fmla="*/ 727041 h 1302232"/>
                    <a:gd name="connsiteX0" fmla="*/ 1486231 w 2944854"/>
                    <a:gd name="connsiteY0" fmla="*/ 727041 h 1316375"/>
                    <a:gd name="connsiteX1" fmla="*/ 257675 w 2944854"/>
                    <a:gd name="connsiteY1" fmla="*/ 1302232 h 1316375"/>
                    <a:gd name="connsiteX2" fmla="*/ 0 w 2944854"/>
                    <a:gd name="connsiteY2" fmla="*/ 1228607 h 1316375"/>
                    <a:gd name="connsiteX3" fmla="*/ 911064 w 2944854"/>
                    <a:gd name="connsiteY3" fmla="*/ 837478 h 1316375"/>
                    <a:gd name="connsiteX4" fmla="*/ 883456 w 2944854"/>
                    <a:gd name="connsiteY4" fmla="*/ 450949 h 1316375"/>
                    <a:gd name="connsiteX5" fmla="*/ 161047 w 2944854"/>
                    <a:gd name="connsiteY5" fmla="*/ 119640 h 1316375"/>
                    <a:gd name="connsiteX6" fmla="*/ 404917 w 2944854"/>
                    <a:gd name="connsiteY6" fmla="*/ 50617 h 1316375"/>
                    <a:gd name="connsiteX7" fmla="*/ 1477028 w 2944854"/>
                    <a:gd name="connsiteY7" fmla="*/ 501566 h 1316375"/>
                    <a:gd name="connsiteX8" fmla="*/ 2572146 w 2944854"/>
                    <a:gd name="connsiteY8" fmla="*/ 0 h 1316375"/>
                    <a:gd name="connsiteX9" fmla="*/ 2875834 w 2944854"/>
                    <a:gd name="connsiteY9" fmla="*/ 96632 h 1316375"/>
                    <a:gd name="connsiteX10" fmla="*/ 2079803 w 2944854"/>
                    <a:gd name="connsiteY10" fmla="*/ 432543 h 1316375"/>
                    <a:gd name="connsiteX11" fmla="*/ 2240850 w 2944854"/>
                    <a:gd name="connsiteY11" fmla="*/ 920305 h 1316375"/>
                    <a:gd name="connsiteX12" fmla="*/ 2944854 w 2944854"/>
                    <a:gd name="connsiteY12" fmla="*/ 1228607 h 1316375"/>
                    <a:gd name="connsiteX13" fmla="*/ 2756623 w 2944854"/>
                    <a:gd name="connsiteY13" fmla="*/ 1316375 h 1316375"/>
                    <a:gd name="connsiteX14" fmla="*/ 1486231 w 2944854"/>
                    <a:gd name="connsiteY14" fmla="*/ 727041 h 1316375"/>
                    <a:gd name="connsiteX0" fmla="*/ 1486231 w 3024520"/>
                    <a:gd name="connsiteY0" fmla="*/ 727041 h 1316375"/>
                    <a:gd name="connsiteX1" fmla="*/ 257675 w 3024520"/>
                    <a:gd name="connsiteY1" fmla="*/ 1302232 h 1316375"/>
                    <a:gd name="connsiteX2" fmla="*/ 0 w 3024520"/>
                    <a:gd name="connsiteY2" fmla="*/ 1228607 h 1316375"/>
                    <a:gd name="connsiteX3" fmla="*/ 911064 w 3024520"/>
                    <a:gd name="connsiteY3" fmla="*/ 837478 h 1316375"/>
                    <a:gd name="connsiteX4" fmla="*/ 883456 w 3024520"/>
                    <a:gd name="connsiteY4" fmla="*/ 450949 h 1316375"/>
                    <a:gd name="connsiteX5" fmla="*/ 161047 w 3024520"/>
                    <a:gd name="connsiteY5" fmla="*/ 119640 h 1316375"/>
                    <a:gd name="connsiteX6" fmla="*/ 404917 w 3024520"/>
                    <a:gd name="connsiteY6" fmla="*/ 50617 h 1316375"/>
                    <a:gd name="connsiteX7" fmla="*/ 1477028 w 3024520"/>
                    <a:gd name="connsiteY7" fmla="*/ 501566 h 1316375"/>
                    <a:gd name="connsiteX8" fmla="*/ 2572146 w 3024520"/>
                    <a:gd name="connsiteY8" fmla="*/ 0 h 1316375"/>
                    <a:gd name="connsiteX9" fmla="*/ 2875834 w 3024520"/>
                    <a:gd name="connsiteY9" fmla="*/ 96632 h 1316375"/>
                    <a:gd name="connsiteX10" fmla="*/ 2079803 w 3024520"/>
                    <a:gd name="connsiteY10" fmla="*/ 432543 h 1316375"/>
                    <a:gd name="connsiteX11" fmla="*/ 2240850 w 3024520"/>
                    <a:gd name="connsiteY11" fmla="*/ 920305 h 1316375"/>
                    <a:gd name="connsiteX12" fmla="*/ 3024520 w 3024520"/>
                    <a:gd name="connsiteY12" fmla="*/ 1228607 h 1316375"/>
                    <a:gd name="connsiteX13" fmla="*/ 2756623 w 3024520"/>
                    <a:gd name="connsiteY13" fmla="*/ 1316375 h 1316375"/>
                    <a:gd name="connsiteX14" fmla="*/ 1486231 w 3024520"/>
                    <a:gd name="connsiteY14" fmla="*/ 727041 h 1316375"/>
                    <a:gd name="connsiteX0" fmla="*/ 1537780 w 3076069"/>
                    <a:gd name="connsiteY0" fmla="*/ 727041 h 1316375"/>
                    <a:gd name="connsiteX1" fmla="*/ 309224 w 3076069"/>
                    <a:gd name="connsiteY1" fmla="*/ 1302232 h 1316375"/>
                    <a:gd name="connsiteX2" fmla="*/ 0 w 3076069"/>
                    <a:gd name="connsiteY2" fmla="*/ 1228607 h 1316375"/>
                    <a:gd name="connsiteX3" fmla="*/ 962613 w 3076069"/>
                    <a:gd name="connsiteY3" fmla="*/ 837478 h 1316375"/>
                    <a:gd name="connsiteX4" fmla="*/ 935005 w 3076069"/>
                    <a:gd name="connsiteY4" fmla="*/ 450949 h 1316375"/>
                    <a:gd name="connsiteX5" fmla="*/ 212596 w 3076069"/>
                    <a:gd name="connsiteY5" fmla="*/ 119640 h 1316375"/>
                    <a:gd name="connsiteX6" fmla="*/ 456466 w 3076069"/>
                    <a:gd name="connsiteY6" fmla="*/ 50617 h 1316375"/>
                    <a:gd name="connsiteX7" fmla="*/ 1528577 w 3076069"/>
                    <a:gd name="connsiteY7" fmla="*/ 501566 h 1316375"/>
                    <a:gd name="connsiteX8" fmla="*/ 2623695 w 3076069"/>
                    <a:gd name="connsiteY8" fmla="*/ 0 h 1316375"/>
                    <a:gd name="connsiteX9" fmla="*/ 2927383 w 3076069"/>
                    <a:gd name="connsiteY9" fmla="*/ 96632 h 1316375"/>
                    <a:gd name="connsiteX10" fmla="*/ 2131352 w 3076069"/>
                    <a:gd name="connsiteY10" fmla="*/ 432543 h 1316375"/>
                    <a:gd name="connsiteX11" fmla="*/ 2292399 w 3076069"/>
                    <a:gd name="connsiteY11" fmla="*/ 920305 h 1316375"/>
                    <a:gd name="connsiteX12" fmla="*/ 3076069 w 3076069"/>
                    <a:gd name="connsiteY12" fmla="*/ 1228607 h 1316375"/>
                    <a:gd name="connsiteX13" fmla="*/ 2808172 w 3076069"/>
                    <a:gd name="connsiteY13" fmla="*/ 1316375 h 1316375"/>
                    <a:gd name="connsiteX14" fmla="*/ 1537780 w 3076069"/>
                    <a:gd name="connsiteY14" fmla="*/ 727041 h 1316375"/>
                    <a:gd name="connsiteX0" fmla="*/ 1537780 w 3076069"/>
                    <a:gd name="connsiteY0" fmla="*/ 727041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27041 h 1321259"/>
                    <a:gd name="connsiteX0" fmla="*/ 1537780 w 3076069"/>
                    <a:gd name="connsiteY0" fmla="*/ 750825 h 1321259"/>
                    <a:gd name="connsiteX1" fmla="*/ 313981 w 3076069"/>
                    <a:gd name="connsiteY1" fmla="*/ 1321259 h 1321259"/>
                    <a:gd name="connsiteX2" fmla="*/ 0 w 3076069"/>
                    <a:gd name="connsiteY2" fmla="*/ 1228607 h 1321259"/>
                    <a:gd name="connsiteX3" fmla="*/ 962613 w 3076069"/>
                    <a:gd name="connsiteY3" fmla="*/ 837478 h 1321259"/>
                    <a:gd name="connsiteX4" fmla="*/ 935005 w 3076069"/>
                    <a:gd name="connsiteY4" fmla="*/ 450949 h 1321259"/>
                    <a:gd name="connsiteX5" fmla="*/ 212596 w 3076069"/>
                    <a:gd name="connsiteY5" fmla="*/ 119640 h 1321259"/>
                    <a:gd name="connsiteX6" fmla="*/ 456466 w 3076069"/>
                    <a:gd name="connsiteY6" fmla="*/ 50617 h 1321259"/>
                    <a:gd name="connsiteX7" fmla="*/ 1528577 w 3076069"/>
                    <a:gd name="connsiteY7" fmla="*/ 501566 h 1321259"/>
                    <a:gd name="connsiteX8" fmla="*/ 2623695 w 3076069"/>
                    <a:gd name="connsiteY8" fmla="*/ 0 h 1321259"/>
                    <a:gd name="connsiteX9" fmla="*/ 2927383 w 3076069"/>
                    <a:gd name="connsiteY9" fmla="*/ 96632 h 1321259"/>
                    <a:gd name="connsiteX10" fmla="*/ 2131352 w 3076069"/>
                    <a:gd name="connsiteY10" fmla="*/ 432543 h 1321259"/>
                    <a:gd name="connsiteX11" fmla="*/ 2292399 w 3076069"/>
                    <a:gd name="connsiteY11" fmla="*/ 920305 h 1321259"/>
                    <a:gd name="connsiteX12" fmla="*/ 3076069 w 3076069"/>
                    <a:gd name="connsiteY12" fmla="*/ 1228607 h 1321259"/>
                    <a:gd name="connsiteX13" fmla="*/ 2808172 w 3076069"/>
                    <a:gd name="connsiteY13" fmla="*/ 1316375 h 1321259"/>
                    <a:gd name="connsiteX14" fmla="*/ 1537780 w 3076069"/>
                    <a:gd name="connsiteY14" fmla="*/ 750825 h 13212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076069" h="1321259">
                      <a:moveTo>
                        <a:pt x="1537780" y="750825"/>
                      </a:moveTo>
                      <a:lnTo>
                        <a:pt x="313981" y="1321259"/>
                      </a:lnTo>
                      <a:lnTo>
                        <a:pt x="0" y="1228607"/>
                      </a:lnTo>
                      <a:lnTo>
                        <a:pt x="962613" y="837478"/>
                      </a:lnTo>
                      <a:lnTo>
                        <a:pt x="935005" y="450949"/>
                      </a:lnTo>
                      <a:lnTo>
                        <a:pt x="212596" y="119640"/>
                      </a:lnTo>
                      <a:lnTo>
                        <a:pt x="456466" y="50617"/>
                      </a:lnTo>
                      <a:lnTo>
                        <a:pt x="1528577" y="501566"/>
                      </a:lnTo>
                      <a:lnTo>
                        <a:pt x="2623695" y="0"/>
                      </a:lnTo>
                      <a:lnTo>
                        <a:pt x="2927383" y="96632"/>
                      </a:lnTo>
                      <a:lnTo>
                        <a:pt x="2131352" y="432543"/>
                      </a:lnTo>
                      <a:lnTo>
                        <a:pt x="2292399" y="920305"/>
                      </a:lnTo>
                      <a:lnTo>
                        <a:pt x="3076069" y="1228607"/>
                      </a:lnTo>
                      <a:lnTo>
                        <a:pt x="2808172" y="1316375"/>
                      </a:lnTo>
                      <a:lnTo>
                        <a:pt x="1537780" y="750825"/>
                      </a:lnTo>
                      <a:close/>
                    </a:path>
                  </a:pathLst>
                </a:cu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628" name="Freeform 627">
                  <a:extLst>
                    <a:ext uri="{FF2B5EF4-FFF2-40B4-BE49-F238E27FC236}">
                      <a16:creationId xmlns:a16="http://schemas.microsoft.com/office/drawing/2014/main" id="{2F732638-06A4-4975-867F-65C31723CD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30680" y="1629198"/>
                  <a:ext cx="703366" cy="112505"/>
                </a:xfrm>
                <a:custGeom>
                  <a:avLst/>
                  <a:gdLst>
                    <a:gd name="T0" fmla="*/ 0 w 3723451"/>
                    <a:gd name="T1" fmla="*/ 27524 h 932950"/>
                    <a:gd name="T2" fmla="*/ 123762 w 3723451"/>
                    <a:gd name="T3" fmla="*/ 324 h 932950"/>
                    <a:gd name="T4" fmla="*/ 350560 w 3723451"/>
                    <a:gd name="T5" fmla="*/ 62775 h 932950"/>
                    <a:gd name="T6" fmla="*/ 566927 w 3723451"/>
                    <a:gd name="T7" fmla="*/ 0 h 932950"/>
                    <a:gd name="T8" fmla="*/ 703366 w 3723451"/>
                    <a:gd name="T9" fmla="*/ 24980 h 932950"/>
                    <a:gd name="T10" fmla="*/ 601856 w 3723451"/>
                    <a:gd name="T11" fmla="*/ 55698 h 932950"/>
                    <a:gd name="T12" fmla="*/ 569173 w 3723451"/>
                    <a:gd name="T13" fmla="*/ 47416 h 932950"/>
                    <a:gd name="T14" fmla="*/ 354544 w 3723451"/>
                    <a:gd name="T15" fmla="*/ 112505 h 932950"/>
                    <a:gd name="T16" fmla="*/ 134425 w 3723451"/>
                    <a:gd name="T17" fmla="*/ 49811 h 932950"/>
                    <a:gd name="T18" fmla="*/ 98836 w 3723451"/>
                    <a:gd name="T19" fmla="*/ 56577 h 932950"/>
                    <a:gd name="T20" fmla="*/ 0 w 3723451"/>
                    <a:gd name="T21" fmla="*/ 27524 h 93295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3723451" h="932950">
                      <a:moveTo>
                        <a:pt x="0" y="228246"/>
                      </a:moveTo>
                      <a:lnTo>
                        <a:pt x="655168" y="2690"/>
                      </a:lnTo>
                      <a:lnTo>
                        <a:pt x="1855778" y="520562"/>
                      </a:lnTo>
                      <a:lnTo>
                        <a:pt x="3001174" y="0"/>
                      </a:lnTo>
                      <a:lnTo>
                        <a:pt x="3723451" y="207149"/>
                      </a:lnTo>
                      <a:lnTo>
                        <a:pt x="3186079" y="461874"/>
                      </a:lnTo>
                      <a:lnTo>
                        <a:pt x="3013067" y="393200"/>
                      </a:lnTo>
                      <a:lnTo>
                        <a:pt x="1876873" y="932950"/>
                      </a:lnTo>
                      <a:lnTo>
                        <a:pt x="711613" y="413055"/>
                      </a:lnTo>
                      <a:lnTo>
                        <a:pt x="523214" y="469166"/>
                      </a:lnTo>
                      <a:lnTo>
                        <a:pt x="0" y="228246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629" name="Freeform 628">
                  <a:extLst>
                    <a:ext uri="{FF2B5EF4-FFF2-40B4-BE49-F238E27FC236}">
                      <a16:creationId xmlns:a16="http://schemas.microsoft.com/office/drawing/2014/main" id="{7A2DBF8A-54E6-4C63-885E-4A9778D51E2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892028" y="1724827"/>
                  <a:ext cx="260925" cy="95629"/>
                </a:xfrm>
                <a:custGeom>
                  <a:avLst/>
                  <a:gdLst>
                    <a:gd name="T0" fmla="*/ 0 w 1366596"/>
                    <a:gd name="T1" fmla="*/ 0 h 809868"/>
                    <a:gd name="T2" fmla="*/ 260925 w 1366596"/>
                    <a:gd name="T3" fmla="*/ 73895 h 809868"/>
                    <a:gd name="T4" fmla="*/ 165165 w 1366596"/>
                    <a:gd name="T5" fmla="*/ 95629 h 809868"/>
                    <a:gd name="T6" fmla="*/ 878 w 1366596"/>
                    <a:gd name="T7" fmla="*/ 50531 h 809868"/>
                    <a:gd name="T8" fmla="*/ 0 w 1366596"/>
                    <a:gd name="T9" fmla="*/ 0 h 8098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66596" h="809868">
                      <a:moveTo>
                        <a:pt x="0" y="0"/>
                      </a:moveTo>
                      <a:lnTo>
                        <a:pt x="1366596" y="625807"/>
                      </a:lnTo>
                      <a:lnTo>
                        <a:pt x="865050" y="809868"/>
                      </a:lnTo>
                      <a:lnTo>
                        <a:pt x="4601" y="427942"/>
                      </a:lnTo>
                      <a:cubicBezTo>
                        <a:pt x="-1535" y="105836"/>
                        <a:pt x="1534" y="142647"/>
                        <a:pt x="0" y="0"/>
                      </a:cubicBez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sp>
              <p:nvSpPr>
                <p:cNvPr id="630" name="Freeform 629">
                  <a:extLst>
                    <a:ext uri="{FF2B5EF4-FFF2-40B4-BE49-F238E27FC236}">
                      <a16:creationId xmlns:a16="http://schemas.microsoft.com/office/drawing/2014/main" id="{82C9EC58-1640-4C9A-8535-05E058AA05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19334" y="1727640"/>
                  <a:ext cx="253364" cy="92816"/>
                </a:xfrm>
                <a:custGeom>
                  <a:avLst/>
                  <a:gdLst>
                    <a:gd name="T0" fmla="*/ 249905 w 1348191"/>
                    <a:gd name="T1" fmla="*/ 0 h 791462"/>
                    <a:gd name="T2" fmla="*/ 253364 w 1348191"/>
                    <a:gd name="T3" fmla="*/ 44789 h 791462"/>
                    <a:gd name="T4" fmla="*/ 91661 w 1348191"/>
                    <a:gd name="T5" fmla="*/ 92816 h 791462"/>
                    <a:gd name="T6" fmla="*/ 0 w 1348191"/>
                    <a:gd name="T7" fmla="*/ 71770 h 791462"/>
                    <a:gd name="T8" fmla="*/ 249905 w 1348191"/>
                    <a:gd name="T9" fmla="*/ 0 h 79146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348191" h="791462">
                      <a:moveTo>
                        <a:pt x="1329786" y="0"/>
                      </a:moveTo>
                      <a:lnTo>
                        <a:pt x="1348191" y="381926"/>
                      </a:lnTo>
                      <a:lnTo>
                        <a:pt x="487742" y="791462"/>
                      </a:lnTo>
                      <a:lnTo>
                        <a:pt x="0" y="612002"/>
                      </a:lnTo>
                      <a:lnTo>
                        <a:pt x="1329786" y="0"/>
                      </a:lnTo>
                      <a:close/>
                    </a:path>
                  </a:pathLst>
                </a:custGeom>
                <a:solidFill>
                  <a:srgbClr val="262699"/>
                </a:solidFill>
                <a:ln w="9525" cap="flat" cmpd="sng">
                  <a:noFill/>
                  <a:prstDash val="solid"/>
                  <a:round/>
                  <a:headEnd/>
                  <a:tailEnd/>
                </a:ln>
                <a:effectLst>
                  <a:outerShdw dist="23000" dir="5400000" rotWithShape="0">
                    <a:srgbClr val="000000">
                      <a:alpha val="34999"/>
                    </a:srgbClr>
                  </a:outerShdw>
                </a:effectLst>
              </p:spPr>
              <p:txBody>
                <a:bodyPr anchor="ctr"/>
                <a:lstStyle/>
                <a:p>
                  <a:pPr>
                    <a:defRPr/>
                  </a:pPr>
                  <a:endParaRPr lang="en-US"/>
                </a:p>
              </p:txBody>
            </p:sp>
            <p:cxnSp>
              <p:nvCxnSpPr>
                <p:cNvPr id="631" name="Straight Connector 630">
                  <a:extLst>
                    <a:ext uri="{FF2B5EF4-FFF2-40B4-BE49-F238E27FC236}">
                      <a16:creationId xmlns:a16="http://schemas.microsoft.com/office/drawing/2014/main" id="{5AB9AF9E-8A2A-486F-BABB-6AF01F132DD2}"/>
                    </a:ext>
                  </a:extLst>
                </p:cNvPr>
                <p:cNvCxnSpPr>
                  <a:cxnSpLocks noChangeShapeType="1"/>
                  <a:endCxn id="626" idx="2"/>
                </p:cNvCxnSpPr>
                <p:nvPr/>
              </p:nvCxnSpPr>
              <p:spPr bwMode="auto">
                <a:xfrm flipH="1" flipV="1">
                  <a:off x="2184879" y="1722015"/>
                  <a:ext cx="3783" cy="120942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  <p:cxnSp>
              <p:nvCxnSpPr>
                <p:cNvPr id="632" name="Straight Connector 631">
                  <a:extLst>
                    <a:ext uri="{FF2B5EF4-FFF2-40B4-BE49-F238E27FC236}">
                      <a16:creationId xmlns:a16="http://schemas.microsoft.com/office/drawing/2014/main" id="{8CF220DE-A3AF-42A5-B1E0-3A2A5975185E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H="1" flipV="1">
                  <a:off x="3379845" y="1730452"/>
                  <a:ext cx="3783" cy="120944"/>
                </a:xfrm>
                <a:prstGeom prst="line">
                  <a:avLst/>
                </a:prstGeom>
                <a:noFill/>
                <a:ln w="6350">
                  <a:solidFill>
                    <a:schemeClr val="tx1"/>
                  </a:solidFill>
                  <a:round/>
                  <a:headEnd/>
                  <a:tailEnd/>
                </a:ln>
                <a:effectLst>
                  <a:outerShdw dist="19939" dir="5400000" algn="tl" rotWithShape="0">
                    <a:srgbClr val="808080">
                      <a:alpha val="37999"/>
                    </a:srgbClr>
                  </a:outerShdw>
                </a:effectLst>
              </p:spPr>
            </p:cxnSp>
          </p:grpSp>
        </p:grpSp>
      </p:grpSp>
      <p:grpSp>
        <p:nvGrpSpPr>
          <p:cNvPr id="46374" name="Group 27">
            <a:extLst>
              <a:ext uri="{FF2B5EF4-FFF2-40B4-BE49-F238E27FC236}">
                <a16:creationId xmlns:a16="http://schemas.microsoft.com/office/drawing/2014/main" id="{BE84C4D1-20F9-4841-829E-856B231A5E84}"/>
              </a:ext>
            </a:extLst>
          </p:cNvPr>
          <p:cNvGrpSpPr>
            <a:grpSpLocks/>
          </p:cNvGrpSpPr>
          <p:nvPr/>
        </p:nvGrpSpPr>
        <p:grpSpPr bwMode="auto">
          <a:xfrm>
            <a:off x="2381250" y="2476500"/>
            <a:ext cx="4416425" cy="2314575"/>
            <a:chOff x="2381956" y="2435173"/>
            <a:chExt cx="4415330" cy="2315048"/>
          </a:xfrm>
        </p:grpSpPr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6649B018-28EB-4557-8903-8E18EF8FCFA2}"/>
                </a:ext>
              </a:extLst>
            </p:cNvPr>
            <p:cNvSpPr/>
            <p:nvPr/>
          </p:nvSpPr>
          <p:spPr>
            <a:xfrm>
              <a:off x="2381956" y="2439937"/>
              <a:ext cx="296789" cy="1743431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015941"/>
                <a:gd name="connsiteX1" fmla="*/ 0 w 307275"/>
                <a:gd name="connsiteY1" fmla="*/ 0 h 2015941"/>
                <a:gd name="connsiteX2" fmla="*/ 0 w 307275"/>
                <a:gd name="connsiteY2" fmla="*/ 2015941 h 2015941"/>
                <a:gd name="connsiteX0" fmla="*/ 228538 w 228538"/>
                <a:gd name="connsiteY0" fmla="*/ 0 h 2022548"/>
                <a:gd name="connsiteX1" fmla="*/ 0 w 228538"/>
                <a:gd name="connsiteY1" fmla="*/ 6607 h 2022548"/>
                <a:gd name="connsiteX2" fmla="*/ 0 w 228538"/>
                <a:gd name="connsiteY2" fmla="*/ 2022548 h 202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8538" h="2022548">
                  <a:moveTo>
                    <a:pt x="228538" y="0"/>
                  </a:moveTo>
                  <a:lnTo>
                    <a:pt x="0" y="6607"/>
                  </a:lnTo>
                  <a:lnTo>
                    <a:pt x="0" y="2022548"/>
                  </a:lnTo>
                </a:path>
              </a:pathLst>
            </a:cu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>
                <a:solidFill>
                  <a:srgbClr val="CC0000"/>
                </a:solidFill>
              </a:endParaRPr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C8ED460C-3BE4-4BB2-8DE8-86615739FAD7}"/>
                </a:ext>
              </a:extLst>
            </p:cNvPr>
            <p:cNvSpPr/>
            <p:nvPr/>
          </p:nvSpPr>
          <p:spPr>
            <a:xfrm flipH="1">
              <a:off x="6411620" y="2435173"/>
              <a:ext cx="385666" cy="2300758"/>
            </a:xfrm>
            <a:custGeom>
              <a:avLst/>
              <a:gdLst>
                <a:gd name="connsiteX0" fmla="*/ 307275 w 307275"/>
                <a:gd name="connsiteY0" fmla="*/ 0 h 1659441"/>
                <a:gd name="connsiteX1" fmla="*/ 0 w 307275"/>
                <a:gd name="connsiteY1" fmla="*/ 0 h 1659441"/>
                <a:gd name="connsiteX2" fmla="*/ 0 w 307275"/>
                <a:gd name="connsiteY2" fmla="*/ 1659441 h 1659441"/>
                <a:gd name="connsiteX0" fmla="*/ 307275 w 307275"/>
                <a:gd name="connsiteY0" fmla="*/ 0 h 2117725"/>
                <a:gd name="connsiteX1" fmla="*/ 0 w 307275"/>
                <a:gd name="connsiteY1" fmla="*/ 0 h 2117725"/>
                <a:gd name="connsiteX2" fmla="*/ 0 w 307275"/>
                <a:gd name="connsiteY2" fmla="*/ 2117725 h 211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7275" h="2117725">
                  <a:moveTo>
                    <a:pt x="307275" y="0"/>
                  </a:moveTo>
                  <a:lnTo>
                    <a:pt x="0" y="0"/>
                  </a:lnTo>
                  <a:lnTo>
                    <a:pt x="0" y="2117725"/>
                  </a:lnTo>
                </a:path>
              </a:pathLst>
            </a:cu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en-US" dirty="0"/>
            </a:p>
          </p:txBody>
        </p:sp>
        <p:cxnSp>
          <p:nvCxnSpPr>
            <p:cNvPr id="393" name="Straight Arrow Connector 392">
              <a:extLst>
                <a:ext uri="{FF2B5EF4-FFF2-40B4-BE49-F238E27FC236}">
                  <a16:creationId xmlns:a16="http://schemas.microsoft.com/office/drawing/2014/main" id="{63D59869-C9AF-4D2C-95F4-CEA0107300CC}"/>
                </a:ext>
              </a:extLst>
            </p:cNvPr>
            <p:cNvCxnSpPr/>
            <p:nvPr/>
          </p:nvCxnSpPr>
          <p:spPr>
            <a:xfrm flipV="1">
              <a:off x="5791061" y="2687638"/>
              <a:ext cx="7936" cy="2062583"/>
            </a:xfrm>
            <a:prstGeom prst="straightConnector1">
              <a:avLst/>
            </a:pr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Straight Arrow Connector 393">
              <a:extLst>
                <a:ext uri="{FF2B5EF4-FFF2-40B4-BE49-F238E27FC236}">
                  <a16:creationId xmlns:a16="http://schemas.microsoft.com/office/drawing/2014/main" id="{DAFE61C9-883E-4121-94A3-A0C7585B8662}"/>
                </a:ext>
              </a:extLst>
            </p:cNvPr>
            <p:cNvCxnSpPr/>
            <p:nvPr/>
          </p:nvCxnSpPr>
          <p:spPr>
            <a:xfrm flipV="1">
              <a:off x="4599144" y="2708279"/>
              <a:ext cx="17458" cy="2037179"/>
            </a:xfrm>
            <a:prstGeom prst="straightConnector1">
              <a:avLst/>
            </a:pr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Arrow Connector 394">
              <a:extLst>
                <a:ext uri="{FF2B5EF4-FFF2-40B4-BE49-F238E27FC236}">
                  <a16:creationId xmlns:a16="http://schemas.microsoft.com/office/drawing/2014/main" id="{A68C9224-B140-4072-AD25-FFF103291E5F}"/>
                </a:ext>
              </a:extLst>
            </p:cNvPr>
            <p:cNvCxnSpPr/>
            <p:nvPr/>
          </p:nvCxnSpPr>
          <p:spPr>
            <a:xfrm flipH="1" flipV="1">
              <a:off x="3807178" y="2762265"/>
              <a:ext cx="9523" cy="1983193"/>
            </a:xfrm>
            <a:prstGeom prst="straightConnector1">
              <a:avLst/>
            </a:prstGeom>
            <a:ln w="31750">
              <a:solidFill>
                <a:srgbClr val="CC0000"/>
              </a:solidFill>
              <a:headEnd type="triangle"/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096" name="Text Box 167">
            <a:extLst>
              <a:ext uri="{FF2B5EF4-FFF2-40B4-BE49-F238E27FC236}">
                <a16:creationId xmlns:a16="http://schemas.microsoft.com/office/drawing/2014/main" id="{BB5CC735-5125-4DFB-9510-35FB119273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925" y="236538"/>
            <a:ext cx="6537325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3600">
                <a:solidFill>
                  <a:srgbClr val="000099"/>
                </a:solidFill>
                <a:latin typeface="Gill Sans MT" panose="020B0502020104020203" pitchFamily="34" charset="0"/>
              </a:rPr>
              <a:t>Logically centralized control plane</a:t>
            </a:r>
          </a:p>
        </p:txBody>
      </p:sp>
      <p:pic>
        <p:nvPicPr>
          <p:cNvPr id="46097" name="Picture 5" descr="underline_base">
            <a:extLst>
              <a:ext uri="{FF2B5EF4-FFF2-40B4-BE49-F238E27FC236}">
                <a16:creationId xmlns:a16="http://schemas.microsoft.com/office/drawing/2014/main" id="{ACCD6780-1DCA-4BE7-8273-1A1255672B5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776288"/>
            <a:ext cx="64230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098" name="TextBox 335">
            <a:extLst>
              <a:ext uri="{FF2B5EF4-FFF2-40B4-BE49-F238E27FC236}">
                <a16:creationId xmlns:a16="http://schemas.microsoft.com/office/drawing/2014/main" id="{3E845687-5965-4FF1-BD27-3D09EE78F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238" y="1028456"/>
            <a:ext cx="8456612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HK" sz="2000" dirty="0">
                <a:solidFill>
                  <a:srgbClr val="C00000"/>
                </a:solidFill>
              </a:rPr>
              <a:t>Remote controller </a:t>
            </a:r>
            <a:r>
              <a:rPr lang="en-US" altLang="zh-HK" sz="2000" dirty="0">
                <a:solidFill>
                  <a:srgbClr val="333333"/>
                </a:solidFill>
                <a:latin typeface="ArialMT"/>
              </a:rPr>
              <a:t>computes and distributes the forwarding tables to be used by each and every router.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HK" sz="2000" dirty="0">
                <a:solidFill>
                  <a:srgbClr val="333333"/>
                </a:solidFill>
                <a:latin typeface="ArialMT"/>
              </a:rPr>
              <a:t>Routing devices perform </a:t>
            </a:r>
            <a:r>
              <a:rPr lang="en-US" altLang="zh-HK" sz="2000">
                <a:solidFill>
                  <a:srgbClr val="333333"/>
                </a:solidFill>
                <a:latin typeface="ArialMT"/>
              </a:rPr>
              <a:t>forwarding only.</a:t>
            </a:r>
            <a:endParaRPr lang="en-US" altLang="zh-HK" sz="2000" dirty="0">
              <a:solidFill>
                <a:srgbClr val="333333"/>
              </a:solidFill>
              <a:latin typeface="ArialMT"/>
            </a:endParaRPr>
          </a:p>
          <a:p>
            <a:endParaRPr lang="en-US" altLang="zh-HK" sz="2400" dirty="0">
              <a:solidFill>
                <a:srgbClr val="333333"/>
              </a:solidFill>
              <a:latin typeface="ArialMT"/>
            </a:endParaRPr>
          </a:p>
          <a:p>
            <a:endParaRPr lang="en-US" altLang="zh-HK" sz="2400" dirty="0"/>
          </a:p>
        </p:txBody>
      </p:sp>
      <p:grpSp>
        <p:nvGrpSpPr>
          <p:cNvPr id="46375" name="Group 23">
            <a:extLst>
              <a:ext uri="{FF2B5EF4-FFF2-40B4-BE49-F238E27FC236}">
                <a16:creationId xmlns:a16="http://schemas.microsoft.com/office/drawing/2014/main" id="{67003B3B-35A5-4002-9653-E459C4E32629}"/>
              </a:ext>
            </a:extLst>
          </p:cNvPr>
          <p:cNvGrpSpPr>
            <a:grpSpLocks/>
          </p:cNvGrpSpPr>
          <p:nvPr/>
        </p:nvGrpSpPr>
        <p:grpSpPr bwMode="auto">
          <a:xfrm>
            <a:off x="2055813" y="4687888"/>
            <a:ext cx="4957762" cy="693737"/>
            <a:chOff x="2055070" y="4690247"/>
            <a:chExt cx="4956877" cy="694339"/>
          </a:xfrm>
        </p:grpSpPr>
        <p:grpSp>
          <p:nvGrpSpPr>
            <p:cNvPr id="46195" name="Group 554">
              <a:extLst>
                <a:ext uri="{FF2B5EF4-FFF2-40B4-BE49-F238E27FC236}">
                  <a16:creationId xmlns:a16="http://schemas.microsoft.com/office/drawing/2014/main" id="{5FFCDD15-D8E5-426C-AC94-8DABCC77DA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05320" y="5055434"/>
              <a:ext cx="430131" cy="329152"/>
              <a:chOff x="2931664" y="3912603"/>
              <a:chExt cx="430450" cy="329314"/>
            </a:xfrm>
          </p:grpSpPr>
          <p:sp>
            <p:nvSpPr>
              <p:cNvPr id="558" name="Rectangle 557">
                <a:extLst>
                  <a:ext uri="{FF2B5EF4-FFF2-40B4-BE49-F238E27FC236}">
                    <a16:creationId xmlns:a16="http://schemas.microsoft.com/office/drawing/2014/main" id="{0A1791B9-4DCD-4F94-B9EA-D327E884DC43}"/>
                  </a:ext>
                </a:extLst>
              </p:cNvPr>
              <p:cNvSpPr/>
              <p:nvPr/>
            </p:nvSpPr>
            <p:spPr>
              <a:xfrm>
                <a:off x="2936890" y="3912858"/>
                <a:ext cx="425689" cy="32905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59" name="Straight Connector 558">
                <a:extLst>
                  <a:ext uri="{FF2B5EF4-FFF2-40B4-BE49-F238E27FC236}">
                    <a16:creationId xmlns:a16="http://schemas.microsoft.com/office/drawing/2014/main" id="{02AE2D08-B37F-49D2-BD1D-7D8C44DFFF12}"/>
                  </a:ext>
                </a:extLst>
              </p:cNvPr>
              <p:cNvCxnSpPr/>
              <p:nvPr/>
            </p:nvCxnSpPr>
            <p:spPr>
              <a:xfrm>
                <a:off x="2932124" y="4005058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0" name="Straight Connector 559">
                <a:extLst>
                  <a:ext uri="{FF2B5EF4-FFF2-40B4-BE49-F238E27FC236}">
                    <a16:creationId xmlns:a16="http://schemas.microsoft.com/office/drawing/2014/main" id="{06D04CF4-C3D1-436F-82EC-FD5C377C4F5F}"/>
                  </a:ext>
                </a:extLst>
              </p:cNvPr>
              <p:cNvCxnSpPr/>
              <p:nvPr/>
            </p:nvCxnSpPr>
            <p:spPr>
              <a:xfrm>
                <a:off x="2932124" y="4068645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1" name="Straight Connector 560">
                <a:extLst>
                  <a:ext uri="{FF2B5EF4-FFF2-40B4-BE49-F238E27FC236}">
                    <a16:creationId xmlns:a16="http://schemas.microsoft.com/office/drawing/2014/main" id="{6A6A9144-A07B-431B-823F-4B0EA48FE293}"/>
                  </a:ext>
                </a:extLst>
              </p:cNvPr>
              <p:cNvCxnSpPr>
                <a:stCxn id="558" idx="2"/>
              </p:cNvCxnSpPr>
              <p:nvPr/>
            </p:nvCxnSpPr>
            <p:spPr>
              <a:xfrm flipH="1" flipV="1">
                <a:off x="3148146" y="4005058"/>
                <a:ext cx="1589" cy="236859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196" name="Group 582">
              <a:extLst>
                <a:ext uri="{FF2B5EF4-FFF2-40B4-BE49-F238E27FC236}">
                  <a16:creationId xmlns:a16="http://schemas.microsoft.com/office/drawing/2014/main" id="{89B8D3A7-B782-4DBD-9E0C-B5F85E3B99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87957" y="5055368"/>
              <a:ext cx="430131" cy="329152"/>
              <a:chOff x="2931664" y="3912603"/>
              <a:chExt cx="430450" cy="329314"/>
            </a:xfrm>
          </p:grpSpPr>
          <p:sp>
            <p:nvSpPr>
              <p:cNvPr id="585" name="Rectangle 584">
                <a:extLst>
                  <a:ext uri="{FF2B5EF4-FFF2-40B4-BE49-F238E27FC236}">
                    <a16:creationId xmlns:a16="http://schemas.microsoft.com/office/drawing/2014/main" id="{6B69E3F7-FA03-4D5D-AD14-99C611617516}"/>
                  </a:ext>
                </a:extLst>
              </p:cNvPr>
              <p:cNvSpPr/>
              <p:nvPr/>
            </p:nvSpPr>
            <p:spPr>
              <a:xfrm>
                <a:off x="2936750" y="3912924"/>
                <a:ext cx="425689" cy="329059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586" name="Straight Connector 585">
                <a:extLst>
                  <a:ext uri="{FF2B5EF4-FFF2-40B4-BE49-F238E27FC236}">
                    <a16:creationId xmlns:a16="http://schemas.microsoft.com/office/drawing/2014/main" id="{69783698-D49F-4BC4-AF81-CCE4D1FBB5E4}"/>
                  </a:ext>
                </a:extLst>
              </p:cNvPr>
              <p:cNvCxnSpPr/>
              <p:nvPr/>
            </p:nvCxnSpPr>
            <p:spPr>
              <a:xfrm>
                <a:off x="2931985" y="4005125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7" name="Straight Connector 586">
                <a:extLst>
                  <a:ext uri="{FF2B5EF4-FFF2-40B4-BE49-F238E27FC236}">
                    <a16:creationId xmlns:a16="http://schemas.microsoft.com/office/drawing/2014/main" id="{5CD463C0-7227-402D-A00C-D38F30DAAB9F}"/>
                  </a:ext>
                </a:extLst>
              </p:cNvPr>
              <p:cNvCxnSpPr/>
              <p:nvPr/>
            </p:nvCxnSpPr>
            <p:spPr>
              <a:xfrm>
                <a:off x="2931985" y="4068711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8" name="Straight Connector 587">
                <a:extLst>
                  <a:ext uri="{FF2B5EF4-FFF2-40B4-BE49-F238E27FC236}">
                    <a16:creationId xmlns:a16="http://schemas.microsoft.com/office/drawing/2014/main" id="{1093DC78-26DE-4547-9175-B73400F1C6E5}"/>
                  </a:ext>
                </a:extLst>
              </p:cNvPr>
              <p:cNvCxnSpPr>
                <a:stCxn id="585" idx="2"/>
              </p:cNvCxnSpPr>
              <p:nvPr/>
            </p:nvCxnSpPr>
            <p:spPr>
              <a:xfrm flipH="1" flipV="1">
                <a:off x="3148007" y="4005125"/>
                <a:ext cx="1588" cy="236859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197" name="Group 609">
              <a:extLst>
                <a:ext uri="{FF2B5EF4-FFF2-40B4-BE49-F238E27FC236}">
                  <a16:creationId xmlns:a16="http://schemas.microsoft.com/office/drawing/2014/main" id="{6C2B47AE-13D7-4D37-B63B-888838DA8C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91804" y="5053093"/>
              <a:ext cx="430212" cy="328614"/>
              <a:chOff x="2932186" y="3913304"/>
              <a:chExt cx="430531" cy="328775"/>
            </a:xfrm>
          </p:grpSpPr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F9FC30D7-E3E7-41A0-A0C1-0215CB80D23D}"/>
                  </a:ext>
                </a:extLst>
              </p:cNvPr>
              <p:cNvSpPr/>
              <p:nvPr/>
            </p:nvSpPr>
            <p:spPr>
              <a:xfrm>
                <a:off x="2936535" y="3912722"/>
                <a:ext cx="425689" cy="32905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13" name="Straight Connector 612">
                <a:extLst>
                  <a:ext uri="{FF2B5EF4-FFF2-40B4-BE49-F238E27FC236}">
                    <a16:creationId xmlns:a16="http://schemas.microsoft.com/office/drawing/2014/main" id="{65DE1649-492D-41E3-9F6E-7C70587DAEEF}"/>
                  </a:ext>
                </a:extLst>
              </p:cNvPr>
              <p:cNvCxnSpPr/>
              <p:nvPr/>
            </p:nvCxnSpPr>
            <p:spPr>
              <a:xfrm>
                <a:off x="2931771" y="4004922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4" name="Straight Connector 613">
                <a:extLst>
                  <a:ext uri="{FF2B5EF4-FFF2-40B4-BE49-F238E27FC236}">
                    <a16:creationId xmlns:a16="http://schemas.microsoft.com/office/drawing/2014/main" id="{726DC77C-6216-47A2-96D2-73AC950606FD}"/>
                  </a:ext>
                </a:extLst>
              </p:cNvPr>
              <p:cNvCxnSpPr/>
              <p:nvPr/>
            </p:nvCxnSpPr>
            <p:spPr>
              <a:xfrm>
                <a:off x="2931771" y="4068509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5" name="Straight Connector 614">
                <a:extLst>
                  <a:ext uri="{FF2B5EF4-FFF2-40B4-BE49-F238E27FC236}">
                    <a16:creationId xmlns:a16="http://schemas.microsoft.com/office/drawing/2014/main" id="{B0B76FFE-9F85-45BA-BBEC-C98DD4841DB0}"/>
                  </a:ext>
                </a:extLst>
              </p:cNvPr>
              <p:cNvCxnSpPr>
                <a:stCxn id="612" idx="2"/>
              </p:cNvCxnSpPr>
              <p:nvPr/>
            </p:nvCxnSpPr>
            <p:spPr>
              <a:xfrm flipH="1" flipV="1">
                <a:off x="3147792" y="4004922"/>
                <a:ext cx="1588" cy="236858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198" name="Group 636">
              <a:extLst>
                <a:ext uri="{FF2B5EF4-FFF2-40B4-BE49-F238E27FC236}">
                  <a16:creationId xmlns:a16="http://schemas.microsoft.com/office/drawing/2014/main" id="{CC68D5B5-A6BE-44E0-B192-6506E64354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81816" y="5045656"/>
              <a:ext cx="430131" cy="329465"/>
              <a:chOff x="2931664" y="3912603"/>
              <a:chExt cx="430450" cy="329314"/>
            </a:xfrm>
          </p:grpSpPr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409ECEE3-F2B8-412C-AD04-6EC952662EC8}"/>
                  </a:ext>
                </a:extLst>
              </p:cNvPr>
              <p:cNvSpPr/>
              <p:nvPr/>
            </p:nvSpPr>
            <p:spPr>
              <a:xfrm>
                <a:off x="2936425" y="3913102"/>
                <a:ext cx="425689" cy="32874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640" name="Straight Connector 639">
                <a:extLst>
                  <a:ext uri="{FF2B5EF4-FFF2-40B4-BE49-F238E27FC236}">
                    <a16:creationId xmlns:a16="http://schemas.microsoft.com/office/drawing/2014/main" id="{30DDA058-1716-4B4C-B718-F34A1671468E}"/>
                  </a:ext>
                </a:extLst>
              </p:cNvPr>
              <p:cNvCxnSpPr/>
              <p:nvPr/>
            </p:nvCxnSpPr>
            <p:spPr>
              <a:xfrm>
                <a:off x="2931660" y="4005215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3446D632-CBC9-4ECB-B781-5908694E07F1}"/>
                  </a:ext>
                </a:extLst>
              </p:cNvPr>
              <p:cNvCxnSpPr/>
              <p:nvPr/>
            </p:nvCxnSpPr>
            <p:spPr>
              <a:xfrm>
                <a:off x="2931660" y="4067152"/>
                <a:ext cx="425689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2" name="Straight Connector 641">
                <a:extLst>
                  <a:ext uri="{FF2B5EF4-FFF2-40B4-BE49-F238E27FC236}">
                    <a16:creationId xmlns:a16="http://schemas.microsoft.com/office/drawing/2014/main" id="{283DF984-101B-4FA5-95FE-74E3AA2BEF8B}"/>
                  </a:ext>
                </a:extLst>
              </p:cNvPr>
              <p:cNvCxnSpPr>
                <a:stCxn id="639" idx="2"/>
              </p:cNvCxnSpPr>
              <p:nvPr/>
            </p:nvCxnSpPr>
            <p:spPr>
              <a:xfrm flipH="1" flipV="1">
                <a:off x="3147681" y="4005215"/>
                <a:ext cx="1588" cy="236634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199" name="Group 554">
              <a:extLst>
                <a:ext uri="{FF2B5EF4-FFF2-40B4-BE49-F238E27FC236}">
                  <a16:creationId xmlns:a16="http://schemas.microsoft.com/office/drawing/2014/main" id="{00475FD1-2180-4A4E-9C67-DF75678B84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55070" y="4690247"/>
              <a:ext cx="675320" cy="521222"/>
              <a:chOff x="2931664" y="3912603"/>
              <a:chExt cx="430450" cy="329314"/>
            </a:xfrm>
          </p:grpSpPr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E28A8F24-467C-4F26-A11C-7447218B1887}"/>
                  </a:ext>
                </a:extLst>
              </p:cNvPr>
              <p:cNvSpPr/>
              <p:nvPr/>
            </p:nvSpPr>
            <p:spPr>
              <a:xfrm>
                <a:off x="2936722" y="3913607"/>
                <a:ext cx="425923" cy="328266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D26AABD9-E736-41B8-AC6A-503DFB4B35BB}"/>
                  </a:ext>
                </a:extLst>
              </p:cNvPr>
              <p:cNvCxnSpPr/>
              <p:nvPr/>
            </p:nvCxnSpPr>
            <p:spPr>
              <a:xfrm>
                <a:off x="2932675" y="4004959"/>
                <a:ext cx="42491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0" name="Straight Connector 359">
                <a:extLst>
                  <a:ext uri="{FF2B5EF4-FFF2-40B4-BE49-F238E27FC236}">
                    <a16:creationId xmlns:a16="http://schemas.microsoft.com/office/drawing/2014/main" id="{F97144C2-7ED1-4CAD-A847-A7933F7DEB1B}"/>
                  </a:ext>
                </a:extLst>
              </p:cNvPr>
              <p:cNvCxnSpPr/>
              <p:nvPr/>
            </p:nvCxnSpPr>
            <p:spPr>
              <a:xfrm>
                <a:off x="2932675" y="4069207"/>
                <a:ext cx="424911" cy="0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Straight Connector 360">
                <a:extLst>
                  <a:ext uri="{FF2B5EF4-FFF2-40B4-BE49-F238E27FC236}">
                    <a16:creationId xmlns:a16="http://schemas.microsoft.com/office/drawing/2014/main" id="{C191D9D0-A7A6-4423-85A7-092F412F8B45}"/>
                  </a:ext>
                </a:extLst>
              </p:cNvPr>
              <p:cNvCxnSpPr>
                <a:stCxn id="358" idx="2"/>
              </p:cNvCxnSpPr>
              <p:nvPr/>
            </p:nvCxnSpPr>
            <p:spPr>
              <a:xfrm flipH="1" flipV="1">
                <a:off x="3148166" y="4004959"/>
                <a:ext cx="1011" cy="236914"/>
              </a:xfrm>
              <a:prstGeom prst="line">
                <a:avLst/>
              </a:prstGeom>
              <a:ln w="3175">
                <a:solidFill>
                  <a:srgbClr val="CC0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6100" name="Group 347">
            <a:extLst>
              <a:ext uri="{FF2B5EF4-FFF2-40B4-BE49-F238E27FC236}">
                <a16:creationId xmlns:a16="http://schemas.microsoft.com/office/drawing/2014/main" id="{762C47E0-0AA2-4CF8-8955-189B712A5055}"/>
              </a:ext>
            </a:extLst>
          </p:cNvPr>
          <p:cNvGrpSpPr>
            <a:grpSpLocks/>
          </p:cNvGrpSpPr>
          <p:nvPr/>
        </p:nvGrpSpPr>
        <p:grpSpPr bwMode="auto">
          <a:xfrm>
            <a:off x="5856288" y="5943600"/>
            <a:ext cx="588962" cy="242888"/>
            <a:chOff x="1871277" y="1576300"/>
            <a:chExt cx="1128371" cy="437861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6A6BF4E7-5A93-4E5A-9F6E-DD1C8AD0D67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6"/>
              <a:ext cx="1125331" cy="320525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F3EC307B-CED4-420E-ABE4-5C14908729ED}"/>
                </a:ext>
              </a:extLst>
            </p:cNvPr>
            <p:cNvSpPr/>
            <p:nvPr/>
          </p:nvSpPr>
          <p:spPr bwMode="auto">
            <a:xfrm>
              <a:off x="1871277" y="1739425"/>
              <a:ext cx="1128371" cy="117334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E32DDB41-F09D-4C93-8A61-E5C9FB99411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5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E624356B-AE39-4872-A4DA-4F4BEF36EFE9}"/>
                </a:ext>
              </a:extLst>
            </p:cNvPr>
            <p:cNvSpPr/>
            <p:nvPr/>
          </p:nvSpPr>
          <p:spPr bwMode="auto">
            <a:xfrm>
              <a:off x="2160212" y="1673602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E3911691-440A-4577-B60F-A0B54D72C8F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2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7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6 h 932950"/>
                <a:gd name="T12" fmla="*/ 536535 w 3723451"/>
                <a:gd name="T13" fmla="*/ 47040 h 932950"/>
                <a:gd name="T14" fmla="*/ 334214 w 3723451"/>
                <a:gd name="T15" fmla="*/ 111612 h 932950"/>
                <a:gd name="T16" fmla="*/ 126717 w 3723451"/>
                <a:gd name="T17" fmla="*/ 49415 h 932950"/>
                <a:gd name="T18" fmla="*/ 93168 w 3723451"/>
                <a:gd name="T19" fmla="*/ 56128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15F57A60-AD1B-467F-AE9F-DD5A395D3A67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8"/>
              <a:ext cx="243315" cy="97302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8 h 809868"/>
                <a:gd name="T4" fmla="*/ 154017 w 1366596"/>
                <a:gd name="T5" fmla="*/ 97302 h 809868"/>
                <a:gd name="T6" fmla="*/ 819 w 1366596"/>
                <a:gd name="T7" fmla="*/ 51415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64A7A3A7-264F-46B1-9374-2501B4F2C30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2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2 h 791462"/>
                <a:gd name="T6" fmla="*/ 0 w 1348191"/>
                <a:gd name="T7" fmla="*/ 75239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BDDF157A-96B5-47C5-9017-5BE1506FD08E}"/>
                </a:ext>
              </a:extLst>
            </p:cNvPr>
            <p:cNvCxnSpPr>
              <a:cxnSpLocks noChangeShapeType="1"/>
              <a:endCxn id="365" idx="2"/>
            </p:cNvCxnSpPr>
            <p:nvPr/>
          </p:nvCxnSpPr>
          <p:spPr bwMode="auto">
            <a:xfrm flipH="1" flipV="1">
              <a:off x="1871277" y="1736563"/>
              <a:ext cx="3040" cy="12306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476480A1-DE2A-4D95-967D-95B3ABF856F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2"/>
              <a:ext cx="3040" cy="12305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6101" name="Group 347">
            <a:extLst>
              <a:ext uri="{FF2B5EF4-FFF2-40B4-BE49-F238E27FC236}">
                <a16:creationId xmlns:a16="http://schemas.microsoft.com/office/drawing/2014/main" id="{34EB612E-A230-456E-9E75-C28A7AF080FF}"/>
              </a:ext>
            </a:extLst>
          </p:cNvPr>
          <p:cNvGrpSpPr>
            <a:grpSpLocks/>
          </p:cNvGrpSpPr>
          <p:nvPr/>
        </p:nvGrpSpPr>
        <p:grpSpPr bwMode="auto">
          <a:xfrm>
            <a:off x="4375150" y="5802313"/>
            <a:ext cx="588963" cy="242887"/>
            <a:chOff x="1871277" y="1576300"/>
            <a:chExt cx="1128371" cy="437861"/>
          </a:xfrm>
        </p:grpSpPr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15C7011D-0DFF-4182-9651-4D89AE87D47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9" y="1693635"/>
              <a:ext cx="1125329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74" name="Rectangle 373">
              <a:extLst>
                <a:ext uri="{FF2B5EF4-FFF2-40B4-BE49-F238E27FC236}">
                  <a16:creationId xmlns:a16="http://schemas.microsoft.com/office/drawing/2014/main" id="{0FCD418C-A6DB-44C7-880E-D1E277AEE4C3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A536F5A3-DA32-4C4C-9C34-53FF278EB9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29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D520B7E3-4184-44D6-915F-B7EF8E1A54C4}"/>
                </a:ext>
              </a:extLst>
            </p:cNvPr>
            <p:cNvSpPr/>
            <p:nvPr/>
          </p:nvSpPr>
          <p:spPr bwMode="auto">
            <a:xfrm>
              <a:off x="2160214" y="1673603"/>
              <a:ext cx="547457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45856AB8-4D13-475C-8D75-C0E31AD1109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1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6 w 3723451"/>
                <a:gd name="T5" fmla="*/ 62276 h 932950"/>
                <a:gd name="T6" fmla="*/ 534416 w 3723451"/>
                <a:gd name="T7" fmla="*/ 0 h 932950"/>
                <a:gd name="T8" fmla="*/ 663031 w 3723451"/>
                <a:gd name="T9" fmla="*/ 24782 h 932950"/>
                <a:gd name="T10" fmla="*/ 567342 w 3723451"/>
                <a:gd name="T11" fmla="*/ 55255 h 932950"/>
                <a:gd name="T12" fmla="*/ 536534 w 3723451"/>
                <a:gd name="T13" fmla="*/ 47039 h 932950"/>
                <a:gd name="T14" fmla="*/ 334213 w 3723451"/>
                <a:gd name="T15" fmla="*/ 111611 h 932950"/>
                <a:gd name="T16" fmla="*/ 126716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109BE7C9-BFDA-4EBB-A470-6C2C9BA1413C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1" y="1727977"/>
              <a:ext cx="243314" cy="97303"/>
            </a:xfrm>
            <a:custGeom>
              <a:avLst/>
              <a:gdLst>
                <a:gd name="T0" fmla="*/ 0 w 1366596"/>
                <a:gd name="T1" fmla="*/ 0 h 809868"/>
                <a:gd name="T2" fmla="*/ 243314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92FB6509-583B-4556-BA5A-6A568A2A594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4" cy="97303"/>
            </a:xfrm>
            <a:custGeom>
              <a:avLst/>
              <a:gdLst>
                <a:gd name="T0" fmla="*/ 236994 w 1348191"/>
                <a:gd name="T1" fmla="*/ 0 h 791462"/>
                <a:gd name="T2" fmla="*/ 240274 w 1348191"/>
                <a:gd name="T3" fmla="*/ 46954 h 791462"/>
                <a:gd name="T4" fmla="*/ 86925 w 1348191"/>
                <a:gd name="T5" fmla="*/ 97303 h 791462"/>
                <a:gd name="T6" fmla="*/ 0 w 1348191"/>
                <a:gd name="T7" fmla="*/ 75240 h 791462"/>
                <a:gd name="T8" fmla="*/ 236994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E32F6D99-AEE4-4444-88F3-6D585A7448CD}"/>
                </a:ext>
              </a:extLst>
            </p:cNvPr>
            <p:cNvCxnSpPr>
              <a:cxnSpLocks noChangeShapeType="1"/>
              <a:endCxn id="375" idx="2"/>
            </p:cNvCxnSpPr>
            <p:nvPr/>
          </p:nvCxnSpPr>
          <p:spPr bwMode="auto">
            <a:xfrm flipH="1" flipV="1">
              <a:off x="1871277" y="1736563"/>
              <a:ext cx="3042" cy="12305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3577A828-E27F-42F4-BFCD-3154F839A0B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6" y="1733700"/>
              <a:ext cx="3042" cy="12306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6102" name="Group 347">
            <a:extLst>
              <a:ext uri="{FF2B5EF4-FFF2-40B4-BE49-F238E27FC236}">
                <a16:creationId xmlns:a16="http://schemas.microsoft.com/office/drawing/2014/main" id="{B82D0683-5A45-44EB-82A1-BE060DFA7EC1}"/>
              </a:ext>
            </a:extLst>
          </p:cNvPr>
          <p:cNvGrpSpPr>
            <a:grpSpLocks/>
          </p:cNvGrpSpPr>
          <p:nvPr/>
        </p:nvGrpSpPr>
        <p:grpSpPr bwMode="auto">
          <a:xfrm>
            <a:off x="5167313" y="6262688"/>
            <a:ext cx="588962" cy="242887"/>
            <a:chOff x="1871277" y="1576300"/>
            <a:chExt cx="1128371" cy="437861"/>
          </a:xfrm>
        </p:grpSpPr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FDFA8257-7FFE-49C0-9CD5-66581F5F8C35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5"/>
              <a:ext cx="1125331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407" name="Rectangle 406">
              <a:extLst>
                <a:ext uri="{FF2B5EF4-FFF2-40B4-BE49-F238E27FC236}">
                  <a16:creationId xmlns:a16="http://schemas.microsoft.com/office/drawing/2014/main" id="{4A6744E2-88DC-48E2-8C3A-90DC86767423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725A2B8C-643F-4898-8FA8-607927391AF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C9E5F77A-5FB1-4E1B-A78B-14941D906690}"/>
                </a:ext>
              </a:extLst>
            </p:cNvPr>
            <p:cNvSpPr/>
            <p:nvPr/>
          </p:nvSpPr>
          <p:spPr bwMode="auto">
            <a:xfrm>
              <a:off x="2160212" y="1673603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AF510C94-8D73-4FA6-963F-5BF1C1DC6482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6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5 h 932950"/>
                <a:gd name="T12" fmla="*/ 536535 w 3723451"/>
                <a:gd name="T13" fmla="*/ 47039 h 932950"/>
                <a:gd name="T14" fmla="*/ 334214 w 3723451"/>
                <a:gd name="T15" fmla="*/ 111611 h 932950"/>
                <a:gd name="T16" fmla="*/ 126717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C6BB32E6-6F7B-4947-B210-110C38C13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7"/>
              <a:ext cx="243315" cy="97303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AF54C0A2-811A-4585-B7CC-937BDAB3C7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3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3 h 791462"/>
                <a:gd name="T6" fmla="*/ 0 w 1348191"/>
                <a:gd name="T7" fmla="*/ 75240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4BA77F50-9F80-4C65-83E3-B3FBDCF610DD}"/>
                </a:ext>
              </a:extLst>
            </p:cNvPr>
            <p:cNvCxnSpPr>
              <a:cxnSpLocks noChangeShapeType="1"/>
              <a:endCxn id="412" idx="2"/>
            </p:cNvCxnSpPr>
            <p:nvPr/>
          </p:nvCxnSpPr>
          <p:spPr bwMode="auto">
            <a:xfrm flipH="1" flipV="1">
              <a:off x="1871277" y="1736563"/>
              <a:ext cx="3040" cy="12305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BBC8B9E1-1CC4-4D7C-8425-5C51FAD3CB9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0"/>
              <a:ext cx="3040" cy="12306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6103" name="Group 347">
            <a:extLst>
              <a:ext uri="{FF2B5EF4-FFF2-40B4-BE49-F238E27FC236}">
                <a16:creationId xmlns:a16="http://schemas.microsoft.com/office/drawing/2014/main" id="{274E8844-0E1D-43E6-B7B0-D185D8E34FEC}"/>
              </a:ext>
            </a:extLst>
          </p:cNvPr>
          <p:cNvGrpSpPr>
            <a:grpSpLocks/>
          </p:cNvGrpSpPr>
          <p:nvPr/>
        </p:nvGrpSpPr>
        <p:grpSpPr bwMode="auto">
          <a:xfrm>
            <a:off x="3703638" y="6354763"/>
            <a:ext cx="588962" cy="242887"/>
            <a:chOff x="1871277" y="1576300"/>
            <a:chExt cx="1128371" cy="437861"/>
          </a:xfrm>
        </p:grpSpPr>
        <p:sp>
          <p:nvSpPr>
            <p:cNvPr id="432" name="Oval 431">
              <a:extLst>
                <a:ext uri="{FF2B5EF4-FFF2-40B4-BE49-F238E27FC236}">
                  <a16:creationId xmlns:a16="http://schemas.microsoft.com/office/drawing/2014/main" id="{940629C4-7205-4D1A-B0E6-3D4643409A5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4317" y="1693635"/>
              <a:ext cx="1125331" cy="320526"/>
            </a:xfrm>
            <a:prstGeom prst="ellipse">
              <a:avLst/>
            </a:prstGeom>
            <a:gradFill rotWithShape="1">
              <a:gsLst>
                <a:gs pos="0">
                  <a:srgbClr val="262699"/>
                </a:gs>
                <a:gs pos="53000">
                  <a:srgbClr val="8585E0"/>
                </a:gs>
                <a:gs pos="100000">
                  <a:srgbClr val="262699"/>
                </a:gs>
              </a:gsLst>
              <a:lin ang="0" scaled="1"/>
            </a:gra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433" name="Rectangle 432">
              <a:extLst>
                <a:ext uri="{FF2B5EF4-FFF2-40B4-BE49-F238E27FC236}">
                  <a16:creationId xmlns:a16="http://schemas.microsoft.com/office/drawing/2014/main" id="{39D8B35F-ABF4-4617-B469-1C867CA867F2}"/>
                </a:ext>
              </a:extLst>
            </p:cNvPr>
            <p:cNvSpPr/>
            <p:nvPr/>
          </p:nvSpPr>
          <p:spPr bwMode="auto">
            <a:xfrm>
              <a:off x="1871277" y="1739424"/>
              <a:ext cx="1128371" cy="117336"/>
            </a:xfrm>
            <a:prstGeom prst="rect">
              <a:avLst/>
            </a:prstGeom>
            <a:gradFill>
              <a:gsLst>
                <a:gs pos="0">
                  <a:schemeClr val="accent2">
                    <a:lumMod val="75000"/>
                  </a:schemeClr>
                </a:gs>
                <a:gs pos="53000">
                  <a:schemeClr val="accent2">
                    <a:lumMod val="60000"/>
                    <a:lumOff val="40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10800000" scaled="0"/>
            </a:gradFill>
            <a:ln w="25400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34" name="Oval 433">
              <a:extLst>
                <a:ext uri="{FF2B5EF4-FFF2-40B4-BE49-F238E27FC236}">
                  <a16:creationId xmlns:a16="http://schemas.microsoft.com/office/drawing/2014/main" id="{4F5B7EA5-1162-4730-A3C8-40EB6DD7DD9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871277" y="1576300"/>
              <a:ext cx="1125331" cy="320526"/>
            </a:xfrm>
            <a:prstGeom prst="ellipse">
              <a:avLst/>
            </a:prstGeom>
            <a:solidFill>
              <a:srgbClr val="BFBFBF"/>
            </a:solidFill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23000" dir="5400000" rotWithShape="0">
                <a:srgbClr val="808080">
                  <a:alpha val="34999"/>
                </a:srgbClr>
              </a:outerShdw>
            </a:effectLst>
          </p:spPr>
          <p:txBody>
            <a:bodyPr anchor="ctr"/>
            <a:lstStyle/>
            <a:p>
              <a:pPr algn="ctr">
                <a:defRPr/>
              </a:pPr>
              <a:endParaRPr lang="en-US" dirty="0">
                <a:ln>
                  <a:solidFill>
                    <a:schemeClr val="tx1"/>
                  </a:solidFill>
                </a:ln>
                <a:solidFill>
                  <a:schemeClr val="lt1"/>
                </a:solidFill>
                <a:latin typeface="+mn-lt"/>
                <a:ea typeface="+mn-ea"/>
              </a:endParaRPr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F33FD092-56C0-47CB-881E-45D2BB382EC4}"/>
                </a:ext>
              </a:extLst>
            </p:cNvPr>
            <p:cNvSpPr/>
            <p:nvPr/>
          </p:nvSpPr>
          <p:spPr bwMode="auto">
            <a:xfrm>
              <a:off x="2160212" y="1673603"/>
              <a:ext cx="547458" cy="160263"/>
            </a:xfrm>
            <a:custGeom>
              <a:avLst/>
              <a:gdLst>
                <a:gd name="connsiteX0" fmla="*/ 1486231 w 2944854"/>
                <a:gd name="connsiteY0" fmla="*/ 727041 h 1302232"/>
                <a:gd name="connsiteX1" fmla="*/ 257675 w 2944854"/>
                <a:gd name="connsiteY1" fmla="*/ 1302232 h 1302232"/>
                <a:gd name="connsiteX2" fmla="*/ 0 w 2944854"/>
                <a:gd name="connsiteY2" fmla="*/ 1228607 h 1302232"/>
                <a:gd name="connsiteX3" fmla="*/ 911064 w 2944854"/>
                <a:gd name="connsiteY3" fmla="*/ 837478 h 1302232"/>
                <a:gd name="connsiteX4" fmla="*/ 883456 w 2944854"/>
                <a:gd name="connsiteY4" fmla="*/ 450949 h 1302232"/>
                <a:gd name="connsiteX5" fmla="*/ 161047 w 2944854"/>
                <a:gd name="connsiteY5" fmla="*/ 119640 h 1302232"/>
                <a:gd name="connsiteX6" fmla="*/ 404917 w 2944854"/>
                <a:gd name="connsiteY6" fmla="*/ 50617 h 1302232"/>
                <a:gd name="connsiteX7" fmla="*/ 1477028 w 2944854"/>
                <a:gd name="connsiteY7" fmla="*/ 501566 h 1302232"/>
                <a:gd name="connsiteX8" fmla="*/ 2572146 w 2944854"/>
                <a:gd name="connsiteY8" fmla="*/ 0 h 1302232"/>
                <a:gd name="connsiteX9" fmla="*/ 2875834 w 2944854"/>
                <a:gd name="connsiteY9" fmla="*/ 96632 h 1302232"/>
                <a:gd name="connsiteX10" fmla="*/ 2079803 w 2944854"/>
                <a:gd name="connsiteY10" fmla="*/ 432543 h 1302232"/>
                <a:gd name="connsiteX11" fmla="*/ 2240850 w 2944854"/>
                <a:gd name="connsiteY11" fmla="*/ 920305 h 1302232"/>
                <a:gd name="connsiteX12" fmla="*/ 2944854 w 2944854"/>
                <a:gd name="connsiteY12" fmla="*/ 1228607 h 1302232"/>
                <a:gd name="connsiteX13" fmla="*/ 2733192 w 2944854"/>
                <a:gd name="connsiteY13" fmla="*/ 1297630 h 1302232"/>
                <a:gd name="connsiteX14" fmla="*/ 1486231 w 2944854"/>
                <a:gd name="connsiteY14" fmla="*/ 727041 h 1302232"/>
                <a:gd name="connsiteX0" fmla="*/ 1486231 w 2944854"/>
                <a:gd name="connsiteY0" fmla="*/ 727041 h 1316375"/>
                <a:gd name="connsiteX1" fmla="*/ 257675 w 2944854"/>
                <a:gd name="connsiteY1" fmla="*/ 1302232 h 1316375"/>
                <a:gd name="connsiteX2" fmla="*/ 0 w 2944854"/>
                <a:gd name="connsiteY2" fmla="*/ 1228607 h 1316375"/>
                <a:gd name="connsiteX3" fmla="*/ 911064 w 2944854"/>
                <a:gd name="connsiteY3" fmla="*/ 837478 h 1316375"/>
                <a:gd name="connsiteX4" fmla="*/ 883456 w 2944854"/>
                <a:gd name="connsiteY4" fmla="*/ 450949 h 1316375"/>
                <a:gd name="connsiteX5" fmla="*/ 161047 w 2944854"/>
                <a:gd name="connsiteY5" fmla="*/ 119640 h 1316375"/>
                <a:gd name="connsiteX6" fmla="*/ 404917 w 2944854"/>
                <a:gd name="connsiteY6" fmla="*/ 50617 h 1316375"/>
                <a:gd name="connsiteX7" fmla="*/ 1477028 w 2944854"/>
                <a:gd name="connsiteY7" fmla="*/ 501566 h 1316375"/>
                <a:gd name="connsiteX8" fmla="*/ 2572146 w 2944854"/>
                <a:gd name="connsiteY8" fmla="*/ 0 h 1316375"/>
                <a:gd name="connsiteX9" fmla="*/ 2875834 w 2944854"/>
                <a:gd name="connsiteY9" fmla="*/ 96632 h 1316375"/>
                <a:gd name="connsiteX10" fmla="*/ 2079803 w 2944854"/>
                <a:gd name="connsiteY10" fmla="*/ 432543 h 1316375"/>
                <a:gd name="connsiteX11" fmla="*/ 2240850 w 2944854"/>
                <a:gd name="connsiteY11" fmla="*/ 920305 h 1316375"/>
                <a:gd name="connsiteX12" fmla="*/ 2944854 w 2944854"/>
                <a:gd name="connsiteY12" fmla="*/ 1228607 h 1316375"/>
                <a:gd name="connsiteX13" fmla="*/ 2756623 w 2944854"/>
                <a:gd name="connsiteY13" fmla="*/ 1316375 h 1316375"/>
                <a:gd name="connsiteX14" fmla="*/ 1486231 w 2944854"/>
                <a:gd name="connsiteY14" fmla="*/ 727041 h 1316375"/>
                <a:gd name="connsiteX0" fmla="*/ 1486231 w 3024520"/>
                <a:gd name="connsiteY0" fmla="*/ 727041 h 1316375"/>
                <a:gd name="connsiteX1" fmla="*/ 257675 w 3024520"/>
                <a:gd name="connsiteY1" fmla="*/ 1302232 h 1316375"/>
                <a:gd name="connsiteX2" fmla="*/ 0 w 3024520"/>
                <a:gd name="connsiteY2" fmla="*/ 1228607 h 1316375"/>
                <a:gd name="connsiteX3" fmla="*/ 911064 w 3024520"/>
                <a:gd name="connsiteY3" fmla="*/ 837478 h 1316375"/>
                <a:gd name="connsiteX4" fmla="*/ 883456 w 3024520"/>
                <a:gd name="connsiteY4" fmla="*/ 450949 h 1316375"/>
                <a:gd name="connsiteX5" fmla="*/ 161047 w 3024520"/>
                <a:gd name="connsiteY5" fmla="*/ 119640 h 1316375"/>
                <a:gd name="connsiteX6" fmla="*/ 404917 w 3024520"/>
                <a:gd name="connsiteY6" fmla="*/ 50617 h 1316375"/>
                <a:gd name="connsiteX7" fmla="*/ 1477028 w 3024520"/>
                <a:gd name="connsiteY7" fmla="*/ 501566 h 1316375"/>
                <a:gd name="connsiteX8" fmla="*/ 2572146 w 3024520"/>
                <a:gd name="connsiteY8" fmla="*/ 0 h 1316375"/>
                <a:gd name="connsiteX9" fmla="*/ 2875834 w 3024520"/>
                <a:gd name="connsiteY9" fmla="*/ 96632 h 1316375"/>
                <a:gd name="connsiteX10" fmla="*/ 2079803 w 3024520"/>
                <a:gd name="connsiteY10" fmla="*/ 432543 h 1316375"/>
                <a:gd name="connsiteX11" fmla="*/ 2240850 w 3024520"/>
                <a:gd name="connsiteY11" fmla="*/ 920305 h 1316375"/>
                <a:gd name="connsiteX12" fmla="*/ 3024520 w 3024520"/>
                <a:gd name="connsiteY12" fmla="*/ 1228607 h 1316375"/>
                <a:gd name="connsiteX13" fmla="*/ 2756623 w 3024520"/>
                <a:gd name="connsiteY13" fmla="*/ 1316375 h 1316375"/>
                <a:gd name="connsiteX14" fmla="*/ 1486231 w 3024520"/>
                <a:gd name="connsiteY14" fmla="*/ 727041 h 1316375"/>
                <a:gd name="connsiteX0" fmla="*/ 1537780 w 3076069"/>
                <a:gd name="connsiteY0" fmla="*/ 727041 h 1316375"/>
                <a:gd name="connsiteX1" fmla="*/ 309224 w 3076069"/>
                <a:gd name="connsiteY1" fmla="*/ 1302232 h 1316375"/>
                <a:gd name="connsiteX2" fmla="*/ 0 w 3076069"/>
                <a:gd name="connsiteY2" fmla="*/ 1228607 h 1316375"/>
                <a:gd name="connsiteX3" fmla="*/ 962613 w 3076069"/>
                <a:gd name="connsiteY3" fmla="*/ 837478 h 1316375"/>
                <a:gd name="connsiteX4" fmla="*/ 935005 w 3076069"/>
                <a:gd name="connsiteY4" fmla="*/ 450949 h 1316375"/>
                <a:gd name="connsiteX5" fmla="*/ 212596 w 3076069"/>
                <a:gd name="connsiteY5" fmla="*/ 119640 h 1316375"/>
                <a:gd name="connsiteX6" fmla="*/ 456466 w 3076069"/>
                <a:gd name="connsiteY6" fmla="*/ 50617 h 1316375"/>
                <a:gd name="connsiteX7" fmla="*/ 1528577 w 3076069"/>
                <a:gd name="connsiteY7" fmla="*/ 501566 h 1316375"/>
                <a:gd name="connsiteX8" fmla="*/ 2623695 w 3076069"/>
                <a:gd name="connsiteY8" fmla="*/ 0 h 1316375"/>
                <a:gd name="connsiteX9" fmla="*/ 2927383 w 3076069"/>
                <a:gd name="connsiteY9" fmla="*/ 96632 h 1316375"/>
                <a:gd name="connsiteX10" fmla="*/ 2131352 w 3076069"/>
                <a:gd name="connsiteY10" fmla="*/ 432543 h 1316375"/>
                <a:gd name="connsiteX11" fmla="*/ 2292399 w 3076069"/>
                <a:gd name="connsiteY11" fmla="*/ 920305 h 1316375"/>
                <a:gd name="connsiteX12" fmla="*/ 3076069 w 3076069"/>
                <a:gd name="connsiteY12" fmla="*/ 1228607 h 1316375"/>
                <a:gd name="connsiteX13" fmla="*/ 2808172 w 3076069"/>
                <a:gd name="connsiteY13" fmla="*/ 1316375 h 1316375"/>
                <a:gd name="connsiteX14" fmla="*/ 1537780 w 3076069"/>
                <a:gd name="connsiteY14" fmla="*/ 727041 h 1316375"/>
                <a:gd name="connsiteX0" fmla="*/ 1537780 w 3076069"/>
                <a:gd name="connsiteY0" fmla="*/ 727041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27041 h 1321259"/>
                <a:gd name="connsiteX0" fmla="*/ 1537780 w 3076069"/>
                <a:gd name="connsiteY0" fmla="*/ 750825 h 1321259"/>
                <a:gd name="connsiteX1" fmla="*/ 313981 w 3076069"/>
                <a:gd name="connsiteY1" fmla="*/ 1321259 h 1321259"/>
                <a:gd name="connsiteX2" fmla="*/ 0 w 3076069"/>
                <a:gd name="connsiteY2" fmla="*/ 1228607 h 1321259"/>
                <a:gd name="connsiteX3" fmla="*/ 962613 w 3076069"/>
                <a:gd name="connsiteY3" fmla="*/ 837478 h 1321259"/>
                <a:gd name="connsiteX4" fmla="*/ 935005 w 3076069"/>
                <a:gd name="connsiteY4" fmla="*/ 450949 h 1321259"/>
                <a:gd name="connsiteX5" fmla="*/ 212596 w 3076069"/>
                <a:gd name="connsiteY5" fmla="*/ 119640 h 1321259"/>
                <a:gd name="connsiteX6" fmla="*/ 456466 w 3076069"/>
                <a:gd name="connsiteY6" fmla="*/ 50617 h 1321259"/>
                <a:gd name="connsiteX7" fmla="*/ 1528577 w 3076069"/>
                <a:gd name="connsiteY7" fmla="*/ 501566 h 1321259"/>
                <a:gd name="connsiteX8" fmla="*/ 2623695 w 3076069"/>
                <a:gd name="connsiteY8" fmla="*/ 0 h 1321259"/>
                <a:gd name="connsiteX9" fmla="*/ 2927383 w 3076069"/>
                <a:gd name="connsiteY9" fmla="*/ 96632 h 1321259"/>
                <a:gd name="connsiteX10" fmla="*/ 2131352 w 3076069"/>
                <a:gd name="connsiteY10" fmla="*/ 432543 h 1321259"/>
                <a:gd name="connsiteX11" fmla="*/ 2292399 w 3076069"/>
                <a:gd name="connsiteY11" fmla="*/ 920305 h 1321259"/>
                <a:gd name="connsiteX12" fmla="*/ 3076069 w 3076069"/>
                <a:gd name="connsiteY12" fmla="*/ 1228607 h 1321259"/>
                <a:gd name="connsiteX13" fmla="*/ 2808172 w 3076069"/>
                <a:gd name="connsiteY13" fmla="*/ 1316375 h 1321259"/>
                <a:gd name="connsiteX14" fmla="*/ 1537780 w 3076069"/>
                <a:gd name="connsiteY14" fmla="*/ 750825 h 1321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76069" h="1321259">
                  <a:moveTo>
                    <a:pt x="1537780" y="750825"/>
                  </a:moveTo>
                  <a:lnTo>
                    <a:pt x="313981" y="1321259"/>
                  </a:lnTo>
                  <a:lnTo>
                    <a:pt x="0" y="1228607"/>
                  </a:lnTo>
                  <a:lnTo>
                    <a:pt x="962613" y="837478"/>
                  </a:lnTo>
                  <a:lnTo>
                    <a:pt x="935005" y="450949"/>
                  </a:lnTo>
                  <a:lnTo>
                    <a:pt x="212596" y="119640"/>
                  </a:lnTo>
                  <a:lnTo>
                    <a:pt x="456466" y="50617"/>
                  </a:lnTo>
                  <a:lnTo>
                    <a:pt x="1528577" y="501566"/>
                  </a:lnTo>
                  <a:lnTo>
                    <a:pt x="2623695" y="0"/>
                  </a:lnTo>
                  <a:lnTo>
                    <a:pt x="2927383" y="96632"/>
                  </a:lnTo>
                  <a:lnTo>
                    <a:pt x="2131352" y="432543"/>
                  </a:lnTo>
                  <a:lnTo>
                    <a:pt x="2292399" y="920305"/>
                  </a:lnTo>
                  <a:lnTo>
                    <a:pt x="3076069" y="1228607"/>
                  </a:lnTo>
                  <a:lnTo>
                    <a:pt x="2808172" y="1316375"/>
                  </a:lnTo>
                  <a:lnTo>
                    <a:pt x="1537780" y="750825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0F7731A5-8F52-4A5F-87BA-BB234E9ACB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102426" y="1633537"/>
              <a:ext cx="663033" cy="111611"/>
            </a:xfrm>
            <a:custGeom>
              <a:avLst/>
              <a:gdLst>
                <a:gd name="T0" fmla="*/ 0 w 3723451"/>
                <a:gd name="T1" fmla="*/ 27306 h 932950"/>
                <a:gd name="T2" fmla="*/ 116665 w 3723451"/>
                <a:gd name="T3" fmla="*/ 322 h 932950"/>
                <a:gd name="T4" fmla="*/ 330457 w 3723451"/>
                <a:gd name="T5" fmla="*/ 62276 h 932950"/>
                <a:gd name="T6" fmla="*/ 534418 w 3723451"/>
                <a:gd name="T7" fmla="*/ 0 h 932950"/>
                <a:gd name="T8" fmla="*/ 663033 w 3723451"/>
                <a:gd name="T9" fmla="*/ 24782 h 932950"/>
                <a:gd name="T10" fmla="*/ 567343 w 3723451"/>
                <a:gd name="T11" fmla="*/ 55255 h 932950"/>
                <a:gd name="T12" fmla="*/ 536535 w 3723451"/>
                <a:gd name="T13" fmla="*/ 47039 h 932950"/>
                <a:gd name="T14" fmla="*/ 334214 w 3723451"/>
                <a:gd name="T15" fmla="*/ 111611 h 932950"/>
                <a:gd name="T16" fmla="*/ 126717 w 3723451"/>
                <a:gd name="T17" fmla="*/ 49415 h 932950"/>
                <a:gd name="T18" fmla="*/ 93168 w 3723451"/>
                <a:gd name="T19" fmla="*/ 56127 h 932950"/>
                <a:gd name="T20" fmla="*/ 0 w 3723451"/>
                <a:gd name="T21" fmla="*/ 27306 h 93295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3723451" h="932950">
                  <a:moveTo>
                    <a:pt x="0" y="228246"/>
                  </a:moveTo>
                  <a:lnTo>
                    <a:pt x="655168" y="2690"/>
                  </a:lnTo>
                  <a:lnTo>
                    <a:pt x="1855778" y="520562"/>
                  </a:lnTo>
                  <a:lnTo>
                    <a:pt x="3001174" y="0"/>
                  </a:lnTo>
                  <a:lnTo>
                    <a:pt x="3723451" y="207149"/>
                  </a:lnTo>
                  <a:lnTo>
                    <a:pt x="3186079" y="461874"/>
                  </a:lnTo>
                  <a:lnTo>
                    <a:pt x="3013067" y="393200"/>
                  </a:lnTo>
                  <a:lnTo>
                    <a:pt x="1876873" y="932950"/>
                  </a:lnTo>
                  <a:lnTo>
                    <a:pt x="711613" y="413055"/>
                  </a:lnTo>
                  <a:lnTo>
                    <a:pt x="523214" y="469166"/>
                  </a:lnTo>
                  <a:lnTo>
                    <a:pt x="0" y="228246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1FF466DA-2C1A-457B-8B22-28570467335D}"/>
                </a:ext>
              </a:extLst>
            </p:cNvPr>
            <p:cNvSpPr>
              <a:spLocks/>
            </p:cNvSpPr>
            <p:nvPr/>
          </p:nvSpPr>
          <p:spPr bwMode="auto">
            <a:xfrm>
              <a:off x="2537350" y="1727977"/>
              <a:ext cx="243315" cy="97303"/>
            </a:xfrm>
            <a:custGeom>
              <a:avLst/>
              <a:gdLst>
                <a:gd name="T0" fmla="*/ 0 w 1366596"/>
                <a:gd name="T1" fmla="*/ 0 h 809868"/>
                <a:gd name="T2" fmla="*/ 243315 w 1366596"/>
                <a:gd name="T3" fmla="*/ 75189 h 809868"/>
                <a:gd name="T4" fmla="*/ 154017 w 1366596"/>
                <a:gd name="T5" fmla="*/ 97303 h 809868"/>
                <a:gd name="T6" fmla="*/ 819 w 1366596"/>
                <a:gd name="T7" fmla="*/ 51416 h 809868"/>
                <a:gd name="T8" fmla="*/ 0 w 1366596"/>
                <a:gd name="T9" fmla="*/ 0 h 8098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6596" h="809868">
                  <a:moveTo>
                    <a:pt x="0" y="0"/>
                  </a:moveTo>
                  <a:lnTo>
                    <a:pt x="1366596" y="625807"/>
                  </a:lnTo>
                  <a:lnTo>
                    <a:pt x="865050" y="809868"/>
                  </a:lnTo>
                  <a:lnTo>
                    <a:pt x="4601" y="427942"/>
                  </a:lnTo>
                  <a:cubicBezTo>
                    <a:pt x="-1535" y="105836"/>
                    <a:pt x="1534" y="142647"/>
                    <a:pt x="0" y="0"/>
                  </a:cubicBez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60559681-DDCF-4944-B289-27D34028122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0260" y="1730839"/>
              <a:ext cx="240272" cy="97303"/>
            </a:xfrm>
            <a:custGeom>
              <a:avLst/>
              <a:gdLst>
                <a:gd name="T0" fmla="*/ 236992 w 1348191"/>
                <a:gd name="T1" fmla="*/ 0 h 791462"/>
                <a:gd name="T2" fmla="*/ 240272 w 1348191"/>
                <a:gd name="T3" fmla="*/ 46954 h 791462"/>
                <a:gd name="T4" fmla="*/ 86924 w 1348191"/>
                <a:gd name="T5" fmla="*/ 97303 h 791462"/>
                <a:gd name="T6" fmla="*/ 0 w 1348191"/>
                <a:gd name="T7" fmla="*/ 75240 h 791462"/>
                <a:gd name="T8" fmla="*/ 236992 w 1348191"/>
                <a:gd name="T9" fmla="*/ 0 h 7914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48191" h="791462">
                  <a:moveTo>
                    <a:pt x="1329786" y="0"/>
                  </a:moveTo>
                  <a:lnTo>
                    <a:pt x="1348191" y="381926"/>
                  </a:lnTo>
                  <a:lnTo>
                    <a:pt x="487742" y="791462"/>
                  </a:lnTo>
                  <a:lnTo>
                    <a:pt x="0" y="612002"/>
                  </a:lnTo>
                  <a:lnTo>
                    <a:pt x="1329786" y="0"/>
                  </a:lnTo>
                  <a:close/>
                </a:path>
              </a:pathLst>
            </a:custGeom>
            <a:solidFill>
              <a:srgbClr val="262699"/>
            </a:solidFill>
            <a:ln w="9525" cap="flat" cmpd="sng">
              <a:noFill/>
              <a:prstDash val="solid"/>
              <a:round/>
              <a:headEnd/>
              <a:tailEnd/>
            </a:ln>
            <a:effectLst>
              <a:outerShdw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BB5CE62B-053E-47AA-8C47-46D59EE7D06C}"/>
                </a:ext>
              </a:extLst>
            </p:cNvPr>
            <p:cNvCxnSpPr>
              <a:cxnSpLocks noChangeShapeType="1"/>
              <a:endCxn id="434" idx="2"/>
            </p:cNvCxnSpPr>
            <p:nvPr/>
          </p:nvCxnSpPr>
          <p:spPr bwMode="auto">
            <a:xfrm flipH="1" flipV="1">
              <a:off x="1871277" y="1736563"/>
              <a:ext cx="3040" cy="12305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8226BE31-75B2-4304-90E5-5527F527EEA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2996608" y="1733700"/>
              <a:ext cx="3040" cy="12306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>
              <a:outerShdw dist="19939" dir="5400000" algn="tl" rotWithShape="0">
                <a:srgbClr val="808080">
                  <a:alpha val="37999"/>
                </a:srgbClr>
              </a:outerShdw>
            </a:effectLst>
          </p:spPr>
        </p:cxnSp>
      </p:grpSp>
      <p:grpSp>
        <p:nvGrpSpPr>
          <p:cNvPr id="46441" name="Group 25">
            <a:extLst>
              <a:ext uri="{FF2B5EF4-FFF2-40B4-BE49-F238E27FC236}">
                <a16:creationId xmlns:a16="http://schemas.microsoft.com/office/drawing/2014/main" id="{4B13710C-1458-462F-A36B-1F580F607129}"/>
              </a:ext>
            </a:extLst>
          </p:cNvPr>
          <p:cNvGrpSpPr>
            <a:grpSpLocks/>
          </p:cNvGrpSpPr>
          <p:nvPr/>
        </p:nvGrpSpPr>
        <p:grpSpPr bwMode="auto">
          <a:xfrm>
            <a:off x="1925638" y="2220913"/>
            <a:ext cx="5095875" cy="2832100"/>
            <a:chOff x="1925876" y="2212958"/>
            <a:chExt cx="5095391" cy="2833288"/>
          </a:xfrm>
        </p:grpSpPr>
        <p:grpSp>
          <p:nvGrpSpPr>
            <p:cNvPr id="46131" name="Group 11">
              <a:extLst>
                <a:ext uri="{FF2B5EF4-FFF2-40B4-BE49-F238E27FC236}">
                  <a16:creationId xmlns:a16="http://schemas.microsoft.com/office/drawing/2014/main" id="{DBF3B71B-A909-405B-8627-742CB561FE1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5416" y="2212958"/>
              <a:ext cx="3597533" cy="493677"/>
              <a:chOff x="2705100" y="2011398"/>
              <a:chExt cx="3597533" cy="493677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AD1E6A6-E872-4AC0-BECD-A09C5A8AA6EF}"/>
                  </a:ext>
                </a:extLst>
              </p:cNvPr>
              <p:cNvSpPr/>
              <p:nvPr/>
            </p:nvSpPr>
            <p:spPr bwMode="auto">
              <a:xfrm>
                <a:off x="2722092" y="2011398"/>
                <a:ext cx="3581060" cy="492331"/>
              </a:xfrm>
              <a:prstGeom prst="ellipse">
                <a:avLst/>
              </a:prstGeom>
              <a:solidFill>
                <a:schemeClr val="bg1">
                  <a:alpha val="42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389" name="Oval 388">
                <a:extLst>
                  <a:ext uri="{FF2B5EF4-FFF2-40B4-BE49-F238E27FC236}">
                    <a16:creationId xmlns:a16="http://schemas.microsoft.com/office/drawing/2014/main" id="{58C7F7CD-4BA3-408B-BEAC-D6E3C57F9151}"/>
                  </a:ext>
                </a:extLst>
              </p:cNvPr>
              <p:cNvSpPr/>
              <p:nvPr/>
            </p:nvSpPr>
            <p:spPr bwMode="auto">
              <a:xfrm>
                <a:off x="2704632" y="2012986"/>
                <a:ext cx="3581060" cy="492331"/>
              </a:xfrm>
              <a:prstGeom prst="ellipse">
                <a:avLst/>
              </a:prstGeom>
              <a:solidFill>
                <a:srgbClr val="CC0000">
                  <a:alpha val="42000"/>
                </a:srgbClr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46158" name="TextBox 389">
                <a:extLst>
                  <a:ext uri="{FF2B5EF4-FFF2-40B4-BE49-F238E27FC236}">
                    <a16:creationId xmlns:a16="http://schemas.microsoft.com/office/drawing/2014/main" id="{BB2C1329-7D79-4D42-AB4D-39849819F8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52664" y="2127167"/>
                <a:ext cx="2057700" cy="2961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altLang="zh-HK">
                    <a:solidFill>
                      <a:schemeClr val="bg1"/>
                    </a:solidFill>
                  </a:rPr>
                  <a:t>Remote Controller</a:t>
                </a:r>
              </a:p>
            </p:txBody>
          </p:sp>
        </p:grpSp>
        <p:grpSp>
          <p:nvGrpSpPr>
            <p:cNvPr id="46132" name="Group 441">
              <a:extLst>
                <a:ext uri="{FF2B5EF4-FFF2-40B4-BE49-F238E27FC236}">
                  <a16:creationId xmlns:a16="http://schemas.microsoft.com/office/drawing/2014/main" id="{30F52414-95CC-433D-A71E-B1704F6561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25876" y="4223509"/>
              <a:ext cx="923540" cy="405953"/>
              <a:chOff x="2705100" y="2011398"/>
              <a:chExt cx="3597533" cy="493677"/>
            </a:xfrm>
          </p:grpSpPr>
          <p:sp>
            <p:nvSpPr>
              <p:cNvPr id="443" name="Oval 442">
                <a:extLst>
                  <a:ext uri="{FF2B5EF4-FFF2-40B4-BE49-F238E27FC236}">
                    <a16:creationId xmlns:a16="http://schemas.microsoft.com/office/drawing/2014/main" id="{7794454E-9236-4C9B-AD73-B4A719144C19}"/>
                  </a:ext>
                </a:extLst>
              </p:cNvPr>
              <p:cNvSpPr/>
              <p:nvPr/>
            </p:nvSpPr>
            <p:spPr bwMode="auto">
              <a:xfrm>
                <a:off x="2723648" y="2011480"/>
                <a:ext cx="3580142" cy="492496"/>
              </a:xfrm>
              <a:prstGeom prst="ellipse">
                <a:avLst/>
              </a:prstGeom>
              <a:solidFill>
                <a:schemeClr val="bg1">
                  <a:alpha val="42000"/>
                </a:schemeClr>
              </a:solidFill>
              <a:ln w="3175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444" name="Oval 443">
                <a:extLst>
                  <a:ext uri="{FF2B5EF4-FFF2-40B4-BE49-F238E27FC236}">
                    <a16:creationId xmlns:a16="http://schemas.microsoft.com/office/drawing/2014/main" id="{9538FAD4-806E-4069-BFE7-965D0D3C7298}"/>
                  </a:ext>
                </a:extLst>
              </p:cNvPr>
              <p:cNvSpPr/>
              <p:nvPr/>
            </p:nvSpPr>
            <p:spPr bwMode="auto">
              <a:xfrm>
                <a:off x="2705100" y="2013410"/>
                <a:ext cx="3580138" cy="492497"/>
              </a:xfrm>
              <a:prstGeom prst="ellipse">
                <a:avLst/>
              </a:prstGeom>
              <a:solidFill>
                <a:srgbClr val="CC0000">
                  <a:alpha val="42000"/>
                </a:srgbClr>
              </a:solidFill>
              <a:ln w="3175">
                <a:solidFill>
                  <a:srgbClr val="CC0000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46155" name="TextBox 389">
                <a:extLst>
                  <a:ext uri="{FF2B5EF4-FFF2-40B4-BE49-F238E27FC236}">
                    <a16:creationId xmlns:a16="http://schemas.microsoft.com/office/drawing/2014/main" id="{DFF1BD03-42DB-48A5-A853-3641C62EA0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01810" y="2127167"/>
                <a:ext cx="1159411" cy="2961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altLang="zh-HK">
                    <a:solidFill>
                      <a:schemeClr val="bg1"/>
                    </a:solidFill>
                  </a:rPr>
                  <a:t>CA</a:t>
                </a:r>
              </a:p>
            </p:txBody>
          </p:sp>
        </p:grpSp>
        <p:grpSp>
          <p:nvGrpSpPr>
            <p:cNvPr id="46133" name="Group 16">
              <a:extLst>
                <a:ext uri="{FF2B5EF4-FFF2-40B4-BE49-F238E27FC236}">
                  <a16:creationId xmlns:a16="http://schemas.microsoft.com/office/drawing/2014/main" id="{31741C5F-35C6-459E-AC76-D4E352AF6E8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89508" y="4760377"/>
              <a:ext cx="463568" cy="285869"/>
              <a:chOff x="3558850" y="4573304"/>
              <a:chExt cx="463568" cy="285869"/>
            </a:xfrm>
          </p:grpSpPr>
          <p:grpSp>
            <p:nvGrpSpPr>
              <p:cNvPr id="46149" name="Group 12">
                <a:extLst>
                  <a:ext uri="{FF2B5EF4-FFF2-40B4-BE49-F238E27FC236}">
                    <a16:creationId xmlns:a16="http://schemas.microsoft.com/office/drawing/2014/main" id="{D7752919-0A6C-4845-A91C-E311AA7D93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47" name="Oval 446">
                  <a:extLst>
                    <a:ext uri="{FF2B5EF4-FFF2-40B4-BE49-F238E27FC236}">
                      <a16:creationId xmlns:a16="http://schemas.microsoft.com/office/drawing/2014/main" id="{400DF955-BA0D-4B7A-9FD8-F9746EE295D0}"/>
                    </a:ext>
                  </a:extLst>
                </p:cNvPr>
                <p:cNvSpPr/>
                <p:nvPr/>
              </p:nvSpPr>
              <p:spPr bwMode="auto">
                <a:xfrm>
                  <a:off x="3573046" y="4578067"/>
                  <a:ext cx="439696" cy="260459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48" name="Oval 447">
                  <a:extLst>
                    <a:ext uri="{FF2B5EF4-FFF2-40B4-BE49-F238E27FC236}">
                      <a16:creationId xmlns:a16="http://schemas.microsoft.com/office/drawing/2014/main" id="{57BA200C-9DA8-45B8-A73C-60461EC50C0C}"/>
                    </a:ext>
                  </a:extLst>
                </p:cNvPr>
                <p:cNvSpPr/>
                <p:nvPr/>
              </p:nvSpPr>
              <p:spPr bwMode="auto">
                <a:xfrm>
                  <a:off x="3558760" y="4587596"/>
                  <a:ext cx="463506" cy="252519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6150" name="TextBox 389">
                <a:extLst>
                  <a:ext uri="{FF2B5EF4-FFF2-40B4-BE49-F238E27FC236}">
                    <a16:creationId xmlns:a16="http://schemas.microsoft.com/office/drawing/2014/main" id="{BE654AD2-BD7C-46CC-B58E-E30AE30E87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altLang="zh-HK" sz="1400">
                    <a:solidFill>
                      <a:schemeClr val="bg1"/>
                    </a:solidFill>
                  </a:rPr>
                  <a:t>CA</a:t>
                </a:r>
                <a:endParaRPr lang="en-US" altLang="zh-HK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6134" name="Group 450">
              <a:extLst>
                <a:ext uri="{FF2B5EF4-FFF2-40B4-BE49-F238E27FC236}">
                  <a16:creationId xmlns:a16="http://schemas.microsoft.com/office/drawing/2014/main" id="{5BBCD27D-B0CF-4B54-885C-CDCCEEF165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69656" y="4758258"/>
              <a:ext cx="463568" cy="285869"/>
              <a:chOff x="3558850" y="4573304"/>
              <a:chExt cx="463568" cy="285869"/>
            </a:xfrm>
          </p:grpSpPr>
          <p:grpSp>
            <p:nvGrpSpPr>
              <p:cNvPr id="46145" name="Group 451">
                <a:extLst>
                  <a:ext uri="{FF2B5EF4-FFF2-40B4-BE49-F238E27FC236}">
                    <a16:creationId xmlns:a16="http://schemas.microsoft.com/office/drawing/2014/main" id="{16F671EA-25BF-4C00-879B-9E9B980684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54" name="Oval 453">
                  <a:extLst>
                    <a:ext uri="{FF2B5EF4-FFF2-40B4-BE49-F238E27FC236}">
                      <a16:creationId xmlns:a16="http://schemas.microsoft.com/office/drawing/2014/main" id="{F5C9D40B-0C80-43BE-9FD2-D1D1C6EBCE3D}"/>
                    </a:ext>
                  </a:extLst>
                </p:cNvPr>
                <p:cNvSpPr/>
                <p:nvPr/>
              </p:nvSpPr>
              <p:spPr bwMode="auto">
                <a:xfrm>
                  <a:off x="3573874" y="4586539"/>
                  <a:ext cx="439696" cy="252519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55" name="Oval 454">
                  <a:extLst>
                    <a:ext uri="{FF2B5EF4-FFF2-40B4-BE49-F238E27FC236}">
                      <a16:creationId xmlns:a16="http://schemas.microsoft.com/office/drawing/2014/main" id="{5D210FB3-81C7-4A6F-B415-B66B3AB05BD4}"/>
                    </a:ext>
                  </a:extLst>
                </p:cNvPr>
                <p:cNvSpPr/>
                <p:nvPr/>
              </p:nvSpPr>
              <p:spPr bwMode="auto">
                <a:xfrm>
                  <a:off x="3559588" y="4596068"/>
                  <a:ext cx="463506" cy="244577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6146" name="TextBox 389">
                <a:extLst>
                  <a:ext uri="{FF2B5EF4-FFF2-40B4-BE49-F238E27FC236}">
                    <a16:creationId xmlns:a16="http://schemas.microsoft.com/office/drawing/2014/main" id="{CE4B3325-1EEF-42DD-B9D9-C67751FEC5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altLang="zh-HK" sz="1400">
                    <a:solidFill>
                      <a:schemeClr val="bg1"/>
                    </a:solidFill>
                  </a:rPr>
                  <a:t>CA</a:t>
                </a:r>
                <a:endParaRPr lang="en-US" altLang="zh-HK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6135" name="Group 455">
              <a:extLst>
                <a:ext uri="{FF2B5EF4-FFF2-40B4-BE49-F238E27FC236}">
                  <a16:creationId xmlns:a16="http://schemas.microsoft.com/office/drawing/2014/main" id="{3AE1DE46-4923-4726-A905-8462FBDAE0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69912" y="4756140"/>
              <a:ext cx="463568" cy="285869"/>
              <a:chOff x="3558850" y="4573304"/>
              <a:chExt cx="463568" cy="285869"/>
            </a:xfrm>
          </p:grpSpPr>
          <p:grpSp>
            <p:nvGrpSpPr>
              <p:cNvPr id="46141" name="Group 456">
                <a:extLst>
                  <a:ext uri="{FF2B5EF4-FFF2-40B4-BE49-F238E27FC236}">
                    <a16:creationId xmlns:a16="http://schemas.microsoft.com/office/drawing/2014/main" id="{0A2E2355-FAE0-488F-B873-CF17AD5CCFF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59" name="Oval 458">
                  <a:extLst>
                    <a:ext uri="{FF2B5EF4-FFF2-40B4-BE49-F238E27FC236}">
                      <a16:creationId xmlns:a16="http://schemas.microsoft.com/office/drawing/2014/main" id="{563D7813-2B75-4DF4-973C-DF445E030688}"/>
                    </a:ext>
                  </a:extLst>
                </p:cNvPr>
                <p:cNvSpPr/>
                <p:nvPr/>
              </p:nvSpPr>
              <p:spPr bwMode="auto">
                <a:xfrm>
                  <a:off x="3573654" y="4577540"/>
                  <a:ext cx="439696" cy="260459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0" name="Oval 459">
                  <a:extLst>
                    <a:ext uri="{FF2B5EF4-FFF2-40B4-BE49-F238E27FC236}">
                      <a16:creationId xmlns:a16="http://schemas.microsoft.com/office/drawing/2014/main" id="{9FC0D31C-22E8-4303-AAC4-4366D859C8A5}"/>
                    </a:ext>
                  </a:extLst>
                </p:cNvPr>
                <p:cNvSpPr/>
                <p:nvPr/>
              </p:nvSpPr>
              <p:spPr bwMode="auto">
                <a:xfrm>
                  <a:off x="3559368" y="4587069"/>
                  <a:ext cx="463506" cy="252518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6142" name="TextBox 389">
                <a:extLst>
                  <a:ext uri="{FF2B5EF4-FFF2-40B4-BE49-F238E27FC236}">
                    <a16:creationId xmlns:a16="http://schemas.microsoft.com/office/drawing/2014/main" id="{0DB5E21E-0E2D-49BC-A383-B9F4B887BDF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altLang="zh-HK" sz="1400">
                    <a:solidFill>
                      <a:schemeClr val="bg1"/>
                    </a:solidFill>
                  </a:rPr>
                  <a:t>CA</a:t>
                </a:r>
                <a:endParaRPr lang="en-US" altLang="zh-HK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6136" name="Group 460">
              <a:extLst>
                <a:ext uri="{FF2B5EF4-FFF2-40B4-BE49-F238E27FC236}">
                  <a16:creationId xmlns:a16="http://schemas.microsoft.com/office/drawing/2014/main" id="{2B870717-024E-40A7-8B04-A1A1230E3C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57699" y="4754022"/>
              <a:ext cx="463568" cy="285869"/>
              <a:chOff x="3558850" y="4573304"/>
              <a:chExt cx="463568" cy="285869"/>
            </a:xfrm>
          </p:grpSpPr>
          <p:grpSp>
            <p:nvGrpSpPr>
              <p:cNvPr id="46137" name="Group 461">
                <a:extLst>
                  <a:ext uri="{FF2B5EF4-FFF2-40B4-BE49-F238E27FC236}">
                    <a16:creationId xmlns:a16="http://schemas.microsoft.com/office/drawing/2014/main" id="{169E7048-54AB-405E-B8EA-B1BCEA4867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8850" y="4577634"/>
                <a:ext cx="463568" cy="262710"/>
                <a:chOff x="3558850" y="4577634"/>
                <a:chExt cx="463568" cy="262710"/>
              </a:xfrm>
            </p:grpSpPr>
            <p:sp>
              <p:nvSpPr>
                <p:cNvPr id="464" name="Oval 463">
                  <a:extLst>
                    <a:ext uri="{FF2B5EF4-FFF2-40B4-BE49-F238E27FC236}">
                      <a16:creationId xmlns:a16="http://schemas.microsoft.com/office/drawing/2014/main" id="{9239168D-91BA-432C-976C-F507FE51BE7E}"/>
                    </a:ext>
                  </a:extLst>
                </p:cNvPr>
                <p:cNvSpPr/>
                <p:nvPr/>
              </p:nvSpPr>
              <p:spPr bwMode="auto">
                <a:xfrm>
                  <a:off x="3573198" y="4578069"/>
                  <a:ext cx="439696" cy="260459"/>
                </a:xfrm>
                <a:prstGeom prst="ellipse">
                  <a:avLst/>
                </a:prstGeom>
                <a:solidFill>
                  <a:schemeClr val="bg1">
                    <a:alpha val="42000"/>
                  </a:schemeClr>
                </a:solidFill>
                <a:ln w="3175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  <p:sp>
              <p:nvSpPr>
                <p:cNvPr id="465" name="Oval 464">
                  <a:extLst>
                    <a:ext uri="{FF2B5EF4-FFF2-40B4-BE49-F238E27FC236}">
                      <a16:creationId xmlns:a16="http://schemas.microsoft.com/office/drawing/2014/main" id="{61108D8D-A0CC-4A1C-82A6-FD762D1405F3}"/>
                    </a:ext>
                  </a:extLst>
                </p:cNvPr>
                <p:cNvSpPr/>
                <p:nvPr/>
              </p:nvSpPr>
              <p:spPr bwMode="auto">
                <a:xfrm>
                  <a:off x="3558912" y="4587598"/>
                  <a:ext cx="463506" cy="252519"/>
                </a:xfrm>
                <a:prstGeom prst="ellipse">
                  <a:avLst/>
                </a:prstGeom>
                <a:solidFill>
                  <a:srgbClr val="CC0000">
                    <a:alpha val="42000"/>
                  </a:srgbClr>
                </a:solidFill>
                <a:ln w="3175">
                  <a:solidFill>
                    <a:srgbClr val="CC0000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en-US"/>
                </a:p>
              </p:txBody>
            </p:sp>
          </p:grpSp>
          <p:sp>
            <p:nvSpPr>
              <p:cNvPr id="46138" name="TextBox 389">
                <a:extLst>
                  <a:ext uri="{FF2B5EF4-FFF2-40B4-BE49-F238E27FC236}">
                    <a16:creationId xmlns:a16="http://schemas.microsoft.com/office/drawing/2014/main" id="{E2B3A687-0276-4558-AFE2-1F855491C6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65935" y="4573304"/>
                <a:ext cx="434071" cy="2858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ts val="1475"/>
                  </a:lnSpc>
                </a:pPr>
                <a:r>
                  <a:rPr lang="en-US" altLang="zh-HK" sz="1400">
                    <a:solidFill>
                      <a:schemeClr val="bg1"/>
                    </a:solidFill>
                  </a:rPr>
                  <a:t>CA</a:t>
                </a:r>
                <a:endParaRPr lang="en-US" altLang="zh-HK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6105" name="Slide Number Placeholder 5">
            <a:extLst>
              <a:ext uri="{FF2B5EF4-FFF2-40B4-BE49-F238E27FC236}">
                <a16:creationId xmlns:a16="http://schemas.microsoft.com/office/drawing/2014/main" id="{87CAFED2-936D-4B47-A928-C242163F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458787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5-</a:t>
            </a:r>
            <a:fld id="{F404B60B-B994-4640-A537-6ED5BB7E3FF1}" type="slidenum">
              <a:rPr lang="en-US" altLang="zh-HK">
                <a:latin typeface="Tahoma" panose="020B0604030504040204" pitchFamily="34" charset="0"/>
              </a:rPr>
              <a:pPr/>
              <a:t>8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46106" name="Footer Placeholder 2">
            <a:extLst>
              <a:ext uri="{FF2B5EF4-FFF2-40B4-BE49-F238E27FC236}">
                <a16:creationId xmlns:a16="http://schemas.microsoft.com/office/drawing/2014/main" id="{93016274-3D8D-4C9B-86BA-A43B372AA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Control Plane</a:t>
            </a:r>
          </a:p>
        </p:txBody>
      </p:sp>
      <p:grpSp>
        <p:nvGrpSpPr>
          <p:cNvPr id="46107" name="Group 1">
            <a:extLst>
              <a:ext uri="{FF2B5EF4-FFF2-40B4-BE49-F238E27FC236}">
                <a16:creationId xmlns:a16="http://schemas.microsoft.com/office/drawing/2014/main" id="{7D3D6FD9-4285-4BBB-9D20-E8F44D344411}"/>
              </a:ext>
            </a:extLst>
          </p:cNvPr>
          <p:cNvGrpSpPr>
            <a:grpSpLocks/>
          </p:cNvGrpSpPr>
          <p:nvPr/>
        </p:nvGrpSpPr>
        <p:grpSpPr bwMode="auto">
          <a:xfrm>
            <a:off x="938213" y="5527675"/>
            <a:ext cx="2698750" cy="903288"/>
            <a:chOff x="938213" y="5237163"/>
            <a:chExt cx="2698750" cy="903287"/>
          </a:xfrm>
        </p:grpSpPr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BA525B0E-FC33-4B84-B915-82449417EA5A}"/>
                </a:ext>
              </a:extLst>
            </p:cNvPr>
            <p:cNvCxnSpPr/>
            <p:nvPr/>
          </p:nvCxnSpPr>
          <p:spPr>
            <a:xfrm flipH="1">
              <a:off x="1282700" y="5802312"/>
              <a:ext cx="1508125" cy="1588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110" name="TextBox 265">
              <a:extLst>
                <a:ext uri="{FF2B5EF4-FFF2-40B4-BE49-F238E27FC236}">
                  <a16:creationId xmlns:a16="http://schemas.microsoft.com/office/drawing/2014/main" id="{E3011757-2F0A-4DFC-A63C-33A81CA5D8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98813" y="5473700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200"/>
                <a:t>1</a:t>
              </a:r>
            </a:p>
          </p:txBody>
        </p:sp>
        <p:sp>
          <p:nvSpPr>
            <p:cNvPr id="46111" name="TextBox 281">
              <a:extLst>
                <a:ext uri="{FF2B5EF4-FFF2-40B4-BE49-F238E27FC236}">
                  <a16:creationId xmlns:a16="http://schemas.microsoft.com/office/drawing/2014/main" id="{19DF8C8C-4C69-41CE-A132-1951192347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3438" y="5761038"/>
              <a:ext cx="26352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200"/>
                <a:t>2</a:t>
              </a:r>
            </a:p>
          </p:txBody>
        </p:sp>
        <p:grpSp>
          <p:nvGrpSpPr>
            <p:cNvPr id="46112" name="Group 5">
              <a:extLst>
                <a:ext uri="{FF2B5EF4-FFF2-40B4-BE49-F238E27FC236}">
                  <a16:creationId xmlns:a16="http://schemas.microsoft.com/office/drawing/2014/main" id="{5100A4FE-9329-4A38-83CB-F5068472BE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8213" y="5237163"/>
              <a:ext cx="1616075" cy="487362"/>
              <a:chOff x="-4079003" y="2717403"/>
              <a:chExt cx="1616718" cy="488475"/>
            </a:xfrm>
          </p:grpSpPr>
          <p:sp>
            <p:nvSpPr>
              <p:cNvPr id="46125" name="Rectangle 97">
                <a:extLst>
                  <a:ext uri="{FF2B5EF4-FFF2-40B4-BE49-F238E27FC236}">
                    <a16:creationId xmlns:a16="http://schemas.microsoft.com/office/drawing/2014/main" id="{36D53A58-CA6F-49B5-A5CB-F264A73C2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052413" y="2965119"/>
                <a:ext cx="1290538" cy="20875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126" name="Rectangle 98">
                <a:extLst>
                  <a:ext uri="{FF2B5EF4-FFF2-40B4-BE49-F238E27FC236}">
                    <a16:creationId xmlns:a16="http://schemas.microsoft.com/office/drawing/2014/main" id="{69893908-E317-4A82-966E-7EB7D636F5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4079003" y="2985994"/>
                <a:ext cx="1281675" cy="208750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127" name="Line 99">
                <a:extLst>
                  <a:ext uri="{FF2B5EF4-FFF2-40B4-BE49-F238E27FC236}">
                    <a16:creationId xmlns:a16="http://schemas.microsoft.com/office/drawing/2014/main" id="{D53F5F75-671A-4C37-9263-A711F63DA8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2933828" y="3101502"/>
                <a:ext cx="471543" cy="0"/>
              </a:xfrm>
              <a:prstGeom prst="line">
                <a:avLst/>
              </a:prstGeom>
              <a:noFill/>
              <a:ln w="9525">
                <a:solidFill>
                  <a:schemeClr val="accent2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46128" name="Rectangle 104">
                <a:extLst>
                  <a:ext uri="{FF2B5EF4-FFF2-40B4-BE49-F238E27FC236}">
                    <a16:creationId xmlns:a16="http://schemas.microsoft.com/office/drawing/2014/main" id="{6BB3FE59-CF0B-4C46-9707-D4E431E108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3377007" y="2988777"/>
                <a:ext cx="476861" cy="210142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endParaRPr lang="zh-HK" altLang="zh-HK"/>
              </a:p>
            </p:txBody>
          </p:sp>
          <p:sp>
            <p:nvSpPr>
              <p:cNvPr id="46129" name="Text Box 105">
                <a:extLst>
                  <a:ext uri="{FF2B5EF4-FFF2-40B4-BE49-F238E27FC236}">
                    <a16:creationId xmlns:a16="http://schemas.microsoft.com/office/drawing/2014/main" id="{2B056388-0EAC-4032-A97E-BF7DF5DB3D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3430189" y="2965119"/>
                <a:ext cx="581451" cy="2407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eaLnBrk="1" hangingPunct="1"/>
                <a:r>
                  <a:rPr lang="en-US" altLang="zh-HK" sz="1200"/>
                  <a:t>0111</a:t>
                </a:r>
              </a:p>
            </p:txBody>
          </p:sp>
          <p:sp>
            <p:nvSpPr>
              <p:cNvPr id="46130" name="Line 119">
                <a:extLst>
                  <a:ext uri="{FF2B5EF4-FFF2-40B4-BE49-F238E27FC236}">
                    <a16:creationId xmlns:a16="http://schemas.microsoft.com/office/drawing/2014/main" id="{8A19AFDE-A2A4-4876-ADAC-A12B34A912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-3621642" y="2717403"/>
                <a:ext cx="405953" cy="300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46113" name="Freeform 120">
              <a:extLst>
                <a:ext uri="{FF2B5EF4-FFF2-40B4-BE49-F238E27FC236}">
                  <a16:creationId xmlns:a16="http://schemas.microsoft.com/office/drawing/2014/main" id="{281F96E0-7FD0-422B-88E3-D7DD2DE4AE5C}"/>
                </a:ext>
              </a:extLst>
            </p:cNvPr>
            <p:cNvSpPr>
              <a:spLocks/>
            </p:cNvSpPr>
            <p:nvPr/>
          </p:nvSpPr>
          <p:spPr bwMode="auto">
            <a:xfrm>
              <a:off x="2493963" y="5668963"/>
              <a:ext cx="982662" cy="233362"/>
            </a:xfrm>
            <a:custGeom>
              <a:avLst/>
              <a:gdLst>
                <a:gd name="T0" fmla="*/ 0 w 554"/>
                <a:gd name="T1" fmla="*/ 2147483647 h 167"/>
                <a:gd name="T2" fmla="*/ 2147483647 w 554"/>
                <a:gd name="T3" fmla="*/ 2147483647 h 167"/>
                <a:gd name="T4" fmla="*/ 2147483647 w 554"/>
                <a:gd name="T5" fmla="*/ 2147483647 h 167"/>
                <a:gd name="T6" fmla="*/ 0 60000 65536"/>
                <a:gd name="T7" fmla="*/ 0 60000 65536"/>
                <a:gd name="T8" fmla="*/ 0 60000 65536"/>
                <a:gd name="T9" fmla="*/ 0 w 554"/>
                <a:gd name="T10" fmla="*/ 0 h 167"/>
                <a:gd name="T11" fmla="*/ 554 w 554"/>
                <a:gd name="T12" fmla="*/ 167 h 16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554" h="167">
                  <a:moveTo>
                    <a:pt x="0" y="10"/>
                  </a:moveTo>
                  <a:cubicBezTo>
                    <a:pt x="102" y="0"/>
                    <a:pt x="240" y="5"/>
                    <a:pt x="324" y="26"/>
                  </a:cubicBezTo>
                  <a:cubicBezTo>
                    <a:pt x="416" y="52"/>
                    <a:pt x="502" y="120"/>
                    <a:pt x="554" y="167"/>
                  </a:cubicBezTo>
                </a:path>
              </a:pathLst>
            </a:custGeom>
            <a:noFill/>
            <a:ln w="57150" cmpd="sng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grpSp>
          <p:nvGrpSpPr>
            <p:cNvPr id="46114" name="Group 357">
              <a:extLst>
                <a:ext uri="{FF2B5EF4-FFF2-40B4-BE49-F238E27FC236}">
                  <a16:creationId xmlns:a16="http://schemas.microsoft.com/office/drawing/2014/main" id="{EC63F3B1-3B11-4C7E-90CD-C02A44193B5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4625" y="5659438"/>
              <a:ext cx="565150" cy="293687"/>
              <a:chOff x="1871277" y="1576300"/>
              <a:chExt cx="1128371" cy="437861"/>
            </a:xfrm>
          </p:grpSpPr>
          <p:sp>
            <p:nvSpPr>
              <p:cNvPr id="352" name="Oval 351">
                <a:extLst>
                  <a:ext uri="{FF2B5EF4-FFF2-40B4-BE49-F238E27FC236}">
                    <a16:creationId xmlns:a16="http://schemas.microsoft.com/office/drawing/2014/main" id="{0D3677AF-E304-41C3-A824-BFBD8E29E4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4448" y="1694641"/>
                <a:ext cx="1125200" cy="319521"/>
              </a:xfrm>
              <a:prstGeom prst="ellipse">
                <a:avLst/>
              </a:prstGeom>
              <a:gradFill rotWithShape="1">
                <a:gsLst>
                  <a:gs pos="0">
                    <a:srgbClr val="262699"/>
                  </a:gs>
                  <a:gs pos="53000">
                    <a:srgbClr val="8585E0"/>
                  </a:gs>
                  <a:gs pos="100000">
                    <a:srgbClr val="262699"/>
                  </a:gs>
                </a:gsLst>
                <a:lin ang="0" scaled="1"/>
              </a:gradFill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lt1"/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F550AAA8-F54F-493F-AE9D-2740817C7479}"/>
                  </a:ext>
                </a:extLst>
              </p:cNvPr>
              <p:cNvSpPr/>
              <p:nvPr/>
            </p:nvSpPr>
            <p:spPr bwMode="auto">
              <a:xfrm>
                <a:off x="1871277" y="1739611"/>
                <a:ext cx="1128371" cy="115973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354" name="Oval 353">
                <a:extLst>
                  <a:ext uri="{FF2B5EF4-FFF2-40B4-BE49-F238E27FC236}">
                    <a16:creationId xmlns:a16="http://schemas.microsoft.com/office/drawing/2014/main" id="{D476C67D-B4C4-47D7-870A-64349775F7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V="1">
                <a:off x="1871277" y="1576300"/>
                <a:ext cx="1125202" cy="319521"/>
              </a:xfrm>
              <a:prstGeom prst="ellipse">
                <a:avLst/>
              </a:prstGeom>
              <a:solidFill>
                <a:srgbClr val="BFBFBF"/>
              </a:solidFill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23000" dir="5400000" rotWithShape="0">
                  <a:srgbClr val="80808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  <a:solidFill>
                    <a:schemeClr val="lt1"/>
                  </a:solidFill>
                  <a:latin typeface="+mn-lt"/>
                  <a:ea typeface="+mn-ea"/>
                </a:endParaRPr>
              </a:p>
            </p:txBody>
          </p:sp>
          <p:sp>
            <p:nvSpPr>
              <p:cNvPr id="355" name="Freeform 354">
                <a:extLst>
                  <a:ext uri="{FF2B5EF4-FFF2-40B4-BE49-F238E27FC236}">
                    <a16:creationId xmlns:a16="http://schemas.microsoft.com/office/drawing/2014/main" id="{921CDBA5-C4AF-4BC0-9EF6-37BFB2A1927B}"/>
                  </a:ext>
                </a:extLst>
              </p:cNvPr>
              <p:cNvSpPr/>
              <p:nvPr/>
            </p:nvSpPr>
            <p:spPr bwMode="auto">
              <a:xfrm>
                <a:off x="2159710" y="1673340"/>
                <a:ext cx="548337" cy="160944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356" name="Freeform 355">
                <a:extLst>
                  <a:ext uri="{FF2B5EF4-FFF2-40B4-BE49-F238E27FC236}">
                    <a16:creationId xmlns:a16="http://schemas.microsoft.com/office/drawing/2014/main" id="{BC0B7A08-FAE5-4160-BD15-663B74D940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02657" y="1633104"/>
                <a:ext cx="662442" cy="111241"/>
              </a:xfrm>
              <a:custGeom>
                <a:avLst/>
                <a:gdLst>
                  <a:gd name="T0" fmla="*/ 0 w 3723451"/>
                  <a:gd name="T1" fmla="*/ 27215 h 932950"/>
                  <a:gd name="T2" fmla="*/ 116561 w 3723451"/>
                  <a:gd name="T3" fmla="*/ 321 h 932950"/>
                  <a:gd name="T4" fmla="*/ 330163 w 3723451"/>
                  <a:gd name="T5" fmla="*/ 62070 h 932950"/>
                  <a:gd name="T6" fmla="*/ 533941 w 3723451"/>
                  <a:gd name="T7" fmla="*/ 0 h 932950"/>
                  <a:gd name="T8" fmla="*/ 662442 w 3723451"/>
                  <a:gd name="T9" fmla="*/ 24700 h 932950"/>
                  <a:gd name="T10" fmla="*/ 566838 w 3723451"/>
                  <a:gd name="T11" fmla="*/ 55072 h 932950"/>
                  <a:gd name="T12" fmla="*/ 536057 w 3723451"/>
                  <a:gd name="T13" fmla="*/ 46883 h 932950"/>
                  <a:gd name="T14" fmla="*/ 333916 w 3723451"/>
                  <a:gd name="T15" fmla="*/ 111241 h 932950"/>
                  <a:gd name="T16" fmla="*/ 126604 w 3723451"/>
                  <a:gd name="T17" fmla="*/ 49251 h 932950"/>
                  <a:gd name="T18" fmla="*/ 93085 w 3723451"/>
                  <a:gd name="T19" fmla="*/ 55941 h 932950"/>
                  <a:gd name="T20" fmla="*/ 0 w 3723451"/>
                  <a:gd name="T21" fmla="*/ 27215 h 932950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0" t="0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rgbClr val="262699"/>
              </a:solidFill>
              <a:ln w="9525" cap="flat" cmpd="sng">
                <a:noFill/>
                <a:prstDash val="solid"/>
                <a:round/>
                <a:headEnd/>
                <a:tailEnd/>
              </a:ln>
              <a:effectLst>
                <a:outerShdw dist="23000" dir="5400000" rotWithShape="0">
                  <a:srgbClr val="00000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>
                  <a:defRPr/>
                </a:pPr>
                <a:endParaRPr lang="en-US"/>
              </a:p>
            </p:txBody>
          </p:sp>
          <p:sp>
            <p:nvSpPr>
              <p:cNvPr id="441" name="Freeform 440">
                <a:extLst>
                  <a:ext uri="{FF2B5EF4-FFF2-40B4-BE49-F238E27FC236}">
                    <a16:creationId xmlns:a16="http://schemas.microsoft.com/office/drawing/2014/main" id="{EF4B4B5E-01AF-4A7A-8A11-F43DC38F515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36889" y="1727776"/>
                <a:ext cx="244059" cy="97040"/>
              </a:xfrm>
              <a:custGeom>
                <a:avLst/>
                <a:gdLst>
                  <a:gd name="T0" fmla="*/ 0 w 1366596"/>
                  <a:gd name="T1" fmla="*/ 0 h 809868"/>
                  <a:gd name="T2" fmla="*/ 244059 w 1366596"/>
                  <a:gd name="T3" fmla="*/ 74985 h 809868"/>
                  <a:gd name="T4" fmla="*/ 154488 w 1366596"/>
                  <a:gd name="T5" fmla="*/ 97040 h 809868"/>
                  <a:gd name="T6" fmla="*/ 822 w 1366596"/>
                  <a:gd name="T7" fmla="*/ 51277 h 809868"/>
                  <a:gd name="T8" fmla="*/ 0 w 1366596"/>
                  <a:gd name="T9" fmla="*/ 0 h 8098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rgbClr val="262699"/>
              </a:solidFill>
              <a:ln w="9525" cap="flat" cmpd="sng">
                <a:noFill/>
                <a:prstDash val="solid"/>
                <a:round/>
                <a:headEnd/>
                <a:tailEnd/>
              </a:ln>
              <a:effectLst>
                <a:outerShdw dist="23000" dir="5400000" rotWithShape="0">
                  <a:srgbClr val="00000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>
                  <a:defRPr/>
                </a:pPr>
                <a:endParaRPr lang="en-US"/>
              </a:p>
            </p:txBody>
          </p:sp>
          <p:sp>
            <p:nvSpPr>
              <p:cNvPr id="446" name="Freeform 445">
                <a:extLst>
                  <a:ext uri="{FF2B5EF4-FFF2-40B4-BE49-F238E27FC236}">
                    <a16:creationId xmlns:a16="http://schemas.microsoft.com/office/drawing/2014/main" id="{F788774E-96E7-444A-850C-7DFA941716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89979" y="1730144"/>
                <a:ext cx="240888" cy="97039"/>
              </a:xfrm>
              <a:custGeom>
                <a:avLst/>
                <a:gdLst>
                  <a:gd name="T0" fmla="*/ 237599 w 1348191"/>
                  <a:gd name="T1" fmla="*/ 0 h 791462"/>
                  <a:gd name="T2" fmla="*/ 240888 w 1348191"/>
                  <a:gd name="T3" fmla="*/ 46827 h 791462"/>
                  <a:gd name="T4" fmla="*/ 87147 w 1348191"/>
                  <a:gd name="T5" fmla="*/ 97039 h 791462"/>
                  <a:gd name="T6" fmla="*/ 0 w 1348191"/>
                  <a:gd name="T7" fmla="*/ 75036 h 791462"/>
                  <a:gd name="T8" fmla="*/ 237599 w 1348191"/>
                  <a:gd name="T9" fmla="*/ 0 h 7914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rgbClr val="262699"/>
              </a:solidFill>
              <a:ln w="9525" cap="flat" cmpd="sng">
                <a:noFill/>
                <a:prstDash val="solid"/>
                <a:round/>
                <a:headEnd/>
                <a:tailEnd/>
              </a:ln>
              <a:effectLst>
                <a:outerShdw dist="23000" dir="5400000" rotWithShape="0">
                  <a:srgbClr val="000000">
                    <a:alpha val="34999"/>
                  </a:srgbClr>
                </a:outerShdw>
              </a:effectLst>
            </p:spPr>
            <p:txBody>
              <a:bodyPr anchor="ctr"/>
              <a:lstStyle/>
              <a:p>
                <a:pPr>
                  <a:defRPr/>
                </a:pPr>
                <a:endParaRPr lang="en-US"/>
              </a:p>
            </p:txBody>
          </p:sp>
          <p:cxnSp>
            <p:nvCxnSpPr>
              <p:cNvPr id="450" name="Straight Connector 449">
                <a:extLst>
                  <a:ext uri="{FF2B5EF4-FFF2-40B4-BE49-F238E27FC236}">
                    <a16:creationId xmlns:a16="http://schemas.microsoft.com/office/drawing/2014/main" id="{BAE9BA35-1928-4727-8243-5D99126FE7E3}"/>
                  </a:ext>
                </a:extLst>
              </p:cNvPr>
              <p:cNvCxnSpPr>
                <a:cxnSpLocks noChangeShapeType="1"/>
                <a:endCxn id="354" idx="2"/>
              </p:cNvCxnSpPr>
              <p:nvPr/>
            </p:nvCxnSpPr>
            <p:spPr bwMode="auto">
              <a:xfrm flipH="1" flipV="1">
                <a:off x="1871277" y="1737244"/>
                <a:ext cx="3171" cy="123075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19939" dir="5400000" algn="tl" rotWithShape="0">
                  <a:srgbClr val="808080">
                    <a:alpha val="37999"/>
                  </a:srgbClr>
                </a:outerShdw>
              </a:effectLst>
            </p:spPr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920B33DE-7983-494F-B701-40F4B0351FB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H="1" flipV="1">
                <a:off x="2996479" y="1734878"/>
                <a:ext cx="3169" cy="123075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round/>
                <a:headEnd/>
                <a:tailEnd/>
              </a:ln>
              <a:effectLst>
                <a:outerShdw dist="19939" dir="5400000" algn="tl" rotWithShape="0">
                  <a:srgbClr val="808080">
                    <a:alpha val="37999"/>
                  </a:srgbClr>
                </a:outerShdw>
              </a:effectLst>
            </p:spPr>
          </p:cxnSp>
        </p:grpSp>
        <p:sp>
          <p:nvSpPr>
            <p:cNvPr id="46115" name="TextBox 282">
              <a:extLst>
                <a:ext uri="{FF2B5EF4-FFF2-40B4-BE49-F238E27FC236}">
                  <a16:creationId xmlns:a16="http://schemas.microsoft.com/office/drawing/2014/main" id="{80AF5955-C2BE-4313-AD7F-E6958F0ACC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68638" y="5862638"/>
              <a:ext cx="261937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r>
                <a:rPr lang="en-US" altLang="zh-HK" sz="1200"/>
                <a:t>3</a:t>
              </a:r>
            </a:p>
          </p:txBody>
        </p:sp>
      </p:grpSp>
      <p:sp>
        <p:nvSpPr>
          <p:cNvPr id="46108" name="TextBox 6">
            <a:extLst>
              <a:ext uri="{FF2B5EF4-FFF2-40B4-BE49-F238E27FC236}">
                <a16:creationId xmlns:a16="http://schemas.microsoft.com/office/drawing/2014/main" id="{752007CF-B7BF-49D3-938E-718696ED68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" y="4903788"/>
            <a:ext cx="19923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1400"/>
              <a:t>values in arriving </a:t>
            </a:r>
          </a:p>
          <a:p>
            <a:r>
              <a:rPr lang="en-US" altLang="zh-HK" sz="1400"/>
              <a:t>packet header</a:t>
            </a:r>
            <a:endParaRPr lang="en-US" altLang="zh-HK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6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6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1000"/>
                                        <p:tgtEl>
                                          <p:spTgt spid="46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Footer Placeholder 5">
            <a:extLst>
              <a:ext uri="{FF2B5EF4-FFF2-40B4-BE49-F238E27FC236}">
                <a16:creationId xmlns:a16="http://schemas.microsoft.com/office/drawing/2014/main" id="{2215D138-B522-440C-A7EC-3BF99DE1F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81923" name="Slide Number Placeholder 6">
            <a:extLst>
              <a:ext uri="{FF2B5EF4-FFF2-40B4-BE49-F238E27FC236}">
                <a16:creationId xmlns:a16="http://schemas.microsoft.com/office/drawing/2014/main" id="{51DE049C-2ABA-48FF-90C0-A3E5AAF5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PMingLiU" panose="02020500000000000000" pitchFamily="18" charset="-120"/>
              </a:rPr>
              <a:t>4-</a:t>
            </a:r>
            <a:fld id="{32019532-7BBB-45EF-93C9-77DEB92FBBF6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PMingLiU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PMingLiU" panose="02020500000000000000" pitchFamily="18" charset="-120"/>
            </a:endParaRPr>
          </a:p>
        </p:txBody>
      </p:sp>
      <p:sp>
        <p:nvSpPr>
          <p:cNvPr id="8196" name="Rectangle 2">
            <a:extLst>
              <a:ext uri="{FF2B5EF4-FFF2-40B4-BE49-F238E27FC236}">
                <a16:creationId xmlns:a16="http://schemas.microsoft.com/office/drawing/2014/main" id="{0213014E-FDC9-44F5-9F33-8B71FD8C92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Network service model</a:t>
            </a:r>
          </a:p>
        </p:txBody>
      </p:sp>
      <p:sp>
        <p:nvSpPr>
          <p:cNvPr id="81925" name="Rectangle 13">
            <a:extLst>
              <a:ext uri="{FF2B5EF4-FFF2-40B4-BE49-F238E27FC236}">
                <a16:creationId xmlns:a16="http://schemas.microsoft.com/office/drawing/2014/main" id="{13F18F45-DDC6-4E92-9FFB-207F90F2DF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430338"/>
            <a:ext cx="755491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buClr>
                <a:srgbClr val="3333CC"/>
              </a:buClr>
              <a:buSzPct val="85000"/>
              <a:buFont typeface="ZapfDingbats" pitchFamily="82" charset="2"/>
              <a:buNone/>
            </a:pPr>
            <a:r>
              <a:rPr lang="en-US" altLang="zh-TW" i="1">
                <a:solidFill>
                  <a:srgbClr val="CC0000"/>
                </a:solidFill>
              </a:rPr>
              <a:t>Q:</a:t>
            </a:r>
            <a:r>
              <a:rPr lang="en-US" altLang="zh-TW">
                <a:solidFill>
                  <a:srgbClr val="000000"/>
                </a:solidFill>
              </a:rPr>
              <a:t> What </a:t>
            </a:r>
            <a:r>
              <a:rPr lang="en-US" altLang="zh-TW" i="1">
                <a:solidFill>
                  <a:srgbClr val="000099"/>
                </a:solidFill>
              </a:rPr>
              <a:t>service model</a:t>
            </a:r>
            <a:r>
              <a:rPr lang="en-US" altLang="zh-TW">
                <a:solidFill>
                  <a:srgbClr val="000000"/>
                </a:solidFill>
              </a:rPr>
              <a:t> for </a:t>
            </a:r>
            <a:r>
              <a:rPr lang="ja-JP" altLang="en-US">
                <a:solidFill>
                  <a:srgbClr val="000000"/>
                </a:solidFill>
              </a:rPr>
              <a:t>“</a:t>
            </a:r>
            <a:r>
              <a:rPr lang="en-US" altLang="ja-JP">
                <a:solidFill>
                  <a:srgbClr val="000000"/>
                </a:solidFill>
              </a:rPr>
              <a:t>channel</a:t>
            </a:r>
            <a:r>
              <a:rPr lang="ja-JP" altLang="en-US">
                <a:solidFill>
                  <a:srgbClr val="000000"/>
                </a:solidFill>
              </a:rPr>
              <a:t>”</a:t>
            </a:r>
            <a:r>
              <a:rPr lang="en-US" altLang="ja-JP">
                <a:solidFill>
                  <a:srgbClr val="000000"/>
                </a:solidFill>
              </a:rPr>
              <a:t> transporting datagrams from sender to receiver?</a:t>
            </a:r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8198" name="Rectangle 15">
            <a:extLst>
              <a:ext uri="{FF2B5EF4-FFF2-40B4-BE49-F238E27FC236}">
                <a16:creationId xmlns:a16="http://schemas.microsoft.com/office/drawing/2014/main" id="{09385694-1B16-48D4-A837-F0D87124243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42913" y="2587625"/>
            <a:ext cx="3810000" cy="2528888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cs typeface="+mn-cs"/>
              </a:rPr>
              <a:t>example services for </a:t>
            </a:r>
            <a:r>
              <a:rPr lang="en-US" i="1" dirty="0">
                <a:solidFill>
                  <a:srgbClr val="CC0000"/>
                </a:solidFill>
                <a:cs typeface="+mn-cs"/>
              </a:rPr>
              <a:t>individual datagrams: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solidFill>
                  <a:srgbClr val="0070C0"/>
                </a:solidFill>
                <a:cs typeface="+mn-cs"/>
              </a:rPr>
              <a:t>guaranteed delivery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guaranteed delivery with less than 40 msec </a:t>
            </a:r>
            <a:r>
              <a:rPr lang="en-US" sz="2400" dirty="0">
                <a:solidFill>
                  <a:srgbClr val="0070C0"/>
                </a:solidFill>
                <a:cs typeface="+mn-cs"/>
              </a:rPr>
              <a:t>delay</a:t>
            </a:r>
          </a:p>
        </p:txBody>
      </p:sp>
      <p:sp>
        <p:nvSpPr>
          <p:cNvPr id="81927" name="Rectangle 16">
            <a:extLst>
              <a:ext uri="{FF2B5EF4-FFF2-40B4-BE49-F238E27FC236}">
                <a16:creationId xmlns:a16="http://schemas.microsoft.com/office/drawing/2014/main" id="{9B52F04F-60BB-4C94-A19B-CBD12E4C049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4559300" y="2579688"/>
            <a:ext cx="3810000" cy="36861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ea typeface="ＭＳ Ｐゴシック" panose="020B0600070205080204" pitchFamily="34" charset="-128"/>
              </a:rPr>
              <a:t>example services for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 a flow of datagrams:</a:t>
            </a:r>
          </a:p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in-order</a:t>
            </a:r>
            <a:r>
              <a:rPr lang="en-US" altLang="zh-TW" sz="2400" dirty="0">
                <a:ea typeface="ＭＳ Ｐゴシック" panose="020B0600070205080204" pitchFamily="34" charset="-128"/>
              </a:rPr>
              <a:t> datagram delivery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guaranteed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minimum bandwidth </a:t>
            </a:r>
            <a:r>
              <a:rPr lang="en-US" altLang="zh-TW" sz="2400" dirty="0">
                <a:ea typeface="ＭＳ Ｐゴシック" panose="020B0600070205080204" pitchFamily="34" charset="-128"/>
              </a:rPr>
              <a:t>to flow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restrictions on changes in inter-packet spacing</a:t>
            </a: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pic>
        <p:nvPicPr>
          <p:cNvPr id="81928" name="Picture 17" descr="underline_base">
            <a:extLst>
              <a:ext uri="{FF2B5EF4-FFF2-40B4-BE49-F238E27FC236}">
                <a16:creationId xmlns:a16="http://schemas.microsoft.com/office/drawing/2014/main" id="{CB6A533D-0D74-4CDF-9E7E-7BAB6BF8B4A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1033463"/>
            <a:ext cx="54848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Footer Placeholder 3">
            <a:extLst>
              <a:ext uri="{FF2B5EF4-FFF2-40B4-BE49-F238E27FC236}">
                <a16:creationId xmlns:a16="http://schemas.microsoft.com/office/drawing/2014/main" id="{AC143923-3575-4D31-9A53-140694A0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82947" name="Slide Number Placeholder 4">
            <a:extLst>
              <a:ext uri="{FF2B5EF4-FFF2-40B4-BE49-F238E27FC236}">
                <a16:creationId xmlns:a16="http://schemas.microsoft.com/office/drawing/2014/main" id="{3C142C31-C01B-4B70-BDE3-4CC7D61ED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  <a:ea typeface="PMingLiU" panose="02020500000000000000" pitchFamily="18" charset="-120"/>
              </a:rPr>
              <a:t>4-</a:t>
            </a:r>
            <a:fld id="{50CBF55B-C0B7-4C10-A51C-0B1AACDD8EBF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  <a:ea typeface="PMingLiU" panose="02020500000000000000" pitchFamily="18" charset="-120"/>
              </a:rPr>
              <a:pPr eaLnBrk="1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  <a:ea typeface="PMingLiU" panose="02020500000000000000" pitchFamily="18" charset="-120"/>
            </a:endParaRPr>
          </a:p>
        </p:txBody>
      </p:sp>
      <p:pic>
        <p:nvPicPr>
          <p:cNvPr id="82948" name="Picture 18" descr="underline_base">
            <a:extLst>
              <a:ext uri="{FF2B5EF4-FFF2-40B4-BE49-F238E27FC236}">
                <a16:creationId xmlns:a16="http://schemas.microsoft.com/office/drawing/2014/main" id="{F389DFFA-9D3C-491D-A07F-74943099B4F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475" y="957263"/>
            <a:ext cx="7024688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2949" name="Rectangle 2">
            <a:extLst>
              <a:ext uri="{FF2B5EF4-FFF2-40B4-BE49-F238E27FC236}">
                <a16:creationId xmlns:a16="http://schemas.microsoft.com/office/drawing/2014/main" id="{888E0015-B263-46E2-BF97-BD58BEA26C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41300"/>
            <a:ext cx="7772400" cy="974725"/>
          </a:xfrm>
        </p:spPr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Network layer service models:</a:t>
            </a:r>
            <a:endParaRPr lang="en-US" altLang="zh-TW" sz="4800" dirty="0">
              <a:ea typeface="ＭＳ Ｐゴシック" panose="020B0600070205080204" pitchFamily="34" charset="-128"/>
            </a:endParaRPr>
          </a:p>
        </p:txBody>
      </p:sp>
      <p:sp>
        <p:nvSpPr>
          <p:cNvPr id="82950" name="Text Box 3">
            <a:extLst>
              <a:ext uri="{FF2B5EF4-FFF2-40B4-BE49-F238E27FC236}">
                <a16:creationId xmlns:a16="http://schemas.microsoft.com/office/drawing/2014/main" id="{03E0B58C-67A7-4911-8303-4DCF7C908D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" y="1506538"/>
            <a:ext cx="15525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Network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Architecture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Internet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ATM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ATM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2951" name="Text Box 4">
            <a:extLst>
              <a:ext uri="{FF2B5EF4-FFF2-40B4-BE49-F238E27FC236}">
                <a16:creationId xmlns:a16="http://schemas.microsoft.com/office/drawing/2014/main" id="{8A8C61B7-8E4A-4FA4-9EA4-E495C5805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6913" y="1524000"/>
            <a:ext cx="1528762" cy="3046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Service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Model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best effort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Constant bit rate (CBR)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0000"/>
                </a:solidFill>
                <a:latin typeface="Arial" panose="020B0604020202020204" pitchFamily="34" charset="0"/>
              </a:rPr>
              <a:t>Available bit rate (ABR)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2952" name="Text Box 5">
            <a:extLst>
              <a:ext uri="{FF2B5EF4-FFF2-40B4-BE49-F238E27FC236}">
                <a16:creationId xmlns:a16="http://schemas.microsoft.com/office/drawing/2014/main" id="{5BADF596-BDF8-490B-90C9-9E5AAEB65C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0413" y="1801813"/>
            <a:ext cx="1552575" cy="255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Bandwidth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none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constant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rate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guaranteed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minimum</a:t>
            </a:r>
          </a:p>
        </p:txBody>
      </p:sp>
      <p:sp>
        <p:nvSpPr>
          <p:cNvPr id="82953" name="Text Box 11">
            <a:extLst>
              <a:ext uri="{FF2B5EF4-FFF2-40B4-BE49-F238E27FC236}">
                <a16:creationId xmlns:a16="http://schemas.microsoft.com/office/drawing/2014/main" id="{9677CC0E-188A-4C39-A744-193657DFC5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0588" y="1801813"/>
            <a:ext cx="727075" cy="255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Loss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yes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2954" name="Text Box 12">
            <a:extLst>
              <a:ext uri="{FF2B5EF4-FFF2-40B4-BE49-F238E27FC236}">
                <a16:creationId xmlns:a16="http://schemas.microsoft.com/office/drawing/2014/main" id="{3DB96C21-2911-4C50-85FB-A8D97DF4D3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24488" y="1811338"/>
            <a:ext cx="838200" cy="255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Order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yes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yes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2955" name="Text Box 13">
            <a:extLst>
              <a:ext uri="{FF2B5EF4-FFF2-40B4-BE49-F238E27FC236}">
                <a16:creationId xmlns:a16="http://schemas.microsoft.com/office/drawing/2014/main" id="{D3DDC6D7-6E1B-41E5-A80B-BBCAF136A9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1738" y="1811338"/>
            <a:ext cx="946150" cy="2554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Timing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yes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2956" name="Text Box 14">
            <a:extLst>
              <a:ext uri="{FF2B5EF4-FFF2-40B4-BE49-F238E27FC236}">
                <a16:creationId xmlns:a16="http://schemas.microsoft.com/office/drawing/2014/main" id="{7D2CF48C-88C2-461D-8FED-4AF2AB7762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81863" y="1525588"/>
            <a:ext cx="1493837" cy="2862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Congestion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feedback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 (inferred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via loss)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no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congestion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yes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2957" name="Text Box 15">
            <a:extLst>
              <a:ext uri="{FF2B5EF4-FFF2-40B4-BE49-F238E27FC236}">
                <a16:creationId xmlns:a16="http://schemas.microsoft.com/office/drawing/2014/main" id="{80FEF42B-1752-44C1-B395-0C57AA4BEC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2013" y="1374775"/>
            <a:ext cx="17208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00"/>
                </a:solidFill>
                <a:latin typeface="Arial" panose="020B0604020202020204" pitchFamily="34" charset="0"/>
              </a:rPr>
              <a:t>Guarantees ?</a:t>
            </a:r>
            <a:endParaRPr lang="en-US" altLang="zh-TW" sz="240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82958" name="Line 16">
            <a:extLst>
              <a:ext uri="{FF2B5EF4-FFF2-40B4-BE49-F238E27FC236}">
                <a16:creationId xmlns:a16="http://schemas.microsoft.com/office/drawing/2014/main" id="{8B3BEB71-6354-46E0-BCD7-5DEA9035B6D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90900" y="1800225"/>
            <a:ext cx="3733800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2959" name="Line 19">
            <a:extLst>
              <a:ext uri="{FF2B5EF4-FFF2-40B4-BE49-F238E27FC236}">
                <a16:creationId xmlns:a16="http://schemas.microsoft.com/office/drawing/2014/main" id="{EA39F8B4-75DD-4307-AF61-ADE9AFCEB3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46113" y="2308225"/>
            <a:ext cx="7985125" cy="0"/>
          </a:xfrm>
          <a:prstGeom prst="line">
            <a:avLst/>
          </a:prstGeom>
          <a:noFill/>
          <a:ln w="28575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82960" name="Line 25">
            <a:extLst>
              <a:ext uri="{FF2B5EF4-FFF2-40B4-BE49-F238E27FC236}">
                <a16:creationId xmlns:a16="http://schemas.microsoft.com/office/drawing/2014/main" id="{8B74407E-53E8-494D-91A2-0724D24CE3CE}"/>
              </a:ext>
            </a:extLst>
          </p:cNvPr>
          <p:cNvSpPr>
            <a:spLocks noChangeShapeType="1"/>
          </p:cNvSpPr>
          <p:nvPr/>
        </p:nvSpPr>
        <p:spPr bwMode="auto">
          <a:xfrm>
            <a:off x="904875" y="3098800"/>
            <a:ext cx="7437438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82961" name="Line 26">
            <a:extLst>
              <a:ext uri="{FF2B5EF4-FFF2-40B4-BE49-F238E27FC236}">
                <a16:creationId xmlns:a16="http://schemas.microsoft.com/office/drawing/2014/main" id="{D3F32641-B612-452D-948C-98B210041904}"/>
              </a:ext>
            </a:extLst>
          </p:cNvPr>
          <p:cNvSpPr>
            <a:spLocks noChangeShapeType="1"/>
          </p:cNvSpPr>
          <p:nvPr/>
        </p:nvSpPr>
        <p:spPr bwMode="auto">
          <a:xfrm>
            <a:off x="901700" y="3665538"/>
            <a:ext cx="7437438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82962" name="Line 27">
            <a:extLst>
              <a:ext uri="{FF2B5EF4-FFF2-40B4-BE49-F238E27FC236}">
                <a16:creationId xmlns:a16="http://schemas.microsoft.com/office/drawing/2014/main" id="{C469265C-C962-4B1E-9621-871F61D6DBC2}"/>
              </a:ext>
            </a:extLst>
          </p:cNvPr>
          <p:cNvSpPr>
            <a:spLocks noChangeShapeType="1"/>
          </p:cNvSpPr>
          <p:nvPr/>
        </p:nvSpPr>
        <p:spPr bwMode="auto">
          <a:xfrm>
            <a:off x="898525" y="4329113"/>
            <a:ext cx="7437438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Footer Placeholder 5">
            <a:extLst>
              <a:ext uri="{FF2B5EF4-FFF2-40B4-BE49-F238E27FC236}">
                <a16:creationId xmlns:a16="http://schemas.microsoft.com/office/drawing/2014/main" id="{FF029FEB-2255-4066-BA64-D45B0DC5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83971" name="Slide Number Placeholder 6">
            <a:extLst>
              <a:ext uri="{FF2B5EF4-FFF2-40B4-BE49-F238E27FC236}">
                <a16:creationId xmlns:a16="http://schemas.microsoft.com/office/drawing/2014/main" id="{13B6AC79-A897-4A47-BC5C-943245696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2ABF4736-B331-4E28-BCBA-8EFBB7A856D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83972" name="Rectangle 2">
            <a:extLst>
              <a:ext uri="{FF2B5EF4-FFF2-40B4-BE49-F238E27FC236}">
                <a16:creationId xmlns:a16="http://schemas.microsoft.com/office/drawing/2014/main" id="{5B95839B-04F7-451B-BA2F-03662317C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4975" y="1781175"/>
            <a:ext cx="6534150" cy="4076700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E65C8277-693E-4AA5-9604-28D492F3D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1855788"/>
            <a:ext cx="6534150" cy="407670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74" name="Rectangle 4">
            <a:extLst>
              <a:ext uri="{FF2B5EF4-FFF2-40B4-BE49-F238E27FC236}">
                <a16:creationId xmlns:a16="http://schemas.microsoft.com/office/drawing/2014/main" id="{84949CA5-9B37-4A78-9276-D579B5133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9100" y="133350"/>
            <a:ext cx="7772400" cy="11430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The Internet network layer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grpSp>
        <p:nvGrpSpPr>
          <p:cNvPr id="83975" name="Group 6">
            <a:extLst>
              <a:ext uri="{FF2B5EF4-FFF2-40B4-BE49-F238E27FC236}">
                <a16:creationId xmlns:a16="http://schemas.microsoft.com/office/drawing/2014/main" id="{D5DDAACE-37E9-404B-B3AD-8315AFAB7AEB}"/>
              </a:ext>
            </a:extLst>
          </p:cNvPr>
          <p:cNvGrpSpPr>
            <a:grpSpLocks/>
          </p:cNvGrpSpPr>
          <p:nvPr/>
        </p:nvGrpSpPr>
        <p:grpSpPr bwMode="auto">
          <a:xfrm>
            <a:off x="3763963" y="3479800"/>
            <a:ext cx="1258887" cy="1214438"/>
            <a:chOff x="3992" y="2883"/>
            <a:chExt cx="613" cy="765"/>
          </a:xfrm>
        </p:grpSpPr>
        <p:sp>
          <p:nvSpPr>
            <p:cNvPr id="83998" name="Rectangle 7">
              <a:extLst>
                <a:ext uri="{FF2B5EF4-FFF2-40B4-BE49-F238E27FC236}">
                  <a16:creationId xmlns:a16="http://schemas.microsoft.com/office/drawing/2014/main" id="{7F1AC70C-CD3E-43AE-983A-59CEA224D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23" y="2883"/>
              <a:ext cx="582" cy="738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3999" name="Rectangle 8">
              <a:extLst>
                <a:ext uri="{FF2B5EF4-FFF2-40B4-BE49-F238E27FC236}">
                  <a16:creationId xmlns:a16="http://schemas.microsoft.com/office/drawing/2014/main" id="{C2233089-B030-4984-8E70-385796DB71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6" y="2910"/>
              <a:ext cx="582" cy="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4000" name="Text Box 9">
              <a:extLst>
                <a:ext uri="{FF2B5EF4-FFF2-40B4-BE49-F238E27FC236}">
                  <a16:creationId xmlns:a16="http://schemas.microsoft.com/office/drawing/2014/main" id="{572E98BD-8AB9-45D5-BF7B-DC0342BF7D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92" y="3071"/>
              <a:ext cx="609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forwarding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table</a:t>
              </a:r>
            </a:p>
          </p:txBody>
        </p:sp>
        <p:sp>
          <p:nvSpPr>
            <p:cNvPr id="84001" name="Line 10">
              <a:extLst>
                <a:ext uri="{FF2B5EF4-FFF2-40B4-BE49-F238E27FC236}">
                  <a16:creationId xmlns:a16="http://schemas.microsoft.com/office/drawing/2014/main" id="{2BFC6A04-E455-44C0-B390-AB48B3345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5" y="2994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2" name="Line 11">
              <a:extLst>
                <a:ext uri="{FF2B5EF4-FFF2-40B4-BE49-F238E27FC236}">
                  <a16:creationId xmlns:a16="http://schemas.microsoft.com/office/drawing/2014/main" id="{5C2EFAF1-9C10-4E43-B429-E91AC54F3D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1" y="3048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3" name="Line 12">
              <a:extLst>
                <a:ext uri="{FF2B5EF4-FFF2-40B4-BE49-F238E27FC236}">
                  <a16:creationId xmlns:a16="http://schemas.microsoft.com/office/drawing/2014/main" id="{2EC9AAC9-A346-4492-A7DC-69B39D054D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4" y="3102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4" name="Line 13">
              <a:extLst>
                <a:ext uri="{FF2B5EF4-FFF2-40B4-BE49-F238E27FC236}">
                  <a16:creationId xmlns:a16="http://schemas.microsoft.com/office/drawing/2014/main" id="{AA3C31BC-E733-48EE-89BE-13F8359A40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5" y="3477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5" name="Line 14">
              <a:extLst>
                <a:ext uri="{FF2B5EF4-FFF2-40B4-BE49-F238E27FC236}">
                  <a16:creationId xmlns:a16="http://schemas.microsoft.com/office/drawing/2014/main" id="{46450C31-11F5-438F-9935-E023866DB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68" y="3528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84006" name="Line 15">
              <a:extLst>
                <a:ext uri="{FF2B5EF4-FFF2-40B4-BE49-F238E27FC236}">
                  <a16:creationId xmlns:a16="http://schemas.microsoft.com/office/drawing/2014/main" id="{66759FA8-BA23-418C-B0F4-893979AC3C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71" y="3579"/>
              <a:ext cx="4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33800" name="Rectangle 16">
            <a:extLst>
              <a:ext uri="{FF2B5EF4-FFF2-40B4-BE49-F238E27FC236}">
                <a16:creationId xmlns:a16="http://schemas.microsoft.com/office/drawing/2014/main" id="{765E3159-F1B5-4847-823C-B19725EE1655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58800" y="1189038"/>
            <a:ext cx="7534275" cy="43815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sz="2400" dirty="0">
                <a:cs typeface="+mn-cs"/>
              </a:rPr>
              <a:t>host, router network layer functions:</a:t>
            </a:r>
          </a:p>
        </p:txBody>
      </p:sp>
      <p:sp>
        <p:nvSpPr>
          <p:cNvPr id="83977" name="Line 17">
            <a:extLst>
              <a:ext uri="{FF2B5EF4-FFF2-40B4-BE49-F238E27FC236}">
                <a16:creationId xmlns:a16="http://schemas.microsoft.com/office/drawing/2014/main" id="{02BAF5F0-7884-404A-BF4D-546AB6F0BBD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28775" y="5410200"/>
            <a:ext cx="650557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8" name="Line 18">
            <a:extLst>
              <a:ext uri="{FF2B5EF4-FFF2-40B4-BE49-F238E27FC236}">
                <a16:creationId xmlns:a16="http://schemas.microsoft.com/office/drawing/2014/main" id="{7E1C671A-4FAB-4864-9A67-9BA04E89349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57350" y="4886325"/>
            <a:ext cx="652462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79" name="Rectangle 20">
            <a:extLst>
              <a:ext uri="{FF2B5EF4-FFF2-40B4-BE49-F238E27FC236}">
                <a16:creationId xmlns:a16="http://schemas.microsoft.com/office/drawing/2014/main" id="{EFAA747B-E7DF-462E-AA7B-5E38F2255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2667000"/>
            <a:ext cx="1809750" cy="819150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0" name="Rectangle 21">
            <a:extLst>
              <a:ext uri="{FF2B5EF4-FFF2-40B4-BE49-F238E27FC236}">
                <a16:creationId xmlns:a16="http://schemas.microsoft.com/office/drawing/2014/main" id="{B0419B12-DCF7-4385-8F75-43BD7CB10D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850" y="2733675"/>
            <a:ext cx="1809750" cy="81915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1" name="Text Box 22">
            <a:extLst>
              <a:ext uri="{FF2B5EF4-FFF2-40B4-BE49-F238E27FC236}">
                <a16:creationId xmlns:a16="http://schemas.microsoft.com/office/drawing/2014/main" id="{E0DEE532-07A6-4B68-A964-3798C7A671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6738" y="2714625"/>
            <a:ext cx="1860550" cy="85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i="1">
                <a:solidFill>
                  <a:srgbClr val="CC0000"/>
                </a:solidFill>
              </a:rPr>
              <a:t>routing protocols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>
                <a:latin typeface="Arial" panose="020B0604020202020204" pitchFamily="34" charset="0"/>
              </a:rPr>
              <a:t> path selection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>
                <a:latin typeface="Arial" panose="020B0604020202020204" pitchFamily="34" charset="0"/>
              </a:rPr>
              <a:t> RIP, OSPF, BGP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82" name="Freeform 23">
            <a:extLst>
              <a:ext uri="{FF2B5EF4-FFF2-40B4-BE49-F238E27FC236}">
                <a16:creationId xmlns:a16="http://schemas.microsoft.com/office/drawing/2014/main" id="{1AB941A4-486C-4B3F-BD01-0DDCE2DA27E6}"/>
              </a:ext>
            </a:extLst>
          </p:cNvPr>
          <p:cNvSpPr>
            <a:spLocks/>
          </p:cNvSpPr>
          <p:nvPr/>
        </p:nvSpPr>
        <p:spPr bwMode="auto">
          <a:xfrm>
            <a:off x="3143250" y="3657600"/>
            <a:ext cx="628650" cy="390525"/>
          </a:xfrm>
          <a:custGeom>
            <a:avLst/>
            <a:gdLst>
              <a:gd name="T0" fmla="*/ 0 w 396"/>
              <a:gd name="T1" fmla="*/ 0 h 246"/>
              <a:gd name="T2" fmla="*/ 2147483646 w 396"/>
              <a:gd name="T3" fmla="*/ 2147483646 h 246"/>
              <a:gd name="T4" fmla="*/ 2147483646 w 396"/>
              <a:gd name="T5" fmla="*/ 2147483646 h 246"/>
              <a:gd name="T6" fmla="*/ 0 60000 65536"/>
              <a:gd name="T7" fmla="*/ 0 60000 65536"/>
              <a:gd name="T8" fmla="*/ 0 60000 65536"/>
              <a:gd name="T9" fmla="*/ 0 w 396"/>
              <a:gd name="T10" fmla="*/ 0 h 246"/>
              <a:gd name="T11" fmla="*/ 396 w 396"/>
              <a:gd name="T12" fmla="*/ 246 h 24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96" h="246">
                <a:moveTo>
                  <a:pt x="0" y="0"/>
                </a:moveTo>
                <a:cubicBezTo>
                  <a:pt x="30" y="16"/>
                  <a:pt x="42" y="126"/>
                  <a:pt x="150" y="186"/>
                </a:cubicBezTo>
                <a:cubicBezTo>
                  <a:pt x="258" y="246"/>
                  <a:pt x="345" y="205"/>
                  <a:pt x="396" y="210"/>
                </a:cubicBezTo>
              </a:path>
            </a:pathLst>
          </a:custGeom>
          <a:noFill/>
          <a:ln w="38100" cap="flat" cmpd="sng">
            <a:solidFill>
              <a:srgbClr val="000099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83983" name="Group 24">
            <a:extLst>
              <a:ext uri="{FF2B5EF4-FFF2-40B4-BE49-F238E27FC236}">
                <a16:creationId xmlns:a16="http://schemas.microsoft.com/office/drawing/2014/main" id="{0E11EEAF-0D53-4E86-AF86-94F3635329FA}"/>
              </a:ext>
            </a:extLst>
          </p:cNvPr>
          <p:cNvGrpSpPr>
            <a:grpSpLocks/>
          </p:cNvGrpSpPr>
          <p:nvPr/>
        </p:nvGrpSpPr>
        <p:grpSpPr bwMode="auto">
          <a:xfrm>
            <a:off x="5092700" y="2576513"/>
            <a:ext cx="3000375" cy="1181100"/>
            <a:chOff x="102" y="1272"/>
            <a:chExt cx="1890" cy="744"/>
          </a:xfrm>
        </p:grpSpPr>
        <p:sp>
          <p:nvSpPr>
            <p:cNvPr id="83995" name="Rectangle 25">
              <a:extLst>
                <a:ext uri="{FF2B5EF4-FFF2-40B4-BE49-F238E27FC236}">
                  <a16:creationId xmlns:a16="http://schemas.microsoft.com/office/drawing/2014/main" id="{4ED469AC-6C77-4A6F-A56E-6AC75825B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1272"/>
              <a:ext cx="1848" cy="690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3996" name="Rectangle 26">
              <a:extLst>
                <a:ext uri="{FF2B5EF4-FFF2-40B4-BE49-F238E27FC236}">
                  <a16:creationId xmlns:a16="http://schemas.microsoft.com/office/drawing/2014/main" id="{FE22644A-0C95-4C82-94C4-D17A31D02C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" y="1314"/>
              <a:ext cx="1848" cy="70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83997" name="Text Box 27">
              <a:extLst>
                <a:ext uri="{FF2B5EF4-FFF2-40B4-BE49-F238E27FC236}">
                  <a16:creationId xmlns:a16="http://schemas.microsoft.com/office/drawing/2014/main" id="{FF6FDCFF-083F-48D3-B62A-4C5434E6EC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6" y="1287"/>
              <a:ext cx="1810" cy="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 i="1">
                  <a:solidFill>
                    <a:srgbClr val="CC0000"/>
                  </a:solidFill>
                </a:rPr>
                <a:t>IP protocol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Char char="•"/>
              </a:pPr>
              <a:r>
                <a:rPr lang="en-US" altLang="zh-TW" sz="1600">
                  <a:latin typeface="Arial" panose="020B0604020202020204" pitchFamily="34" charset="0"/>
                </a:rPr>
                <a:t> addressing conventions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Char char="•"/>
              </a:pPr>
              <a:r>
                <a:rPr lang="en-US" altLang="zh-TW" sz="1600">
                  <a:latin typeface="Arial" panose="020B0604020202020204" pitchFamily="34" charset="0"/>
                </a:rPr>
                <a:t> datagram format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Char char="•"/>
              </a:pPr>
              <a:r>
                <a:rPr lang="en-US" altLang="zh-TW" sz="1600">
                  <a:latin typeface="Arial" panose="020B0604020202020204" pitchFamily="34" charset="0"/>
                </a:rPr>
                <a:t> packet handling conventions</a:t>
              </a:r>
              <a:endParaRPr lang="en-US" altLang="zh-TW" sz="1800">
                <a:latin typeface="Arial" panose="020B0604020202020204" pitchFamily="34" charset="0"/>
              </a:endParaRPr>
            </a:p>
          </p:txBody>
        </p:sp>
      </p:grpSp>
      <p:sp>
        <p:nvSpPr>
          <p:cNvPr id="83984" name="Rectangle 29">
            <a:extLst>
              <a:ext uri="{FF2B5EF4-FFF2-40B4-BE49-F238E27FC236}">
                <a16:creationId xmlns:a16="http://schemas.microsoft.com/office/drawing/2014/main" id="{EEFE1708-1A64-4251-8C3D-92B84E82F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6525" y="3878263"/>
            <a:ext cx="1933575" cy="847725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5" name="Rectangle 30">
            <a:extLst>
              <a:ext uri="{FF2B5EF4-FFF2-40B4-BE49-F238E27FC236}">
                <a16:creationId xmlns:a16="http://schemas.microsoft.com/office/drawing/2014/main" id="{EDA194EA-181A-42BB-BB80-DF73F70F4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49850" y="3946525"/>
            <a:ext cx="1933575" cy="84772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83986" name="Text Box 31">
            <a:extLst>
              <a:ext uri="{FF2B5EF4-FFF2-40B4-BE49-F238E27FC236}">
                <a16:creationId xmlns:a16="http://schemas.microsoft.com/office/drawing/2014/main" id="{AED5340C-B2F0-4879-8248-97BE0D071D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62550" y="3911600"/>
            <a:ext cx="1900238" cy="88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i="1" dirty="0">
                <a:solidFill>
                  <a:srgbClr val="CC0000"/>
                </a:solidFill>
              </a:rPr>
              <a:t>ICMP protocol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 dirty="0">
                <a:latin typeface="Arial" panose="020B0604020202020204" pitchFamily="34" charset="0"/>
              </a:rPr>
              <a:t> error reporting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en-US" altLang="zh-TW" sz="1600" dirty="0">
                <a:latin typeface="Arial" panose="020B0604020202020204" pitchFamily="34" charset="0"/>
              </a:rPr>
              <a:t> router </a:t>
            </a:r>
            <a:r>
              <a:rPr lang="ja-JP" altLang="en-US" sz="1600" dirty="0">
                <a:latin typeface="Arial" panose="020B0604020202020204" pitchFamily="34" charset="0"/>
              </a:rPr>
              <a:t>“</a:t>
            </a:r>
            <a:r>
              <a:rPr lang="en-US" altLang="ja-JP" sz="1600" dirty="0">
                <a:latin typeface="Arial" panose="020B0604020202020204" pitchFamily="34" charset="0"/>
              </a:rPr>
              <a:t>signaling</a:t>
            </a:r>
            <a:r>
              <a:rPr lang="ja-JP" altLang="en-US" sz="1600" dirty="0">
                <a:latin typeface="Arial" panose="020B0604020202020204" pitchFamily="34" charset="0"/>
              </a:rPr>
              <a:t>”</a:t>
            </a:r>
            <a:endParaRPr lang="en-US" altLang="zh-TW" sz="1800" dirty="0">
              <a:latin typeface="Arial" panose="020B0604020202020204" pitchFamily="34" charset="0"/>
            </a:endParaRPr>
          </a:p>
        </p:txBody>
      </p:sp>
      <p:sp>
        <p:nvSpPr>
          <p:cNvPr id="83987" name="Line 32">
            <a:extLst>
              <a:ext uri="{FF2B5EF4-FFF2-40B4-BE49-F238E27FC236}">
                <a16:creationId xmlns:a16="http://schemas.microsoft.com/office/drawing/2014/main" id="{F15B305B-66FB-403F-9EAE-B2785AC103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57350" y="2466975"/>
            <a:ext cx="6524625" cy="9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88" name="Text Box 33">
            <a:extLst>
              <a:ext uri="{FF2B5EF4-FFF2-40B4-BE49-F238E27FC236}">
                <a16:creationId xmlns:a16="http://schemas.microsoft.com/office/drawing/2014/main" id="{C611AB34-DFA5-46F3-84BE-134803767E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8800" y="1989138"/>
            <a:ext cx="283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chemeClr val="bg2"/>
                </a:solidFill>
                <a:latin typeface="Arial" panose="020B0604020202020204" pitchFamily="34" charset="0"/>
              </a:rPr>
              <a:t>transport layer: TCP, UDP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89" name="Text Box 34">
            <a:extLst>
              <a:ext uri="{FF2B5EF4-FFF2-40B4-BE49-F238E27FC236}">
                <a16:creationId xmlns:a16="http://schemas.microsoft.com/office/drawing/2014/main" id="{0F31598F-6285-45D9-965A-8AA7EE7E6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3225" y="4960938"/>
            <a:ext cx="1085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chemeClr val="bg2"/>
                </a:solidFill>
                <a:latin typeface="Arial" panose="020B0604020202020204" pitchFamily="34" charset="0"/>
              </a:rPr>
              <a:t>link layer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90" name="Text Box 35">
            <a:extLst>
              <a:ext uri="{FF2B5EF4-FFF2-40B4-BE49-F238E27FC236}">
                <a16:creationId xmlns:a16="http://schemas.microsoft.com/office/drawing/2014/main" id="{D1CC80BC-2B34-40A4-9706-6DC77A2469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0825" y="5484813"/>
            <a:ext cx="156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chemeClr val="bg2"/>
                </a:solidFill>
                <a:latin typeface="Arial" panose="020B0604020202020204" pitchFamily="34" charset="0"/>
              </a:rPr>
              <a:t>physical layer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83991" name="Text Box 36">
            <a:extLst>
              <a:ext uri="{FF2B5EF4-FFF2-40B4-BE49-F238E27FC236}">
                <a16:creationId xmlns:a16="http://schemas.microsoft.com/office/drawing/2014/main" id="{1751497F-2F48-4D31-B75D-7C64DF0672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088" y="3259138"/>
            <a:ext cx="1252537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network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>
                <a:solidFill>
                  <a:srgbClr val="CC0000"/>
                </a:solidFill>
                <a:latin typeface="Arial" panose="020B0604020202020204" pitchFamily="34" charset="0"/>
              </a:rPr>
              <a:t>layer</a:t>
            </a:r>
            <a:endParaRPr lang="en-US" altLang="zh-TW" sz="1800">
              <a:solidFill>
                <a:srgbClr val="CC0000"/>
              </a:solidFill>
              <a:latin typeface="Arial" panose="020B0604020202020204" pitchFamily="34" charset="0"/>
            </a:endParaRPr>
          </a:p>
        </p:txBody>
      </p:sp>
      <p:sp>
        <p:nvSpPr>
          <p:cNvPr id="83992" name="Line 37">
            <a:extLst>
              <a:ext uri="{FF2B5EF4-FFF2-40B4-BE49-F238E27FC236}">
                <a16:creationId xmlns:a16="http://schemas.microsoft.com/office/drawing/2014/main" id="{62CBE156-80A0-4021-933A-173BD020B41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381125" y="2486025"/>
            <a:ext cx="0" cy="7429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83993" name="Line 38">
            <a:extLst>
              <a:ext uri="{FF2B5EF4-FFF2-40B4-BE49-F238E27FC236}">
                <a16:creationId xmlns:a16="http://schemas.microsoft.com/office/drawing/2014/main" id="{2A014C81-3C57-4D54-866F-E0899E930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1125" y="4152900"/>
            <a:ext cx="0" cy="742950"/>
          </a:xfrm>
          <a:prstGeom prst="line">
            <a:avLst/>
          </a:prstGeom>
          <a:noFill/>
          <a:ln w="28575">
            <a:solidFill>
              <a:srgbClr val="CC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pic>
        <p:nvPicPr>
          <p:cNvPr id="83994" name="Picture 40" descr="underline_base">
            <a:extLst>
              <a:ext uri="{FF2B5EF4-FFF2-40B4-BE49-F238E27FC236}">
                <a16:creationId xmlns:a16="http://schemas.microsoft.com/office/drawing/2014/main" id="{703ADB02-8E45-46C7-96A9-ED82F592516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388" y="938213"/>
            <a:ext cx="5942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54" name="Picture 2" descr="underline_base">
            <a:extLst>
              <a:ext uri="{FF2B5EF4-FFF2-40B4-BE49-F238E27FC236}">
                <a16:creationId xmlns:a16="http://schemas.microsoft.com/office/drawing/2014/main" id="{22204F16-DBBE-4D1C-8872-153FC906121A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155" name="Rectangle 3">
            <a:extLst>
              <a:ext uri="{FF2B5EF4-FFF2-40B4-BE49-F238E27FC236}">
                <a16:creationId xmlns:a16="http://schemas.microsoft.com/office/drawing/2014/main" id="{D3355405-E9F5-425F-A947-724C03079F3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8798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4.1 Overview of Network layer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 plane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control plane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4.2 What</a:t>
            </a:r>
            <a:r>
              <a:rPr lang="ja-JP" altLang="en-US" sz="240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’</a:t>
            </a:r>
            <a:r>
              <a:rPr lang="en-US" altLang="ja-JP" sz="240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 inside a router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4.3 IP: Internet Protocol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datagram format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fragmentation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IPv4 addressing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network address translation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IPv6</a:t>
            </a:r>
          </a:p>
        </p:txBody>
      </p:sp>
      <p:sp>
        <p:nvSpPr>
          <p:cNvPr id="49156" name="Rectangle 4">
            <a:extLst>
              <a:ext uri="{FF2B5EF4-FFF2-40B4-BE49-F238E27FC236}">
                <a16:creationId xmlns:a16="http://schemas.microsoft.com/office/drawing/2014/main" id="{C044349B-9F62-4A44-B538-552301208D1C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4.4 Generalized Forward and SDN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match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action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OpenFlow  examples of match-plus-action in action</a:t>
            </a:r>
          </a:p>
          <a:p>
            <a:endParaRPr lang="en-US" altLang="zh-HK" sz="2400">
              <a:ea typeface="ＭＳ Ｐゴシック" panose="020B0600070205080204" pitchFamily="34" charset="-128"/>
              <a:cs typeface="ＭＳ Ｐゴシック" panose="020B0600070205080204" pitchFamily="34" charset="-128"/>
            </a:endParaRPr>
          </a:p>
        </p:txBody>
      </p:sp>
      <p:sp>
        <p:nvSpPr>
          <p:cNvPr id="49157" name="Rectangle 2">
            <a:extLst>
              <a:ext uri="{FF2B5EF4-FFF2-40B4-BE49-F238E27FC236}">
                <a16:creationId xmlns:a16="http://schemas.microsoft.com/office/drawing/2014/main" id="{31F19A24-AEC9-44C6-9C16-304BBE15DA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</a:rPr>
              <a:t>Chapter 4: outline</a:t>
            </a:r>
          </a:p>
        </p:txBody>
      </p:sp>
      <p:sp>
        <p:nvSpPr>
          <p:cNvPr id="49158" name="Slide Number Placeholder 5">
            <a:extLst>
              <a:ext uri="{FF2B5EF4-FFF2-40B4-BE49-F238E27FC236}">
                <a16:creationId xmlns:a16="http://schemas.microsoft.com/office/drawing/2014/main" id="{FF02BAAC-4DDA-4A68-90D4-835D9014C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561975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B558DB83-4377-4FF7-BD2C-072A3AB84D26}" type="slidenum">
              <a:rPr lang="en-US" altLang="zh-HK">
                <a:latin typeface="Tahoma" panose="020B0604030504040204" pitchFamily="34" charset="0"/>
              </a:rPr>
              <a:pPr/>
              <a:t>12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49159" name="Footer Placeholder 2">
            <a:extLst>
              <a:ext uri="{FF2B5EF4-FFF2-40B4-BE49-F238E27FC236}">
                <a16:creationId xmlns:a16="http://schemas.microsoft.com/office/drawing/2014/main" id="{E42E2093-849E-4102-8506-8B4EC7ED6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Footer Placeholder 4">
            <a:extLst>
              <a:ext uri="{FF2B5EF4-FFF2-40B4-BE49-F238E27FC236}">
                <a16:creationId xmlns:a16="http://schemas.microsoft.com/office/drawing/2014/main" id="{610AEFF8-531A-4736-951F-2AADB4142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99331" name="Slide Number Placeholder 5">
            <a:extLst>
              <a:ext uri="{FF2B5EF4-FFF2-40B4-BE49-F238E27FC236}">
                <a16:creationId xmlns:a16="http://schemas.microsoft.com/office/drawing/2014/main" id="{12BC35FD-5A6D-4971-A2F8-ECECD49ED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96526413-E8EF-4239-8983-DA6B634C568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99332" name="Rectangle 2">
            <a:extLst>
              <a:ext uri="{FF2B5EF4-FFF2-40B4-BE49-F238E27FC236}">
                <a16:creationId xmlns:a16="http://schemas.microsoft.com/office/drawing/2014/main" id="{59FAFA16-7184-4FC4-AB15-1E1D1B53DA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6096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Router architecture overview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22533" name="Rectangle 3">
            <a:extLst>
              <a:ext uri="{FF2B5EF4-FFF2-40B4-BE49-F238E27FC236}">
                <a16:creationId xmlns:a16="http://schemas.microsoft.com/office/drawing/2014/main" id="{B9C467D8-459F-4B15-A559-C7CF8445C31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65163" y="1052513"/>
            <a:ext cx="8126412" cy="914400"/>
          </a:xfrm>
        </p:spPr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dirty="0">
                <a:cs typeface="+mn-cs"/>
              </a:rPr>
              <a:t>two key router functions:</a:t>
            </a:r>
            <a:r>
              <a:rPr lang="en-US" sz="1800" dirty="0">
                <a:cs typeface="+mn-cs"/>
              </a:rPr>
              <a:t> 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run </a:t>
            </a:r>
            <a:r>
              <a:rPr lang="en-US" sz="2400" dirty="0">
                <a:solidFill>
                  <a:srgbClr val="FF0000"/>
                </a:solidFill>
                <a:cs typeface="+mn-cs"/>
              </a:rPr>
              <a:t>routing</a:t>
            </a:r>
            <a:r>
              <a:rPr lang="en-US" sz="2400" dirty="0">
                <a:cs typeface="+mn-cs"/>
              </a:rPr>
              <a:t> algorithms/protocol (RIP, OSPF, BGP)</a:t>
            </a:r>
          </a:p>
          <a:p>
            <a:pPr>
              <a:buFont typeface="Wingdings" charset="0"/>
              <a:buChar char="v"/>
              <a:defRPr/>
            </a:pPr>
            <a:r>
              <a:rPr lang="en-US" sz="2400" i="1" dirty="0">
                <a:solidFill>
                  <a:srgbClr val="FF0000"/>
                </a:solidFill>
                <a:cs typeface="+mn-cs"/>
              </a:rPr>
              <a:t>forward</a:t>
            </a:r>
            <a:r>
              <a:rPr lang="en-US" sz="2400" i="1" dirty="0">
                <a:cs typeface="+mn-cs"/>
              </a:rPr>
              <a:t> </a:t>
            </a:r>
            <a:r>
              <a:rPr lang="en-US" sz="2400" dirty="0">
                <a:cs typeface="+mn-cs"/>
              </a:rPr>
              <a:t>datagrams from incoming to outgoing link</a:t>
            </a:r>
          </a:p>
        </p:txBody>
      </p:sp>
      <p:grpSp>
        <p:nvGrpSpPr>
          <p:cNvPr id="99334" name="Group 60">
            <a:extLst>
              <a:ext uri="{FF2B5EF4-FFF2-40B4-BE49-F238E27FC236}">
                <a16:creationId xmlns:a16="http://schemas.microsoft.com/office/drawing/2014/main" id="{2316AD72-2046-43DF-A1B4-B6A5C436E901}"/>
              </a:ext>
            </a:extLst>
          </p:cNvPr>
          <p:cNvGrpSpPr>
            <a:grpSpLocks/>
          </p:cNvGrpSpPr>
          <p:nvPr/>
        </p:nvGrpSpPr>
        <p:grpSpPr bwMode="auto">
          <a:xfrm>
            <a:off x="2787650" y="3646488"/>
            <a:ext cx="1609725" cy="2343150"/>
            <a:chOff x="2418" y="1882"/>
            <a:chExt cx="1014" cy="1476"/>
          </a:xfrm>
        </p:grpSpPr>
        <p:sp>
          <p:nvSpPr>
            <p:cNvPr id="99384" name="Rectangle 45">
              <a:extLst>
                <a:ext uri="{FF2B5EF4-FFF2-40B4-BE49-F238E27FC236}">
                  <a16:creationId xmlns:a16="http://schemas.microsoft.com/office/drawing/2014/main" id="{E5BC2755-BD5E-444A-B7E4-BF159141D3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18" y="1882"/>
              <a:ext cx="1014" cy="147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85" name="Text Box 48">
              <a:extLst>
                <a:ext uri="{FF2B5EF4-FFF2-40B4-BE49-F238E27FC236}">
                  <a16:creationId xmlns:a16="http://schemas.microsoft.com/office/drawing/2014/main" id="{ECC69007-F057-4C29-A8ED-8B84F34809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33" y="2418"/>
              <a:ext cx="779" cy="5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high-seed 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switching</a:t>
              </a:r>
            </a:p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fabric</a:t>
              </a:r>
            </a:p>
          </p:txBody>
        </p:sp>
      </p:grpSp>
      <p:sp>
        <p:nvSpPr>
          <p:cNvPr id="99335" name="Rectangle 46">
            <a:extLst>
              <a:ext uri="{FF2B5EF4-FFF2-40B4-BE49-F238E27FC236}">
                <a16:creationId xmlns:a16="http://schemas.microsoft.com/office/drawing/2014/main" id="{4CDD7487-9F57-4655-A5C6-1F44BCBB2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5113" y="2684463"/>
            <a:ext cx="1590675" cy="64770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99336" name="Text Box 47">
            <a:extLst>
              <a:ext uri="{FF2B5EF4-FFF2-40B4-BE49-F238E27FC236}">
                <a16:creationId xmlns:a16="http://schemas.microsoft.com/office/drawing/2014/main" id="{DC4D099F-1663-47FE-80A1-981D171A0F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2913" y="2725738"/>
            <a:ext cx="11874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routing </a:t>
            </a:r>
          </a:p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processor</a:t>
            </a:r>
          </a:p>
        </p:txBody>
      </p:sp>
      <p:sp>
        <p:nvSpPr>
          <p:cNvPr id="99337" name="Line 50">
            <a:extLst>
              <a:ext uri="{FF2B5EF4-FFF2-40B4-BE49-F238E27FC236}">
                <a16:creationId xmlns:a16="http://schemas.microsoft.com/office/drawing/2014/main" id="{00788A00-FB47-441C-82C2-1AFFE07BDB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533775" y="3203575"/>
            <a:ext cx="19050" cy="5715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99338" name="Group 17">
            <a:extLst>
              <a:ext uri="{FF2B5EF4-FFF2-40B4-BE49-F238E27FC236}">
                <a16:creationId xmlns:a16="http://schemas.microsoft.com/office/drawing/2014/main" id="{F62A974A-0A9C-49F0-A378-54F4CFB0025D}"/>
              </a:ext>
            </a:extLst>
          </p:cNvPr>
          <p:cNvGrpSpPr>
            <a:grpSpLocks/>
          </p:cNvGrpSpPr>
          <p:nvPr/>
        </p:nvGrpSpPr>
        <p:grpSpPr bwMode="auto">
          <a:xfrm>
            <a:off x="744538" y="3660775"/>
            <a:ext cx="2033587" cy="566738"/>
            <a:chOff x="930" y="1989"/>
            <a:chExt cx="1482" cy="357"/>
          </a:xfrm>
        </p:grpSpPr>
        <p:sp>
          <p:nvSpPr>
            <p:cNvPr id="99379" name="Rectangle 9">
              <a:extLst>
                <a:ext uri="{FF2B5EF4-FFF2-40B4-BE49-F238E27FC236}">
                  <a16:creationId xmlns:a16="http://schemas.microsoft.com/office/drawing/2014/main" id="{6BC8339A-0B85-4A25-8D97-50A02AE35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1989"/>
              <a:ext cx="1086" cy="3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80" name="Rectangle 5">
              <a:extLst>
                <a:ext uri="{FF2B5EF4-FFF2-40B4-BE49-F238E27FC236}">
                  <a16:creationId xmlns:a16="http://schemas.microsoft.com/office/drawing/2014/main" id="{429B85C0-335E-4B1A-A9DB-6F87457CC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97" y="2089"/>
              <a:ext cx="337" cy="1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81" name="Rectangle 6">
              <a:extLst>
                <a:ext uri="{FF2B5EF4-FFF2-40B4-BE49-F238E27FC236}">
                  <a16:creationId xmlns:a16="http://schemas.microsoft.com/office/drawing/2014/main" id="{7E97412E-5AB1-4AD1-891D-E6EACDB8E4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2" y="2025"/>
              <a:ext cx="273" cy="274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82" name="Rectangle 8">
              <a:extLst>
                <a:ext uri="{FF2B5EF4-FFF2-40B4-BE49-F238E27FC236}">
                  <a16:creationId xmlns:a16="http://schemas.microsoft.com/office/drawing/2014/main" id="{F719B9DB-EAE0-4745-BFF7-732802682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4" y="2023"/>
              <a:ext cx="274" cy="274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83" name="Line 16">
              <a:extLst>
                <a:ext uri="{FF2B5EF4-FFF2-40B4-BE49-F238E27FC236}">
                  <a16:creationId xmlns:a16="http://schemas.microsoft.com/office/drawing/2014/main" id="{04D2A7A7-8547-49D9-B317-E643882610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" y="2169"/>
              <a:ext cx="148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9339" name="Group 18">
            <a:extLst>
              <a:ext uri="{FF2B5EF4-FFF2-40B4-BE49-F238E27FC236}">
                <a16:creationId xmlns:a16="http://schemas.microsoft.com/office/drawing/2014/main" id="{05664227-788A-4FCD-9738-7169B24391D1}"/>
              </a:ext>
            </a:extLst>
          </p:cNvPr>
          <p:cNvGrpSpPr>
            <a:grpSpLocks/>
          </p:cNvGrpSpPr>
          <p:nvPr/>
        </p:nvGrpSpPr>
        <p:grpSpPr bwMode="auto">
          <a:xfrm>
            <a:off x="733425" y="5399088"/>
            <a:ext cx="2058988" cy="566737"/>
            <a:chOff x="930" y="1989"/>
            <a:chExt cx="1482" cy="357"/>
          </a:xfrm>
        </p:grpSpPr>
        <p:sp>
          <p:nvSpPr>
            <p:cNvPr id="99374" name="Rectangle 19">
              <a:extLst>
                <a:ext uri="{FF2B5EF4-FFF2-40B4-BE49-F238E27FC236}">
                  <a16:creationId xmlns:a16="http://schemas.microsoft.com/office/drawing/2014/main" id="{786EA3A4-B0E6-4369-B4C2-4EC5F1C387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2" y="1989"/>
              <a:ext cx="1088" cy="3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5" name="Rectangle 20">
              <a:extLst>
                <a:ext uri="{FF2B5EF4-FFF2-40B4-BE49-F238E27FC236}">
                  <a16:creationId xmlns:a16="http://schemas.microsoft.com/office/drawing/2014/main" id="{8023AEED-1E91-4A67-8502-5304186C99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97" y="2089"/>
              <a:ext cx="337" cy="1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6" name="Rectangle 21">
              <a:extLst>
                <a:ext uri="{FF2B5EF4-FFF2-40B4-BE49-F238E27FC236}">
                  <a16:creationId xmlns:a16="http://schemas.microsoft.com/office/drawing/2014/main" id="{7AEC3570-DB22-4679-B662-7D080725B8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2" y="2025"/>
              <a:ext cx="273" cy="274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7" name="Rectangle 22">
              <a:extLst>
                <a:ext uri="{FF2B5EF4-FFF2-40B4-BE49-F238E27FC236}">
                  <a16:creationId xmlns:a16="http://schemas.microsoft.com/office/drawing/2014/main" id="{75B3C324-D2C8-4687-942A-B289773F77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4" y="2023"/>
              <a:ext cx="274" cy="274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8" name="Line 23">
              <a:extLst>
                <a:ext uri="{FF2B5EF4-FFF2-40B4-BE49-F238E27FC236}">
                  <a16:creationId xmlns:a16="http://schemas.microsoft.com/office/drawing/2014/main" id="{CBAB3ED6-E727-46A3-B842-5BF3CBFA25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" y="2169"/>
              <a:ext cx="148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9340" name="Group 29">
            <a:extLst>
              <a:ext uri="{FF2B5EF4-FFF2-40B4-BE49-F238E27FC236}">
                <a16:creationId xmlns:a16="http://schemas.microsoft.com/office/drawing/2014/main" id="{46439A8B-CD98-42C2-9B16-60E167ED3C9A}"/>
              </a:ext>
            </a:extLst>
          </p:cNvPr>
          <p:cNvGrpSpPr>
            <a:grpSpLocks/>
          </p:cNvGrpSpPr>
          <p:nvPr/>
        </p:nvGrpSpPr>
        <p:grpSpPr bwMode="auto">
          <a:xfrm rot="2656396">
            <a:off x="1363663" y="4551363"/>
            <a:ext cx="546100" cy="546100"/>
            <a:chOff x="354" y="2715"/>
            <a:chExt cx="344" cy="344"/>
          </a:xfrm>
        </p:grpSpPr>
        <p:sp>
          <p:nvSpPr>
            <p:cNvPr id="99370" name="Oval 25">
              <a:extLst>
                <a:ext uri="{FF2B5EF4-FFF2-40B4-BE49-F238E27FC236}">
                  <a16:creationId xmlns:a16="http://schemas.microsoft.com/office/drawing/2014/main" id="{C81630C3-11E8-4F7F-8154-57F8030FCC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" y="2715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1" name="Oval 26">
              <a:extLst>
                <a:ext uri="{FF2B5EF4-FFF2-40B4-BE49-F238E27FC236}">
                  <a16:creationId xmlns:a16="http://schemas.microsoft.com/office/drawing/2014/main" id="{491DF891-482E-4EA4-A7A3-53BC045BAF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" y="2811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2" name="Oval 27">
              <a:extLst>
                <a:ext uri="{FF2B5EF4-FFF2-40B4-BE49-F238E27FC236}">
                  <a16:creationId xmlns:a16="http://schemas.microsoft.com/office/drawing/2014/main" id="{F042D3F8-2F31-4FCF-9600-561707DF9D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5" y="2907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73" name="Oval 28">
              <a:extLst>
                <a:ext uri="{FF2B5EF4-FFF2-40B4-BE49-F238E27FC236}">
                  <a16:creationId xmlns:a16="http://schemas.microsoft.com/office/drawing/2014/main" id="{D7AED18D-A27C-4E57-B68D-4A71FD8E9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" y="3003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  <p:sp>
        <p:nvSpPr>
          <p:cNvPr id="99341" name="Text Box 57">
            <a:extLst>
              <a:ext uri="{FF2B5EF4-FFF2-40B4-BE49-F238E27FC236}">
                <a16:creationId xmlns:a16="http://schemas.microsoft.com/office/drawing/2014/main" id="{9486D0B7-3A9D-4B30-9722-67C3BA52A7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763" y="6045200"/>
            <a:ext cx="1911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router input ports</a:t>
            </a:r>
          </a:p>
        </p:txBody>
      </p:sp>
      <p:grpSp>
        <p:nvGrpSpPr>
          <p:cNvPr id="99342" name="Group 37">
            <a:extLst>
              <a:ext uri="{FF2B5EF4-FFF2-40B4-BE49-F238E27FC236}">
                <a16:creationId xmlns:a16="http://schemas.microsoft.com/office/drawing/2014/main" id="{A1721A87-9D51-43AA-A3C1-486B79727ADE}"/>
              </a:ext>
            </a:extLst>
          </p:cNvPr>
          <p:cNvGrpSpPr>
            <a:grpSpLocks/>
          </p:cNvGrpSpPr>
          <p:nvPr/>
        </p:nvGrpSpPr>
        <p:grpSpPr bwMode="auto">
          <a:xfrm>
            <a:off x="4344988" y="3665538"/>
            <a:ext cx="1957387" cy="566737"/>
            <a:chOff x="-51" y="2454"/>
            <a:chExt cx="1482" cy="357"/>
          </a:xfrm>
        </p:grpSpPr>
        <p:grpSp>
          <p:nvGrpSpPr>
            <p:cNvPr id="99364" name="Group 36">
              <a:extLst>
                <a:ext uri="{FF2B5EF4-FFF2-40B4-BE49-F238E27FC236}">
                  <a16:creationId xmlns:a16="http://schemas.microsoft.com/office/drawing/2014/main" id="{4152DFF5-D3E8-42A3-9B42-C41E1334DF60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71" y="2454"/>
              <a:ext cx="1086" cy="357"/>
              <a:chOff x="171" y="2454"/>
              <a:chExt cx="1086" cy="357"/>
            </a:xfrm>
          </p:grpSpPr>
          <p:sp>
            <p:nvSpPr>
              <p:cNvPr id="99366" name="Rectangle 31">
                <a:extLst>
                  <a:ext uri="{FF2B5EF4-FFF2-40B4-BE49-F238E27FC236}">
                    <a16:creationId xmlns:a16="http://schemas.microsoft.com/office/drawing/2014/main" id="{F4E7F49F-C0A8-4A34-8C16-FB659894EA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" y="2454"/>
                <a:ext cx="1084" cy="35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99367" name="Rectangle 32">
                <a:extLst>
                  <a:ext uri="{FF2B5EF4-FFF2-40B4-BE49-F238E27FC236}">
                    <a16:creationId xmlns:a16="http://schemas.microsoft.com/office/drawing/2014/main" id="{CD53D6BB-40FB-4486-A5BD-EBEA0B5803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6" y="2554"/>
                <a:ext cx="338" cy="16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0066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99368" name="Rectangle 33">
                <a:extLst>
                  <a:ext uri="{FF2B5EF4-FFF2-40B4-BE49-F238E27FC236}">
                    <a16:creationId xmlns:a16="http://schemas.microsoft.com/office/drawing/2014/main" id="{A9B99FF9-2A39-4E7D-9444-B9EFF8E4C3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2" y="2490"/>
                <a:ext cx="274" cy="274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99369" name="Rectangle 34">
                <a:extLst>
                  <a:ext uri="{FF2B5EF4-FFF2-40B4-BE49-F238E27FC236}">
                    <a16:creationId xmlns:a16="http://schemas.microsoft.com/office/drawing/2014/main" id="{5156F199-840F-4F1C-8DC6-E18AE21A9D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21" y="2488"/>
                <a:ext cx="274" cy="274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9365" name="Line 35">
              <a:extLst>
                <a:ext uri="{FF2B5EF4-FFF2-40B4-BE49-F238E27FC236}">
                  <a16:creationId xmlns:a16="http://schemas.microsoft.com/office/drawing/2014/main" id="{D33A2FD1-25B4-4906-A42B-791F58957F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51" y="2634"/>
              <a:ext cx="148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9343" name="Group 38">
            <a:extLst>
              <a:ext uri="{FF2B5EF4-FFF2-40B4-BE49-F238E27FC236}">
                <a16:creationId xmlns:a16="http://schemas.microsoft.com/office/drawing/2014/main" id="{61AAC01D-E648-441A-B4A2-BB42A8D22F8D}"/>
              </a:ext>
            </a:extLst>
          </p:cNvPr>
          <p:cNvGrpSpPr>
            <a:grpSpLocks/>
          </p:cNvGrpSpPr>
          <p:nvPr/>
        </p:nvGrpSpPr>
        <p:grpSpPr bwMode="auto">
          <a:xfrm>
            <a:off x="4364038" y="5399088"/>
            <a:ext cx="2011362" cy="566737"/>
            <a:chOff x="-51" y="2454"/>
            <a:chExt cx="1482" cy="357"/>
          </a:xfrm>
        </p:grpSpPr>
        <p:grpSp>
          <p:nvGrpSpPr>
            <p:cNvPr id="99358" name="Group 39">
              <a:extLst>
                <a:ext uri="{FF2B5EF4-FFF2-40B4-BE49-F238E27FC236}">
                  <a16:creationId xmlns:a16="http://schemas.microsoft.com/office/drawing/2014/main" id="{1011DBAA-C41E-4905-9BD2-78293181E567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71" y="2454"/>
              <a:ext cx="1086" cy="357"/>
              <a:chOff x="171" y="2454"/>
              <a:chExt cx="1086" cy="357"/>
            </a:xfrm>
          </p:grpSpPr>
          <p:sp>
            <p:nvSpPr>
              <p:cNvPr id="99360" name="Rectangle 40">
                <a:extLst>
                  <a:ext uri="{FF2B5EF4-FFF2-40B4-BE49-F238E27FC236}">
                    <a16:creationId xmlns:a16="http://schemas.microsoft.com/office/drawing/2014/main" id="{44DD4E05-1040-450E-8AB6-84F844318A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" y="2454"/>
                <a:ext cx="1084" cy="35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99361" name="Rectangle 41">
                <a:extLst>
                  <a:ext uri="{FF2B5EF4-FFF2-40B4-BE49-F238E27FC236}">
                    <a16:creationId xmlns:a16="http://schemas.microsoft.com/office/drawing/2014/main" id="{3FBC234D-F589-49E1-AEDC-C9F2ACF41C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6" y="2554"/>
                <a:ext cx="337" cy="16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0066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99362" name="Rectangle 42">
                <a:extLst>
                  <a:ext uri="{FF2B5EF4-FFF2-40B4-BE49-F238E27FC236}">
                    <a16:creationId xmlns:a16="http://schemas.microsoft.com/office/drawing/2014/main" id="{B00D0C7B-66A8-444C-B37E-52AAC70CFA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2" y="2490"/>
                <a:ext cx="274" cy="274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99363" name="Rectangle 43">
                <a:extLst>
                  <a:ext uri="{FF2B5EF4-FFF2-40B4-BE49-F238E27FC236}">
                    <a16:creationId xmlns:a16="http://schemas.microsoft.com/office/drawing/2014/main" id="{8331C309-65FB-4617-BC39-BB8C014761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23" y="2488"/>
                <a:ext cx="274" cy="274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9359" name="Line 44">
              <a:extLst>
                <a:ext uri="{FF2B5EF4-FFF2-40B4-BE49-F238E27FC236}">
                  <a16:creationId xmlns:a16="http://schemas.microsoft.com/office/drawing/2014/main" id="{6EFD953F-E743-4853-B74D-119A0EB696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-51" y="2634"/>
              <a:ext cx="148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99344" name="Group 51">
            <a:extLst>
              <a:ext uri="{FF2B5EF4-FFF2-40B4-BE49-F238E27FC236}">
                <a16:creationId xmlns:a16="http://schemas.microsoft.com/office/drawing/2014/main" id="{ED70C9D0-B815-41F7-B020-B64AF32757D4}"/>
              </a:ext>
            </a:extLst>
          </p:cNvPr>
          <p:cNvGrpSpPr>
            <a:grpSpLocks/>
          </p:cNvGrpSpPr>
          <p:nvPr/>
        </p:nvGrpSpPr>
        <p:grpSpPr bwMode="auto">
          <a:xfrm rot="2656396">
            <a:off x="5230813" y="4541838"/>
            <a:ext cx="546100" cy="546100"/>
            <a:chOff x="354" y="2715"/>
            <a:chExt cx="344" cy="344"/>
          </a:xfrm>
        </p:grpSpPr>
        <p:sp>
          <p:nvSpPr>
            <p:cNvPr id="99354" name="Oval 52">
              <a:extLst>
                <a:ext uri="{FF2B5EF4-FFF2-40B4-BE49-F238E27FC236}">
                  <a16:creationId xmlns:a16="http://schemas.microsoft.com/office/drawing/2014/main" id="{ED6895AB-CC0F-4F75-AD42-CB69E64842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" y="2715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55" name="Oval 53">
              <a:extLst>
                <a:ext uri="{FF2B5EF4-FFF2-40B4-BE49-F238E27FC236}">
                  <a16:creationId xmlns:a16="http://schemas.microsoft.com/office/drawing/2014/main" id="{08458EAE-1FC7-4487-916C-34D0C01321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" y="2811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56" name="Oval 54">
              <a:extLst>
                <a:ext uri="{FF2B5EF4-FFF2-40B4-BE49-F238E27FC236}">
                  <a16:creationId xmlns:a16="http://schemas.microsoft.com/office/drawing/2014/main" id="{74498091-E40E-4EDA-A1AB-EE2D484CD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5" y="2907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99357" name="Oval 55">
              <a:extLst>
                <a:ext uri="{FF2B5EF4-FFF2-40B4-BE49-F238E27FC236}">
                  <a16:creationId xmlns:a16="http://schemas.microsoft.com/office/drawing/2014/main" id="{AAF3A485-241B-4616-B46F-0D4C6A031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" y="3003"/>
              <a:ext cx="56" cy="56"/>
            </a:xfrm>
            <a:prstGeom prst="ellipse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  <p:sp>
        <p:nvSpPr>
          <p:cNvPr id="99345" name="Text Box 58">
            <a:extLst>
              <a:ext uri="{FF2B5EF4-FFF2-40B4-BE49-F238E27FC236}">
                <a16:creationId xmlns:a16="http://schemas.microsoft.com/office/drawing/2014/main" id="{0105AEFE-4E5E-438F-85CA-64DD030EF0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64075" y="6086475"/>
            <a:ext cx="2051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router output ports</a:t>
            </a:r>
          </a:p>
        </p:txBody>
      </p:sp>
      <p:pic>
        <p:nvPicPr>
          <p:cNvPr id="99346" name="Picture 63" descr="underline_base">
            <a:extLst>
              <a:ext uri="{FF2B5EF4-FFF2-40B4-BE49-F238E27FC236}">
                <a16:creationId xmlns:a16="http://schemas.microsoft.com/office/drawing/2014/main" id="{303A23C1-38B2-41D2-89E4-5030F787196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013" y="801688"/>
            <a:ext cx="635317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154B30-E410-4EDA-BF54-A8544DCBE09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33425" y="3455988"/>
            <a:ext cx="7802563" cy="127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CA64CDD-00A6-4141-BD4B-6B49A07133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88163" y="3492500"/>
            <a:ext cx="193833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FF0000"/>
                </a:solidFill>
                <a:latin typeface="Arial" panose="020B0604020202020204" pitchFamily="34" charset="0"/>
              </a:rPr>
              <a:t>forwarding</a:t>
            </a:r>
            <a:r>
              <a:rPr lang="en-US" altLang="zh-TW" sz="1600" dirty="0"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C00000"/>
                </a:solidFill>
                <a:latin typeface="Arial" panose="020B0604020202020204" pitchFamily="34" charset="0"/>
              </a:rPr>
              <a:t>data plane</a:t>
            </a:r>
            <a:r>
              <a:rPr lang="en-US" altLang="zh-TW" sz="1600" dirty="0">
                <a:solidFill>
                  <a:srgbClr val="FF0000"/>
                </a:solidFill>
                <a:latin typeface="Arial" panose="020B0604020202020204" pitchFamily="34" charset="0"/>
              </a:rPr>
              <a:t>  </a:t>
            </a:r>
            <a:r>
              <a:rPr lang="en-US" altLang="zh-TW" sz="1600" dirty="0">
                <a:solidFill>
                  <a:srgbClr val="7030A0"/>
                </a:solidFill>
                <a:latin typeface="Arial" panose="020B0604020202020204" pitchFamily="34" charset="0"/>
              </a:rPr>
              <a:t>(hardware)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2D1A99-843C-4525-9B1D-AC7B9440F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700" y="2825750"/>
            <a:ext cx="24495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FF0000"/>
                </a:solidFill>
                <a:latin typeface="Arial" panose="020B0604020202020204" pitchFamily="34" charset="0"/>
              </a:rPr>
              <a:t>routing</a:t>
            </a:r>
            <a:r>
              <a:rPr lang="en-US" altLang="zh-TW" sz="1600" dirty="0">
                <a:latin typeface="Arial" panose="020B0604020202020204" pitchFamily="34" charset="0"/>
              </a:rPr>
              <a:t>, management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dirty="0">
                <a:solidFill>
                  <a:srgbClr val="C00000"/>
                </a:solidFill>
                <a:latin typeface="Arial" panose="020B0604020202020204" pitchFamily="34" charset="0"/>
              </a:rPr>
              <a:t>control plane </a:t>
            </a:r>
            <a:r>
              <a:rPr lang="en-US" altLang="zh-TW" sz="1600" dirty="0">
                <a:solidFill>
                  <a:srgbClr val="7030A0"/>
                </a:solidFill>
                <a:latin typeface="Arial" panose="020B0604020202020204" pitchFamily="34" charset="0"/>
              </a:rPr>
              <a:t>(software)</a:t>
            </a:r>
          </a:p>
        </p:txBody>
      </p:sp>
      <p:sp>
        <p:nvSpPr>
          <p:cNvPr id="99350" name="Freeform 10">
            <a:extLst>
              <a:ext uri="{FF2B5EF4-FFF2-40B4-BE49-F238E27FC236}">
                <a16:creationId xmlns:a16="http://schemas.microsoft.com/office/drawing/2014/main" id="{80238F8F-464A-4A18-9427-FE54BFEA8B12}"/>
              </a:ext>
            </a:extLst>
          </p:cNvPr>
          <p:cNvSpPr>
            <a:spLocks/>
          </p:cNvSpPr>
          <p:nvPr/>
        </p:nvSpPr>
        <p:spPr bwMode="auto">
          <a:xfrm>
            <a:off x="2198688" y="2979738"/>
            <a:ext cx="512762" cy="73025"/>
          </a:xfrm>
          <a:custGeom>
            <a:avLst/>
            <a:gdLst>
              <a:gd name="T0" fmla="*/ 483734 w 512919"/>
              <a:gd name="T1" fmla="*/ 65935 h 73266"/>
              <a:gd name="T2" fmla="*/ 507916 w 512919"/>
              <a:gd name="T3" fmla="*/ 0 h 73266"/>
              <a:gd name="T4" fmla="*/ 145114 w 512919"/>
              <a:gd name="T5" fmla="*/ 10989 h 73266"/>
              <a:gd name="T6" fmla="*/ 96739 w 512919"/>
              <a:gd name="T7" fmla="*/ 21979 h 73266"/>
              <a:gd name="T8" fmla="*/ 0 w 512919"/>
              <a:gd name="T9" fmla="*/ 10989 h 73266"/>
              <a:gd name="T10" fmla="*/ 0 w 512919"/>
              <a:gd name="T11" fmla="*/ 10989 h 73266"/>
              <a:gd name="T12" fmla="*/ 507916 w 512919"/>
              <a:gd name="T13" fmla="*/ 10989 h 7326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512919"/>
              <a:gd name="T22" fmla="*/ 0 h 73266"/>
              <a:gd name="T23" fmla="*/ 512919 w 512919"/>
              <a:gd name="T24" fmla="*/ 73266 h 7326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512919" h="73266">
                <a:moveTo>
                  <a:pt x="488494" y="73266"/>
                </a:moveTo>
                <a:lnTo>
                  <a:pt x="512919" y="0"/>
                </a:lnTo>
                <a:cubicBezTo>
                  <a:pt x="390795" y="4070"/>
                  <a:pt x="268529" y="5036"/>
                  <a:pt x="146548" y="12211"/>
                </a:cubicBezTo>
                <a:cubicBezTo>
                  <a:pt x="129793" y="13196"/>
                  <a:pt x="114483" y="24422"/>
                  <a:pt x="97699" y="24422"/>
                </a:cubicBezTo>
                <a:cubicBezTo>
                  <a:pt x="64879" y="24422"/>
                  <a:pt x="0" y="12211"/>
                  <a:pt x="0" y="12211"/>
                </a:cubicBezTo>
                <a:lnTo>
                  <a:pt x="512919" y="12211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9351" name="Freeform 11">
            <a:extLst>
              <a:ext uri="{FF2B5EF4-FFF2-40B4-BE49-F238E27FC236}">
                <a16:creationId xmlns:a16="http://schemas.microsoft.com/office/drawing/2014/main" id="{AE0F2EF8-8988-4772-9F8B-EB8CBD3C7182}"/>
              </a:ext>
            </a:extLst>
          </p:cNvPr>
          <p:cNvSpPr>
            <a:spLocks/>
          </p:cNvSpPr>
          <p:nvPr/>
        </p:nvSpPr>
        <p:spPr bwMode="auto">
          <a:xfrm>
            <a:off x="-144463" y="647700"/>
            <a:ext cx="8802688" cy="2197100"/>
          </a:xfrm>
          <a:custGeom>
            <a:avLst/>
            <a:gdLst>
              <a:gd name="T0" fmla="*/ 8249570 w 8802811"/>
              <a:gd name="T1" fmla="*/ 0 h 2197979"/>
              <a:gd name="T2" fmla="*/ 8286181 w 8802811"/>
              <a:gd name="T3" fmla="*/ 349618 h 2197979"/>
              <a:gd name="T4" fmla="*/ 8298393 w 8802811"/>
              <a:gd name="T5" fmla="*/ 976514 h 2197979"/>
              <a:gd name="T6" fmla="*/ 8310605 w 8802811"/>
              <a:gd name="T7" fmla="*/ 1193517 h 2197979"/>
              <a:gd name="T8" fmla="*/ 8335025 w 8802811"/>
              <a:gd name="T9" fmla="*/ 1362299 h 2197979"/>
              <a:gd name="T10" fmla="*/ 8310605 w 8802811"/>
              <a:gd name="T11" fmla="*/ 1289965 h 2197979"/>
              <a:gd name="T12" fmla="*/ 8298393 w 8802811"/>
              <a:gd name="T13" fmla="*/ 1205575 h 2197979"/>
              <a:gd name="T14" fmla="*/ 8286181 w 8802811"/>
              <a:gd name="T15" fmla="*/ 1157354 h 2197979"/>
              <a:gd name="T16" fmla="*/ 8249570 w 8802811"/>
              <a:gd name="T17" fmla="*/ 976514 h 2197979"/>
              <a:gd name="T18" fmla="*/ 8237358 w 8802811"/>
              <a:gd name="T19" fmla="*/ 843902 h 2197979"/>
              <a:gd name="T20" fmla="*/ 8212930 w 8802811"/>
              <a:gd name="T21" fmla="*/ 675124 h 2197979"/>
              <a:gd name="T22" fmla="*/ 8200718 w 8802811"/>
              <a:gd name="T23" fmla="*/ 542510 h 2197979"/>
              <a:gd name="T24" fmla="*/ 8176315 w 8802811"/>
              <a:gd name="T25" fmla="*/ 542510 h 2197979"/>
              <a:gd name="T26" fmla="*/ 8176315 w 8802811"/>
              <a:gd name="T27" fmla="*/ 542510 h 2197979"/>
              <a:gd name="T28" fmla="*/ 8408238 w 8802811"/>
              <a:gd name="T29" fmla="*/ 614841 h 2197979"/>
              <a:gd name="T30" fmla="*/ 8469285 w 8802811"/>
              <a:gd name="T31" fmla="*/ 675124 h 2197979"/>
              <a:gd name="T32" fmla="*/ 8554723 w 8802811"/>
              <a:gd name="T33" fmla="*/ 783622 h 2197979"/>
              <a:gd name="T34" fmla="*/ 8579147 w 8802811"/>
              <a:gd name="T35" fmla="*/ 855959 h 2197979"/>
              <a:gd name="T36" fmla="*/ 8615787 w 8802811"/>
              <a:gd name="T37" fmla="*/ 940346 h 2197979"/>
              <a:gd name="T38" fmla="*/ 8689026 w 8802811"/>
              <a:gd name="T39" fmla="*/ 1169406 h 2197979"/>
              <a:gd name="T40" fmla="*/ 8701217 w 8802811"/>
              <a:gd name="T41" fmla="*/ 1241743 h 2197979"/>
              <a:gd name="T42" fmla="*/ 8713433 w 8802811"/>
              <a:gd name="T43" fmla="*/ 1326131 h 2197979"/>
              <a:gd name="T44" fmla="*/ 8737857 w 8802811"/>
              <a:gd name="T45" fmla="*/ 1386410 h 2197979"/>
              <a:gd name="T46" fmla="*/ 8798888 w 8802811"/>
              <a:gd name="T47" fmla="*/ 1386410 h 2197979"/>
              <a:gd name="T48" fmla="*/ 8798888 w 8802811"/>
              <a:gd name="T49" fmla="*/ 1386410 h 2197979"/>
              <a:gd name="T50" fmla="*/ 8786672 w 8802811"/>
              <a:gd name="T51" fmla="*/ 1651637 h 2197979"/>
              <a:gd name="T52" fmla="*/ 8786672 w 8802811"/>
              <a:gd name="T53" fmla="*/ 1651637 h 2197979"/>
              <a:gd name="T54" fmla="*/ 8701217 w 8802811"/>
              <a:gd name="T55" fmla="*/ 1555193 h 2197979"/>
              <a:gd name="T56" fmla="*/ 8640178 w 8802811"/>
              <a:gd name="T57" fmla="*/ 1494910 h 2197979"/>
              <a:gd name="T58" fmla="*/ 8579147 w 8802811"/>
              <a:gd name="T59" fmla="*/ 1398467 h 2197979"/>
              <a:gd name="T60" fmla="*/ 8505884 w 8802811"/>
              <a:gd name="T61" fmla="*/ 1314077 h 2197979"/>
              <a:gd name="T62" fmla="*/ 8432653 w 8802811"/>
              <a:gd name="T63" fmla="*/ 1217633 h 2197979"/>
              <a:gd name="T64" fmla="*/ 8298393 w 8802811"/>
              <a:gd name="T65" fmla="*/ 1024734 h 2197979"/>
              <a:gd name="T66" fmla="*/ 8225142 w 8802811"/>
              <a:gd name="T67" fmla="*/ 904179 h 2197979"/>
              <a:gd name="T68" fmla="*/ 8212930 w 8802811"/>
              <a:gd name="T69" fmla="*/ 868012 h 2197979"/>
              <a:gd name="T70" fmla="*/ 8188527 w 8802811"/>
              <a:gd name="T71" fmla="*/ 831844 h 2197979"/>
              <a:gd name="T72" fmla="*/ 8176315 w 8802811"/>
              <a:gd name="T73" fmla="*/ 783622 h 2197979"/>
              <a:gd name="T74" fmla="*/ 8127467 w 8802811"/>
              <a:gd name="T75" fmla="*/ 711288 h 2197979"/>
              <a:gd name="T76" fmla="*/ 8115308 w 8802811"/>
              <a:gd name="T77" fmla="*/ 699232 h 2197979"/>
              <a:gd name="T78" fmla="*/ 8212930 w 8802811"/>
              <a:gd name="T79" fmla="*/ 771567 h 2197979"/>
              <a:gd name="T80" fmla="*/ 8249570 w 8802811"/>
              <a:gd name="T81" fmla="*/ 807733 h 2197979"/>
              <a:gd name="T82" fmla="*/ 8359428 w 8802811"/>
              <a:gd name="T83" fmla="*/ 904179 h 2197979"/>
              <a:gd name="T84" fmla="*/ 8432653 w 8802811"/>
              <a:gd name="T85" fmla="*/ 1000626 h 2197979"/>
              <a:gd name="T86" fmla="*/ 8469285 w 8802811"/>
              <a:gd name="T87" fmla="*/ 1036792 h 2197979"/>
              <a:gd name="T88" fmla="*/ 8457077 w 8802811"/>
              <a:gd name="T89" fmla="*/ 1024734 h 2197979"/>
              <a:gd name="T90" fmla="*/ 632458 w 8802811"/>
              <a:gd name="T91" fmla="*/ 2133864 h 2197979"/>
              <a:gd name="T92" fmla="*/ 1523576 w 8802811"/>
              <a:gd name="T93" fmla="*/ 2170034 h 2197979"/>
              <a:gd name="T94" fmla="*/ 1035306 w 8802811"/>
              <a:gd name="T95" fmla="*/ 2133864 h 2197979"/>
              <a:gd name="T96" fmla="*/ 547016 w 8802811"/>
              <a:gd name="T97" fmla="*/ 2085644 h 2197979"/>
              <a:gd name="T98" fmla="*/ 70946 w 8802811"/>
              <a:gd name="T99" fmla="*/ 2061530 h 2197979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w 8802811"/>
              <a:gd name="T151" fmla="*/ 0 h 2197979"/>
              <a:gd name="T152" fmla="*/ 8802811 w 8802811"/>
              <a:gd name="T153" fmla="*/ 2197979 h 2197979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T150" t="T151" r="T152" b="T153"/>
            <a:pathLst>
              <a:path w="8802811" h="2197979">
                <a:moveTo>
                  <a:pt x="8253255" y="0"/>
                </a:moveTo>
                <a:lnTo>
                  <a:pt x="8289892" y="354119"/>
                </a:lnTo>
                <a:cubicBezTo>
                  <a:pt x="8293963" y="565776"/>
                  <a:pt x="8296057" y="777480"/>
                  <a:pt x="8302104" y="989090"/>
                </a:cubicBezTo>
                <a:cubicBezTo>
                  <a:pt x="8304200" y="1062439"/>
                  <a:pt x="8308222" y="1135763"/>
                  <a:pt x="8314317" y="1208888"/>
                </a:cubicBezTo>
                <a:cubicBezTo>
                  <a:pt x="8316142" y="1230787"/>
                  <a:pt x="8344376" y="1368573"/>
                  <a:pt x="8338741" y="1379842"/>
                </a:cubicBezTo>
                <a:cubicBezTo>
                  <a:pt x="8327228" y="1402867"/>
                  <a:pt x="8314317" y="1306576"/>
                  <a:pt x="8314317" y="1306576"/>
                </a:cubicBezTo>
                <a:cubicBezTo>
                  <a:pt x="8310246" y="1278084"/>
                  <a:pt x="8307253" y="1249416"/>
                  <a:pt x="8302104" y="1221099"/>
                </a:cubicBezTo>
                <a:cubicBezTo>
                  <a:pt x="8299101" y="1204587"/>
                  <a:pt x="8292894" y="1188767"/>
                  <a:pt x="8289892" y="1172255"/>
                </a:cubicBezTo>
                <a:cubicBezTo>
                  <a:pt x="8255975" y="985729"/>
                  <a:pt x="8304437" y="1193793"/>
                  <a:pt x="8253255" y="989090"/>
                </a:cubicBezTo>
                <a:cubicBezTo>
                  <a:pt x="8249184" y="944316"/>
                  <a:pt x="8246400" y="899407"/>
                  <a:pt x="8241043" y="854769"/>
                </a:cubicBezTo>
                <a:cubicBezTo>
                  <a:pt x="8234184" y="797616"/>
                  <a:pt x="8221830" y="741142"/>
                  <a:pt x="8216618" y="683815"/>
                </a:cubicBezTo>
                <a:cubicBezTo>
                  <a:pt x="8212547" y="639041"/>
                  <a:pt x="8216237" y="592868"/>
                  <a:pt x="8204406" y="549494"/>
                </a:cubicBezTo>
                <a:cubicBezTo>
                  <a:pt x="8202264" y="541639"/>
                  <a:pt x="8188123" y="549494"/>
                  <a:pt x="8179981" y="549494"/>
                </a:cubicBezTo>
                <a:cubicBezTo>
                  <a:pt x="8254412" y="566668"/>
                  <a:pt x="8345942" y="574712"/>
                  <a:pt x="8412016" y="622760"/>
                </a:cubicBezTo>
                <a:cubicBezTo>
                  <a:pt x="8435295" y="639688"/>
                  <a:pt x="8454344" y="661962"/>
                  <a:pt x="8473077" y="683815"/>
                </a:cubicBezTo>
                <a:cubicBezTo>
                  <a:pt x="8503283" y="719051"/>
                  <a:pt x="8558564" y="793714"/>
                  <a:pt x="8558564" y="793714"/>
                </a:cubicBezTo>
                <a:cubicBezTo>
                  <a:pt x="8566706" y="818136"/>
                  <a:pt x="8573747" y="842953"/>
                  <a:pt x="8582989" y="866980"/>
                </a:cubicBezTo>
                <a:cubicBezTo>
                  <a:pt x="8594118" y="895913"/>
                  <a:pt x="8610878" y="922718"/>
                  <a:pt x="8619626" y="952457"/>
                </a:cubicBezTo>
                <a:cubicBezTo>
                  <a:pt x="8696833" y="1214937"/>
                  <a:pt x="8583806" y="939035"/>
                  <a:pt x="8692900" y="1184466"/>
                </a:cubicBezTo>
                <a:cubicBezTo>
                  <a:pt x="8696971" y="1208888"/>
                  <a:pt x="8701347" y="1233261"/>
                  <a:pt x="8705112" y="1257732"/>
                </a:cubicBezTo>
                <a:cubicBezTo>
                  <a:pt x="8709489" y="1286179"/>
                  <a:pt x="8710343" y="1315287"/>
                  <a:pt x="8717324" y="1343209"/>
                </a:cubicBezTo>
                <a:cubicBezTo>
                  <a:pt x="8722641" y="1364474"/>
                  <a:pt x="8723911" y="1391524"/>
                  <a:pt x="8741749" y="1404264"/>
                </a:cubicBezTo>
                <a:cubicBezTo>
                  <a:pt x="8758312" y="1416094"/>
                  <a:pt x="8782457" y="1404264"/>
                  <a:pt x="8802811" y="1404264"/>
                </a:cubicBezTo>
                <a:lnTo>
                  <a:pt x="8790599" y="1672906"/>
                </a:lnTo>
                <a:cubicBezTo>
                  <a:pt x="8762103" y="1640343"/>
                  <a:pt x="8734463" y="1607012"/>
                  <a:pt x="8705112" y="1575218"/>
                </a:cubicBezTo>
                <a:cubicBezTo>
                  <a:pt x="8685588" y="1554069"/>
                  <a:pt x="8661601" y="1536976"/>
                  <a:pt x="8644050" y="1514163"/>
                </a:cubicBezTo>
                <a:cubicBezTo>
                  <a:pt x="8620635" y="1483727"/>
                  <a:pt x="8605699" y="1447440"/>
                  <a:pt x="8582989" y="1416475"/>
                </a:cubicBezTo>
                <a:cubicBezTo>
                  <a:pt x="8560794" y="1386213"/>
                  <a:pt x="8533160" y="1360302"/>
                  <a:pt x="8509714" y="1330998"/>
                </a:cubicBezTo>
                <a:cubicBezTo>
                  <a:pt x="8484284" y="1299214"/>
                  <a:pt x="8459970" y="1266525"/>
                  <a:pt x="8436440" y="1233310"/>
                </a:cubicBezTo>
                <a:cubicBezTo>
                  <a:pt x="8390753" y="1168818"/>
                  <a:pt x="8331459" y="1111315"/>
                  <a:pt x="8302104" y="1037934"/>
                </a:cubicBezTo>
                <a:cubicBezTo>
                  <a:pt x="8267999" y="952679"/>
                  <a:pt x="8291374" y="993995"/>
                  <a:pt x="8228830" y="915824"/>
                </a:cubicBezTo>
                <a:cubicBezTo>
                  <a:pt x="8224759" y="903613"/>
                  <a:pt x="8222375" y="890703"/>
                  <a:pt x="8216618" y="879191"/>
                </a:cubicBezTo>
                <a:cubicBezTo>
                  <a:pt x="8210054" y="866064"/>
                  <a:pt x="8197975" y="856047"/>
                  <a:pt x="8192193" y="842558"/>
                </a:cubicBezTo>
                <a:cubicBezTo>
                  <a:pt x="8185581" y="827133"/>
                  <a:pt x="8185874" y="809428"/>
                  <a:pt x="8179981" y="793714"/>
                </a:cubicBezTo>
                <a:cubicBezTo>
                  <a:pt x="8162237" y="746401"/>
                  <a:pt x="8160946" y="750260"/>
                  <a:pt x="8131131" y="720448"/>
                </a:cubicBezTo>
                <a:lnTo>
                  <a:pt x="8118919" y="708237"/>
                </a:lnTo>
                <a:cubicBezTo>
                  <a:pt x="8151485" y="732659"/>
                  <a:pt x="8185112" y="755728"/>
                  <a:pt x="8216618" y="781503"/>
                </a:cubicBezTo>
                <a:cubicBezTo>
                  <a:pt x="8229985" y="792438"/>
                  <a:pt x="8240257" y="806764"/>
                  <a:pt x="8253255" y="818136"/>
                </a:cubicBezTo>
                <a:cubicBezTo>
                  <a:pt x="8303675" y="862248"/>
                  <a:pt x="8321173" y="865438"/>
                  <a:pt x="8363166" y="915824"/>
                </a:cubicBezTo>
                <a:cubicBezTo>
                  <a:pt x="8389226" y="947093"/>
                  <a:pt x="8407656" y="984731"/>
                  <a:pt x="8436440" y="1013512"/>
                </a:cubicBezTo>
                <a:lnTo>
                  <a:pt x="8473077" y="1050145"/>
                </a:lnTo>
                <a:lnTo>
                  <a:pt x="8460865" y="1037934"/>
                </a:lnTo>
                <a:lnTo>
                  <a:pt x="632746" y="2161346"/>
                </a:lnTo>
                <a:lnTo>
                  <a:pt x="1524248" y="2197979"/>
                </a:lnTo>
                <a:lnTo>
                  <a:pt x="1035754" y="2161346"/>
                </a:lnTo>
                <a:cubicBezTo>
                  <a:pt x="712856" y="2131451"/>
                  <a:pt x="1008547" y="2123752"/>
                  <a:pt x="547260" y="2112502"/>
                </a:cubicBezTo>
                <a:cubicBezTo>
                  <a:pt x="37453" y="2100069"/>
                  <a:pt x="-102777" y="2174947"/>
                  <a:pt x="70978" y="2088080"/>
                </a:cubicBez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/>
          <a:lstStyle/>
          <a:p>
            <a:endParaRPr lang="zh-HK" altLang="en-US"/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E4A29B03-C439-48E8-92BC-90246C05CC7D}"/>
              </a:ext>
            </a:extLst>
          </p:cNvPr>
          <p:cNvCxnSpPr>
            <a:cxnSpLocks noChangeShapeType="1"/>
            <a:endCxn id="99377" idx="0"/>
          </p:cNvCxnSpPr>
          <p:nvPr/>
        </p:nvCxnSpPr>
        <p:spPr bwMode="auto">
          <a:xfrm rot="5400000">
            <a:off x="1215231" y="4042570"/>
            <a:ext cx="2473325" cy="347662"/>
          </a:xfrm>
          <a:prstGeom prst="bentConnector3">
            <a:avLst>
              <a:gd name="adj1" fmla="val -60"/>
            </a:avLst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902763D-79B9-46EA-84E8-2FFE32E307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675" y="2698750"/>
            <a:ext cx="215582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1" dirty="0">
                <a:solidFill>
                  <a:srgbClr val="0070C0"/>
                </a:solidFill>
                <a:latin typeface="Arial" panose="020B0604020202020204" pitchFamily="34" charset="0"/>
              </a:rPr>
              <a:t>forwarding tables computed,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 i="1" dirty="0">
                <a:solidFill>
                  <a:srgbClr val="0070C0"/>
                </a:solidFill>
                <a:latin typeface="Arial" panose="020B0604020202020204" pitchFamily="34" charset="0"/>
              </a:rPr>
              <a:t>pushed to input ports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Footer Placeholder 4">
            <a:extLst>
              <a:ext uri="{FF2B5EF4-FFF2-40B4-BE49-F238E27FC236}">
                <a16:creationId xmlns:a16="http://schemas.microsoft.com/office/drawing/2014/main" id="{AE58ED12-3D7C-4D50-9B1B-A85BC18A7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00355" name="Slide Number Placeholder 5">
            <a:extLst>
              <a:ext uri="{FF2B5EF4-FFF2-40B4-BE49-F238E27FC236}">
                <a16:creationId xmlns:a16="http://schemas.microsoft.com/office/drawing/2014/main" id="{E3903C95-D858-4518-98D1-A35AD8C1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2F4F2E31-F86A-4FB0-B720-D47456F5EE5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0356" name="Picture 57" descr="underline_base">
            <a:extLst>
              <a:ext uri="{FF2B5EF4-FFF2-40B4-BE49-F238E27FC236}">
                <a16:creationId xmlns:a16="http://schemas.microsoft.com/office/drawing/2014/main" id="{18B24E81-FF8A-4499-871C-6ED3216259CB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63" y="814388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0357" name="Rectangle 12">
            <a:extLst>
              <a:ext uri="{FF2B5EF4-FFF2-40B4-BE49-F238E27FC236}">
                <a16:creationId xmlns:a16="http://schemas.microsoft.com/office/drawing/2014/main" id="{7AFB6CAB-3A81-47F2-B185-09D3B6F85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7700" y="1306513"/>
            <a:ext cx="4568825" cy="1836737"/>
          </a:xfrm>
          <a:prstGeom prst="rect">
            <a:avLst/>
          </a:prstGeom>
          <a:solidFill>
            <a:schemeClr val="bg1"/>
          </a:solidFill>
          <a:ln w="19050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0358" name="Rectangle 13">
            <a:extLst>
              <a:ext uri="{FF2B5EF4-FFF2-40B4-BE49-F238E27FC236}">
                <a16:creationId xmlns:a16="http://schemas.microsoft.com/office/drawing/2014/main" id="{3D1E2A08-A476-401D-861C-62AE6A236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820863"/>
            <a:ext cx="1417638" cy="828675"/>
          </a:xfrm>
          <a:prstGeom prst="rect">
            <a:avLst/>
          </a:prstGeom>
          <a:solidFill>
            <a:schemeClr val="bg1"/>
          </a:solidFill>
          <a:ln w="2857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line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termination</a:t>
            </a:r>
          </a:p>
        </p:txBody>
      </p:sp>
      <p:sp>
        <p:nvSpPr>
          <p:cNvPr id="100359" name="Rectangle 14">
            <a:extLst>
              <a:ext uri="{FF2B5EF4-FFF2-40B4-BE49-F238E27FC236}">
                <a16:creationId xmlns:a16="http://schemas.microsoft.com/office/drawing/2014/main" id="{054A4842-4BB4-4491-80E7-6288E6502C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7288" y="1492250"/>
            <a:ext cx="1152525" cy="1409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0360" name="Rectangle 15">
            <a:extLst>
              <a:ext uri="{FF2B5EF4-FFF2-40B4-BE49-F238E27FC236}">
                <a16:creationId xmlns:a16="http://schemas.microsoft.com/office/drawing/2014/main" id="{B1E2DBEC-9612-4D0F-8A7D-E2A95DBB3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8250" y="1443038"/>
            <a:ext cx="1247775" cy="150495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0361" name="Line 16">
            <a:extLst>
              <a:ext uri="{FF2B5EF4-FFF2-40B4-BE49-F238E27FC236}">
                <a16:creationId xmlns:a16="http://schemas.microsoft.com/office/drawing/2014/main" id="{B3535115-2189-49E7-98C0-F1A3CC00CF2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41475" y="2232025"/>
            <a:ext cx="423863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62" name="Line 30">
            <a:extLst>
              <a:ext uri="{FF2B5EF4-FFF2-40B4-BE49-F238E27FC236}">
                <a16:creationId xmlns:a16="http://schemas.microsoft.com/office/drawing/2014/main" id="{CFA88E85-1D66-4236-A16A-0DADB4C324D0}"/>
              </a:ext>
            </a:extLst>
          </p:cNvPr>
          <p:cNvSpPr>
            <a:spLocks noChangeShapeType="1"/>
          </p:cNvSpPr>
          <p:nvPr/>
        </p:nvSpPr>
        <p:spPr bwMode="auto">
          <a:xfrm>
            <a:off x="3509963" y="2211388"/>
            <a:ext cx="190500" cy="15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63" name="Line 31">
            <a:extLst>
              <a:ext uri="{FF2B5EF4-FFF2-40B4-BE49-F238E27FC236}">
                <a16:creationId xmlns:a16="http://schemas.microsoft.com/office/drawing/2014/main" id="{33E0736A-FB15-4877-8EE2-918720BB591B}"/>
              </a:ext>
            </a:extLst>
          </p:cNvPr>
          <p:cNvSpPr>
            <a:spLocks noChangeShapeType="1"/>
          </p:cNvSpPr>
          <p:nvPr/>
        </p:nvSpPr>
        <p:spPr bwMode="auto">
          <a:xfrm>
            <a:off x="4852988" y="2168525"/>
            <a:ext cx="190500" cy="15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64" name="Line 32">
            <a:extLst>
              <a:ext uri="{FF2B5EF4-FFF2-40B4-BE49-F238E27FC236}">
                <a16:creationId xmlns:a16="http://schemas.microsoft.com/office/drawing/2014/main" id="{05D343AA-53A2-4771-89CE-FEC01C94C95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3638" y="2209800"/>
            <a:ext cx="736600" cy="15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65" name="Rectangle 33">
            <a:extLst>
              <a:ext uri="{FF2B5EF4-FFF2-40B4-BE49-F238E27FC236}">
                <a16:creationId xmlns:a16="http://schemas.microsoft.com/office/drawing/2014/main" id="{E6C4449B-BFF6-41C1-811F-F052B4B7F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0625" y="1801813"/>
            <a:ext cx="1055688" cy="8286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link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layer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protocol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(receive)</a:t>
            </a:r>
          </a:p>
        </p:txBody>
      </p:sp>
      <p:sp>
        <p:nvSpPr>
          <p:cNvPr id="100366" name="Text Box 35">
            <a:extLst>
              <a:ext uri="{FF2B5EF4-FFF2-40B4-BE49-F238E27FC236}">
                <a16:creationId xmlns:a16="http://schemas.microsoft.com/office/drawing/2014/main" id="{02AA5F61-39A0-47C6-A762-7D27C9B904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80000" y="1455738"/>
            <a:ext cx="12509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lookup,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forwarding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</a:endParaRP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queueing</a:t>
            </a:r>
          </a:p>
        </p:txBody>
      </p:sp>
      <p:sp>
        <p:nvSpPr>
          <p:cNvPr id="100367" name="Rectangle 3">
            <a:extLst>
              <a:ext uri="{FF2B5EF4-FFF2-40B4-BE49-F238E27FC236}">
                <a16:creationId xmlns:a16="http://schemas.microsoft.com/office/drawing/2014/main" id="{DF0F9B42-FD72-4622-A8B2-95E8968BE4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22275" y="293688"/>
            <a:ext cx="7772400" cy="60960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Input port functions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00368" name="Rectangle 4">
            <a:extLst>
              <a:ext uri="{FF2B5EF4-FFF2-40B4-BE49-F238E27FC236}">
                <a16:creationId xmlns:a16="http://schemas.microsoft.com/office/drawing/2014/main" id="{8ACE9B2F-B774-463A-8D06-1A35013F6D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394075" y="3746500"/>
            <a:ext cx="5456238" cy="2667000"/>
          </a:xfrm>
        </p:spPr>
        <p:txBody>
          <a:bodyPr/>
          <a:lstStyle/>
          <a:p>
            <a:pPr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zh-TW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decentralized switching</a:t>
            </a:r>
            <a:r>
              <a:rPr lang="en-US" altLang="zh-TW" sz="2400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zh-TW" sz="2400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altLang="zh-TW" sz="2200" dirty="0">
                <a:ea typeface="ＭＳ Ｐゴシック" panose="020B0600070205080204" pitchFamily="34" charset="-128"/>
              </a:rPr>
              <a:t>given datagram </a:t>
            </a:r>
            <a:r>
              <a:rPr lang="en-US" altLang="zh-TW" sz="2200" dirty="0" err="1">
                <a:ea typeface="ＭＳ Ｐゴシック" panose="020B0600070205080204" pitchFamily="34" charset="-128"/>
              </a:rPr>
              <a:t>dest</a:t>
            </a:r>
            <a:r>
              <a:rPr lang="en-US" altLang="zh-TW" sz="2200" dirty="0">
                <a:ea typeface="ＭＳ Ｐゴシック" panose="020B0600070205080204" pitchFamily="34" charset="-128"/>
              </a:rPr>
              <a:t>., lookup output port using </a:t>
            </a:r>
            <a:r>
              <a:rPr lang="en-US" altLang="zh-TW" sz="22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forwarding table</a:t>
            </a:r>
            <a:r>
              <a:rPr lang="en-US" altLang="zh-TW" sz="2200" dirty="0">
                <a:ea typeface="ＭＳ Ｐゴシック" panose="020B0600070205080204" pitchFamily="34" charset="-128"/>
              </a:rPr>
              <a:t> in input port memory </a:t>
            </a:r>
            <a:r>
              <a:rPr lang="en-US" altLang="zh-TW" sz="2200" i="1" dirty="0">
                <a:ea typeface="ＭＳ Ｐゴシック" panose="020B0600070205080204" pitchFamily="34" charset="-128"/>
              </a:rPr>
              <a:t>(</a:t>
            </a:r>
            <a:r>
              <a:rPr lang="en-US" altLang="en-US" sz="2200" i="1" dirty="0">
                <a:ea typeface="ＭＳ Ｐゴシック" panose="020B0600070205080204" pitchFamily="34" charset="-128"/>
              </a:rPr>
              <a:t>“</a:t>
            </a:r>
            <a:r>
              <a:rPr lang="en-US" altLang="zh-TW" sz="2200" i="1" dirty="0">
                <a:ea typeface="ＭＳ Ｐゴシック" panose="020B0600070205080204" pitchFamily="34" charset="-128"/>
              </a:rPr>
              <a:t>match plus action</a:t>
            </a:r>
            <a:r>
              <a:rPr lang="en-US" altLang="en-US" sz="2200" i="1" dirty="0">
                <a:ea typeface="ＭＳ Ｐゴシック" panose="020B0600070205080204" pitchFamily="34" charset="-128"/>
              </a:rPr>
              <a:t>”</a:t>
            </a:r>
            <a:r>
              <a:rPr lang="en-US" altLang="zh-TW" sz="2200" i="1" dirty="0">
                <a:ea typeface="ＭＳ Ｐゴシック" panose="020B0600070205080204" pitchFamily="34" charset="-128"/>
              </a:rPr>
              <a:t>)</a:t>
            </a:r>
          </a:p>
          <a:p>
            <a:pPr>
              <a:lnSpc>
                <a:spcPct val="90000"/>
              </a:lnSpc>
            </a:pPr>
            <a:r>
              <a:rPr lang="en-US" altLang="zh-HK" sz="2200" i="1" dirty="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destination-based forwarding: </a:t>
            </a:r>
            <a:r>
              <a:rPr lang="en-US" altLang="zh-HK" sz="22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forward based only on destination IP address (traditional)</a:t>
            </a:r>
            <a:endParaRPr lang="en-US" altLang="ja-JP" sz="2200" dirty="0">
              <a:ea typeface="ＭＳ Ｐゴシック" panose="020B0600070205080204" pitchFamily="34" charset="-128"/>
              <a:cs typeface="ＭＳ Ｐゴシック" panose="020B0600070205080204" pitchFamily="34" charset="-128"/>
            </a:endParaRPr>
          </a:p>
          <a:p>
            <a:pPr>
              <a:lnSpc>
                <a:spcPct val="90000"/>
              </a:lnSpc>
            </a:pPr>
            <a:r>
              <a:rPr lang="en-US" altLang="zh-HK" sz="2200" i="1" dirty="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generalized forwarding: </a:t>
            </a:r>
            <a:r>
              <a:rPr lang="en-US" altLang="zh-HK" sz="22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forward based on any set of header field values</a:t>
            </a:r>
          </a:p>
        </p:txBody>
      </p:sp>
      <p:sp>
        <p:nvSpPr>
          <p:cNvPr id="100369" name="Text Box 5">
            <a:extLst>
              <a:ext uri="{FF2B5EF4-FFF2-40B4-BE49-F238E27FC236}">
                <a16:creationId xmlns:a16="http://schemas.microsoft.com/office/drawing/2014/main" id="{D5BF64EB-FA6B-4155-BFC3-9434CFCEA0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1613" y="3054350"/>
            <a:ext cx="217487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99"/>
                </a:solidFill>
                <a:latin typeface="Arial" panose="020B0604020202020204" pitchFamily="34" charset="0"/>
              </a:rPr>
              <a:t>physical layer: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latin typeface="Arial" panose="020B0604020202020204" pitchFamily="34" charset="0"/>
              </a:rPr>
              <a:t>bit-level reception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100370" name="Text Box 6">
            <a:extLst>
              <a:ext uri="{FF2B5EF4-FFF2-40B4-BE49-F238E27FC236}">
                <a16:creationId xmlns:a16="http://schemas.microsoft.com/office/drawing/2014/main" id="{CA9946A8-F878-4124-842B-A0D715C872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913" y="3783013"/>
            <a:ext cx="1820862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solidFill>
                  <a:srgbClr val="000099"/>
                </a:solidFill>
                <a:latin typeface="Arial" panose="020B0604020202020204" pitchFamily="34" charset="0"/>
              </a:rPr>
              <a:t>data link layer: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e.g., Ethernet</a:t>
            </a:r>
          </a:p>
          <a:p>
            <a:pPr algn="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 dirty="0">
                <a:latin typeface="Arial" panose="020B0604020202020204" pitchFamily="34" charset="0"/>
              </a:rPr>
              <a:t>see chapter 6</a:t>
            </a:r>
            <a:endParaRPr lang="en-US" altLang="zh-TW" sz="1800" dirty="0">
              <a:latin typeface="Arial" panose="020B0604020202020204" pitchFamily="34" charset="0"/>
            </a:endParaRPr>
          </a:p>
        </p:txBody>
      </p:sp>
      <p:sp>
        <p:nvSpPr>
          <p:cNvPr id="100371" name="Line 45">
            <a:extLst>
              <a:ext uri="{FF2B5EF4-FFF2-40B4-BE49-F238E27FC236}">
                <a16:creationId xmlns:a16="http://schemas.microsoft.com/office/drawing/2014/main" id="{CB4507CC-91C4-4F77-A90B-0A1EBBAD7D06}"/>
              </a:ext>
            </a:extLst>
          </p:cNvPr>
          <p:cNvSpPr>
            <a:spLocks noChangeShapeType="1"/>
          </p:cNvSpPr>
          <p:nvPr/>
        </p:nvSpPr>
        <p:spPr bwMode="auto">
          <a:xfrm>
            <a:off x="6969125" y="690563"/>
            <a:ext cx="11113" cy="2865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72" name="Rectangle 46">
            <a:extLst>
              <a:ext uri="{FF2B5EF4-FFF2-40B4-BE49-F238E27FC236}">
                <a16:creationId xmlns:a16="http://schemas.microsoft.com/office/drawing/2014/main" id="{014D5666-E1B0-4274-BCB6-89A82373E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1819275"/>
            <a:ext cx="1055688" cy="8286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switch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fabric</a:t>
            </a:r>
          </a:p>
        </p:txBody>
      </p:sp>
      <p:grpSp>
        <p:nvGrpSpPr>
          <p:cNvPr id="100373" name="Group 56">
            <a:extLst>
              <a:ext uri="{FF2B5EF4-FFF2-40B4-BE49-F238E27FC236}">
                <a16:creationId xmlns:a16="http://schemas.microsoft.com/office/drawing/2014/main" id="{D01227D0-00BF-4D79-B943-8C56C811F32F}"/>
              </a:ext>
            </a:extLst>
          </p:cNvPr>
          <p:cNvGrpSpPr>
            <a:grpSpLocks/>
          </p:cNvGrpSpPr>
          <p:nvPr/>
        </p:nvGrpSpPr>
        <p:grpSpPr bwMode="auto">
          <a:xfrm>
            <a:off x="5175250" y="2062163"/>
            <a:ext cx="993775" cy="468312"/>
            <a:chOff x="310" y="3526"/>
            <a:chExt cx="1040" cy="457"/>
          </a:xfrm>
        </p:grpSpPr>
        <p:sp>
          <p:nvSpPr>
            <p:cNvPr id="100377" name="Rectangle 47">
              <a:extLst>
                <a:ext uri="{FF2B5EF4-FFF2-40B4-BE49-F238E27FC236}">
                  <a16:creationId xmlns:a16="http://schemas.microsoft.com/office/drawing/2014/main" id="{26F1A7B5-EFB9-434B-8835-3C8B9C0C2F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" y="3526"/>
              <a:ext cx="1040" cy="457"/>
            </a:xfrm>
            <a:prstGeom prst="rect">
              <a:avLst/>
            </a:prstGeom>
            <a:solidFill>
              <a:srgbClr val="FF0000"/>
            </a:solidFill>
            <a:ln w="38100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0378" name="Line 48">
              <a:extLst>
                <a:ext uri="{FF2B5EF4-FFF2-40B4-BE49-F238E27FC236}">
                  <a16:creationId xmlns:a16="http://schemas.microsoft.com/office/drawing/2014/main" id="{44406EEF-2C23-4F59-A1C0-77962FD7CE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6" y="3535"/>
              <a:ext cx="2" cy="437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79" name="Line 49">
              <a:extLst>
                <a:ext uri="{FF2B5EF4-FFF2-40B4-BE49-F238E27FC236}">
                  <a16:creationId xmlns:a16="http://schemas.microsoft.com/office/drawing/2014/main" id="{77F2F883-DBCA-4D15-8E73-F7713CD3FA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" y="3538"/>
              <a:ext cx="2" cy="435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80" name="Line 50">
              <a:extLst>
                <a:ext uri="{FF2B5EF4-FFF2-40B4-BE49-F238E27FC236}">
                  <a16:creationId xmlns:a16="http://schemas.microsoft.com/office/drawing/2014/main" id="{A9CF66A7-6DBB-41D8-890F-605F4D345A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1" y="3534"/>
              <a:ext cx="2" cy="437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81" name="Line 51">
              <a:extLst>
                <a:ext uri="{FF2B5EF4-FFF2-40B4-BE49-F238E27FC236}">
                  <a16:creationId xmlns:a16="http://schemas.microsoft.com/office/drawing/2014/main" id="{18BF71ED-C796-4CCF-B16A-0ABA5E0601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82" y="3535"/>
              <a:ext cx="2" cy="437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82" name="Line 52">
              <a:extLst>
                <a:ext uri="{FF2B5EF4-FFF2-40B4-BE49-F238E27FC236}">
                  <a16:creationId xmlns:a16="http://schemas.microsoft.com/office/drawing/2014/main" id="{7BD6E45F-789D-4CAF-9311-6C7AB5595C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5" y="3534"/>
              <a:ext cx="2" cy="437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83" name="Line 53">
              <a:extLst>
                <a:ext uri="{FF2B5EF4-FFF2-40B4-BE49-F238E27FC236}">
                  <a16:creationId xmlns:a16="http://schemas.microsoft.com/office/drawing/2014/main" id="{6C2CABDD-CFE8-42A9-B5E1-69EF6E532C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6" y="3534"/>
              <a:ext cx="2" cy="437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84" name="Line 54">
              <a:extLst>
                <a:ext uri="{FF2B5EF4-FFF2-40B4-BE49-F238E27FC236}">
                  <a16:creationId xmlns:a16="http://schemas.microsoft.com/office/drawing/2014/main" id="{44621394-C6DE-4104-A417-A1EA97805F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1" y="3535"/>
              <a:ext cx="2" cy="437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0385" name="Line 55">
              <a:extLst>
                <a:ext uri="{FF2B5EF4-FFF2-40B4-BE49-F238E27FC236}">
                  <a16:creationId xmlns:a16="http://schemas.microsoft.com/office/drawing/2014/main" id="{D2EE5D24-AF2B-41E6-AC67-E33EFA51C0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29" y="3538"/>
              <a:ext cx="2" cy="435"/>
            </a:xfrm>
            <a:prstGeom prst="line">
              <a:avLst/>
            </a:prstGeom>
            <a:noFill/>
            <a:ln w="381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0374" name="Line 58">
            <a:extLst>
              <a:ext uri="{FF2B5EF4-FFF2-40B4-BE49-F238E27FC236}">
                <a16:creationId xmlns:a16="http://schemas.microsoft.com/office/drawing/2014/main" id="{04D88795-974A-4F50-A55B-CC46C6E05DA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86013" y="2743200"/>
            <a:ext cx="446087" cy="490538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75" name="Line 59">
            <a:extLst>
              <a:ext uri="{FF2B5EF4-FFF2-40B4-BE49-F238E27FC236}">
                <a16:creationId xmlns:a16="http://schemas.microsoft.com/office/drawing/2014/main" id="{D2328B00-46DE-42C8-929F-72A18DA86CC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05063" y="2940050"/>
            <a:ext cx="1193800" cy="1338263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0376" name="Line 60">
            <a:extLst>
              <a:ext uri="{FF2B5EF4-FFF2-40B4-BE49-F238E27FC236}">
                <a16:creationId xmlns:a16="http://schemas.microsoft.com/office/drawing/2014/main" id="{5D8B1F14-129E-4EC4-936C-449EBBED0E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10138" y="3070225"/>
            <a:ext cx="669925" cy="790575"/>
          </a:xfrm>
          <a:prstGeom prst="line">
            <a:avLst/>
          </a:prstGeom>
          <a:noFill/>
          <a:ln w="19050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70" grpId="0"/>
      <p:bldP spid="100375" grpId="0" animBg="1"/>
      <p:bldP spid="10037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Footer Placeholder 4">
            <a:extLst>
              <a:ext uri="{FF2B5EF4-FFF2-40B4-BE49-F238E27FC236}">
                <a16:creationId xmlns:a16="http://schemas.microsoft.com/office/drawing/2014/main" id="{A8DA41E7-53A7-4B73-A8B8-1577D22FD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94211" name="Slide Number Placeholder 5">
            <a:extLst>
              <a:ext uri="{FF2B5EF4-FFF2-40B4-BE49-F238E27FC236}">
                <a16:creationId xmlns:a16="http://schemas.microsoft.com/office/drawing/2014/main" id="{9CB0FA61-F949-4DF2-B694-2950F80C8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7D3AB70D-06B1-4F16-83DF-8B9CC384577D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94212" name="Rectangle 3">
            <a:extLst>
              <a:ext uri="{FF2B5EF4-FFF2-40B4-BE49-F238E27FC236}">
                <a16:creationId xmlns:a16="http://schemas.microsoft.com/office/drawing/2014/main" id="{46270FCB-7E0D-434A-AECE-9570D3580F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650" y="1392238"/>
            <a:ext cx="5235575" cy="424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Arial" panose="020B0604020202020204" pitchFamily="34" charset="0"/>
                <a:cs typeface="Times New Roman" panose="02020603050405020304" pitchFamily="18" charset="0"/>
              </a:rPr>
              <a:t>Destination Address Range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 b="1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11001000 00010111 00010000 00000000</a:t>
            </a:r>
            <a:endParaRPr lang="en-US" altLang="zh-TW" sz="2000" b="1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through</a:t>
            </a:r>
            <a:r>
              <a:rPr lang="en-US" altLang="zh-TW" sz="1800">
                <a:latin typeface="Comic Sans MS" panose="030F0702030302020204" pitchFamily="66" charset="0"/>
                <a:cs typeface="Times New Roman" panose="02020603050405020304" pitchFamily="18" charset="0"/>
              </a:rPr>
              <a:t>                                 </a:t>
            </a:r>
            <a:endParaRPr lang="en-US" altLang="zh-TW" sz="2000"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11001000 00010111 00010111 11111111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 b="1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11001000 00010111 00011000 00000000</a:t>
            </a:r>
            <a:endParaRPr lang="en-US" altLang="zh-TW" sz="2000" b="1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through</a:t>
            </a:r>
            <a:endParaRPr lang="en-US" altLang="zh-TW" sz="20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11001000 00010111 00011000 11111111  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2000" b="1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11001000 00010111 00011001 00000000</a:t>
            </a:r>
            <a:endParaRPr lang="en-US" altLang="zh-TW" sz="2000" b="1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through</a:t>
            </a:r>
            <a:endParaRPr lang="en-US" altLang="zh-TW" sz="20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 b="1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11001000 00010111 00011111 11111111  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otherwise</a:t>
            </a:r>
          </a:p>
        </p:txBody>
      </p:sp>
      <p:sp>
        <p:nvSpPr>
          <p:cNvPr id="94213" name="Rectangle 5">
            <a:extLst>
              <a:ext uri="{FF2B5EF4-FFF2-40B4-BE49-F238E27FC236}">
                <a16:creationId xmlns:a16="http://schemas.microsoft.com/office/drawing/2014/main" id="{C84D8DB2-6EFC-4012-AE4C-1C85A81312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53138" y="1430338"/>
            <a:ext cx="1555750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Link Interface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 u="sng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0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1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2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3  </a:t>
            </a:r>
            <a:endParaRPr lang="en-US" altLang="zh-TW" sz="2000">
              <a:latin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zh-TW" sz="1800" b="1"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4214" name="Rectangle 6">
            <a:extLst>
              <a:ext uri="{FF2B5EF4-FFF2-40B4-BE49-F238E27FC236}">
                <a16:creationId xmlns:a16="http://schemas.microsoft.com/office/drawing/2014/main" id="{1B24FFF7-7BEA-405C-9C24-1B2422203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588" y="1266825"/>
            <a:ext cx="7223125" cy="4525963"/>
          </a:xfrm>
          <a:prstGeom prst="rect">
            <a:avLst/>
          </a:prstGeom>
          <a:noFill/>
          <a:ln w="19050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94215" name="Line 7">
            <a:extLst>
              <a:ext uri="{FF2B5EF4-FFF2-40B4-BE49-F238E27FC236}">
                <a16:creationId xmlns:a16="http://schemas.microsoft.com/office/drawing/2014/main" id="{5A1AAA32-E555-47EB-961A-62CE8E1FADAC}"/>
              </a:ext>
            </a:extLst>
          </p:cNvPr>
          <p:cNvSpPr>
            <a:spLocks noChangeShapeType="1"/>
          </p:cNvSpPr>
          <p:nvPr/>
        </p:nvSpPr>
        <p:spPr bwMode="auto">
          <a:xfrm>
            <a:off x="625475" y="1873250"/>
            <a:ext cx="7223125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4216" name="Line 8">
            <a:extLst>
              <a:ext uri="{FF2B5EF4-FFF2-40B4-BE49-F238E27FC236}">
                <a16:creationId xmlns:a16="http://schemas.microsoft.com/office/drawing/2014/main" id="{51E99501-4AB0-4134-AD2E-75FC818C6D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52463" y="2928938"/>
            <a:ext cx="7223125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4217" name="Line 9">
            <a:extLst>
              <a:ext uri="{FF2B5EF4-FFF2-40B4-BE49-F238E27FC236}">
                <a16:creationId xmlns:a16="http://schemas.microsoft.com/office/drawing/2014/main" id="{11F875CA-6E71-4CCD-AD64-BB3E4335B8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46113" y="4051300"/>
            <a:ext cx="7223125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4218" name="Line 10">
            <a:extLst>
              <a:ext uri="{FF2B5EF4-FFF2-40B4-BE49-F238E27FC236}">
                <a16:creationId xmlns:a16="http://schemas.microsoft.com/office/drawing/2014/main" id="{40F7EB8C-3520-4341-85A9-D83F247FB12C}"/>
              </a:ext>
            </a:extLst>
          </p:cNvPr>
          <p:cNvSpPr>
            <a:spLocks noChangeShapeType="1"/>
          </p:cNvSpPr>
          <p:nvPr/>
        </p:nvSpPr>
        <p:spPr bwMode="auto">
          <a:xfrm>
            <a:off x="639763" y="5173663"/>
            <a:ext cx="7223125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4219" name="Line 11">
            <a:extLst>
              <a:ext uri="{FF2B5EF4-FFF2-40B4-BE49-F238E27FC236}">
                <a16:creationId xmlns:a16="http://schemas.microsoft.com/office/drawing/2014/main" id="{6392715A-0BB0-48B5-8FE7-442BFD26CC4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29313" y="1277938"/>
            <a:ext cx="0" cy="4514850"/>
          </a:xfrm>
          <a:prstGeom prst="line">
            <a:avLst/>
          </a:prstGeom>
          <a:noFill/>
          <a:ln w="1270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pic>
        <p:nvPicPr>
          <p:cNvPr id="94220" name="Picture 16" descr="underline_base">
            <a:extLst>
              <a:ext uri="{FF2B5EF4-FFF2-40B4-BE49-F238E27FC236}">
                <a16:creationId xmlns:a16="http://schemas.microsoft.com/office/drawing/2014/main" id="{8E371D3D-3E76-4218-AAB8-729CEBE227F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838" y="771525"/>
            <a:ext cx="5942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46" name="Rectangle 17">
            <a:extLst>
              <a:ext uri="{FF2B5EF4-FFF2-40B4-BE49-F238E27FC236}">
                <a16:creationId xmlns:a16="http://schemas.microsoft.com/office/drawing/2014/main" id="{CB201692-D42A-47B0-A770-86646760F3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07950"/>
            <a:ext cx="6378575" cy="8636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Datagram forwarding  table</a:t>
            </a:r>
          </a:p>
        </p:txBody>
      </p:sp>
    </p:spTree>
    <p:extLst>
      <p:ext uri="{BB962C8B-B14F-4D97-AF65-F5344CB8AC3E}">
        <p14:creationId xmlns:p14="http://schemas.microsoft.com/office/powerpoint/2010/main" val="2238323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Footer Placeholder 4">
            <a:extLst>
              <a:ext uri="{FF2B5EF4-FFF2-40B4-BE49-F238E27FC236}">
                <a16:creationId xmlns:a16="http://schemas.microsoft.com/office/drawing/2014/main" id="{4627FB60-A21D-4322-8CCC-185FDFCEF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95235" name="Slide Number Placeholder 5">
            <a:extLst>
              <a:ext uri="{FF2B5EF4-FFF2-40B4-BE49-F238E27FC236}">
                <a16:creationId xmlns:a16="http://schemas.microsoft.com/office/drawing/2014/main" id="{CA6CA064-4D9D-48E3-909E-CC3BFC803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20FD65B2-5B95-4295-9DF5-10BFF2C70E1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95236" name="Picture 32" descr="underline_base">
            <a:extLst>
              <a:ext uri="{FF2B5EF4-FFF2-40B4-BE49-F238E27FC236}">
                <a16:creationId xmlns:a16="http://schemas.microsoft.com/office/drawing/2014/main" id="{60708A09-8EE5-4556-BBFA-E444F8D1E21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075" y="777875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5237" name="Rectangle 20">
            <a:extLst>
              <a:ext uri="{FF2B5EF4-FFF2-40B4-BE49-F238E27FC236}">
                <a16:creationId xmlns:a16="http://schemas.microsoft.com/office/drawing/2014/main" id="{D0E631F1-EBF7-4E29-919E-47FCC168D7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975" y="1335088"/>
            <a:ext cx="8001000" cy="1371600"/>
          </a:xfrm>
          <a:prstGeom prst="rect">
            <a:avLst/>
          </a:prstGeom>
          <a:solidFill>
            <a:schemeClr val="bg1"/>
          </a:solidFill>
          <a:ln w="19050">
            <a:solidFill>
              <a:srgbClr val="CC00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94214" name="Rectangle 18">
            <a:extLst>
              <a:ext uri="{FF2B5EF4-FFF2-40B4-BE49-F238E27FC236}">
                <a16:creationId xmlns:a16="http://schemas.microsoft.com/office/drawing/2014/main" id="{F847F393-52E9-42A0-8E49-DF5D3FF01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9375" y="5522913"/>
            <a:ext cx="2909888" cy="498475"/>
          </a:xfrm>
          <a:prstGeom prst="rect">
            <a:avLst/>
          </a:prstGeom>
          <a:solidFill>
            <a:srgbClr val="33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94215" name="Rectangle 17">
            <a:extLst>
              <a:ext uri="{FF2B5EF4-FFF2-40B4-BE49-F238E27FC236}">
                <a16:creationId xmlns:a16="http://schemas.microsoft.com/office/drawing/2014/main" id="{D7AF90B8-065D-4759-84C1-6CCFE85C8F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1125" y="6094413"/>
            <a:ext cx="3279775" cy="276225"/>
          </a:xfrm>
          <a:prstGeom prst="rect">
            <a:avLst/>
          </a:prstGeom>
          <a:solidFill>
            <a:srgbClr val="33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9464" name="Rectangle 2">
            <a:extLst>
              <a:ext uri="{FF2B5EF4-FFF2-40B4-BE49-F238E27FC236}">
                <a16:creationId xmlns:a16="http://schemas.microsoft.com/office/drawing/2014/main" id="{A27FAC96-6C7C-4055-970A-83AF85BAD0D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5600" y="95250"/>
            <a:ext cx="7772400" cy="909638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Longest prefix matching</a:t>
            </a:r>
          </a:p>
        </p:txBody>
      </p:sp>
      <p:sp>
        <p:nvSpPr>
          <p:cNvPr id="95241" name="Rectangle 5">
            <a:extLst>
              <a:ext uri="{FF2B5EF4-FFF2-40B4-BE49-F238E27FC236}">
                <a16:creationId xmlns:a16="http://schemas.microsoft.com/office/drawing/2014/main" id="{DCDF0C63-A230-420A-A3CF-B25CEA7493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5213" y="2989263"/>
            <a:ext cx="5235575" cy="215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just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Destination Address Range                        </a:t>
            </a:r>
          </a:p>
          <a:p>
            <a:pPr algn="just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00010*** ********* </a:t>
            </a:r>
            <a:endParaRPr lang="en-US" altLang="zh-TW" sz="2000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00011000 *********</a:t>
            </a:r>
            <a:endParaRPr lang="en-US" altLang="zh-TW" sz="2000">
              <a:latin typeface="Courier New" panose="02070309020205020404" pitchFamily="49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Courier New" panose="02070309020205020404" pitchFamily="49" charset="0"/>
                <a:cs typeface="Times New Roman" panose="02020603050405020304" pitchFamily="18" charset="0"/>
              </a:rPr>
              <a:t>11001000 00010111 00011*** *********</a:t>
            </a:r>
            <a:endParaRPr lang="en-US" altLang="zh-TW" sz="2000"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  <a:cs typeface="Times New Roman" panose="02020603050405020304" pitchFamily="18" charset="0"/>
              </a:rPr>
              <a:t>otherwise  </a:t>
            </a:r>
            <a:r>
              <a:rPr lang="en-US" altLang="zh-TW" sz="1800">
                <a:latin typeface="Times" panose="02020603050405020304" pitchFamily="18" charset="0"/>
                <a:cs typeface="Times New Roman" panose="02020603050405020304" pitchFamily="18" charset="0"/>
              </a:rPr>
              <a:t>           </a:t>
            </a:r>
          </a:p>
        </p:txBody>
      </p:sp>
      <p:sp>
        <p:nvSpPr>
          <p:cNvPr id="95242" name="Rectangle 7">
            <a:extLst>
              <a:ext uri="{FF2B5EF4-FFF2-40B4-BE49-F238E27FC236}">
                <a16:creationId xmlns:a16="http://schemas.microsoft.com/office/drawing/2014/main" id="{53781080-86C7-4072-8D2C-8A097170EA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950" y="6026150"/>
            <a:ext cx="51419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DA: 11001000  00010111  00011000  10101010</a:t>
            </a:r>
            <a:r>
              <a:rPr lang="en-US" altLang="zh-TW" sz="1800">
                <a:latin typeface="Comic Sans MS" panose="030F0702030302020204" pitchFamily="66" charset="0"/>
              </a:rPr>
              <a:t> </a:t>
            </a:r>
          </a:p>
        </p:txBody>
      </p:sp>
      <p:sp>
        <p:nvSpPr>
          <p:cNvPr id="95243" name="Text Box 8">
            <a:extLst>
              <a:ext uri="{FF2B5EF4-FFF2-40B4-BE49-F238E27FC236}">
                <a16:creationId xmlns:a16="http://schemas.microsoft.com/office/drawing/2014/main" id="{D9944D79-5BFE-4892-8B7A-823A5A4A9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988" y="5272088"/>
            <a:ext cx="13414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000099"/>
                </a:solidFill>
                <a:latin typeface="Arial" panose="020B0604020202020204" pitchFamily="34" charset="0"/>
              </a:rPr>
              <a:t>examples:</a:t>
            </a:r>
          </a:p>
        </p:txBody>
      </p:sp>
      <p:sp>
        <p:nvSpPr>
          <p:cNvPr id="95244" name="Text Box 9">
            <a:extLst>
              <a:ext uri="{FF2B5EF4-FFF2-40B4-BE49-F238E27FC236}">
                <a16:creationId xmlns:a16="http://schemas.microsoft.com/office/drawing/2014/main" id="{88D2C66C-4F22-4445-9A25-041807ACC0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0900" y="5622925"/>
            <a:ext cx="5137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DA: 11001000  00010111  00010110  10100001 </a:t>
            </a:r>
          </a:p>
        </p:txBody>
      </p:sp>
      <p:sp>
        <p:nvSpPr>
          <p:cNvPr id="95245" name="Text Box 15">
            <a:extLst>
              <a:ext uri="{FF2B5EF4-FFF2-40B4-BE49-F238E27FC236}">
                <a16:creationId xmlns:a16="http://schemas.microsoft.com/office/drawing/2014/main" id="{F4A318C7-8559-465F-93FE-B5C68210A4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2688" y="5640388"/>
            <a:ext cx="1835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</a:rPr>
              <a:t>which interface?</a:t>
            </a:r>
          </a:p>
        </p:txBody>
      </p:sp>
      <p:sp>
        <p:nvSpPr>
          <p:cNvPr id="95246" name="Text Box 16">
            <a:extLst>
              <a:ext uri="{FF2B5EF4-FFF2-40B4-BE49-F238E27FC236}">
                <a16:creationId xmlns:a16="http://schemas.microsoft.com/office/drawing/2014/main" id="{73429540-C221-474C-A889-679CBD3CF9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10313" y="5991225"/>
            <a:ext cx="1835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000">
                <a:solidFill>
                  <a:srgbClr val="CC0000"/>
                </a:solidFill>
              </a:rPr>
              <a:t>which interface?</a:t>
            </a:r>
          </a:p>
        </p:txBody>
      </p:sp>
      <p:sp>
        <p:nvSpPr>
          <p:cNvPr id="95247" name="Text Box 19">
            <a:extLst>
              <a:ext uri="{FF2B5EF4-FFF2-40B4-BE49-F238E27FC236}">
                <a16:creationId xmlns:a16="http://schemas.microsoft.com/office/drawing/2014/main" id="{0D8816A7-6E82-46DD-8CFD-5C815F4F28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" y="1490663"/>
            <a:ext cx="7799388" cy="1116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dirty="0"/>
              <a:t>when looking for forwarding table entry for given destination address, use </a:t>
            </a:r>
            <a:r>
              <a:rPr lang="en-US" altLang="zh-TW" i="1" dirty="0">
                <a:solidFill>
                  <a:srgbClr val="000099"/>
                </a:solidFill>
              </a:rPr>
              <a:t>longest</a:t>
            </a:r>
            <a:r>
              <a:rPr lang="en-US" altLang="zh-TW" dirty="0"/>
              <a:t> address prefix that matches destination address.</a:t>
            </a:r>
          </a:p>
        </p:txBody>
      </p:sp>
      <p:sp>
        <p:nvSpPr>
          <p:cNvPr id="95248" name="Text Box 22">
            <a:extLst>
              <a:ext uri="{FF2B5EF4-FFF2-40B4-BE49-F238E27FC236}">
                <a16:creationId xmlns:a16="http://schemas.microsoft.com/office/drawing/2014/main" id="{D9AAD446-9903-490C-A846-1EE1BE4F2F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800" y="1036638"/>
            <a:ext cx="3282950" cy="519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longest prefix matching</a:t>
            </a:r>
          </a:p>
        </p:txBody>
      </p:sp>
      <p:sp>
        <p:nvSpPr>
          <p:cNvPr id="95249" name="Rectangle 24">
            <a:extLst>
              <a:ext uri="{FF2B5EF4-FFF2-40B4-BE49-F238E27FC236}">
                <a16:creationId xmlns:a16="http://schemas.microsoft.com/office/drawing/2014/main" id="{6F80CA70-D006-41B1-94E4-3E310A636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2188" y="3022600"/>
            <a:ext cx="7459662" cy="2106613"/>
          </a:xfrm>
          <a:prstGeom prst="rect">
            <a:avLst/>
          </a:prstGeom>
          <a:noFill/>
          <a:ln w="19050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95250" name="Line 25">
            <a:extLst>
              <a:ext uri="{FF2B5EF4-FFF2-40B4-BE49-F238E27FC236}">
                <a16:creationId xmlns:a16="http://schemas.microsoft.com/office/drawing/2014/main" id="{68DE7F01-3765-4767-B500-006D746910A9}"/>
              </a:ext>
            </a:extLst>
          </p:cNvPr>
          <p:cNvSpPr>
            <a:spLocks noChangeShapeType="1"/>
          </p:cNvSpPr>
          <p:nvPr/>
        </p:nvSpPr>
        <p:spPr bwMode="auto">
          <a:xfrm>
            <a:off x="992188" y="3457575"/>
            <a:ext cx="7448550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5251" name="Line 26">
            <a:extLst>
              <a:ext uri="{FF2B5EF4-FFF2-40B4-BE49-F238E27FC236}">
                <a16:creationId xmlns:a16="http://schemas.microsoft.com/office/drawing/2014/main" id="{5AFB4E09-CBE1-4930-82CB-B88C4B4DFE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22350" y="3887788"/>
            <a:ext cx="7448550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5252" name="Line 27">
            <a:extLst>
              <a:ext uri="{FF2B5EF4-FFF2-40B4-BE49-F238E27FC236}">
                <a16:creationId xmlns:a16="http://schemas.microsoft.com/office/drawing/2014/main" id="{43E439E3-CE5D-40AD-8D71-9E60A0BF247C}"/>
              </a:ext>
            </a:extLst>
          </p:cNvPr>
          <p:cNvSpPr>
            <a:spLocks noChangeShapeType="1"/>
          </p:cNvSpPr>
          <p:nvPr/>
        </p:nvSpPr>
        <p:spPr bwMode="auto">
          <a:xfrm>
            <a:off x="996950" y="4306888"/>
            <a:ext cx="7448550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5253" name="Line 28">
            <a:extLst>
              <a:ext uri="{FF2B5EF4-FFF2-40B4-BE49-F238E27FC236}">
                <a16:creationId xmlns:a16="http://schemas.microsoft.com/office/drawing/2014/main" id="{4045B40F-1F3D-4441-B7CA-CC1B044B398F}"/>
              </a:ext>
            </a:extLst>
          </p:cNvPr>
          <p:cNvSpPr>
            <a:spLocks noChangeShapeType="1"/>
          </p:cNvSpPr>
          <p:nvPr/>
        </p:nvSpPr>
        <p:spPr bwMode="auto">
          <a:xfrm>
            <a:off x="993775" y="4737100"/>
            <a:ext cx="7448550" cy="0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5254" name="Line 29">
            <a:extLst>
              <a:ext uri="{FF2B5EF4-FFF2-40B4-BE49-F238E27FC236}">
                <a16:creationId xmlns:a16="http://schemas.microsoft.com/office/drawing/2014/main" id="{D84DABBE-37F3-4462-9E35-021FB447191C}"/>
              </a:ext>
            </a:extLst>
          </p:cNvPr>
          <p:cNvSpPr>
            <a:spLocks noChangeShapeType="1"/>
          </p:cNvSpPr>
          <p:nvPr/>
        </p:nvSpPr>
        <p:spPr bwMode="auto">
          <a:xfrm>
            <a:off x="6176963" y="3022600"/>
            <a:ext cx="0" cy="2117725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95255" name="Text Box 30">
            <a:extLst>
              <a:ext uri="{FF2B5EF4-FFF2-40B4-BE49-F238E27FC236}">
                <a16:creationId xmlns:a16="http://schemas.microsoft.com/office/drawing/2014/main" id="{79192703-E87C-48D9-BD86-46A29A618C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413" y="2965450"/>
            <a:ext cx="1543050" cy="215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Link interface</a:t>
            </a:r>
          </a:p>
          <a:p>
            <a:pPr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0</a:t>
            </a:r>
          </a:p>
          <a:p>
            <a:pPr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1</a:t>
            </a:r>
          </a:p>
          <a:p>
            <a:pPr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2</a:t>
            </a:r>
          </a:p>
          <a:p>
            <a:pPr>
              <a:lnSpc>
                <a:spcPct val="15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90400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42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42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4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4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237" grpId="0" animBg="1"/>
      <p:bldP spid="94214" grpId="0" animBg="1"/>
      <p:bldP spid="94215" grpId="0" animBg="1"/>
      <p:bldP spid="95247" grpId="0"/>
      <p:bldP spid="952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Footer Placeholder 4">
            <a:extLst>
              <a:ext uri="{FF2B5EF4-FFF2-40B4-BE49-F238E27FC236}">
                <a16:creationId xmlns:a16="http://schemas.microsoft.com/office/drawing/2014/main" id="{077D5519-BF7F-4C7D-A57A-7C9CF257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01379" name="Slide Number Placeholder 5">
            <a:extLst>
              <a:ext uri="{FF2B5EF4-FFF2-40B4-BE49-F238E27FC236}">
                <a16:creationId xmlns:a16="http://schemas.microsoft.com/office/drawing/2014/main" id="{B6BDC9DF-5D4D-4404-A8AA-B3F39FE29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AC001E7C-43D3-49F8-907E-D69A877B7D8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1380" name="Picture 174" descr="underline_base">
            <a:extLst>
              <a:ext uri="{FF2B5EF4-FFF2-40B4-BE49-F238E27FC236}">
                <a16:creationId xmlns:a16="http://schemas.microsoft.com/office/drawing/2014/main" id="{A510A37C-6B1B-4A7A-BA9F-B357CBCABCD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3" y="800100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1381" name="Rectangle 3">
            <a:extLst>
              <a:ext uri="{FF2B5EF4-FFF2-40B4-BE49-F238E27FC236}">
                <a16:creationId xmlns:a16="http://schemas.microsoft.com/office/drawing/2014/main" id="{3E96BA2E-D928-498F-839E-761C623DB9C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1325" y="247650"/>
            <a:ext cx="7772400" cy="685800"/>
          </a:xfrm>
        </p:spPr>
        <p:txBody>
          <a:bodyPr/>
          <a:lstStyle/>
          <a:p>
            <a:r>
              <a:rPr lang="en-US" altLang="zh-TW" sz="4000" dirty="0">
                <a:ea typeface="ＭＳ Ｐゴシック" panose="020B0600070205080204" pitchFamily="34" charset="-128"/>
              </a:rPr>
              <a:t>Switching fabrics</a:t>
            </a: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24582" name="Rectangle 4">
            <a:extLst>
              <a:ext uri="{FF2B5EF4-FFF2-40B4-BE49-F238E27FC236}">
                <a16:creationId xmlns:a16="http://schemas.microsoft.com/office/drawing/2014/main" id="{5075B852-FDB5-42AA-8F8C-9E59CF58A3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01675" y="1177925"/>
            <a:ext cx="7772400" cy="46482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transfer packet from </a:t>
            </a:r>
            <a:r>
              <a:rPr lang="en-US" dirty="0">
                <a:solidFill>
                  <a:srgbClr val="0070C0"/>
                </a:solidFill>
                <a:cs typeface="+mn-cs"/>
              </a:rPr>
              <a:t>input buffer</a:t>
            </a:r>
            <a:r>
              <a:rPr lang="en-US" dirty="0">
                <a:cs typeface="+mn-cs"/>
              </a:rPr>
              <a:t> to appropriate </a:t>
            </a:r>
            <a:r>
              <a:rPr lang="en-US" dirty="0">
                <a:solidFill>
                  <a:srgbClr val="0070C0"/>
                </a:solidFill>
                <a:cs typeface="+mn-cs"/>
              </a:rPr>
              <a:t>output buffer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switching rate: rate at which packets can be transfer from inputs to outputs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000" dirty="0"/>
              <a:t>often measured as multiple of input/output line rate</a:t>
            </a:r>
          </a:p>
          <a:p>
            <a:pPr>
              <a:buFont typeface="Wingdings" charset="0"/>
              <a:buChar char="v"/>
              <a:defRPr/>
            </a:pPr>
            <a:r>
              <a:rPr lang="en-US" dirty="0">
                <a:cs typeface="+mn-cs"/>
              </a:rPr>
              <a:t>three types of switching fabrics…</a:t>
            </a:r>
          </a:p>
        </p:txBody>
      </p:sp>
      <p:grpSp>
        <p:nvGrpSpPr>
          <p:cNvPr id="101383" name="Group 30">
            <a:extLst>
              <a:ext uri="{FF2B5EF4-FFF2-40B4-BE49-F238E27FC236}">
                <a16:creationId xmlns:a16="http://schemas.microsoft.com/office/drawing/2014/main" id="{1C19D598-18E4-4849-BDCF-E1815BECD966}"/>
              </a:ext>
            </a:extLst>
          </p:cNvPr>
          <p:cNvGrpSpPr>
            <a:grpSpLocks/>
          </p:cNvGrpSpPr>
          <p:nvPr/>
        </p:nvGrpSpPr>
        <p:grpSpPr bwMode="auto">
          <a:xfrm>
            <a:off x="742950" y="4283075"/>
            <a:ext cx="890588" cy="215900"/>
            <a:chOff x="876" y="2800"/>
            <a:chExt cx="642" cy="175"/>
          </a:xfrm>
        </p:grpSpPr>
        <p:sp>
          <p:nvSpPr>
            <p:cNvPr id="101511" name="Rectangle 7">
              <a:extLst>
                <a:ext uri="{FF2B5EF4-FFF2-40B4-BE49-F238E27FC236}">
                  <a16:creationId xmlns:a16="http://schemas.microsoft.com/office/drawing/2014/main" id="{A9A5A2F2-986B-49AC-A0EC-2E3C6CCE5B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12" name="Rectangle 8">
              <a:extLst>
                <a:ext uri="{FF2B5EF4-FFF2-40B4-BE49-F238E27FC236}">
                  <a16:creationId xmlns:a16="http://schemas.microsoft.com/office/drawing/2014/main" id="{78F1F0BA-A581-4F2F-A312-E935CEAB8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13" name="Rectangle 9">
              <a:extLst>
                <a:ext uri="{FF2B5EF4-FFF2-40B4-BE49-F238E27FC236}">
                  <a16:creationId xmlns:a16="http://schemas.microsoft.com/office/drawing/2014/main" id="{CA2B2954-486A-49EB-BCDF-807B13A63C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14" name="Rectangle 10">
              <a:extLst>
                <a:ext uri="{FF2B5EF4-FFF2-40B4-BE49-F238E27FC236}">
                  <a16:creationId xmlns:a16="http://schemas.microsoft.com/office/drawing/2014/main" id="{D4A2B3EB-FF57-4B4C-8D9E-E22F5646D8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15" name="Line 11">
              <a:extLst>
                <a:ext uri="{FF2B5EF4-FFF2-40B4-BE49-F238E27FC236}">
                  <a16:creationId xmlns:a16="http://schemas.microsoft.com/office/drawing/2014/main" id="{D3A7A0C9-230F-4A24-98CE-89157C928D6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84" name="Group 45">
            <a:extLst>
              <a:ext uri="{FF2B5EF4-FFF2-40B4-BE49-F238E27FC236}">
                <a16:creationId xmlns:a16="http://schemas.microsoft.com/office/drawing/2014/main" id="{1FAE42CF-E898-46D2-97A5-256CB296B37E}"/>
              </a:ext>
            </a:extLst>
          </p:cNvPr>
          <p:cNvGrpSpPr>
            <a:grpSpLocks/>
          </p:cNvGrpSpPr>
          <p:nvPr/>
        </p:nvGrpSpPr>
        <p:grpSpPr bwMode="auto">
          <a:xfrm>
            <a:off x="719138" y="4678363"/>
            <a:ext cx="890587" cy="215900"/>
            <a:chOff x="876" y="2800"/>
            <a:chExt cx="642" cy="175"/>
          </a:xfrm>
        </p:grpSpPr>
        <p:sp>
          <p:nvSpPr>
            <p:cNvPr id="101506" name="Rectangle 46">
              <a:extLst>
                <a:ext uri="{FF2B5EF4-FFF2-40B4-BE49-F238E27FC236}">
                  <a16:creationId xmlns:a16="http://schemas.microsoft.com/office/drawing/2014/main" id="{910FCD6B-5D32-44EB-ADB9-716807899A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7" name="Rectangle 47">
              <a:extLst>
                <a:ext uri="{FF2B5EF4-FFF2-40B4-BE49-F238E27FC236}">
                  <a16:creationId xmlns:a16="http://schemas.microsoft.com/office/drawing/2014/main" id="{076692EF-F112-46DE-BE25-778B22848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8" name="Rectangle 48">
              <a:extLst>
                <a:ext uri="{FF2B5EF4-FFF2-40B4-BE49-F238E27FC236}">
                  <a16:creationId xmlns:a16="http://schemas.microsoft.com/office/drawing/2014/main" id="{E44A6E99-C094-4E56-9CAB-3C264AD2F1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9" name="Rectangle 49">
              <a:extLst>
                <a:ext uri="{FF2B5EF4-FFF2-40B4-BE49-F238E27FC236}">
                  <a16:creationId xmlns:a16="http://schemas.microsoft.com/office/drawing/2014/main" id="{543D2D68-ABA6-401A-AE39-BE6A88AF6C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10" name="Line 50">
              <a:extLst>
                <a:ext uri="{FF2B5EF4-FFF2-40B4-BE49-F238E27FC236}">
                  <a16:creationId xmlns:a16="http://schemas.microsoft.com/office/drawing/2014/main" id="{B76F6DB4-8204-42F6-8981-F24EE63D14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85" name="Group 51">
            <a:extLst>
              <a:ext uri="{FF2B5EF4-FFF2-40B4-BE49-F238E27FC236}">
                <a16:creationId xmlns:a16="http://schemas.microsoft.com/office/drawing/2014/main" id="{4B44BEE5-9186-4A0D-8F95-9C18A01F5260}"/>
              </a:ext>
            </a:extLst>
          </p:cNvPr>
          <p:cNvGrpSpPr>
            <a:grpSpLocks/>
          </p:cNvGrpSpPr>
          <p:nvPr/>
        </p:nvGrpSpPr>
        <p:grpSpPr bwMode="auto">
          <a:xfrm>
            <a:off x="714375" y="5105400"/>
            <a:ext cx="890588" cy="215900"/>
            <a:chOff x="876" y="2800"/>
            <a:chExt cx="642" cy="175"/>
          </a:xfrm>
        </p:grpSpPr>
        <p:sp>
          <p:nvSpPr>
            <p:cNvPr id="101501" name="Rectangle 52">
              <a:extLst>
                <a:ext uri="{FF2B5EF4-FFF2-40B4-BE49-F238E27FC236}">
                  <a16:creationId xmlns:a16="http://schemas.microsoft.com/office/drawing/2014/main" id="{913D5D05-656C-45BE-A826-7AA3A3702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2" name="Rectangle 53">
              <a:extLst>
                <a:ext uri="{FF2B5EF4-FFF2-40B4-BE49-F238E27FC236}">
                  <a16:creationId xmlns:a16="http://schemas.microsoft.com/office/drawing/2014/main" id="{2082B5F4-6967-49C3-A568-922DDFE4F8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3" name="Rectangle 54">
              <a:extLst>
                <a:ext uri="{FF2B5EF4-FFF2-40B4-BE49-F238E27FC236}">
                  <a16:creationId xmlns:a16="http://schemas.microsoft.com/office/drawing/2014/main" id="{70D7224F-1D0F-43C6-9788-A23EF110ED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4" name="Rectangle 55">
              <a:extLst>
                <a:ext uri="{FF2B5EF4-FFF2-40B4-BE49-F238E27FC236}">
                  <a16:creationId xmlns:a16="http://schemas.microsoft.com/office/drawing/2014/main" id="{7753F77A-5CC5-416F-AE3B-7D3C28497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5" name="Line 56">
              <a:extLst>
                <a:ext uri="{FF2B5EF4-FFF2-40B4-BE49-F238E27FC236}">
                  <a16:creationId xmlns:a16="http://schemas.microsoft.com/office/drawing/2014/main" id="{B7C6642F-2D22-48FC-B89C-095014AA99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1386" name="Rectangle 57">
            <a:extLst>
              <a:ext uri="{FF2B5EF4-FFF2-40B4-BE49-F238E27FC236}">
                <a16:creationId xmlns:a16="http://schemas.microsoft.com/office/drawing/2014/main" id="{43A6FD74-7C7B-4247-8E95-6C52949B6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1788" y="4200525"/>
            <a:ext cx="704850" cy="1176338"/>
          </a:xfrm>
          <a:prstGeom prst="rect">
            <a:avLst/>
          </a:prstGeom>
          <a:noFill/>
          <a:ln w="2857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grpSp>
        <p:nvGrpSpPr>
          <p:cNvPr id="101387" name="Group 64">
            <a:extLst>
              <a:ext uri="{FF2B5EF4-FFF2-40B4-BE49-F238E27FC236}">
                <a16:creationId xmlns:a16="http://schemas.microsoft.com/office/drawing/2014/main" id="{3DCABA2B-26D9-469F-BD11-59B108F89808}"/>
              </a:ext>
            </a:extLst>
          </p:cNvPr>
          <p:cNvGrpSpPr>
            <a:grpSpLocks/>
          </p:cNvGrpSpPr>
          <p:nvPr/>
        </p:nvGrpSpPr>
        <p:grpSpPr bwMode="auto">
          <a:xfrm>
            <a:off x="2311400" y="4281488"/>
            <a:ext cx="890588" cy="215900"/>
            <a:chOff x="455" y="3463"/>
            <a:chExt cx="561" cy="136"/>
          </a:xfrm>
        </p:grpSpPr>
        <p:sp>
          <p:nvSpPr>
            <p:cNvPr id="101496" name="Rectangle 59">
              <a:extLst>
                <a:ext uri="{FF2B5EF4-FFF2-40B4-BE49-F238E27FC236}">
                  <a16:creationId xmlns:a16="http://schemas.microsoft.com/office/drawing/2014/main" id="{B3DCBC2F-0D13-4ED9-95AF-3A3E6E5890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" y="3463"/>
              <a:ext cx="424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7" name="Rectangle 60">
              <a:extLst>
                <a:ext uri="{FF2B5EF4-FFF2-40B4-BE49-F238E27FC236}">
                  <a16:creationId xmlns:a16="http://schemas.microsoft.com/office/drawing/2014/main" id="{88E2E35D-42E6-4C85-BA5F-1976D3EEED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3500"/>
              <a:ext cx="132" cy="6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8" name="Rectangle 61">
              <a:extLst>
                <a:ext uri="{FF2B5EF4-FFF2-40B4-BE49-F238E27FC236}">
                  <a16:creationId xmlns:a16="http://schemas.microsoft.com/office/drawing/2014/main" id="{C0F9F47B-3C50-4671-826E-9BE2ECF514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" y="3477"/>
              <a:ext cx="108" cy="10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9" name="Rectangle 62">
              <a:extLst>
                <a:ext uri="{FF2B5EF4-FFF2-40B4-BE49-F238E27FC236}">
                  <a16:creationId xmlns:a16="http://schemas.microsoft.com/office/drawing/2014/main" id="{0BBA5603-79C9-483A-91FB-861CABFBEC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480"/>
              <a:ext cx="108" cy="1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500" name="Line 63">
              <a:extLst>
                <a:ext uri="{FF2B5EF4-FFF2-40B4-BE49-F238E27FC236}">
                  <a16:creationId xmlns:a16="http://schemas.microsoft.com/office/drawing/2014/main" id="{F721AFC6-BB5F-413D-9A09-49A12CCE5B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" y="3527"/>
              <a:ext cx="561" cy="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88" name="Group 65">
            <a:extLst>
              <a:ext uri="{FF2B5EF4-FFF2-40B4-BE49-F238E27FC236}">
                <a16:creationId xmlns:a16="http://schemas.microsoft.com/office/drawing/2014/main" id="{04BAB188-68A4-4F19-BCF6-E07352A8D50C}"/>
              </a:ext>
            </a:extLst>
          </p:cNvPr>
          <p:cNvGrpSpPr>
            <a:grpSpLocks/>
          </p:cNvGrpSpPr>
          <p:nvPr/>
        </p:nvGrpSpPr>
        <p:grpSpPr bwMode="auto">
          <a:xfrm>
            <a:off x="2316163" y="4673600"/>
            <a:ext cx="890587" cy="215900"/>
            <a:chOff x="455" y="3463"/>
            <a:chExt cx="561" cy="136"/>
          </a:xfrm>
        </p:grpSpPr>
        <p:sp>
          <p:nvSpPr>
            <p:cNvPr id="101491" name="Rectangle 66">
              <a:extLst>
                <a:ext uri="{FF2B5EF4-FFF2-40B4-BE49-F238E27FC236}">
                  <a16:creationId xmlns:a16="http://schemas.microsoft.com/office/drawing/2014/main" id="{EB656667-FBF1-4EA0-946A-1E7D4687B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" y="3463"/>
              <a:ext cx="424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2" name="Rectangle 67">
              <a:extLst>
                <a:ext uri="{FF2B5EF4-FFF2-40B4-BE49-F238E27FC236}">
                  <a16:creationId xmlns:a16="http://schemas.microsoft.com/office/drawing/2014/main" id="{9A2E2A93-A57C-4540-AEB4-200A54FAB6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3500"/>
              <a:ext cx="132" cy="6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3" name="Rectangle 68">
              <a:extLst>
                <a:ext uri="{FF2B5EF4-FFF2-40B4-BE49-F238E27FC236}">
                  <a16:creationId xmlns:a16="http://schemas.microsoft.com/office/drawing/2014/main" id="{6D342D0E-96F7-4E1F-8748-361B982A5A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" y="3477"/>
              <a:ext cx="108" cy="10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4" name="Rectangle 69">
              <a:extLst>
                <a:ext uri="{FF2B5EF4-FFF2-40B4-BE49-F238E27FC236}">
                  <a16:creationId xmlns:a16="http://schemas.microsoft.com/office/drawing/2014/main" id="{6F03749D-BB3C-483D-91F9-58D488BBC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480"/>
              <a:ext cx="108" cy="1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5" name="Line 70">
              <a:extLst>
                <a:ext uri="{FF2B5EF4-FFF2-40B4-BE49-F238E27FC236}">
                  <a16:creationId xmlns:a16="http://schemas.microsoft.com/office/drawing/2014/main" id="{44CB1D36-9C34-4304-880E-580173A2AB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" y="3527"/>
              <a:ext cx="561" cy="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89" name="Group 71">
            <a:extLst>
              <a:ext uri="{FF2B5EF4-FFF2-40B4-BE49-F238E27FC236}">
                <a16:creationId xmlns:a16="http://schemas.microsoft.com/office/drawing/2014/main" id="{ED9BAA84-D330-4087-AE69-AF2CBB9FC613}"/>
              </a:ext>
            </a:extLst>
          </p:cNvPr>
          <p:cNvGrpSpPr>
            <a:grpSpLocks/>
          </p:cNvGrpSpPr>
          <p:nvPr/>
        </p:nvGrpSpPr>
        <p:grpSpPr bwMode="auto">
          <a:xfrm>
            <a:off x="2311400" y="5100638"/>
            <a:ext cx="890588" cy="215900"/>
            <a:chOff x="455" y="3463"/>
            <a:chExt cx="561" cy="136"/>
          </a:xfrm>
        </p:grpSpPr>
        <p:sp>
          <p:nvSpPr>
            <p:cNvPr id="101486" name="Rectangle 72">
              <a:extLst>
                <a:ext uri="{FF2B5EF4-FFF2-40B4-BE49-F238E27FC236}">
                  <a16:creationId xmlns:a16="http://schemas.microsoft.com/office/drawing/2014/main" id="{BAD99D18-CA4A-42A0-A4F0-E887A53D86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" y="3463"/>
              <a:ext cx="424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7" name="Rectangle 73">
              <a:extLst>
                <a:ext uri="{FF2B5EF4-FFF2-40B4-BE49-F238E27FC236}">
                  <a16:creationId xmlns:a16="http://schemas.microsoft.com/office/drawing/2014/main" id="{C71F7B2A-103A-4570-9DC6-975F204623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3500"/>
              <a:ext cx="132" cy="6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8" name="Rectangle 74">
              <a:extLst>
                <a:ext uri="{FF2B5EF4-FFF2-40B4-BE49-F238E27FC236}">
                  <a16:creationId xmlns:a16="http://schemas.microsoft.com/office/drawing/2014/main" id="{0FA94621-1235-46CC-89B3-B37E366C40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" y="3477"/>
              <a:ext cx="108" cy="10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9" name="Rectangle 75">
              <a:extLst>
                <a:ext uri="{FF2B5EF4-FFF2-40B4-BE49-F238E27FC236}">
                  <a16:creationId xmlns:a16="http://schemas.microsoft.com/office/drawing/2014/main" id="{657BCA06-03BB-4129-996D-19ECF2B639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480"/>
              <a:ext cx="108" cy="1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90" name="Line 76">
              <a:extLst>
                <a:ext uri="{FF2B5EF4-FFF2-40B4-BE49-F238E27FC236}">
                  <a16:creationId xmlns:a16="http://schemas.microsoft.com/office/drawing/2014/main" id="{BA7FFB77-E770-4F43-BFE2-BB502CCD81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" y="3527"/>
              <a:ext cx="561" cy="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1390" name="Text Box 78">
            <a:extLst>
              <a:ext uri="{FF2B5EF4-FFF2-40B4-BE49-F238E27FC236}">
                <a16:creationId xmlns:a16="http://schemas.microsoft.com/office/drawing/2014/main" id="{7A93CEC2-299C-4346-961E-90FF332D79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5100" y="5586413"/>
            <a:ext cx="1009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memory</a:t>
            </a:r>
          </a:p>
        </p:txBody>
      </p:sp>
      <p:sp>
        <p:nvSpPr>
          <p:cNvPr id="101391" name="Text Box 79">
            <a:extLst>
              <a:ext uri="{FF2B5EF4-FFF2-40B4-BE49-F238E27FC236}">
                <a16:creationId xmlns:a16="http://schemas.microsoft.com/office/drawing/2014/main" id="{6F62D2EA-75AC-48FE-BCFA-4054133546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3525" y="4518025"/>
            <a:ext cx="82391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>
                <a:latin typeface="Arial" panose="020B0604020202020204" pitchFamily="34" charset="0"/>
              </a:rPr>
              <a:t>memory</a:t>
            </a:r>
          </a:p>
        </p:txBody>
      </p:sp>
      <p:grpSp>
        <p:nvGrpSpPr>
          <p:cNvPr id="101392" name="Group 80">
            <a:extLst>
              <a:ext uri="{FF2B5EF4-FFF2-40B4-BE49-F238E27FC236}">
                <a16:creationId xmlns:a16="http://schemas.microsoft.com/office/drawing/2014/main" id="{5EB0929A-2FCC-4B33-864C-6079220E99C8}"/>
              </a:ext>
            </a:extLst>
          </p:cNvPr>
          <p:cNvGrpSpPr>
            <a:grpSpLocks/>
          </p:cNvGrpSpPr>
          <p:nvPr/>
        </p:nvGrpSpPr>
        <p:grpSpPr bwMode="auto">
          <a:xfrm>
            <a:off x="3648075" y="4267200"/>
            <a:ext cx="890588" cy="215900"/>
            <a:chOff x="876" y="2800"/>
            <a:chExt cx="642" cy="175"/>
          </a:xfrm>
        </p:grpSpPr>
        <p:sp>
          <p:nvSpPr>
            <p:cNvPr id="101481" name="Rectangle 81">
              <a:extLst>
                <a:ext uri="{FF2B5EF4-FFF2-40B4-BE49-F238E27FC236}">
                  <a16:creationId xmlns:a16="http://schemas.microsoft.com/office/drawing/2014/main" id="{72BA1E95-6F63-45DC-97C4-24AB93AB39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2" name="Rectangle 82">
              <a:extLst>
                <a:ext uri="{FF2B5EF4-FFF2-40B4-BE49-F238E27FC236}">
                  <a16:creationId xmlns:a16="http://schemas.microsoft.com/office/drawing/2014/main" id="{6B58E033-ADD8-4318-92DB-9835741BE8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3" name="Rectangle 83">
              <a:extLst>
                <a:ext uri="{FF2B5EF4-FFF2-40B4-BE49-F238E27FC236}">
                  <a16:creationId xmlns:a16="http://schemas.microsoft.com/office/drawing/2014/main" id="{645E7EF6-47C9-4D61-ADF2-31B57282A4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4" name="Rectangle 84">
              <a:extLst>
                <a:ext uri="{FF2B5EF4-FFF2-40B4-BE49-F238E27FC236}">
                  <a16:creationId xmlns:a16="http://schemas.microsoft.com/office/drawing/2014/main" id="{C25D75C5-97AD-4A89-B98F-3DC79B863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5" name="Line 85">
              <a:extLst>
                <a:ext uri="{FF2B5EF4-FFF2-40B4-BE49-F238E27FC236}">
                  <a16:creationId xmlns:a16="http://schemas.microsoft.com/office/drawing/2014/main" id="{6C2BDE7B-3084-4856-9048-3B7F83DF353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93" name="Group 86">
            <a:extLst>
              <a:ext uri="{FF2B5EF4-FFF2-40B4-BE49-F238E27FC236}">
                <a16:creationId xmlns:a16="http://schemas.microsoft.com/office/drawing/2014/main" id="{6173B96E-622E-4445-BB57-72F0AC91A42E}"/>
              </a:ext>
            </a:extLst>
          </p:cNvPr>
          <p:cNvGrpSpPr>
            <a:grpSpLocks/>
          </p:cNvGrpSpPr>
          <p:nvPr/>
        </p:nvGrpSpPr>
        <p:grpSpPr bwMode="auto">
          <a:xfrm>
            <a:off x="3646488" y="4662488"/>
            <a:ext cx="890587" cy="215900"/>
            <a:chOff x="876" y="2800"/>
            <a:chExt cx="642" cy="175"/>
          </a:xfrm>
        </p:grpSpPr>
        <p:sp>
          <p:nvSpPr>
            <p:cNvPr id="101476" name="Rectangle 87">
              <a:extLst>
                <a:ext uri="{FF2B5EF4-FFF2-40B4-BE49-F238E27FC236}">
                  <a16:creationId xmlns:a16="http://schemas.microsoft.com/office/drawing/2014/main" id="{04F730A3-C9BF-4593-8696-153F3CB7E3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7" name="Rectangle 88">
              <a:extLst>
                <a:ext uri="{FF2B5EF4-FFF2-40B4-BE49-F238E27FC236}">
                  <a16:creationId xmlns:a16="http://schemas.microsoft.com/office/drawing/2014/main" id="{90BB2E8A-DDF2-45ED-B6F8-1B3D77A164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8" name="Rectangle 89">
              <a:extLst>
                <a:ext uri="{FF2B5EF4-FFF2-40B4-BE49-F238E27FC236}">
                  <a16:creationId xmlns:a16="http://schemas.microsoft.com/office/drawing/2014/main" id="{AE191848-316A-4013-AEB1-DEC68D2E23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9" name="Rectangle 90">
              <a:extLst>
                <a:ext uri="{FF2B5EF4-FFF2-40B4-BE49-F238E27FC236}">
                  <a16:creationId xmlns:a16="http://schemas.microsoft.com/office/drawing/2014/main" id="{F992A5DC-00D9-4107-ABE4-E59ABCC88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80" name="Line 91">
              <a:extLst>
                <a:ext uri="{FF2B5EF4-FFF2-40B4-BE49-F238E27FC236}">
                  <a16:creationId xmlns:a16="http://schemas.microsoft.com/office/drawing/2014/main" id="{462AFC93-4B64-47F3-BD33-358D4F7B435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94" name="Group 92">
            <a:extLst>
              <a:ext uri="{FF2B5EF4-FFF2-40B4-BE49-F238E27FC236}">
                <a16:creationId xmlns:a16="http://schemas.microsoft.com/office/drawing/2014/main" id="{F9FD205B-92DA-40EE-A972-7E673233B2AF}"/>
              </a:ext>
            </a:extLst>
          </p:cNvPr>
          <p:cNvGrpSpPr>
            <a:grpSpLocks/>
          </p:cNvGrpSpPr>
          <p:nvPr/>
        </p:nvGrpSpPr>
        <p:grpSpPr bwMode="auto">
          <a:xfrm>
            <a:off x="3641725" y="5089525"/>
            <a:ext cx="890588" cy="215900"/>
            <a:chOff x="876" y="2800"/>
            <a:chExt cx="642" cy="175"/>
          </a:xfrm>
        </p:grpSpPr>
        <p:sp>
          <p:nvSpPr>
            <p:cNvPr id="101471" name="Rectangle 93">
              <a:extLst>
                <a:ext uri="{FF2B5EF4-FFF2-40B4-BE49-F238E27FC236}">
                  <a16:creationId xmlns:a16="http://schemas.microsoft.com/office/drawing/2014/main" id="{305A05F4-924F-4C06-8C93-C9D86DAB91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2" name="Rectangle 94">
              <a:extLst>
                <a:ext uri="{FF2B5EF4-FFF2-40B4-BE49-F238E27FC236}">
                  <a16:creationId xmlns:a16="http://schemas.microsoft.com/office/drawing/2014/main" id="{48CC0F14-0CAF-485E-A4EC-A765F3988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3" name="Rectangle 95">
              <a:extLst>
                <a:ext uri="{FF2B5EF4-FFF2-40B4-BE49-F238E27FC236}">
                  <a16:creationId xmlns:a16="http://schemas.microsoft.com/office/drawing/2014/main" id="{D76DD807-ECB3-49BC-9348-258D3286B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4" name="Rectangle 96">
              <a:extLst>
                <a:ext uri="{FF2B5EF4-FFF2-40B4-BE49-F238E27FC236}">
                  <a16:creationId xmlns:a16="http://schemas.microsoft.com/office/drawing/2014/main" id="{0AEA0CF3-2AD6-4281-BCE5-0835EAC59B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5" name="Line 97">
              <a:extLst>
                <a:ext uri="{FF2B5EF4-FFF2-40B4-BE49-F238E27FC236}">
                  <a16:creationId xmlns:a16="http://schemas.microsoft.com/office/drawing/2014/main" id="{D64B183E-9E94-48C2-B50A-55E3B70162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1395" name="Line 98">
            <a:extLst>
              <a:ext uri="{FF2B5EF4-FFF2-40B4-BE49-F238E27FC236}">
                <a16:creationId xmlns:a16="http://schemas.microsoft.com/office/drawing/2014/main" id="{BAB30EB6-F63A-43AE-973C-F824847B9BC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49775" y="4270375"/>
            <a:ext cx="0" cy="1003300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grpSp>
        <p:nvGrpSpPr>
          <p:cNvPr id="101396" name="Group 99">
            <a:extLst>
              <a:ext uri="{FF2B5EF4-FFF2-40B4-BE49-F238E27FC236}">
                <a16:creationId xmlns:a16="http://schemas.microsoft.com/office/drawing/2014/main" id="{5AC3D169-676F-44F0-889F-1D788C4A5F91}"/>
              </a:ext>
            </a:extLst>
          </p:cNvPr>
          <p:cNvGrpSpPr>
            <a:grpSpLocks/>
          </p:cNvGrpSpPr>
          <p:nvPr/>
        </p:nvGrpSpPr>
        <p:grpSpPr bwMode="auto">
          <a:xfrm>
            <a:off x="4603750" y="4254500"/>
            <a:ext cx="890588" cy="215900"/>
            <a:chOff x="455" y="3463"/>
            <a:chExt cx="561" cy="136"/>
          </a:xfrm>
        </p:grpSpPr>
        <p:sp>
          <p:nvSpPr>
            <p:cNvPr id="101466" name="Rectangle 100">
              <a:extLst>
                <a:ext uri="{FF2B5EF4-FFF2-40B4-BE49-F238E27FC236}">
                  <a16:creationId xmlns:a16="http://schemas.microsoft.com/office/drawing/2014/main" id="{4EB2F690-D400-400F-A15D-2AD5750B12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" y="3463"/>
              <a:ext cx="424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7" name="Rectangle 101">
              <a:extLst>
                <a:ext uri="{FF2B5EF4-FFF2-40B4-BE49-F238E27FC236}">
                  <a16:creationId xmlns:a16="http://schemas.microsoft.com/office/drawing/2014/main" id="{46CEF3C0-70D0-45E5-AB1D-7E767DB2FE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3500"/>
              <a:ext cx="132" cy="6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8" name="Rectangle 102">
              <a:extLst>
                <a:ext uri="{FF2B5EF4-FFF2-40B4-BE49-F238E27FC236}">
                  <a16:creationId xmlns:a16="http://schemas.microsoft.com/office/drawing/2014/main" id="{664B6107-5044-4A6E-8C33-AA1AC1E3D8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" y="3477"/>
              <a:ext cx="108" cy="10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9" name="Rectangle 103">
              <a:extLst>
                <a:ext uri="{FF2B5EF4-FFF2-40B4-BE49-F238E27FC236}">
                  <a16:creationId xmlns:a16="http://schemas.microsoft.com/office/drawing/2014/main" id="{E541C35D-A485-4450-AF33-369DDB216D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480"/>
              <a:ext cx="108" cy="1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70" name="Line 104">
              <a:extLst>
                <a:ext uri="{FF2B5EF4-FFF2-40B4-BE49-F238E27FC236}">
                  <a16:creationId xmlns:a16="http://schemas.microsoft.com/office/drawing/2014/main" id="{586D4345-483E-479C-9B81-8EA8A0C26A2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" y="3527"/>
              <a:ext cx="561" cy="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97" name="Group 105">
            <a:extLst>
              <a:ext uri="{FF2B5EF4-FFF2-40B4-BE49-F238E27FC236}">
                <a16:creationId xmlns:a16="http://schemas.microsoft.com/office/drawing/2014/main" id="{E79E0A61-80D8-43E0-83BE-CC12156FE5FA}"/>
              </a:ext>
            </a:extLst>
          </p:cNvPr>
          <p:cNvGrpSpPr>
            <a:grpSpLocks/>
          </p:cNvGrpSpPr>
          <p:nvPr/>
        </p:nvGrpSpPr>
        <p:grpSpPr bwMode="auto">
          <a:xfrm>
            <a:off x="4608513" y="4646613"/>
            <a:ext cx="890587" cy="215900"/>
            <a:chOff x="455" y="3463"/>
            <a:chExt cx="561" cy="136"/>
          </a:xfrm>
        </p:grpSpPr>
        <p:sp>
          <p:nvSpPr>
            <p:cNvPr id="101461" name="Rectangle 106">
              <a:extLst>
                <a:ext uri="{FF2B5EF4-FFF2-40B4-BE49-F238E27FC236}">
                  <a16:creationId xmlns:a16="http://schemas.microsoft.com/office/drawing/2014/main" id="{6A46483D-F803-4F41-9455-1696825625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" y="3463"/>
              <a:ext cx="424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2" name="Rectangle 107">
              <a:extLst>
                <a:ext uri="{FF2B5EF4-FFF2-40B4-BE49-F238E27FC236}">
                  <a16:creationId xmlns:a16="http://schemas.microsoft.com/office/drawing/2014/main" id="{8C9F9085-4EDA-47AC-ABA1-54024180DC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3500"/>
              <a:ext cx="132" cy="6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3" name="Rectangle 108">
              <a:extLst>
                <a:ext uri="{FF2B5EF4-FFF2-40B4-BE49-F238E27FC236}">
                  <a16:creationId xmlns:a16="http://schemas.microsoft.com/office/drawing/2014/main" id="{A0D90574-A82C-4027-9D25-B48D40B2E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" y="3477"/>
              <a:ext cx="108" cy="10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4" name="Rectangle 109">
              <a:extLst>
                <a:ext uri="{FF2B5EF4-FFF2-40B4-BE49-F238E27FC236}">
                  <a16:creationId xmlns:a16="http://schemas.microsoft.com/office/drawing/2014/main" id="{D8EE64E1-4E42-437C-8391-974C32C35E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480"/>
              <a:ext cx="108" cy="1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5" name="Line 110">
              <a:extLst>
                <a:ext uri="{FF2B5EF4-FFF2-40B4-BE49-F238E27FC236}">
                  <a16:creationId xmlns:a16="http://schemas.microsoft.com/office/drawing/2014/main" id="{E2F71726-6077-4E34-858E-8F9B6AAB0B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" y="3527"/>
              <a:ext cx="561" cy="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398" name="Group 111">
            <a:extLst>
              <a:ext uri="{FF2B5EF4-FFF2-40B4-BE49-F238E27FC236}">
                <a16:creationId xmlns:a16="http://schemas.microsoft.com/office/drawing/2014/main" id="{C9A161AE-5383-4344-BA04-CB1E6D18FB21}"/>
              </a:ext>
            </a:extLst>
          </p:cNvPr>
          <p:cNvGrpSpPr>
            <a:grpSpLocks/>
          </p:cNvGrpSpPr>
          <p:nvPr/>
        </p:nvGrpSpPr>
        <p:grpSpPr bwMode="auto">
          <a:xfrm>
            <a:off x="4603750" y="5073650"/>
            <a:ext cx="890588" cy="215900"/>
            <a:chOff x="455" y="3463"/>
            <a:chExt cx="561" cy="136"/>
          </a:xfrm>
        </p:grpSpPr>
        <p:sp>
          <p:nvSpPr>
            <p:cNvPr id="101456" name="Rectangle 112">
              <a:extLst>
                <a:ext uri="{FF2B5EF4-FFF2-40B4-BE49-F238E27FC236}">
                  <a16:creationId xmlns:a16="http://schemas.microsoft.com/office/drawing/2014/main" id="{2E8C9A43-3AFE-4792-9D8E-8301A9AC12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8" y="3463"/>
              <a:ext cx="424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7" name="Rectangle 113">
              <a:extLst>
                <a:ext uri="{FF2B5EF4-FFF2-40B4-BE49-F238E27FC236}">
                  <a16:creationId xmlns:a16="http://schemas.microsoft.com/office/drawing/2014/main" id="{7576BA84-6888-4DF8-A6EF-715F4DCB36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1" y="3500"/>
              <a:ext cx="132" cy="6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8" name="Rectangle 114">
              <a:extLst>
                <a:ext uri="{FF2B5EF4-FFF2-40B4-BE49-F238E27FC236}">
                  <a16:creationId xmlns:a16="http://schemas.microsoft.com/office/drawing/2014/main" id="{3CA34BF1-C70B-4C0F-8413-12C4693164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" y="3477"/>
              <a:ext cx="108" cy="10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9" name="Rectangle 115">
              <a:extLst>
                <a:ext uri="{FF2B5EF4-FFF2-40B4-BE49-F238E27FC236}">
                  <a16:creationId xmlns:a16="http://schemas.microsoft.com/office/drawing/2014/main" id="{9134AA59-0A0C-47D5-B603-CB92D15BC9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480"/>
              <a:ext cx="108" cy="10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60" name="Line 116">
              <a:extLst>
                <a:ext uri="{FF2B5EF4-FFF2-40B4-BE49-F238E27FC236}">
                  <a16:creationId xmlns:a16="http://schemas.microsoft.com/office/drawing/2014/main" id="{7D28C3A1-64EE-4E93-B978-B048AB1602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" y="3527"/>
              <a:ext cx="561" cy="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sp>
        <p:nvSpPr>
          <p:cNvPr id="101399" name="Text Box 117">
            <a:extLst>
              <a:ext uri="{FF2B5EF4-FFF2-40B4-BE49-F238E27FC236}">
                <a16:creationId xmlns:a16="http://schemas.microsoft.com/office/drawing/2014/main" id="{6327C202-54FC-496A-A442-5FF304D1D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6250" y="5583238"/>
            <a:ext cx="552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bus</a:t>
            </a:r>
          </a:p>
        </p:txBody>
      </p:sp>
      <p:grpSp>
        <p:nvGrpSpPr>
          <p:cNvPr id="101400" name="Group 118">
            <a:extLst>
              <a:ext uri="{FF2B5EF4-FFF2-40B4-BE49-F238E27FC236}">
                <a16:creationId xmlns:a16="http://schemas.microsoft.com/office/drawing/2014/main" id="{310EF822-1BFA-497F-A7D8-CE5713B2BA0E}"/>
              </a:ext>
            </a:extLst>
          </p:cNvPr>
          <p:cNvGrpSpPr>
            <a:grpSpLocks/>
          </p:cNvGrpSpPr>
          <p:nvPr/>
        </p:nvGrpSpPr>
        <p:grpSpPr bwMode="auto">
          <a:xfrm>
            <a:off x="6091238" y="4233863"/>
            <a:ext cx="890587" cy="215900"/>
            <a:chOff x="876" y="2800"/>
            <a:chExt cx="642" cy="175"/>
          </a:xfrm>
        </p:grpSpPr>
        <p:sp>
          <p:nvSpPr>
            <p:cNvPr id="101451" name="Rectangle 119">
              <a:extLst>
                <a:ext uri="{FF2B5EF4-FFF2-40B4-BE49-F238E27FC236}">
                  <a16:creationId xmlns:a16="http://schemas.microsoft.com/office/drawing/2014/main" id="{47BD23B2-4A5F-4C51-A77E-2E9ACBF00D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2" name="Rectangle 120">
              <a:extLst>
                <a:ext uri="{FF2B5EF4-FFF2-40B4-BE49-F238E27FC236}">
                  <a16:creationId xmlns:a16="http://schemas.microsoft.com/office/drawing/2014/main" id="{C94B72A6-0F69-46B7-9AAD-B18997D868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3" name="Rectangle 121">
              <a:extLst>
                <a:ext uri="{FF2B5EF4-FFF2-40B4-BE49-F238E27FC236}">
                  <a16:creationId xmlns:a16="http://schemas.microsoft.com/office/drawing/2014/main" id="{6C0B6883-D565-4F46-8A2B-2782161C8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4" name="Rectangle 122">
              <a:extLst>
                <a:ext uri="{FF2B5EF4-FFF2-40B4-BE49-F238E27FC236}">
                  <a16:creationId xmlns:a16="http://schemas.microsoft.com/office/drawing/2014/main" id="{8A2A06E0-CF88-4D0A-8274-F1556372CC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5" name="Line 123">
              <a:extLst>
                <a:ext uri="{FF2B5EF4-FFF2-40B4-BE49-F238E27FC236}">
                  <a16:creationId xmlns:a16="http://schemas.microsoft.com/office/drawing/2014/main" id="{0949455A-018E-458D-BEE5-D07ABED566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401" name="Group 124">
            <a:extLst>
              <a:ext uri="{FF2B5EF4-FFF2-40B4-BE49-F238E27FC236}">
                <a16:creationId xmlns:a16="http://schemas.microsoft.com/office/drawing/2014/main" id="{6C283382-CC43-4CF8-A60A-C9ED8023E942}"/>
              </a:ext>
            </a:extLst>
          </p:cNvPr>
          <p:cNvGrpSpPr>
            <a:grpSpLocks/>
          </p:cNvGrpSpPr>
          <p:nvPr/>
        </p:nvGrpSpPr>
        <p:grpSpPr bwMode="auto">
          <a:xfrm>
            <a:off x="6067425" y="4629150"/>
            <a:ext cx="890588" cy="215900"/>
            <a:chOff x="876" y="2800"/>
            <a:chExt cx="642" cy="175"/>
          </a:xfrm>
        </p:grpSpPr>
        <p:sp>
          <p:nvSpPr>
            <p:cNvPr id="101446" name="Rectangle 125">
              <a:extLst>
                <a:ext uri="{FF2B5EF4-FFF2-40B4-BE49-F238E27FC236}">
                  <a16:creationId xmlns:a16="http://schemas.microsoft.com/office/drawing/2014/main" id="{55FF0886-C85C-4DC4-880E-8935BDA8CE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7" name="Rectangle 126">
              <a:extLst>
                <a:ext uri="{FF2B5EF4-FFF2-40B4-BE49-F238E27FC236}">
                  <a16:creationId xmlns:a16="http://schemas.microsoft.com/office/drawing/2014/main" id="{5F4DA101-8E65-47D1-8A5C-D27650D740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8" name="Rectangle 127">
              <a:extLst>
                <a:ext uri="{FF2B5EF4-FFF2-40B4-BE49-F238E27FC236}">
                  <a16:creationId xmlns:a16="http://schemas.microsoft.com/office/drawing/2014/main" id="{97C97B6A-8993-4DDC-A122-91D5F48170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9" name="Rectangle 128">
              <a:extLst>
                <a:ext uri="{FF2B5EF4-FFF2-40B4-BE49-F238E27FC236}">
                  <a16:creationId xmlns:a16="http://schemas.microsoft.com/office/drawing/2014/main" id="{ADC1F5DC-E242-4AD2-896D-D397E42428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50" name="Line 129">
              <a:extLst>
                <a:ext uri="{FF2B5EF4-FFF2-40B4-BE49-F238E27FC236}">
                  <a16:creationId xmlns:a16="http://schemas.microsoft.com/office/drawing/2014/main" id="{80E5D76B-86C6-4C12-829E-44A7E9A8A3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402" name="Group 130">
            <a:extLst>
              <a:ext uri="{FF2B5EF4-FFF2-40B4-BE49-F238E27FC236}">
                <a16:creationId xmlns:a16="http://schemas.microsoft.com/office/drawing/2014/main" id="{5DF08F5B-D93A-4115-A50E-CA4A5BD3DC1D}"/>
              </a:ext>
            </a:extLst>
          </p:cNvPr>
          <p:cNvGrpSpPr>
            <a:grpSpLocks/>
          </p:cNvGrpSpPr>
          <p:nvPr/>
        </p:nvGrpSpPr>
        <p:grpSpPr bwMode="auto">
          <a:xfrm>
            <a:off x="6062663" y="5056188"/>
            <a:ext cx="890587" cy="215900"/>
            <a:chOff x="876" y="2800"/>
            <a:chExt cx="642" cy="175"/>
          </a:xfrm>
        </p:grpSpPr>
        <p:sp>
          <p:nvSpPr>
            <p:cNvPr id="101441" name="Rectangle 131">
              <a:extLst>
                <a:ext uri="{FF2B5EF4-FFF2-40B4-BE49-F238E27FC236}">
                  <a16:creationId xmlns:a16="http://schemas.microsoft.com/office/drawing/2014/main" id="{419E7FBF-75CF-4723-BB0E-228927F62F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800"/>
              <a:ext cx="485" cy="1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2" name="Rectangle 132">
              <a:extLst>
                <a:ext uri="{FF2B5EF4-FFF2-40B4-BE49-F238E27FC236}">
                  <a16:creationId xmlns:a16="http://schemas.microsoft.com/office/drawing/2014/main" id="{6A13FD01-70C9-4201-BB91-F025EFED2A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" y="2849"/>
              <a:ext cx="151" cy="7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66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3" name="Rectangle 133">
              <a:extLst>
                <a:ext uri="{FF2B5EF4-FFF2-40B4-BE49-F238E27FC236}">
                  <a16:creationId xmlns:a16="http://schemas.microsoft.com/office/drawing/2014/main" id="{664849D8-D5C6-4AF7-B4CE-06956BF361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7" y="2818"/>
              <a:ext cx="124" cy="13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4" name="Rectangle 134">
              <a:extLst>
                <a:ext uri="{FF2B5EF4-FFF2-40B4-BE49-F238E27FC236}">
                  <a16:creationId xmlns:a16="http://schemas.microsoft.com/office/drawing/2014/main" id="{B144FE5F-D674-44D7-BE8F-1B59A47538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" y="2815"/>
              <a:ext cx="125" cy="13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1445" name="Line 135">
              <a:extLst>
                <a:ext uri="{FF2B5EF4-FFF2-40B4-BE49-F238E27FC236}">
                  <a16:creationId xmlns:a16="http://schemas.microsoft.com/office/drawing/2014/main" id="{AAA1E684-B9BA-407B-AAA1-CF541368B4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76" y="2882"/>
              <a:ext cx="64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101403" name="Group 154">
            <a:extLst>
              <a:ext uri="{FF2B5EF4-FFF2-40B4-BE49-F238E27FC236}">
                <a16:creationId xmlns:a16="http://schemas.microsoft.com/office/drawing/2014/main" id="{DCACDDB0-293F-4625-98BF-B7958AE6F2A5}"/>
              </a:ext>
            </a:extLst>
          </p:cNvPr>
          <p:cNvGrpSpPr>
            <a:grpSpLocks/>
          </p:cNvGrpSpPr>
          <p:nvPr/>
        </p:nvGrpSpPr>
        <p:grpSpPr bwMode="auto">
          <a:xfrm rot="5400000">
            <a:off x="7186613" y="5253038"/>
            <a:ext cx="895350" cy="1035050"/>
            <a:chOff x="2954" y="2776"/>
            <a:chExt cx="564" cy="652"/>
          </a:xfrm>
        </p:grpSpPr>
        <p:grpSp>
          <p:nvGrpSpPr>
            <p:cNvPr id="101423" name="Group 136">
              <a:extLst>
                <a:ext uri="{FF2B5EF4-FFF2-40B4-BE49-F238E27FC236}">
                  <a16:creationId xmlns:a16="http://schemas.microsoft.com/office/drawing/2014/main" id="{A3EE4FC7-FB21-4EBB-8C08-60A2753EDBD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54" y="2776"/>
              <a:ext cx="561" cy="136"/>
              <a:chOff x="455" y="3463"/>
              <a:chExt cx="561" cy="136"/>
            </a:xfrm>
          </p:grpSpPr>
          <p:sp>
            <p:nvSpPr>
              <p:cNvPr id="101436" name="Rectangle 137">
                <a:extLst>
                  <a:ext uri="{FF2B5EF4-FFF2-40B4-BE49-F238E27FC236}">
                    <a16:creationId xmlns:a16="http://schemas.microsoft.com/office/drawing/2014/main" id="{32AAA5F8-CF63-4EC8-BD9C-1B529456DB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" y="3465"/>
                <a:ext cx="424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7" name="Rectangle 138">
                <a:extLst>
                  <a:ext uri="{FF2B5EF4-FFF2-40B4-BE49-F238E27FC236}">
                    <a16:creationId xmlns:a16="http://schemas.microsoft.com/office/drawing/2014/main" id="{20097A5B-C60B-4BE5-8216-7B6759C881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" y="3504"/>
                <a:ext cx="132" cy="6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66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8" name="Rectangle 139">
                <a:extLst>
                  <a:ext uri="{FF2B5EF4-FFF2-40B4-BE49-F238E27FC236}">
                    <a16:creationId xmlns:a16="http://schemas.microsoft.com/office/drawing/2014/main" id="{8FB18BBB-7C02-49B7-A17C-60E0AB5A14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2" y="3479"/>
                <a:ext cx="108" cy="104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9" name="Rectangle 140">
                <a:extLst>
                  <a:ext uri="{FF2B5EF4-FFF2-40B4-BE49-F238E27FC236}">
                    <a16:creationId xmlns:a16="http://schemas.microsoft.com/office/drawing/2014/main" id="{CDE84532-8C03-40C5-8B05-48D99B0F06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5" y="3484"/>
                <a:ext cx="108" cy="10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40" name="Line 141">
                <a:extLst>
                  <a:ext uri="{FF2B5EF4-FFF2-40B4-BE49-F238E27FC236}">
                    <a16:creationId xmlns:a16="http://schemas.microsoft.com/office/drawing/2014/main" id="{4D492979-4D55-4576-B30F-A0B0D3CD4B0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53" y="3529"/>
                <a:ext cx="561" cy="4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1424" name="Group 142">
              <a:extLst>
                <a:ext uri="{FF2B5EF4-FFF2-40B4-BE49-F238E27FC236}">
                  <a16:creationId xmlns:a16="http://schemas.microsoft.com/office/drawing/2014/main" id="{ADA8581B-C501-46BE-8A41-52A9BECEEF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57" y="3023"/>
              <a:ext cx="561" cy="136"/>
              <a:chOff x="455" y="3463"/>
              <a:chExt cx="561" cy="136"/>
            </a:xfrm>
          </p:grpSpPr>
          <p:sp>
            <p:nvSpPr>
              <p:cNvPr id="101431" name="Rectangle 143">
                <a:extLst>
                  <a:ext uri="{FF2B5EF4-FFF2-40B4-BE49-F238E27FC236}">
                    <a16:creationId xmlns:a16="http://schemas.microsoft.com/office/drawing/2014/main" id="{B28D289F-93FC-47FA-BD63-C79C91BD8F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" y="3465"/>
                <a:ext cx="424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2" name="Rectangle 144">
                <a:extLst>
                  <a:ext uri="{FF2B5EF4-FFF2-40B4-BE49-F238E27FC236}">
                    <a16:creationId xmlns:a16="http://schemas.microsoft.com/office/drawing/2014/main" id="{7949A68B-AA40-4472-ACC2-9566CCAADF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" y="3504"/>
                <a:ext cx="132" cy="6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66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3" name="Rectangle 145">
                <a:extLst>
                  <a:ext uri="{FF2B5EF4-FFF2-40B4-BE49-F238E27FC236}">
                    <a16:creationId xmlns:a16="http://schemas.microsoft.com/office/drawing/2014/main" id="{046C1C66-86C3-4CCC-8ED4-A4A4F804D2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2" y="3479"/>
                <a:ext cx="108" cy="104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4" name="Rectangle 146">
                <a:extLst>
                  <a:ext uri="{FF2B5EF4-FFF2-40B4-BE49-F238E27FC236}">
                    <a16:creationId xmlns:a16="http://schemas.microsoft.com/office/drawing/2014/main" id="{497ACBA4-783F-4F2F-BE74-B752A28029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5" y="3484"/>
                <a:ext cx="108" cy="10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5" name="Line 147">
                <a:extLst>
                  <a:ext uri="{FF2B5EF4-FFF2-40B4-BE49-F238E27FC236}">
                    <a16:creationId xmlns:a16="http://schemas.microsoft.com/office/drawing/2014/main" id="{99005CEF-B68B-4B58-A74C-51E8D70C77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53" y="3529"/>
                <a:ext cx="561" cy="4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grpSp>
          <p:nvGrpSpPr>
            <p:cNvPr id="101425" name="Group 148">
              <a:extLst>
                <a:ext uri="{FF2B5EF4-FFF2-40B4-BE49-F238E27FC236}">
                  <a16:creationId xmlns:a16="http://schemas.microsoft.com/office/drawing/2014/main" id="{A02DD7A6-17AE-42A1-B315-597ABF2E36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54" y="3292"/>
              <a:ext cx="561" cy="136"/>
              <a:chOff x="455" y="3463"/>
              <a:chExt cx="561" cy="136"/>
            </a:xfrm>
          </p:grpSpPr>
          <p:sp>
            <p:nvSpPr>
              <p:cNvPr id="101426" name="Rectangle 149">
                <a:extLst>
                  <a:ext uri="{FF2B5EF4-FFF2-40B4-BE49-F238E27FC236}">
                    <a16:creationId xmlns:a16="http://schemas.microsoft.com/office/drawing/2014/main" id="{C0B2F849-583D-4E11-B5BE-0E05402F1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6" y="3465"/>
                <a:ext cx="424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27" name="Rectangle 150">
                <a:extLst>
                  <a:ext uri="{FF2B5EF4-FFF2-40B4-BE49-F238E27FC236}">
                    <a16:creationId xmlns:a16="http://schemas.microsoft.com/office/drawing/2014/main" id="{89B2395B-C65C-4C7B-AB30-1D225ABCA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9" y="3504"/>
                <a:ext cx="132" cy="6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66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28" name="Rectangle 151">
                <a:extLst>
                  <a:ext uri="{FF2B5EF4-FFF2-40B4-BE49-F238E27FC236}">
                    <a16:creationId xmlns:a16="http://schemas.microsoft.com/office/drawing/2014/main" id="{A23D738F-5283-49BE-92B6-AF7148C95B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2" y="3479"/>
                <a:ext cx="108" cy="104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29" name="Rectangle 152">
                <a:extLst>
                  <a:ext uri="{FF2B5EF4-FFF2-40B4-BE49-F238E27FC236}">
                    <a16:creationId xmlns:a16="http://schemas.microsoft.com/office/drawing/2014/main" id="{1A9E1280-0DF7-4414-B57A-116D034634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5" y="3484"/>
                <a:ext cx="108" cy="10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01430" name="Line 153">
                <a:extLst>
                  <a:ext uri="{FF2B5EF4-FFF2-40B4-BE49-F238E27FC236}">
                    <a16:creationId xmlns:a16="http://schemas.microsoft.com/office/drawing/2014/main" id="{B721200A-9C6D-4A7F-B913-9FE0AC9F0C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53" y="3529"/>
                <a:ext cx="561" cy="4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sp>
        <p:nvSpPr>
          <p:cNvPr id="101404" name="Line 155">
            <a:extLst>
              <a:ext uri="{FF2B5EF4-FFF2-40B4-BE49-F238E27FC236}">
                <a16:creationId xmlns:a16="http://schemas.microsoft.com/office/drawing/2014/main" id="{279D0ACB-67E8-4AF9-8365-0AB733AE7A6B}"/>
              </a:ext>
            </a:extLst>
          </p:cNvPr>
          <p:cNvSpPr>
            <a:spLocks noChangeShapeType="1"/>
          </p:cNvSpPr>
          <p:nvPr/>
        </p:nvSpPr>
        <p:spPr bwMode="auto">
          <a:xfrm>
            <a:off x="6981825" y="4340225"/>
            <a:ext cx="1063625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05" name="Line 156">
            <a:extLst>
              <a:ext uri="{FF2B5EF4-FFF2-40B4-BE49-F238E27FC236}">
                <a16:creationId xmlns:a16="http://schemas.microsoft.com/office/drawing/2014/main" id="{58BC7ACB-519F-41B7-8698-2FB0554F46F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43725" y="4727575"/>
            <a:ext cx="1111250" cy="317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06" name="Line 157">
            <a:extLst>
              <a:ext uri="{FF2B5EF4-FFF2-40B4-BE49-F238E27FC236}">
                <a16:creationId xmlns:a16="http://schemas.microsoft.com/office/drawing/2014/main" id="{8F73C284-F0D9-450E-9F09-61298EE3760E}"/>
              </a:ext>
            </a:extLst>
          </p:cNvPr>
          <p:cNvSpPr>
            <a:spLocks noChangeShapeType="1"/>
          </p:cNvSpPr>
          <p:nvPr/>
        </p:nvSpPr>
        <p:spPr bwMode="auto">
          <a:xfrm>
            <a:off x="6943725" y="5159375"/>
            <a:ext cx="1101725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07" name="Line 158">
            <a:extLst>
              <a:ext uri="{FF2B5EF4-FFF2-40B4-BE49-F238E27FC236}">
                <a16:creationId xmlns:a16="http://schemas.microsoft.com/office/drawing/2014/main" id="{BDABA563-E97C-4C52-B9CE-74807503217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26300" y="4340225"/>
            <a:ext cx="0" cy="9779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08" name="Line 159">
            <a:extLst>
              <a:ext uri="{FF2B5EF4-FFF2-40B4-BE49-F238E27FC236}">
                <a16:creationId xmlns:a16="http://schemas.microsoft.com/office/drawing/2014/main" id="{9CA6A4A3-FA7F-4A36-8ECF-C106C2051B7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48575" y="4340225"/>
            <a:ext cx="0" cy="9779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09" name="Line 160">
            <a:extLst>
              <a:ext uri="{FF2B5EF4-FFF2-40B4-BE49-F238E27FC236}">
                <a16:creationId xmlns:a16="http://schemas.microsoft.com/office/drawing/2014/main" id="{12A1D721-894D-4809-BDC9-9254FF2F912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45450" y="4330700"/>
            <a:ext cx="0" cy="97790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10" name="Oval 161">
            <a:extLst>
              <a:ext uri="{FF2B5EF4-FFF2-40B4-BE49-F238E27FC236}">
                <a16:creationId xmlns:a16="http://schemas.microsoft.com/office/drawing/2014/main" id="{40F89A0E-5BC8-44FC-8C9B-303004460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5025" y="4302125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1" name="Oval 162">
            <a:extLst>
              <a:ext uri="{FF2B5EF4-FFF2-40B4-BE49-F238E27FC236}">
                <a16:creationId xmlns:a16="http://schemas.microsoft.com/office/drawing/2014/main" id="{C3089DF0-991F-4FE1-B886-A24913C2BB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5025" y="4686300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2" name="Oval 163">
            <a:extLst>
              <a:ext uri="{FF2B5EF4-FFF2-40B4-BE49-F238E27FC236}">
                <a16:creationId xmlns:a16="http://schemas.microsoft.com/office/drawing/2014/main" id="{F247F3D0-EED4-4743-9C79-ED11AD200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8675" y="5111750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3" name="Oval 164">
            <a:extLst>
              <a:ext uri="{FF2B5EF4-FFF2-40B4-BE49-F238E27FC236}">
                <a16:creationId xmlns:a16="http://schemas.microsoft.com/office/drawing/2014/main" id="{DFEFB9EE-CAD9-45FF-808C-CCA88A40B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475" y="4302125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4" name="Oval 165">
            <a:extLst>
              <a:ext uri="{FF2B5EF4-FFF2-40B4-BE49-F238E27FC236}">
                <a16:creationId xmlns:a16="http://schemas.microsoft.com/office/drawing/2014/main" id="{48EA6B05-4125-49BF-A3F5-1768F4075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475" y="4686300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5" name="Oval 166">
            <a:extLst>
              <a:ext uri="{FF2B5EF4-FFF2-40B4-BE49-F238E27FC236}">
                <a16:creationId xmlns:a16="http://schemas.microsoft.com/office/drawing/2014/main" id="{E2B190E9-3882-4382-B606-6434C57EA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04125" y="5111750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6" name="Oval 167">
            <a:extLst>
              <a:ext uri="{FF2B5EF4-FFF2-40B4-BE49-F238E27FC236}">
                <a16:creationId xmlns:a16="http://schemas.microsoft.com/office/drawing/2014/main" id="{7522400E-B71B-449A-B386-211E6EC3A4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302125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7" name="Oval 168">
            <a:extLst>
              <a:ext uri="{FF2B5EF4-FFF2-40B4-BE49-F238E27FC236}">
                <a16:creationId xmlns:a16="http://schemas.microsoft.com/office/drawing/2014/main" id="{E2F42C04-480F-450C-852E-4DBEB7DD3E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01000" y="4686300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8" name="Oval 169">
            <a:extLst>
              <a:ext uri="{FF2B5EF4-FFF2-40B4-BE49-F238E27FC236}">
                <a16:creationId xmlns:a16="http://schemas.microsoft.com/office/drawing/2014/main" id="{5B1C7D7F-1679-4353-8B74-B9D865ACDA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94650" y="5111750"/>
            <a:ext cx="88900" cy="88900"/>
          </a:xfrm>
          <a:prstGeom prst="ellipse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800">
              <a:latin typeface="Arial" panose="020B0604020202020204" pitchFamily="34" charset="0"/>
            </a:endParaRPr>
          </a:p>
        </p:txBody>
      </p:sp>
      <p:sp>
        <p:nvSpPr>
          <p:cNvPr id="101419" name="Text Box 170">
            <a:extLst>
              <a:ext uri="{FF2B5EF4-FFF2-40B4-BE49-F238E27FC236}">
                <a16:creationId xmlns:a16="http://schemas.microsoft.com/office/drawing/2014/main" id="{F34A3F4C-E7DE-498B-A6C3-6A9C06391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99150" y="5589588"/>
            <a:ext cx="1060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crossbar</a:t>
            </a:r>
          </a:p>
        </p:txBody>
      </p:sp>
      <p:sp>
        <p:nvSpPr>
          <p:cNvPr id="101420" name="Freeform 171">
            <a:extLst>
              <a:ext uri="{FF2B5EF4-FFF2-40B4-BE49-F238E27FC236}">
                <a16:creationId xmlns:a16="http://schemas.microsoft.com/office/drawing/2014/main" id="{DCC99D83-1CDB-496F-8331-26EA6E4C0C96}"/>
              </a:ext>
            </a:extLst>
          </p:cNvPr>
          <p:cNvSpPr>
            <a:spLocks/>
          </p:cNvSpPr>
          <p:nvPr/>
        </p:nvSpPr>
        <p:spPr bwMode="auto">
          <a:xfrm>
            <a:off x="590550" y="4325938"/>
            <a:ext cx="2798763" cy="412750"/>
          </a:xfrm>
          <a:custGeom>
            <a:avLst/>
            <a:gdLst>
              <a:gd name="T0" fmla="*/ 0 w 1763"/>
              <a:gd name="T1" fmla="*/ 0 h 260"/>
              <a:gd name="T2" fmla="*/ 2147483646 w 1763"/>
              <a:gd name="T3" fmla="*/ 0 h 260"/>
              <a:gd name="T4" fmla="*/ 2147483646 w 1763"/>
              <a:gd name="T5" fmla="*/ 2147483646 h 260"/>
              <a:gd name="T6" fmla="*/ 2147483646 w 1763"/>
              <a:gd name="T7" fmla="*/ 2147483646 h 260"/>
              <a:gd name="T8" fmla="*/ 0 60000 65536"/>
              <a:gd name="T9" fmla="*/ 0 60000 65536"/>
              <a:gd name="T10" fmla="*/ 0 60000 65536"/>
              <a:gd name="T11" fmla="*/ 0 60000 65536"/>
              <a:gd name="T12" fmla="*/ 0 w 1763"/>
              <a:gd name="T13" fmla="*/ 0 h 260"/>
              <a:gd name="T14" fmla="*/ 1763 w 1763"/>
              <a:gd name="T15" fmla="*/ 260 h 2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763" h="260">
                <a:moveTo>
                  <a:pt x="0" y="0"/>
                </a:moveTo>
                <a:lnTo>
                  <a:pt x="689" y="0"/>
                </a:lnTo>
                <a:lnTo>
                  <a:pt x="1054" y="260"/>
                </a:lnTo>
                <a:lnTo>
                  <a:pt x="1763" y="260"/>
                </a:lnTo>
              </a:path>
            </a:pathLst>
          </a:custGeom>
          <a:noFill/>
          <a:ln w="38100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21" name="Freeform 172">
            <a:extLst>
              <a:ext uri="{FF2B5EF4-FFF2-40B4-BE49-F238E27FC236}">
                <a16:creationId xmlns:a16="http://schemas.microsoft.com/office/drawing/2014/main" id="{5C6BB87C-F5C7-438F-8F6F-7C4788D15DA2}"/>
              </a:ext>
            </a:extLst>
          </p:cNvPr>
          <p:cNvSpPr>
            <a:spLocks/>
          </p:cNvSpPr>
          <p:nvPr/>
        </p:nvSpPr>
        <p:spPr bwMode="auto">
          <a:xfrm>
            <a:off x="3641725" y="4295775"/>
            <a:ext cx="2006600" cy="400050"/>
          </a:xfrm>
          <a:custGeom>
            <a:avLst/>
            <a:gdLst>
              <a:gd name="T0" fmla="*/ 0 w 1264"/>
              <a:gd name="T1" fmla="*/ 2147483646 h 252"/>
              <a:gd name="T2" fmla="*/ 2147483646 w 1264"/>
              <a:gd name="T3" fmla="*/ 0 h 252"/>
              <a:gd name="T4" fmla="*/ 2147483646 w 1264"/>
              <a:gd name="T5" fmla="*/ 2147483646 h 252"/>
              <a:gd name="T6" fmla="*/ 2147483646 w 1264"/>
              <a:gd name="T7" fmla="*/ 2147483646 h 252"/>
              <a:gd name="T8" fmla="*/ 0 60000 65536"/>
              <a:gd name="T9" fmla="*/ 0 60000 65536"/>
              <a:gd name="T10" fmla="*/ 0 60000 65536"/>
              <a:gd name="T11" fmla="*/ 0 60000 65536"/>
              <a:gd name="T12" fmla="*/ 0 w 1264"/>
              <a:gd name="T13" fmla="*/ 0 h 252"/>
              <a:gd name="T14" fmla="*/ 1264 w 1264"/>
              <a:gd name="T15" fmla="*/ 252 h 2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64" h="252">
                <a:moveTo>
                  <a:pt x="0" y="2"/>
                </a:moveTo>
                <a:lnTo>
                  <a:pt x="622" y="0"/>
                </a:lnTo>
                <a:lnTo>
                  <a:pt x="616" y="246"/>
                </a:lnTo>
                <a:lnTo>
                  <a:pt x="1264" y="252"/>
                </a:lnTo>
              </a:path>
            </a:pathLst>
          </a:custGeom>
          <a:noFill/>
          <a:ln w="38100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1422" name="Freeform 173">
            <a:extLst>
              <a:ext uri="{FF2B5EF4-FFF2-40B4-BE49-F238E27FC236}">
                <a16:creationId xmlns:a16="http://schemas.microsoft.com/office/drawing/2014/main" id="{54BA25E0-76A6-41F7-85C7-F3FAAE9015D1}"/>
              </a:ext>
            </a:extLst>
          </p:cNvPr>
          <p:cNvSpPr>
            <a:spLocks/>
          </p:cNvSpPr>
          <p:nvPr/>
        </p:nvSpPr>
        <p:spPr bwMode="auto">
          <a:xfrm>
            <a:off x="6038850" y="4286250"/>
            <a:ext cx="1543050" cy="2014538"/>
          </a:xfrm>
          <a:custGeom>
            <a:avLst/>
            <a:gdLst>
              <a:gd name="T0" fmla="*/ 0 w 972"/>
              <a:gd name="T1" fmla="*/ 2147483646 h 1266"/>
              <a:gd name="T2" fmla="*/ 2147483646 w 972"/>
              <a:gd name="T3" fmla="*/ 0 h 1266"/>
              <a:gd name="T4" fmla="*/ 2147483646 w 972"/>
              <a:gd name="T5" fmla="*/ 2147483646 h 1266"/>
              <a:gd name="T6" fmla="*/ 0 60000 65536"/>
              <a:gd name="T7" fmla="*/ 0 60000 65536"/>
              <a:gd name="T8" fmla="*/ 0 60000 65536"/>
              <a:gd name="T9" fmla="*/ 0 w 972"/>
              <a:gd name="T10" fmla="*/ 0 h 1266"/>
              <a:gd name="T11" fmla="*/ 972 w 972"/>
              <a:gd name="T12" fmla="*/ 1266 h 126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72" h="1266">
                <a:moveTo>
                  <a:pt x="0" y="3"/>
                </a:moveTo>
                <a:lnTo>
                  <a:pt x="969" y="0"/>
                </a:lnTo>
                <a:lnTo>
                  <a:pt x="972" y="1266"/>
                </a:lnTo>
              </a:path>
            </a:pathLst>
          </a:custGeom>
          <a:noFill/>
          <a:ln w="38100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Footer Placeholder 4">
            <a:extLst>
              <a:ext uri="{FF2B5EF4-FFF2-40B4-BE49-F238E27FC236}">
                <a16:creationId xmlns:a16="http://schemas.microsoft.com/office/drawing/2014/main" id="{186A76BD-E4CA-46FC-B201-6A0D630C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09571" name="Slide Number Placeholder 5">
            <a:extLst>
              <a:ext uri="{FF2B5EF4-FFF2-40B4-BE49-F238E27FC236}">
                <a16:creationId xmlns:a16="http://schemas.microsoft.com/office/drawing/2014/main" id="{F21972BD-A5D2-453D-9F32-2E8DFE5C6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2C92DD2C-97C6-4438-9AD7-A2C7EA63BCF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18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9572" name="Picture 78" descr="underline_base">
            <a:extLst>
              <a:ext uri="{FF2B5EF4-FFF2-40B4-BE49-F238E27FC236}">
                <a16:creationId xmlns:a16="http://schemas.microsoft.com/office/drawing/2014/main" id="{8C4A79BC-F49A-43CA-92B6-B8D57425B9A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313" y="711200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9573" name="Rectangle 2">
            <a:extLst>
              <a:ext uri="{FF2B5EF4-FFF2-40B4-BE49-F238E27FC236}">
                <a16:creationId xmlns:a16="http://schemas.microsoft.com/office/drawing/2014/main" id="{BD4E8639-201F-4BBB-812E-E89D06CFAC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292100"/>
            <a:ext cx="7772400" cy="457200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Input port queuing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09574" name="Rectangle 3">
            <a:extLst>
              <a:ext uri="{FF2B5EF4-FFF2-40B4-BE49-F238E27FC236}">
                <a16:creationId xmlns:a16="http://schemas.microsoft.com/office/drawing/2014/main" id="{C7B08EDE-A534-400F-B346-8BAEACDF9EB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31838" y="1127125"/>
            <a:ext cx="8101012" cy="2649538"/>
          </a:xfrm>
        </p:spPr>
        <p:txBody>
          <a:bodyPr/>
          <a:lstStyle/>
          <a:p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fabric slower than input ports combined </a:t>
            </a:r>
            <a:r>
              <a:rPr lang="en-US" altLang="zh-TW" sz="2400" dirty="0">
                <a:ea typeface="ＭＳ Ｐゴシック" panose="020B0600070205080204" pitchFamily="34" charset="-128"/>
              </a:rPr>
              <a:t>-&gt; queueing may occur at input queues </a:t>
            </a:r>
          </a:p>
          <a:p>
            <a:pPr lvl="1"/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queueing delay and loss due to input buffer overflow!</a:t>
            </a:r>
            <a:endParaRPr lang="en-US" altLang="zh-TW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  <a:p>
            <a:r>
              <a:rPr lang="en-US" altLang="zh-TW" sz="2400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Head-of-the-Line (HOL) blocking:</a:t>
            </a:r>
            <a:r>
              <a:rPr lang="en-US" altLang="zh-TW" sz="2400" dirty="0">
                <a:ea typeface="ＭＳ Ｐゴシック" panose="020B0600070205080204" pitchFamily="34" charset="-128"/>
              </a:rPr>
              <a:t> queued datagram at front of queue prevents others in queue from moving forward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E68823D9-0792-4C31-B41C-67D95005DACA}"/>
              </a:ext>
            </a:extLst>
          </p:cNvPr>
          <p:cNvGrpSpPr/>
          <p:nvPr/>
        </p:nvGrpSpPr>
        <p:grpSpPr>
          <a:xfrm>
            <a:off x="1349375" y="3186113"/>
            <a:ext cx="3390900" cy="3105150"/>
            <a:chOff x="1349375" y="3186113"/>
            <a:chExt cx="3390900" cy="3105150"/>
          </a:xfrm>
        </p:grpSpPr>
        <p:grpSp>
          <p:nvGrpSpPr>
            <p:cNvPr id="109575" name="Group 7">
              <a:extLst>
                <a:ext uri="{FF2B5EF4-FFF2-40B4-BE49-F238E27FC236}">
                  <a16:creationId xmlns:a16="http://schemas.microsoft.com/office/drawing/2014/main" id="{94833C39-23D2-45C9-9214-93F762B7CA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89063" y="3194050"/>
              <a:ext cx="3027362" cy="1809750"/>
              <a:chOff x="523" y="976"/>
              <a:chExt cx="2099" cy="1356"/>
            </a:xfrm>
          </p:grpSpPr>
          <p:sp>
            <p:nvSpPr>
              <p:cNvPr id="109620" name="Rectangle 8">
                <a:extLst>
                  <a:ext uri="{FF2B5EF4-FFF2-40B4-BE49-F238E27FC236}">
                    <a16:creationId xmlns:a16="http://schemas.microsoft.com/office/drawing/2014/main" id="{572B57F0-3816-4FEB-B239-F177835F4B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8" y="976"/>
                <a:ext cx="745" cy="13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9621" name="Group 9">
                <a:extLst>
                  <a:ext uri="{FF2B5EF4-FFF2-40B4-BE49-F238E27FC236}">
                    <a16:creationId xmlns:a16="http://schemas.microsoft.com/office/drawing/2014/main" id="{112493C2-DB62-46B2-892A-DF3B309B26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4" y="997"/>
                <a:ext cx="249" cy="1295"/>
                <a:chOff x="748" y="997"/>
                <a:chExt cx="249" cy="1295"/>
              </a:xfrm>
            </p:grpSpPr>
            <p:sp>
              <p:nvSpPr>
                <p:cNvPr id="109640" name="Rectangle 10">
                  <a:extLst>
                    <a:ext uri="{FF2B5EF4-FFF2-40B4-BE49-F238E27FC236}">
                      <a16:creationId xmlns:a16="http://schemas.microsoft.com/office/drawing/2014/main" id="{7AB22D89-7DB2-40B4-AB6D-73A03C327A3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40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41" name="Rectangle 11">
                  <a:extLst>
                    <a:ext uri="{FF2B5EF4-FFF2-40B4-BE49-F238E27FC236}">
                      <a16:creationId xmlns:a16="http://schemas.microsoft.com/office/drawing/2014/main" id="{11542D42-50E4-4C41-8AA2-E60719F7B4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40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42" name="Rectangle 12">
                  <a:extLst>
                    <a:ext uri="{FF2B5EF4-FFF2-40B4-BE49-F238E27FC236}">
                      <a16:creationId xmlns:a16="http://schemas.microsoft.com/office/drawing/2014/main" id="{55449D12-4421-4B5F-8C56-F65057531CD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38"/>
                  <a:ext cx="240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109622" name="Group 13">
                <a:extLst>
                  <a:ext uri="{FF2B5EF4-FFF2-40B4-BE49-F238E27FC236}">
                    <a16:creationId xmlns:a16="http://schemas.microsoft.com/office/drawing/2014/main" id="{F9592753-D606-4563-A5F4-64DF24FC168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09" y="1002"/>
                <a:ext cx="249" cy="1295"/>
                <a:chOff x="748" y="997"/>
                <a:chExt cx="249" cy="1295"/>
              </a:xfrm>
            </p:grpSpPr>
            <p:sp>
              <p:nvSpPr>
                <p:cNvPr id="109637" name="Rectangle 14">
                  <a:extLst>
                    <a:ext uri="{FF2B5EF4-FFF2-40B4-BE49-F238E27FC236}">
                      <a16:creationId xmlns:a16="http://schemas.microsoft.com/office/drawing/2014/main" id="{1FBD611D-9294-49AD-9281-D248866425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FF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38" name="Rectangle 15">
                  <a:extLst>
                    <a:ext uri="{FF2B5EF4-FFF2-40B4-BE49-F238E27FC236}">
                      <a16:creationId xmlns:a16="http://schemas.microsoft.com/office/drawing/2014/main" id="{243559A6-5592-4027-B062-A2920EB4771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39" name="Rectangle 16">
                  <a:extLst>
                    <a:ext uri="{FF2B5EF4-FFF2-40B4-BE49-F238E27FC236}">
                      <a16:creationId xmlns:a16="http://schemas.microsoft.com/office/drawing/2014/main" id="{2900FDF4-7B5C-47F7-B859-9B5C59614B0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40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008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9623" name="Line 17">
                <a:extLst>
                  <a:ext uri="{FF2B5EF4-FFF2-40B4-BE49-F238E27FC236}">
                    <a16:creationId xmlns:a16="http://schemas.microsoft.com/office/drawing/2014/main" id="{29B6884C-B03A-46EE-BA81-E0A7634A8E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6" y="1181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24" name="Line 18">
                <a:extLst>
                  <a:ext uri="{FF2B5EF4-FFF2-40B4-BE49-F238E27FC236}">
                    <a16:creationId xmlns:a16="http://schemas.microsoft.com/office/drawing/2014/main" id="{B0AE6A14-B19E-4428-9B47-09A7852D44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1644"/>
                <a:ext cx="163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25" name="Line 19">
                <a:extLst>
                  <a:ext uri="{FF2B5EF4-FFF2-40B4-BE49-F238E27FC236}">
                    <a16:creationId xmlns:a16="http://schemas.microsoft.com/office/drawing/2014/main" id="{21E0698B-4A94-4397-B688-EFD3723EE9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2119"/>
                <a:ext cx="163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26" name="Line 20">
                <a:extLst>
                  <a:ext uri="{FF2B5EF4-FFF2-40B4-BE49-F238E27FC236}">
                    <a16:creationId xmlns:a16="http://schemas.microsoft.com/office/drawing/2014/main" id="{27C34525-0A48-419B-B6C1-071147AC70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44" y="1164"/>
                <a:ext cx="163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27" name="Line 21">
                <a:extLst>
                  <a:ext uri="{FF2B5EF4-FFF2-40B4-BE49-F238E27FC236}">
                    <a16:creationId xmlns:a16="http://schemas.microsoft.com/office/drawing/2014/main" id="{A8F61F66-3131-44F5-97F7-FF3B19FE62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1629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28" name="Line 22">
                <a:extLst>
                  <a:ext uri="{FF2B5EF4-FFF2-40B4-BE49-F238E27FC236}">
                    <a16:creationId xmlns:a16="http://schemas.microsoft.com/office/drawing/2014/main" id="{D60B58C5-4B53-454C-99C6-81D5821002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2102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grpSp>
            <p:nvGrpSpPr>
              <p:cNvPr id="109629" name="Group 23">
                <a:extLst>
                  <a:ext uri="{FF2B5EF4-FFF2-40B4-BE49-F238E27FC236}">
                    <a16:creationId xmlns:a16="http://schemas.microsoft.com/office/drawing/2014/main" id="{E5A61776-1B46-4198-857A-EA130EFF95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3" y="1169"/>
                <a:ext cx="288" cy="939"/>
                <a:chOff x="-60" y="1148"/>
                <a:chExt cx="168" cy="939"/>
              </a:xfrm>
            </p:grpSpPr>
            <p:sp>
              <p:nvSpPr>
                <p:cNvPr id="109634" name="Line 24">
                  <a:extLst>
                    <a:ext uri="{FF2B5EF4-FFF2-40B4-BE49-F238E27FC236}">
                      <a16:creationId xmlns:a16="http://schemas.microsoft.com/office/drawing/2014/main" id="{A413F7B2-644A-4FA5-A660-6F59848F244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35" name="Line 25">
                  <a:extLst>
                    <a:ext uri="{FF2B5EF4-FFF2-40B4-BE49-F238E27FC236}">
                      <a16:creationId xmlns:a16="http://schemas.microsoft.com/office/drawing/2014/main" id="{4114D268-DB57-4376-9F16-3F08EAB267E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3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36" name="Line 26">
                  <a:extLst>
                    <a:ext uri="{FF2B5EF4-FFF2-40B4-BE49-F238E27FC236}">
                      <a16:creationId xmlns:a16="http://schemas.microsoft.com/office/drawing/2014/main" id="{5B194D20-EDD9-4A5C-B03B-C510D93394C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109630" name="Group 27">
                <a:extLst>
                  <a:ext uri="{FF2B5EF4-FFF2-40B4-BE49-F238E27FC236}">
                    <a16:creationId xmlns:a16="http://schemas.microsoft.com/office/drawing/2014/main" id="{109AF706-D176-414A-98DC-33D1DA5E52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4" y="1173"/>
                <a:ext cx="288" cy="939"/>
                <a:chOff x="-60" y="1148"/>
                <a:chExt cx="168" cy="939"/>
              </a:xfrm>
            </p:grpSpPr>
            <p:sp>
              <p:nvSpPr>
                <p:cNvPr id="109631" name="Line 28">
                  <a:extLst>
                    <a:ext uri="{FF2B5EF4-FFF2-40B4-BE49-F238E27FC236}">
                      <a16:creationId xmlns:a16="http://schemas.microsoft.com/office/drawing/2014/main" id="{F2659107-50B8-4F27-9B0F-D75D90C9E5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32" name="Line 29">
                  <a:extLst>
                    <a:ext uri="{FF2B5EF4-FFF2-40B4-BE49-F238E27FC236}">
                      <a16:creationId xmlns:a16="http://schemas.microsoft.com/office/drawing/2014/main" id="{EDDC11F0-13C8-4CEC-B411-8EF95C627E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5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33" name="Line 30">
                  <a:extLst>
                    <a:ext uri="{FF2B5EF4-FFF2-40B4-BE49-F238E27FC236}">
                      <a16:creationId xmlns:a16="http://schemas.microsoft.com/office/drawing/2014/main" id="{604ED6DB-016A-499A-8A0D-24D085D78E7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</p:grpSp>
        <p:sp>
          <p:nvSpPr>
            <p:cNvPr id="109576" name="Rectangle 55">
              <a:extLst>
                <a:ext uri="{FF2B5EF4-FFF2-40B4-BE49-F238E27FC236}">
                  <a16:creationId xmlns:a16="http://schemas.microsoft.com/office/drawing/2014/main" id="{32082741-634D-4543-8072-F65563F7CB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1500" y="3190875"/>
              <a:ext cx="252413" cy="1301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77" name="Rectangle 56">
              <a:extLst>
                <a:ext uri="{FF2B5EF4-FFF2-40B4-BE49-F238E27FC236}">
                  <a16:creationId xmlns:a16="http://schemas.microsoft.com/office/drawing/2014/main" id="{41C08786-2D4A-4B7A-9CB1-89C6D7007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7213" y="3922713"/>
              <a:ext cx="252412" cy="1317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78" name="Rectangle 57">
              <a:extLst>
                <a:ext uri="{FF2B5EF4-FFF2-40B4-BE49-F238E27FC236}">
                  <a16:creationId xmlns:a16="http://schemas.microsoft.com/office/drawing/2014/main" id="{30FA771F-77D9-4A1A-85DA-A09441B23C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5625" y="4557713"/>
              <a:ext cx="252413" cy="130175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79" name="Rectangle 58">
              <a:extLst>
                <a:ext uri="{FF2B5EF4-FFF2-40B4-BE49-F238E27FC236}">
                  <a16:creationId xmlns:a16="http://schemas.microsoft.com/office/drawing/2014/main" id="{DB4C051F-D82D-4286-BF9A-17135D320C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2725" y="3186113"/>
              <a:ext cx="252413" cy="1317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80" name="Rectangle 59">
              <a:extLst>
                <a:ext uri="{FF2B5EF4-FFF2-40B4-BE49-F238E27FC236}">
                  <a16:creationId xmlns:a16="http://schemas.microsoft.com/office/drawing/2014/main" id="{BA54A48F-2E6C-4E67-BF8D-1BCC9DB64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7963" y="4546600"/>
              <a:ext cx="252412" cy="131763"/>
            </a:xfrm>
            <a:prstGeom prst="rect">
              <a:avLst/>
            </a:prstGeom>
            <a:solidFill>
              <a:srgbClr val="00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81" name="Line 60">
              <a:extLst>
                <a:ext uri="{FF2B5EF4-FFF2-40B4-BE49-F238E27FC236}">
                  <a16:creationId xmlns:a16="http://schemas.microsoft.com/office/drawing/2014/main" id="{C9270B0F-F0CD-4CA0-8F9B-741E02FE0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3246438"/>
              <a:ext cx="1479550" cy="1587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9582" name="Freeform 61">
              <a:extLst>
                <a:ext uri="{FF2B5EF4-FFF2-40B4-BE49-F238E27FC236}">
                  <a16:creationId xmlns:a16="http://schemas.microsoft.com/office/drawing/2014/main" id="{47885AB4-34D0-4CB9-802F-286A4B412C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178050" y="3644900"/>
              <a:ext cx="1395413" cy="979488"/>
            </a:xfrm>
            <a:custGeom>
              <a:avLst/>
              <a:gdLst>
                <a:gd name="T0" fmla="*/ 0 w 967"/>
                <a:gd name="T1" fmla="*/ 2147483646 h 735"/>
                <a:gd name="T2" fmla="*/ 2147483646 w 967"/>
                <a:gd name="T3" fmla="*/ 2147483646 h 735"/>
                <a:gd name="T4" fmla="*/ 2147483646 w 967"/>
                <a:gd name="T5" fmla="*/ 0 h 735"/>
                <a:gd name="T6" fmla="*/ 0 60000 65536"/>
                <a:gd name="T7" fmla="*/ 0 60000 65536"/>
                <a:gd name="T8" fmla="*/ 0 60000 65536"/>
                <a:gd name="T9" fmla="*/ 0 w 967"/>
                <a:gd name="T10" fmla="*/ 0 h 735"/>
                <a:gd name="T11" fmla="*/ 967 w 967"/>
                <a:gd name="T12" fmla="*/ 735 h 73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67" h="735">
                  <a:moveTo>
                    <a:pt x="0" y="733"/>
                  </a:moveTo>
                  <a:lnTo>
                    <a:pt x="522" y="735"/>
                  </a:lnTo>
                  <a:lnTo>
                    <a:pt x="967" y="0"/>
                  </a:ln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9583" name="Text Box 62">
              <a:extLst>
                <a:ext uri="{FF2B5EF4-FFF2-40B4-BE49-F238E27FC236}">
                  <a16:creationId xmlns:a16="http://schemas.microsoft.com/office/drawing/2014/main" id="{B5CC27D1-DE84-4657-A2A4-5104A8AF4F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9375" y="5100638"/>
              <a:ext cx="3390900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/>
                <a:t>output port contention: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/>
                <a:t>only one red datagram can be transferred.</a:t>
              </a:r>
              <a:br>
                <a:rPr lang="en-US" altLang="zh-TW" sz="1800" dirty="0"/>
              </a:br>
              <a:r>
                <a:rPr lang="en-US" altLang="zh-TW" sz="1800" i="1" dirty="0">
                  <a:solidFill>
                    <a:srgbClr val="0070C0"/>
                  </a:solidFill>
                </a:rPr>
                <a:t>lower red packet is blocked</a:t>
              </a:r>
            </a:p>
          </p:txBody>
        </p:sp>
        <p:sp>
          <p:nvSpPr>
            <p:cNvPr id="109584" name="Text Box 64">
              <a:extLst>
                <a:ext uri="{FF2B5EF4-FFF2-40B4-BE49-F238E27FC236}">
                  <a16:creationId xmlns:a16="http://schemas.microsoft.com/office/drawing/2014/main" id="{31DB9365-DCAA-4AF4-99A3-681FA9F5EE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27300" y="3990975"/>
              <a:ext cx="747713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switch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fabric</a:t>
              </a:r>
            </a:p>
          </p:txBody>
        </p:sp>
        <p:sp>
          <p:nvSpPr>
            <p:cNvPr id="109585" name="Line 73">
              <a:extLst>
                <a:ext uri="{FF2B5EF4-FFF2-40B4-BE49-F238E27FC236}">
                  <a16:creationId xmlns:a16="http://schemas.microsoft.com/office/drawing/2014/main" id="{B60DA0A3-8F5C-4B97-9554-D997CCD496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4075" y="3990975"/>
              <a:ext cx="1458913" cy="19050"/>
            </a:xfrm>
            <a:prstGeom prst="line">
              <a:avLst/>
            </a:prstGeom>
            <a:noFill/>
            <a:ln w="28575">
              <a:solidFill>
                <a:srgbClr val="000099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  <p:grpSp>
        <p:nvGrpSpPr>
          <p:cNvPr id="7" name="Group 79">
            <a:extLst>
              <a:ext uri="{FF2B5EF4-FFF2-40B4-BE49-F238E27FC236}">
                <a16:creationId xmlns:a16="http://schemas.microsoft.com/office/drawing/2014/main" id="{5514B0AC-051F-40F0-A4EA-BA4CA782FA42}"/>
              </a:ext>
            </a:extLst>
          </p:cNvPr>
          <p:cNvGrpSpPr>
            <a:grpSpLocks/>
          </p:cNvGrpSpPr>
          <p:nvPr/>
        </p:nvGrpSpPr>
        <p:grpSpPr bwMode="auto">
          <a:xfrm>
            <a:off x="4879984" y="3214700"/>
            <a:ext cx="3027369" cy="3086110"/>
            <a:chOff x="3074" y="2025"/>
            <a:chExt cx="1907" cy="1944"/>
          </a:xfrm>
        </p:grpSpPr>
        <p:grpSp>
          <p:nvGrpSpPr>
            <p:cNvPr id="109587" name="Group 31">
              <a:extLst>
                <a:ext uri="{FF2B5EF4-FFF2-40B4-BE49-F238E27FC236}">
                  <a16:creationId xmlns:a16="http://schemas.microsoft.com/office/drawing/2014/main" id="{1D9E824F-2F28-413E-B5FC-79A0769310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74" y="2047"/>
              <a:ext cx="1907" cy="1140"/>
              <a:chOff x="523" y="976"/>
              <a:chExt cx="2099" cy="1356"/>
            </a:xfrm>
          </p:grpSpPr>
          <p:sp>
            <p:nvSpPr>
              <p:cNvPr id="109597" name="Rectangle 32">
                <a:extLst>
                  <a:ext uri="{FF2B5EF4-FFF2-40B4-BE49-F238E27FC236}">
                    <a16:creationId xmlns:a16="http://schemas.microsoft.com/office/drawing/2014/main" id="{108F2AF6-644B-4001-B7D3-881E1EB191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8" y="976"/>
                <a:ext cx="745" cy="13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9598" name="Group 33">
                <a:extLst>
                  <a:ext uri="{FF2B5EF4-FFF2-40B4-BE49-F238E27FC236}">
                    <a16:creationId xmlns:a16="http://schemas.microsoft.com/office/drawing/2014/main" id="{85044B2D-A300-4503-97DD-2B9678F0B3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4" y="997"/>
                <a:ext cx="249" cy="1295"/>
                <a:chOff x="748" y="997"/>
                <a:chExt cx="249" cy="1295"/>
              </a:xfrm>
            </p:grpSpPr>
            <p:sp>
              <p:nvSpPr>
                <p:cNvPr id="109617" name="Rectangle 34">
                  <a:extLst>
                    <a:ext uri="{FF2B5EF4-FFF2-40B4-BE49-F238E27FC236}">
                      <a16:creationId xmlns:a16="http://schemas.microsoft.com/office/drawing/2014/main" id="{DF2798D2-3D1A-44BE-9E3E-472038FF3D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40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18" name="Rectangle 35">
                  <a:extLst>
                    <a:ext uri="{FF2B5EF4-FFF2-40B4-BE49-F238E27FC236}">
                      <a16:creationId xmlns:a16="http://schemas.microsoft.com/office/drawing/2014/main" id="{461C236C-4D65-419A-A3C9-1116DF2AEE2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40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19" name="Rectangle 36">
                  <a:extLst>
                    <a:ext uri="{FF2B5EF4-FFF2-40B4-BE49-F238E27FC236}">
                      <a16:creationId xmlns:a16="http://schemas.microsoft.com/office/drawing/2014/main" id="{B0A6FF09-F6CD-46F0-A8B3-E59F28FC4C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38"/>
                  <a:ext cx="240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109599" name="Group 37">
                <a:extLst>
                  <a:ext uri="{FF2B5EF4-FFF2-40B4-BE49-F238E27FC236}">
                    <a16:creationId xmlns:a16="http://schemas.microsoft.com/office/drawing/2014/main" id="{9ADDFBB4-6035-48F7-9D7E-D538D6C84B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09" y="1002"/>
                <a:ext cx="249" cy="1295"/>
                <a:chOff x="748" y="997"/>
                <a:chExt cx="249" cy="1295"/>
              </a:xfrm>
            </p:grpSpPr>
            <p:sp>
              <p:nvSpPr>
                <p:cNvPr id="109614" name="Rectangle 38">
                  <a:extLst>
                    <a:ext uri="{FF2B5EF4-FFF2-40B4-BE49-F238E27FC236}">
                      <a16:creationId xmlns:a16="http://schemas.microsoft.com/office/drawing/2014/main" id="{36D381F8-DAB2-4352-BACC-F3CE9C03AFB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FF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15" name="Rectangle 39">
                  <a:extLst>
                    <a:ext uri="{FF2B5EF4-FFF2-40B4-BE49-F238E27FC236}">
                      <a16:creationId xmlns:a16="http://schemas.microsoft.com/office/drawing/2014/main" id="{7D93F417-8DD5-417F-A332-B090CA407C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9616" name="Rectangle 40">
                  <a:extLst>
                    <a:ext uri="{FF2B5EF4-FFF2-40B4-BE49-F238E27FC236}">
                      <a16:creationId xmlns:a16="http://schemas.microsoft.com/office/drawing/2014/main" id="{20C84A37-FB75-43B7-97B7-B0542F831E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40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008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9600" name="Line 41">
                <a:extLst>
                  <a:ext uri="{FF2B5EF4-FFF2-40B4-BE49-F238E27FC236}">
                    <a16:creationId xmlns:a16="http://schemas.microsoft.com/office/drawing/2014/main" id="{DA67BDE6-B1ED-4BD9-864D-3B07C040A9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6" y="1181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01" name="Line 42">
                <a:extLst>
                  <a:ext uri="{FF2B5EF4-FFF2-40B4-BE49-F238E27FC236}">
                    <a16:creationId xmlns:a16="http://schemas.microsoft.com/office/drawing/2014/main" id="{56D31F9A-317D-4B69-B2B2-D71DFE61C2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1644"/>
                <a:ext cx="163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02" name="Line 43">
                <a:extLst>
                  <a:ext uri="{FF2B5EF4-FFF2-40B4-BE49-F238E27FC236}">
                    <a16:creationId xmlns:a16="http://schemas.microsoft.com/office/drawing/2014/main" id="{02CBF455-B4F2-4AD4-BCB3-F8AD13A419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2119"/>
                <a:ext cx="163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03" name="Line 44">
                <a:extLst>
                  <a:ext uri="{FF2B5EF4-FFF2-40B4-BE49-F238E27FC236}">
                    <a16:creationId xmlns:a16="http://schemas.microsoft.com/office/drawing/2014/main" id="{52425560-B620-4B40-AD8E-AC39ED3EAF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44" y="1164"/>
                <a:ext cx="163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04" name="Line 45">
                <a:extLst>
                  <a:ext uri="{FF2B5EF4-FFF2-40B4-BE49-F238E27FC236}">
                    <a16:creationId xmlns:a16="http://schemas.microsoft.com/office/drawing/2014/main" id="{CCE53F35-B395-4FDF-ADEB-DD7617BF74F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1629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9605" name="Line 46">
                <a:extLst>
                  <a:ext uri="{FF2B5EF4-FFF2-40B4-BE49-F238E27FC236}">
                    <a16:creationId xmlns:a16="http://schemas.microsoft.com/office/drawing/2014/main" id="{C3030D32-2DB3-4D35-BE1C-8497BD0FC0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2102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grpSp>
            <p:nvGrpSpPr>
              <p:cNvPr id="109606" name="Group 47">
                <a:extLst>
                  <a:ext uri="{FF2B5EF4-FFF2-40B4-BE49-F238E27FC236}">
                    <a16:creationId xmlns:a16="http://schemas.microsoft.com/office/drawing/2014/main" id="{8EF3DF3B-A02E-4B7C-B0D8-62EAB6DAAF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3" y="1169"/>
                <a:ext cx="288" cy="939"/>
                <a:chOff x="-60" y="1148"/>
                <a:chExt cx="168" cy="939"/>
              </a:xfrm>
            </p:grpSpPr>
            <p:sp>
              <p:nvSpPr>
                <p:cNvPr id="109611" name="Line 48">
                  <a:extLst>
                    <a:ext uri="{FF2B5EF4-FFF2-40B4-BE49-F238E27FC236}">
                      <a16:creationId xmlns:a16="http://schemas.microsoft.com/office/drawing/2014/main" id="{DCC55D7B-3669-49FA-BE4E-2D46F98614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12" name="Line 49">
                  <a:extLst>
                    <a:ext uri="{FF2B5EF4-FFF2-40B4-BE49-F238E27FC236}">
                      <a16:creationId xmlns:a16="http://schemas.microsoft.com/office/drawing/2014/main" id="{5E1AA39C-0E8D-4B24-A958-9CACCA3BF8C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3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13" name="Line 50">
                  <a:extLst>
                    <a:ext uri="{FF2B5EF4-FFF2-40B4-BE49-F238E27FC236}">
                      <a16:creationId xmlns:a16="http://schemas.microsoft.com/office/drawing/2014/main" id="{6243BF3B-54BF-4613-83D1-DB633175D2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109607" name="Group 51">
                <a:extLst>
                  <a:ext uri="{FF2B5EF4-FFF2-40B4-BE49-F238E27FC236}">
                    <a16:creationId xmlns:a16="http://schemas.microsoft.com/office/drawing/2014/main" id="{6877522E-2B78-45A8-8EB7-2E9EA191AF3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4" y="1173"/>
                <a:ext cx="288" cy="939"/>
                <a:chOff x="-60" y="1148"/>
                <a:chExt cx="168" cy="939"/>
              </a:xfrm>
            </p:grpSpPr>
            <p:sp>
              <p:nvSpPr>
                <p:cNvPr id="109608" name="Line 52">
                  <a:extLst>
                    <a:ext uri="{FF2B5EF4-FFF2-40B4-BE49-F238E27FC236}">
                      <a16:creationId xmlns:a16="http://schemas.microsoft.com/office/drawing/2014/main" id="{A523D92F-38BF-4132-A032-4267E30E80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09" name="Line 53">
                  <a:extLst>
                    <a:ext uri="{FF2B5EF4-FFF2-40B4-BE49-F238E27FC236}">
                      <a16:creationId xmlns:a16="http://schemas.microsoft.com/office/drawing/2014/main" id="{DC5341C2-A3CE-4B2B-BEE9-2E7F682230C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5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9610" name="Line 54">
                  <a:extLst>
                    <a:ext uri="{FF2B5EF4-FFF2-40B4-BE49-F238E27FC236}">
                      <a16:creationId xmlns:a16="http://schemas.microsoft.com/office/drawing/2014/main" id="{ED4FD9B1-71AD-4F87-A2C7-81B852A5342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</p:grpSp>
        <p:sp>
          <p:nvSpPr>
            <p:cNvPr id="109588" name="Text Box 63">
              <a:extLst>
                <a:ext uri="{FF2B5EF4-FFF2-40B4-BE49-F238E27FC236}">
                  <a16:creationId xmlns:a16="http://schemas.microsoft.com/office/drawing/2014/main" id="{D232A100-A8A3-4990-AE24-D7BE85D4EF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87" y="3219"/>
              <a:ext cx="1407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/>
                <a:t>one packet time later: </a:t>
              </a:r>
              <a:r>
                <a:rPr lang="en-US" altLang="zh-TW" sz="1800" dirty="0">
                  <a:solidFill>
                    <a:srgbClr val="0070C0"/>
                  </a:solidFill>
                </a:rPr>
                <a:t>green packet experiences HOL blocking</a:t>
              </a:r>
              <a:endParaRPr lang="en-US" altLang="zh-TW" sz="1800" i="1" dirty="0">
                <a:solidFill>
                  <a:srgbClr val="0070C0"/>
                </a:solidFill>
              </a:endParaRPr>
            </a:p>
          </p:txBody>
        </p:sp>
        <p:sp>
          <p:nvSpPr>
            <p:cNvPr id="109589" name="Text Box 65">
              <a:extLst>
                <a:ext uri="{FF2B5EF4-FFF2-40B4-BE49-F238E27FC236}">
                  <a16:creationId xmlns:a16="http://schemas.microsoft.com/office/drawing/2014/main" id="{8213B015-EACA-43E7-BF94-BAB3D8AD6B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78" y="2507"/>
              <a:ext cx="471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switch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dirty="0">
                  <a:latin typeface="Arial" panose="020B0604020202020204" pitchFamily="34" charset="0"/>
                </a:rPr>
                <a:t>fabric</a:t>
              </a:r>
            </a:p>
          </p:txBody>
        </p:sp>
        <p:sp>
          <p:nvSpPr>
            <p:cNvPr id="109590" name="Rectangle 66">
              <a:extLst>
                <a:ext uri="{FF2B5EF4-FFF2-40B4-BE49-F238E27FC236}">
                  <a16:creationId xmlns:a16="http://schemas.microsoft.com/office/drawing/2014/main" id="{DA37B114-AB46-4062-82EB-7678F3E831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1" y="2025"/>
              <a:ext cx="159" cy="8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91" name="Rectangle 69">
              <a:extLst>
                <a:ext uri="{FF2B5EF4-FFF2-40B4-BE49-F238E27FC236}">
                  <a16:creationId xmlns:a16="http://schemas.microsoft.com/office/drawing/2014/main" id="{44FDAB9D-4D27-4066-A9C5-728CA7B089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3" y="2050"/>
              <a:ext cx="159" cy="8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92" name="Rectangle 70">
              <a:extLst>
                <a:ext uri="{FF2B5EF4-FFF2-40B4-BE49-F238E27FC236}">
                  <a16:creationId xmlns:a16="http://schemas.microsoft.com/office/drawing/2014/main" id="{F40C510B-4DE8-4956-A7E0-C4511C918D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60" y="2916"/>
              <a:ext cx="159" cy="83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93" name="Freeform 71">
              <a:extLst>
                <a:ext uri="{FF2B5EF4-FFF2-40B4-BE49-F238E27FC236}">
                  <a16:creationId xmlns:a16="http://schemas.microsoft.com/office/drawing/2014/main" id="{D16948AD-661F-4797-83A2-BF6CE87D7B95}"/>
                </a:ext>
              </a:extLst>
            </p:cNvPr>
            <p:cNvSpPr>
              <a:spLocks/>
            </p:cNvSpPr>
            <p:nvPr/>
          </p:nvSpPr>
          <p:spPr bwMode="auto">
            <a:xfrm>
              <a:off x="3585" y="2324"/>
              <a:ext cx="878" cy="618"/>
            </a:xfrm>
            <a:custGeom>
              <a:avLst/>
              <a:gdLst>
                <a:gd name="T0" fmla="*/ 0 w 967"/>
                <a:gd name="T1" fmla="*/ 3 h 735"/>
                <a:gd name="T2" fmla="*/ 16 w 967"/>
                <a:gd name="T3" fmla="*/ 3 h 735"/>
                <a:gd name="T4" fmla="*/ 30 w 967"/>
                <a:gd name="T5" fmla="*/ 0 h 735"/>
                <a:gd name="T6" fmla="*/ 0 60000 65536"/>
                <a:gd name="T7" fmla="*/ 0 60000 65536"/>
                <a:gd name="T8" fmla="*/ 0 60000 65536"/>
                <a:gd name="T9" fmla="*/ 0 w 967"/>
                <a:gd name="T10" fmla="*/ 0 h 735"/>
                <a:gd name="T11" fmla="*/ 967 w 967"/>
                <a:gd name="T12" fmla="*/ 735 h 73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67" h="735">
                  <a:moveTo>
                    <a:pt x="0" y="733"/>
                  </a:moveTo>
                  <a:lnTo>
                    <a:pt x="522" y="735"/>
                  </a:lnTo>
                  <a:lnTo>
                    <a:pt x="967" y="0"/>
                  </a:ln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9594" name="Freeform 72">
              <a:extLst>
                <a:ext uri="{FF2B5EF4-FFF2-40B4-BE49-F238E27FC236}">
                  <a16:creationId xmlns:a16="http://schemas.microsoft.com/office/drawing/2014/main" id="{5C39F1FB-5DE0-4E01-B918-0BDFE7138B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3" y="2134"/>
              <a:ext cx="860" cy="437"/>
            </a:xfrm>
            <a:custGeom>
              <a:avLst/>
              <a:gdLst>
                <a:gd name="T0" fmla="*/ 0 w 860"/>
                <a:gd name="T1" fmla="*/ 3 h 437"/>
                <a:gd name="T2" fmla="*/ 468 w 860"/>
                <a:gd name="T3" fmla="*/ 0 h 437"/>
                <a:gd name="T4" fmla="*/ 860 w 860"/>
                <a:gd name="T5" fmla="*/ 437 h 437"/>
                <a:gd name="T6" fmla="*/ 0 60000 65536"/>
                <a:gd name="T7" fmla="*/ 0 60000 65536"/>
                <a:gd name="T8" fmla="*/ 0 60000 65536"/>
                <a:gd name="T9" fmla="*/ 0 w 860"/>
                <a:gd name="T10" fmla="*/ 0 h 437"/>
                <a:gd name="T11" fmla="*/ 860 w 860"/>
                <a:gd name="T12" fmla="*/ 437 h 437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860" h="437">
                  <a:moveTo>
                    <a:pt x="0" y="3"/>
                  </a:moveTo>
                  <a:lnTo>
                    <a:pt x="468" y="0"/>
                  </a:lnTo>
                  <a:lnTo>
                    <a:pt x="860" y="437"/>
                  </a:lnTo>
                </a:path>
              </a:pathLst>
            </a:custGeom>
            <a:noFill/>
            <a:ln w="28575" cap="flat" cmpd="sng">
              <a:solidFill>
                <a:srgbClr val="000099"/>
              </a:solidFill>
              <a:prstDash val="dash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9595" name="Rectangle 76">
              <a:extLst>
                <a:ext uri="{FF2B5EF4-FFF2-40B4-BE49-F238E27FC236}">
                  <a16:creationId xmlns:a16="http://schemas.microsoft.com/office/drawing/2014/main" id="{BC76AA1F-A06D-433B-92D2-64A115D525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1" y="2890"/>
              <a:ext cx="159" cy="83"/>
            </a:xfrm>
            <a:prstGeom prst="rect">
              <a:avLst/>
            </a:prstGeom>
            <a:solidFill>
              <a:srgbClr val="00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9596" name="Rectangle 77">
              <a:extLst>
                <a:ext uri="{FF2B5EF4-FFF2-40B4-BE49-F238E27FC236}">
                  <a16:creationId xmlns:a16="http://schemas.microsoft.com/office/drawing/2014/main" id="{C41382D3-69D1-4FEB-B4DB-BC479A3B23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2" y="2518"/>
              <a:ext cx="159" cy="83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7227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5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Footer Placeholder 4">
            <a:extLst>
              <a:ext uri="{FF2B5EF4-FFF2-40B4-BE49-F238E27FC236}">
                <a16:creationId xmlns:a16="http://schemas.microsoft.com/office/drawing/2014/main" id="{26044C1E-2A93-4119-8268-1AA123FCE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05475" name="Slide Number Placeholder 5">
            <a:extLst>
              <a:ext uri="{FF2B5EF4-FFF2-40B4-BE49-F238E27FC236}">
                <a16:creationId xmlns:a16="http://schemas.microsoft.com/office/drawing/2014/main" id="{0E518901-EF00-432C-9C39-3209107E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4-</a:t>
            </a:r>
            <a:fld id="{978B031D-1D84-4B0A-8C04-AE762635EEDF}" type="slidenum">
              <a:rPr lang="en-US" altLang="zh-TW" sz="1200" smtClean="0">
                <a:solidFill>
                  <a:srgbClr val="000000"/>
                </a:solidFill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19</a:t>
            </a:fld>
            <a:endParaRPr lang="en-US" altLang="zh-TW" sz="12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05476" name="Picture 29" descr="underline_base">
            <a:extLst>
              <a:ext uri="{FF2B5EF4-FFF2-40B4-BE49-F238E27FC236}">
                <a16:creationId xmlns:a16="http://schemas.microsoft.com/office/drawing/2014/main" id="{F02FBFC5-2FB3-4AD6-84F2-56D859369AF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822325"/>
            <a:ext cx="29702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7" name="Rectangle 2">
            <a:extLst>
              <a:ext uri="{FF2B5EF4-FFF2-40B4-BE49-F238E27FC236}">
                <a16:creationId xmlns:a16="http://schemas.microsoft.com/office/drawing/2014/main" id="{0C5AE3FC-326E-495B-AB63-3CE76498D1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03238" y="255588"/>
            <a:ext cx="7772400" cy="685800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Output ports</a:t>
            </a:r>
          </a:p>
        </p:txBody>
      </p:sp>
      <p:sp>
        <p:nvSpPr>
          <p:cNvPr id="28678" name="Rectangle 3">
            <a:extLst>
              <a:ext uri="{FF2B5EF4-FFF2-40B4-BE49-F238E27FC236}">
                <a16:creationId xmlns:a16="http://schemas.microsoft.com/office/drawing/2014/main" id="{516E40F2-F843-437C-9106-573110B27A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9750" y="3946525"/>
            <a:ext cx="8220075" cy="914400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800" i="1" dirty="0">
                <a:solidFill>
                  <a:srgbClr val="CC0000"/>
                </a:solidFill>
                <a:cs typeface="+mn-cs"/>
              </a:rPr>
              <a:t>buffering</a:t>
            </a:r>
            <a:r>
              <a:rPr lang="en-US" sz="2800" dirty="0">
                <a:cs typeface="+mn-cs"/>
              </a:rPr>
              <a:t> required when datagrams arrive from fabric faster than the transmission rate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Datagram (packets) can be lost due to congestion, lack of buffers</a:t>
            </a:r>
            <a:endParaRPr lang="en-US" dirty="0">
              <a:cs typeface="+mn-cs"/>
            </a:endParaRPr>
          </a:p>
          <a:p>
            <a:pPr>
              <a:buFont typeface="Wingdings" charset="0"/>
              <a:buChar char="v"/>
              <a:defRPr/>
            </a:pPr>
            <a:r>
              <a:rPr lang="en-US" sz="2800" i="1" dirty="0">
                <a:solidFill>
                  <a:srgbClr val="CC0000"/>
                </a:solidFill>
                <a:cs typeface="+mn-cs"/>
              </a:rPr>
              <a:t>scheduling discipline</a:t>
            </a:r>
            <a:r>
              <a:rPr lang="en-US" sz="2800" dirty="0">
                <a:cs typeface="+mn-cs"/>
              </a:rPr>
              <a:t> chooses among queued datagrams for transmission</a:t>
            </a:r>
          </a:p>
          <a:p>
            <a:pPr lvl="1">
              <a:buFont typeface="Wingdings" charset="0"/>
              <a:buChar char="v"/>
              <a:defRPr/>
            </a:pPr>
            <a:r>
              <a:rPr lang="en-US" sz="2400" dirty="0">
                <a:cs typeface="+mn-cs"/>
              </a:rPr>
              <a:t>Priority scheduling vs network neutrality</a:t>
            </a:r>
          </a:p>
          <a:p>
            <a:pPr>
              <a:buFont typeface="Wingdings" charset="0"/>
              <a:buChar char="v"/>
              <a:defRPr/>
            </a:pPr>
            <a:endParaRPr lang="en-US" sz="2800" dirty="0">
              <a:cs typeface="+mn-cs"/>
            </a:endParaRPr>
          </a:p>
        </p:txBody>
      </p:sp>
      <p:sp>
        <p:nvSpPr>
          <p:cNvPr id="105479" name="Rectangle 5">
            <a:extLst>
              <a:ext uri="{FF2B5EF4-FFF2-40B4-BE49-F238E27FC236}">
                <a16:creationId xmlns:a16="http://schemas.microsoft.com/office/drawing/2014/main" id="{889CA61B-78C6-448C-8C35-F33F980E8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6650" y="1473200"/>
            <a:ext cx="4568825" cy="1836738"/>
          </a:xfrm>
          <a:prstGeom prst="rect">
            <a:avLst/>
          </a:prstGeom>
          <a:solidFill>
            <a:schemeClr val="bg1"/>
          </a:solidFill>
          <a:ln w="19050">
            <a:solidFill>
              <a:srgbClr val="5F5F5F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05480" name="Rectangle 6">
            <a:extLst>
              <a:ext uri="{FF2B5EF4-FFF2-40B4-BE49-F238E27FC236}">
                <a16:creationId xmlns:a16="http://schemas.microsoft.com/office/drawing/2014/main" id="{F44FCD2C-CC48-4B97-9CF4-73A2DC2FA4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9238" y="1931988"/>
            <a:ext cx="1417637" cy="828675"/>
          </a:xfrm>
          <a:prstGeom prst="rect">
            <a:avLst/>
          </a:prstGeom>
          <a:solidFill>
            <a:schemeClr val="bg1"/>
          </a:solidFill>
          <a:ln w="28575">
            <a:solidFill>
              <a:srgbClr val="006600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line</a:t>
            </a:r>
          </a:p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termination</a:t>
            </a:r>
          </a:p>
        </p:txBody>
      </p:sp>
      <p:sp>
        <p:nvSpPr>
          <p:cNvPr id="105481" name="Rectangle 7">
            <a:extLst>
              <a:ext uri="{FF2B5EF4-FFF2-40B4-BE49-F238E27FC236}">
                <a16:creationId xmlns:a16="http://schemas.microsoft.com/office/drawing/2014/main" id="{16F6F96E-1DD1-45B2-A77D-0ACADAB40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550" y="1658938"/>
            <a:ext cx="1152525" cy="140970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zh-TW" altLang="zh-TW" sz="160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sp>
        <p:nvSpPr>
          <p:cNvPr id="105482" name="Line 10">
            <a:extLst>
              <a:ext uri="{FF2B5EF4-FFF2-40B4-BE49-F238E27FC236}">
                <a16:creationId xmlns:a16="http://schemas.microsoft.com/office/drawing/2014/main" id="{70AB4A10-23B6-4CED-9033-41765752BAD5}"/>
              </a:ext>
            </a:extLst>
          </p:cNvPr>
          <p:cNvSpPr>
            <a:spLocks noChangeShapeType="1"/>
          </p:cNvSpPr>
          <p:nvPr/>
        </p:nvSpPr>
        <p:spPr bwMode="auto">
          <a:xfrm>
            <a:off x="3841750" y="2378075"/>
            <a:ext cx="190500" cy="15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5483" name="Line 11">
            <a:extLst>
              <a:ext uri="{FF2B5EF4-FFF2-40B4-BE49-F238E27FC236}">
                <a16:creationId xmlns:a16="http://schemas.microsoft.com/office/drawing/2014/main" id="{B43C9B1E-CA84-4F59-BF80-94DC56DE6B8A}"/>
              </a:ext>
            </a:extLst>
          </p:cNvPr>
          <p:cNvSpPr>
            <a:spLocks noChangeShapeType="1"/>
          </p:cNvSpPr>
          <p:nvPr/>
        </p:nvSpPr>
        <p:spPr bwMode="auto">
          <a:xfrm>
            <a:off x="5175250" y="2335213"/>
            <a:ext cx="190500" cy="15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5484" name="Line 12">
            <a:extLst>
              <a:ext uri="{FF2B5EF4-FFF2-40B4-BE49-F238E27FC236}">
                <a16:creationId xmlns:a16="http://schemas.microsoft.com/office/drawing/2014/main" id="{3331930D-D362-4C73-9F47-C507265A77F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732588" y="2376488"/>
            <a:ext cx="736600" cy="15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5485" name="Rectangle 13">
            <a:extLst>
              <a:ext uri="{FF2B5EF4-FFF2-40B4-BE49-F238E27FC236}">
                <a16:creationId xmlns:a16="http://schemas.microsoft.com/office/drawing/2014/main" id="{BD63DB2E-ED2A-4FF9-A3B5-C3E115D68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2888" y="1968500"/>
            <a:ext cx="1055687" cy="8286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link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layer 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protocol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(send)</a:t>
            </a:r>
          </a:p>
        </p:txBody>
      </p:sp>
      <p:sp>
        <p:nvSpPr>
          <p:cNvPr id="105486" name="Rectangle 16">
            <a:extLst>
              <a:ext uri="{FF2B5EF4-FFF2-40B4-BE49-F238E27FC236}">
                <a16:creationId xmlns:a16="http://schemas.microsoft.com/office/drawing/2014/main" id="{8A11A5AC-BDFB-4108-9CD7-E862452926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725" y="1762125"/>
            <a:ext cx="1055688" cy="8286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switch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>
                <a:solidFill>
                  <a:srgbClr val="000000"/>
                </a:solidFill>
                <a:latin typeface="Tahoma" panose="020B0604030504040204" pitchFamily="34" charset="0"/>
              </a:rPr>
              <a:t>fabric</a:t>
            </a:r>
          </a:p>
        </p:txBody>
      </p:sp>
      <p:grpSp>
        <p:nvGrpSpPr>
          <p:cNvPr id="105487" name="Group 28">
            <a:extLst>
              <a:ext uri="{FF2B5EF4-FFF2-40B4-BE49-F238E27FC236}">
                <a16:creationId xmlns:a16="http://schemas.microsoft.com/office/drawing/2014/main" id="{80ACFA50-E2B4-4628-ACF4-3EA2ED83C247}"/>
              </a:ext>
            </a:extLst>
          </p:cNvPr>
          <p:cNvGrpSpPr>
            <a:grpSpLocks/>
          </p:cNvGrpSpPr>
          <p:nvPr/>
        </p:nvGrpSpPr>
        <p:grpSpPr bwMode="auto">
          <a:xfrm>
            <a:off x="2559050" y="1609725"/>
            <a:ext cx="1247775" cy="1504950"/>
            <a:chOff x="3180" y="909"/>
            <a:chExt cx="786" cy="948"/>
          </a:xfrm>
        </p:grpSpPr>
        <p:sp>
          <p:nvSpPr>
            <p:cNvPr id="105490" name="Rectangle 8">
              <a:extLst>
                <a:ext uri="{FF2B5EF4-FFF2-40B4-BE49-F238E27FC236}">
                  <a16:creationId xmlns:a16="http://schemas.microsoft.com/office/drawing/2014/main" id="{983DE164-51F6-4FCB-A748-4363A6F86A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0" y="909"/>
              <a:ext cx="786" cy="948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600">
                <a:solidFill>
                  <a:srgbClr val="00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05491" name="Text Box 14">
              <a:extLst>
                <a:ext uri="{FF2B5EF4-FFF2-40B4-BE49-F238E27FC236}">
                  <a16:creationId xmlns:a16="http://schemas.microsoft.com/office/drawing/2014/main" id="{29F99058-184C-4068-97C2-005EC5B9A4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32" y="917"/>
              <a:ext cx="724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datagram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buffer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600">
                <a:solidFill>
                  <a:srgbClr val="000000"/>
                </a:solidFill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TW" sz="1600">
                <a:solidFill>
                  <a:srgbClr val="000000"/>
                </a:solidFill>
                <a:latin typeface="Arial" panose="020B0604020202020204" pitchFamily="34" charset="0"/>
              </a:endParaRP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solidFill>
                    <a:srgbClr val="000000"/>
                  </a:solidFill>
                  <a:latin typeface="Arial" panose="020B0604020202020204" pitchFamily="34" charset="0"/>
                </a:rPr>
                <a:t>queueing</a:t>
              </a:r>
            </a:p>
          </p:txBody>
        </p:sp>
        <p:grpSp>
          <p:nvGrpSpPr>
            <p:cNvPr id="105492" name="Group 17">
              <a:extLst>
                <a:ext uri="{FF2B5EF4-FFF2-40B4-BE49-F238E27FC236}">
                  <a16:creationId xmlns:a16="http://schemas.microsoft.com/office/drawing/2014/main" id="{ACB2F332-6CA9-4877-AAA7-FB0D72B851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60" y="1299"/>
              <a:ext cx="626" cy="295"/>
              <a:chOff x="310" y="3526"/>
              <a:chExt cx="1040" cy="457"/>
            </a:xfrm>
          </p:grpSpPr>
          <p:sp>
            <p:nvSpPr>
              <p:cNvPr id="105493" name="Rectangle 18">
                <a:extLst>
                  <a:ext uri="{FF2B5EF4-FFF2-40B4-BE49-F238E27FC236}">
                    <a16:creationId xmlns:a16="http://schemas.microsoft.com/office/drawing/2014/main" id="{1463927F-C995-439C-97EA-5D958488E5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0" y="3526"/>
                <a:ext cx="1040" cy="457"/>
              </a:xfrm>
              <a:prstGeom prst="rect">
                <a:avLst/>
              </a:prstGeom>
              <a:solidFill>
                <a:srgbClr val="FF0000"/>
              </a:solidFill>
              <a:ln w="38100">
                <a:solidFill>
                  <a:schemeClr val="bg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60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</p:txBody>
          </p:sp>
          <p:sp>
            <p:nvSpPr>
              <p:cNvPr id="105494" name="Line 19">
                <a:extLst>
                  <a:ext uri="{FF2B5EF4-FFF2-40B4-BE49-F238E27FC236}">
                    <a16:creationId xmlns:a16="http://schemas.microsoft.com/office/drawing/2014/main" id="{98978EDD-4221-4EFE-9DE9-6F9FC4461C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6" y="3535"/>
                <a:ext cx="2" cy="437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495" name="Line 20">
                <a:extLst>
                  <a:ext uri="{FF2B5EF4-FFF2-40B4-BE49-F238E27FC236}">
                    <a16:creationId xmlns:a16="http://schemas.microsoft.com/office/drawing/2014/main" id="{4F08A5F6-AE3C-4CA4-ABA1-452C547C8B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8" y="3538"/>
                <a:ext cx="2" cy="435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496" name="Line 21">
                <a:extLst>
                  <a:ext uri="{FF2B5EF4-FFF2-40B4-BE49-F238E27FC236}">
                    <a16:creationId xmlns:a16="http://schemas.microsoft.com/office/drawing/2014/main" id="{75397747-8F8C-4734-9CDC-FBF25D6522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1" y="3534"/>
                <a:ext cx="2" cy="437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497" name="Line 22">
                <a:extLst>
                  <a:ext uri="{FF2B5EF4-FFF2-40B4-BE49-F238E27FC236}">
                    <a16:creationId xmlns:a16="http://schemas.microsoft.com/office/drawing/2014/main" id="{D0FCF941-3642-47AA-A282-131A563033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82" y="3535"/>
                <a:ext cx="2" cy="437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498" name="Line 23">
                <a:extLst>
                  <a:ext uri="{FF2B5EF4-FFF2-40B4-BE49-F238E27FC236}">
                    <a16:creationId xmlns:a16="http://schemas.microsoft.com/office/drawing/2014/main" id="{EE2097E9-3F4A-401E-9FFB-0B1CF7080F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95" y="3534"/>
                <a:ext cx="2" cy="437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499" name="Line 24">
                <a:extLst>
                  <a:ext uri="{FF2B5EF4-FFF2-40B4-BE49-F238E27FC236}">
                    <a16:creationId xmlns:a16="http://schemas.microsoft.com/office/drawing/2014/main" id="{4A344D76-6D8C-409A-9C2D-A2F1BA5799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06" y="3534"/>
                <a:ext cx="2" cy="437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500" name="Line 25">
                <a:extLst>
                  <a:ext uri="{FF2B5EF4-FFF2-40B4-BE49-F238E27FC236}">
                    <a16:creationId xmlns:a16="http://schemas.microsoft.com/office/drawing/2014/main" id="{0DAECFB4-8BAA-4E58-8BF9-AED2CEEC31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21" y="3535"/>
                <a:ext cx="2" cy="437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5501" name="Line 26">
                <a:extLst>
                  <a:ext uri="{FF2B5EF4-FFF2-40B4-BE49-F238E27FC236}">
                    <a16:creationId xmlns:a16="http://schemas.microsoft.com/office/drawing/2014/main" id="{4CA3FF88-676C-4406-977D-6BF857BB82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29" y="3538"/>
                <a:ext cx="2" cy="435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sp>
        <p:nvSpPr>
          <p:cNvPr id="105488" name="Line 27">
            <a:extLst>
              <a:ext uri="{FF2B5EF4-FFF2-40B4-BE49-F238E27FC236}">
                <a16:creationId xmlns:a16="http://schemas.microsoft.com/office/drawing/2014/main" id="{E1A7B268-B094-4B36-8E8B-F8CAC09C3AE7}"/>
              </a:ext>
            </a:extLst>
          </p:cNvPr>
          <p:cNvSpPr>
            <a:spLocks noChangeShapeType="1"/>
          </p:cNvSpPr>
          <p:nvPr/>
        </p:nvSpPr>
        <p:spPr bwMode="auto">
          <a:xfrm>
            <a:off x="1770063" y="1338263"/>
            <a:ext cx="11112" cy="219551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105489" name="Line 9">
            <a:extLst>
              <a:ext uri="{FF2B5EF4-FFF2-40B4-BE49-F238E27FC236}">
                <a16:creationId xmlns:a16="http://schemas.microsoft.com/office/drawing/2014/main" id="{B30B38DF-A915-4D45-BC27-70A1CDF3326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2125" y="2420938"/>
            <a:ext cx="925513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Footer Placeholder 4">
            <a:extLst>
              <a:ext uri="{FF2B5EF4-FFF2-40B4-BE49-F238E27FC236}">
                <a16:creationId xmlns:a16="http://schemas.microsoft.com/office/drawing/2014/main" id="{F2D1613C-70A0-4EA9-A309-6141007F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06499" name="Slide Number Placeholder 5">
            <a:extLst>
              <a:ext uri="{FF2B5EF4-FFF2-40B4-BE49-F238E27FC236}">
                <a16:creationId xmlns:a16="http://schemas.microsoft.com/office/drawing/2014/main" id="{B493E84D-F0BC-46D6-9FB2-EAD6A9B7E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B043CFA4-9DD1-445D-A628-01F44263456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6500" name="Picture 80" descr="underline_base">
            <a:extLst>
              <a:ext uri="{FF2B5EF4-FFF2-40B4-BE49-F238E27FC236}">
                <a16:creationId xmlns:a16="http://schemas.microsoft.com/office/drawing/2014/main" id="{E1DB62F9-0553-4291-ABD5-B03E840F27B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88" y="784225"/>
            <a:ext cx="50276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6501" name="Rectangle 2">
            <a:extLst>
              <a:ext uri="{FF2B5EF4-FFF2-40B4-BE49-F238E27FC236}">
                <a16:creationId xmlns:a16="http://schemas.microsoft.com/office/drawing/2014/main" id="{146E0B79-15EE-43CC-9313-1B336356BB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96850"/>
            <a:ext cx="7772400" cy="7302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Output port queueing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06502" name="Rectangle 3">
            <a:extLst>
              <a:ext uri="{FF2B5EF4-FFF2-40B4-BE49-F238E27FC236}">
                <a16:creationId xmlns:a16="http://schemas.microsoft.com/office/drawing/2014/main" id="{C5A0B43D-1F16-4E9D-8367-4F0A3D71F3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46125" y="4602163"/>
            <a:ext cx="7772400" cy="1190625"/>
          </a:xfrm>
        </p:spPr>
        <p:txBody>
          <a:bodyPr/>
          <a:lstStyle/>
          <a:p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buffering</a:t>
            </a:r>
            <a:r>
              <a:rPr lang="en-US" altLang="zh-TW" dirty="0">
                <a:ea typeface="ＭＳ Ｐゴシック" panose="020B0600070205080204" pitchFamily="34" charset="-128"/>
              </a:rPr>
              <a:t> when arrival rate via switch exceeds output line speed</a:t>
            </a:r>
          </a:p>
          <a:p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queueing (delay) and loss due to output port buffer overflow!</a:t>
            </a:r>
            <a:endParaRPr lang="en-US" altLang="zh-TW" dirty="0">
              <a:solidFill>
                <a:srgbClr val="CC0000"/>
              </a:solidFill>
              <a:ea typeface="ＭＳ Ｐゴシック" panose="020B0600070205080204" pitchFamily="34" charset="-128"/>
            </a:endParaRPr>
          </a:p>
        </p:txBody>
      </p:sp>
      <p:grpSp>
        <p:nvGrpSpPr>
          <p:cNvPr id="106503" name="Group 78">
            <a:extLst>
              <a:ext uri="{FF2B5EF4-FFF2-40B4-BE49-F238E27FC236}">
                <a16:creationId xmlns:a16="http://schemas.microsoft.com/office/drawing/2014/main" id="{B9A46B67-D747-463C-8E4C-495A9F2468E0}"/>
              </a:ext>
            </a:extLst>
          </p:cNvPr>
          <p:cNvGrpSpPr>
            <a:grpSpLocks/>
          </p:cNvGrpSpPr>
          <p:nvPr/>
        </p:nvGrpSpPr>
        <p:grpSpPr bwMode="auto">
          <a:xfrm>
            <a:off x="884238" y="1477963"/>
            <a:ext cx="7412037" cy="2870200"/>
            <a:chOff x="550" y="931"/>
            <a:chExt cx="4669" cy="1808"/>
          </a:xfrm>
        </p:grpSpPr>
        <p:grpSp>
          <p:nvGrpSpPr>
            <p:cNvPr id="106504" name="Group 29">
              <a:extLst>
                <a:ext uri="{FF2B5EF4-FFF2-40B4-BE49-F238E27FC236}">
                  <a16:creationId xmlns:a16="http://schemas.microsoft.com/office/drawing/2014/main" id="{4384432F-BDE4-43B1-8795-95C8862CFA2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99" y="948"/>
              <a:ext cx="2099" cy="1356"/>
              <a:chOff x="523" y="976"/>
              <a:chExt cx="2099" cy="1356"/>
            </a:xfrm>
          </p:grpSpPr>
          <p:sp>
            <p:nvSpPr>
              <p:cNvPr id="106550" name="Rectangle 6">
                <a:extLst>
                  <a:ext uri="{FF2B5EF4-FFF2-40B4-BE49-F238E27FC236}">
                    <a16:creationId xmlns:a16="http://schemas.microsoft.com/office/drawing/2014/main" id="{528F7742-DBF2-4063-A0D4-FFCEB955C2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8" y="976"/>
                <a:ext cx="745" cy="13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6551" name="Group 10">
                <a:extLst>
                  <a:ext uri="{FF2B5EF4-FFF2-40B4-BE49-F238E27FC236}">
                    <a16:creationId xmlns:a16="http://schemas.microsoft.com/office/drawing/2014/main" id="{2C3FF1BF-8E0A-4C6A-8BE0-F049049144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4" y="997"/>
                <a:ext cx="249" cy="1295"/>
                <a:chOff x="748" y="997"/>
                <a:chExt cx="249" cy="1295"/>
              </a:xfrm>
            </p:grpSpPr>
            <p:sp>
              <p:nvSpPr>
                <p:cNvPr id="106570" name="Rectangle 7">
                  <a:extLst>
                    <a:ext uri="{FF2B5EF4-FFF2-40B4-BE49-F238E27FC236}">
                      <a16:creationId xmlns:a16="http://schemas.microsoft.com/office/drawing/2014/main" id="{41FC90B9-A39F-46B9-9F9D-F536D34F3E7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71" name="Rectangle 8">
                  <a:extLst>
                    <a:ext uri="{FF2B5EF4-FFF2-40B4-BE49-F238E27FC236}">
                      <a16:creationId xmlns:a16="http://schemas.microsoft.com/office/drawing/2014/main" id="{DDD9DDC3-A7BC-4EC9-8707-4BAB222FCF1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72" name="Rectangle 9">
                  <a:extLst>
                    <a:ext uri="{FF2B5EF4-FFF2-40B4-BE49-F238E27FC236}">
                      <a16:creationId xmlns:a16="http://schemas.microsoft.com/office/drawing/2014/main" id="{D2FD19D6-6038-4AA3-A2F4-CC751E2FEA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40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106552" name="Group 11">
                <a:extLst>
                  <a:ext uri="{FF2B5EF4-FFF2-40B4-BE49-F238E27FC236}">
                    <a16:creationId xmlns:a16="http://schemas.microsoft.com/office/drawing/2014/main" id="{44DC8BCE-D4A2-48F9-9FCD-D84590E36B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09" y="1002"/>
                <a:ext cx="249" cy="1295"/>
                <a:chOff x="748" y="997"/>
                <a:chExt cx="249" cy="1295"/>
              </a:xfrm>
            </p:grpSpPr>
            <p:sp>
              <p:nvSpPr>
                <p:cNvPr id="106567" name="Rectangle 12">
                  <a:extLst>
                    <a:ext uri="{FF2B5EF4-FFF2-40B4-BE49-F238E27FC236}">
                      <a16:creationId xmlns:a16="http://schemas.microsoft.com/office/drawing/2014/main" id="{95300114-EEBD-409B-9894-D02D78DE63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FF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68" name="Rectangle 13">
                  <a:extLst>
                    <a:ext uri="{FF2B5EF4-FFF2-40B4-BE49-F238E27FC236}">
                      <a16:creationId xmlns:a16="http://schemas.microsoft.com/office/drawing/2014/main" id="{8E6A2F22-B282-4344-8FAE-ED763583A1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69" name="Rectangle 14">
                  <a:extLst>
                    <a:ext uri="{FF2B5EF4-FFF2-40B4-BE49-F238E27FC236}">
                      <a16:creationId xmlns:a16="http://schemas.microsoft.com/office/drawing/2014/main" id="{FE982531-4251-447A-8020-BA0736B3C57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40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008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6553" name="Line 15">
                <a:extLst>
                  <a:ext uri="{FF2B5EF4-FFF2-40B4-BE49-F238E27FC236}">
                    <a16:creationId xmlns:a16="http://schemas.microsoft.com/office/drawing/2014/main" id="{1F219E6C-A080-4241-ACBC-4B8242683C4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6" y="1180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54" name="Line 16">
                <a:extLst>
                  <a:ext uri="{FF2B5EF4-FFF2-40B4-BE49-F238E27FC236}">
                    <a16:creationId xmlns:a16="http://schemas.microsoft.com/office/drawing/2014/main" id="{5B96C9D9-5735-4050-B241-E64C80A9DE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1645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55" name="Line 17">
                <a:extLst>
                  <a:ext uri="{FF2B5EF4-FFF2-40B4-BE49-F238E27FC236}">
                    <a16:creationId xmlns:a16="http://schemas.microsoft.com/office/drawing/2014/main" id="{6B785CCF-CB97-4439-B48A-5DC33AB96EC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2119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56" name="Line 18">
                <a:extLst>
                  <a:ext uri="{FF2B5EF4-FFF2-40B4-BE49-F238E27FC236}">
                    <a16:creationId xmlns:a16="http://schemas.microsoft.com/office/drawing/2014/main" id="{970CE851-95D1-4D47-8EEE-DB154D12AD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44" y="1164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57" name="Line 19">
                <a:extLst>
                  <a:ext uri="{FF2B5EF4-FFF2-40B4-BE49-F238E27FC236}">
                    <a16:creationId xmlns:a16="http://schemas.microsoft.com/office/drawing/2014/main" id="{0457AF70-02D6-4BEB-A39E-BB9DB66F4D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1629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58" name="Line 20">
                <a:extLst>
                  <a:ext uri="{FF2B5EF4-FFF2-40B4-BE49-F238E27FC236}">
                    <a16:creationId xmlns:a16="http://schemas.microsoft.com/office/drawing/2014/main" id="{BC41117B-6805-4D96-97A5-C7FE10111F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2103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grpSp>
            <p:nvGrpSpPr>
              <p:cNvPr id="106559" name="Group 24">
                <a:extLst>
                  <a:ext uri="{FF2B5EF4-FFF2-40B4-BE49-F238E27FC236}">
                    <a16:creationId xmlns:a16="http://schemas.microsoft.com/office/drawing/2014/main" id="{6592A89D-F2F4-4D63-AE98-1132B46473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3" y="1169"/>
                <a:ext cx="288" cy="939"/>
                <a:chOff x="-60" y="1148"/>
                <a:chExt cx="168" cy="939"/>
              </a:xfrm>
            </p:grpSpPr>
            <p:sp>
              <p:nvSpPr>
                <p:cNvPr id="106564" name="Line 21">
                  <a:extLst>
                    <a:ext uri="{FF2B5EF4-FFF2-40B4-BE49-F238E27FC236}">
                      <a16:creationId xmlns:a16="http://schemas.microsoft.com/office/drawing/2014/main" id="{40099207-E40E-453D-831F-CC6DA71A65B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65" name="Line 22">
                  <a:extLst>
                    <a:ext uri="{FF2B5EF4-FFF2-40B4-BE49-F238E27FC236}">
                      <a16:creationId xmlns:a16="http://schemas.microsoft.com/office/drawing/2014/main" id="{0F647A2C-620D-4DB0-A4BF-2C1876990F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3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66" name="Line 23">
                  <a:extLst>
                    <a:ext uri="{FF2B5EF4-FFF2-40B4-BE49-F238E27FC236}">
                      <a16:creationId xmlns:a16="http://schemas.microsoft.com/office/drawing/2014/main" id="{0F984DB5-2984-4482-8585-ED29A46FB55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106560" name="Group 25">
                <a:extLst>
                  <a:ext uri="{FF2B5EF4-FFF2-40B4-BE49-F238E27FC236}">
                    <a16:creationId xmlns:a16="http://schemas.microsoft.com/office/drawing/2014/main" id="{6A3C6698-DBC5-4053-8FB2-66229B1EE4D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4" y="1173"/>
                <a:ext cx="288" cy="939"/>
                <a:chOff x="-60" y="1148"/>
                <a:chExt cx="168" cy="939"/>
              </a:xfrm>
            </p:grpSpPr>
            <p:sp>
              <p:nvSpPr>
                <p:cNvPr id="106561" name="Line 26">
                  <a:extLst>
                    <a:ext uri="{FF2B5EF4-FFF2-40B4-BE49-F238E27FC236}">
                      <a16:creationId xmlns:a16="http://schemas.microsoft.com/office/drawing/2014/main" id="{C92F57F9-5F28-49B8-B8A6-681059CE2A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62" name="Line 27">
                  <a:extLst>
                    <a:ext uri="{FF2B5EF4-FFF2-40B4-BE49-F238E27FC236}">
                      <a16:creationId xmlns:a16="http://schemas.microsoft.com/office/drawing/2014/main" id="{B9BF04A2-FDE1-4BD6-A71B-26246828C5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3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63" name="Line 28">
                  <a:extLst>
                    <a:ext uri="{FF2B5EF4-FFF2-40B4-BE49-F238E27FC236}">
                      <a16:creationId xmlns:a16="http://schemas.microsoft.com/office/drawing/2014/main" id="{AA699A5A-BB08-47DA-9DBF-D6D1295EFE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</p:grpSp>
        <p:grpSp>
          <p:nvGrpSpPr>
            <p:cNvPr id="106505" name="Group 30">
              <a:extLst>
                <a:ext uri="{FF2B5EF4-FFF2-40B4-BE49-F238E27FC236}">
                  <a16:creationId xmlns:a16="http://schemas.microsoft.com/office/drawing/2014/main" id="{BD151D35-A9FB-44D3-B410-138460BCF8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20" y="931"/>
              <a:ext cx="2099" cy="1356"/>
              <a:chOff x="523" y="976"/>
              <a:chExt cx="2099" cy="1356"/>
            </a:xfrm>
          </p:grpSpPr>
          <p:sp>
            <p:nvSpPr>
              <p:cNvPr id="106527" name="Rectangle 31">
                <a:extLst>
                  <a:ext uri="{FF2B5EF4-FFF2-40B4-BE49-F238E27FC236}">
                    <a16:creationId xmlns:a16="http://schemas.microsoft.com/office/drawing/2014/main" id="{DD3111F4-1450-4422-8362-0080FF917F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08" y="976"/>
                <a:ext cx="745" cy="13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106528" name="Group 32">
                <a:extLst>
                  <a:ext uri="{FF2B5EF4-FFF2-40B4-BE49-F238E27FC236}">
                    <a16:creationId xmlns:a16="http://schemas.microsoft.com/office/drawing/2014/main" id="{F64EA0F7-E575-4475-8798-603CDAEB979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04" y="997"/>
                <a:ext cx="249" cy="1295"/>
                <a:chOff x="748" y="997"/>
                <a:chExt cx="249" cy="1295"/>
              </a:xfrm>
            </p:grpSpPr>
            <p:sp>
              <p:nvSpPr>
                <p:cNvPr id="106547" name="Rectangle 33">
                  <a:extLst>
                    <a:ext uri="{FF2B5EF4-FFF2-40B4-BE49-F238E27FC236}">
                      <a16:creationId xmlns:a16="http://schemas.microsoft.com/office/drawing/2014/main" id="{65FF1FEF-281C-4F9A-801C-363C09892F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48" name="Rectangle 34">
                  <a:extLst>
                    <a:ext uri="{FF2B5EF4-FFF2-40B4-BE49-F238E27FC236}">
                      <a16:creationId xmlns:a16="http://schemas.microsoft.com/office/drawing/2014/main" id="{D0FBB0F4-A3A5-4B6D-878D-B7594AD5729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49" name="Rectangle 35">
                  <a:extLst>
                    <a:ext uri="{FF2B5EF4-FFF2-40B4-BE49-F238E27FC236}">
                      <a16:creationId xmlns:a16="http://schemas.microsoft.com/office/drawing/2014/main" id="{E887303F-EDF9-4B82-86F3-57E9A4E0F9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40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grpSp>
            <p:nvGrpSpPr>
              <p:cNvPr id="106529" name="Group 36">
                <a:extLst>
                  <a:ext uri="{FF2B5EF4-FFF2-40B4-BE49-F238E27FC236}">
                    <a16:creationId xmlns:a16="http://schemas.microsoft.com/office/drawing/2014/main" id="{8102FD40-8C28-4453-895D-08E1DAD4ED1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09" y="1002"/>
                <a:ext cx="249" cy="1295"/>
                <a:chOff x="748" y="997"/>
                <a:chExt cx="249" cy="1295"/>
              </a:xfrm>
            </p:grpSpPr>
            <p:sp>
              <p:nvSpPr>
                <p:cNvPr id="106544" name="Rectangle 37">
                  <a:extLst>
                    <a:ext uri="{FF2B5EF4-FFF2-40B4-BE49-F238E27FC236}">
                      <a16:creationId xmlns:a16="http://schemas.microsoft.com/office/drawing/2014/main" id="{1710C162-B7AB-4A83-816A-9F17516735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9" y="997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FF0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45" name="Rectangle 38">
                  <a:extLst>
                    <a:ext uri="{FF2B5EF4-FFF2-40B4-BE49-F238E27FC236}">
                      <a16:creationId xmlns:a16="http://schemas.microsoft.com/office/drawing/2014/main" id="{22D7C9BC-6560-42CB-AE68-99142BAA34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1472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accent2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algn="ctr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06546" name="Rectangle 39">
                  <a:extLst>
                    <a:ext uri="{FF2B5EF4-FFF2-40B4-BE49-F238E27FC236}">
                      <a16:creationId xmlns:a16="http://schemas.microsoft.com/office/drawing/2014/main" id="{93C4009D-89B0-4CF1-B75C-F3FE8170049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8" y="1940"/>
                  <a:ext cx="238" cy="352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008000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06530" name="Line 40">
                <a:extLst>
                  <a:ext uri="{FF2B5EF4-FFF2-40B4-BE49-F238E27FC236}">
                    <a16:creationId xmlns:a16="http://schemas.microsoft.com/office/drawing/2014/main" id="{AB306F71-F7E2-4C1D-91B3-DF8FAA7FF4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6" y="1180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31" name="Line 41">
                <a:extLst>
                  <a:ext uri="{FF2B5EF4-FFF2-40B4-BE49-F238E27FC236}">
                    <a16:creationId xmlns:a16="http://schemas.microsoft.com/office/drawing/2014/main" id="{F2FA4C68-F0A3-4A71-8E30-178F9F4A47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1645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32" name="Line 42">
                <a:extLst>
                  <a:ext uri="{FF2B5EF4-FFF2-40B4-BE49-F238E27FC236}">
                    <a16:creationId xmlns:a16="http://schemas.microsoft.com/office/drawing/2014/main" id="{2680DCA5-6E2E-49E3-9CCF-8CABD1BECF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40" y="2119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33" name="Line 43">
                <a:extLst>
                  <a:ext uri="{FF2B5EF4-FFF2-40B4-BE49-F238E27FC236}">
                    <a16:creationId xmlns:a16="http://schemas.microsoft.com/office/drawing/2014/main" id="{91694ABB-8BC3-4314-958E-BE8B2BC897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44" y="1164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34" name="Line 44">
                <a:extLst>
                  <a:ext uri="{FF2B5EF4-FFF2-40B4-BE49-F238E27FC236}">
                    <a16:creationId xmlns:a16="http://schemas.microsoft.com/office/drawing/2014/main" id="{D3CC2F74-7D84-4B66-8183-AA5BD3C975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1629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sp>
            <p:nvSpPr>
              <p:cNvPr id="106535" name="Line 45">
                <a:extLst>
                  <a:ext uri="{FF2B5EF4-FFF2-40B4-BE49-F238E27FC236}">
                    <a16:creationId xmlns:a16="http://schemas.microsoft.com/office/drawing/2014/main" id="{B3BF2292-0A48-41A7-9865-B709F49F3EF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38" y="2103"/>
                <a:ext cx="1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  <p:grpSp>
            <p:nvGrpSpPr>
              <p:cNvPr id="106536" name="Group 46">
                <a:extLst>
                  <a:ext uri="{FF2B5EF4-FFF2-40B4-BE49-F238E27FC236}">
                    <a16:creationId xmlns:a16="http://schemas.microsoft.com/office/drawing/2014/main" id="{C2565907-0AC4-4415-8D6F-B7919F2A31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23" y="1169"/>
                <a:ext cx="288" cy="939"/>
                <a:chOff x="-60" y="1148"/>
                <a:chExt cx="168" cy="939"/>
              </a:xfrm>
            </p:grpSpPr>
            <p:sp>
              <p:nvSpPr>
                <p:cNvPr id="106541" name="Line 47">
                  <a:extLst>
                    <a:ext uri="{FF2B5EF4-FFF2-40B4-BE49-F238E27FC236}">
                      <a16:creationId xmlns:a16="http://schemas.microsoft.com/office/drawing/2014/main" id="{2E5BBE97-7E86-4B8A-8DFF-537836F4F45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42" name="Line 48">
                  <a:extLst>
                    <a:ext uri="{FF2B5EF4-FFF2-40B4-BE49-F238E27FC236}">
                      <a16:creationId xmlns:a16="http://schemas.microsoft.com/office/drawing/2014/main" id="{245AFD7C-E582-447C-A7E4-B289D5346E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3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43" name="Line 49">
                  <a:extLst>
                    <a:ext uri="{FF2B5EF4-FFF2-40B4-BE49-F238E27FC236}">
                      <a16:creationId xmlns:a16="http://schemas.microsoft.com/office/drawing/2014/main" id="{D3683620-57BC-415F-8235-F52933C9FE1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  <p:grpSp>
            <p:nvGrpSpPr>
              <p:cNvPr id="106537" name="Group 50">
                <a:extLst>
                  <a:ext uri="{FF2B5EF4-FFF2-40B4-BE49-F238E27FC236}">
                    <a16:creationId xmlns:a16="http://schemas.microsoft.com/office/drawing/2014/main" id="{9932B6B9-7457-48D6-A0D5-C1F2BF0A7B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4" y="1173"/>
                <a:ext cx="288" cy="939"/>
                <a:chOff x="-60" y="1148"/>
                <a:chExt cx="168" cy="939"/>
              </a:xfrm>
            </p:grpSpPr>
            <p:sp>
              <p:nvSpPr>
                <p:cNvPr id="106538" name="Line 51">
                  <a:extLst>
                    <a:ext uri="{FF2B5EF4-FFF2-40B4-BE49-F238E27FC236}">
                      <a16:creationId xmlns:a16="http://schemas.microsoft.com/office/drawing/2014/main" id="{7B4BB9BC-C127-433D-9291-D9044C7A426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54" y="1148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39" name="Line 52">
                  <a:extLst>
                    <a:ext uri="{FF2B5EF4-FFF2-40B4-BE49-F238E27FC236}">
                      <a16:creationId xmlns:a16="http://schemas.microsoft.com/office/drawing/2014/main" id="{6208AB29-B4A0-4883-A494-A4043B40653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1613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  <p:sp>
              <p:nvSpPr>
                <p:cNvPr id="106540" name="Line 53">
                  <a:extLst>
                    <a:ext uri="{FF2B5EF4-FFF2-40B4-BE49-F238E27FC236}">
                      <a16:creationId xmlns:a16="http://schemas.microsoft.com/office/drawing/2014/main" id="{2058F265-463F-4830-B96E-4E2D222B167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-60" y="2087"/>
                  <a:ext cx="162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endParaRPr lang="zh-HK" altLang="en-US"/>
                </a:p>
              </p:txBody>
            </p:sp>
          </p:grpSp>
        </p:grpSp>
        <p:sp>
          <p:nvSpPr>
            <p:cNvPr id="106506" name="Rectangle 54">
              <a:extLst>
                <a:ext uri="{FF2B5EF4-FFF2-40B4-BE49-F238E27FC236}">
                  <a16:creationId xmlns:a16="http://schemas.microsoft.com/office/drawing/2014/main" id="{0005377B-0CE7-482A-B467-1774749886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2" y="1012"/>
              <a:ext cx="175" cy="98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07" name="Rectangle 55">
              <a:extLst>
                <a:ext uri="{FF2B5EF4-FFF2-40B4-BE49-F238E27FC236}">
                  <a16:creationId xmlns:a16="http://schemas.microsoft.com/office/drawing/2014/main" id="{0041829E-84AB-49E3-BCCC-429ACADADF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" y="1494"/>
              <a:ext cx="175" cy="98"/>
            </a:xfrm>
            <a:prstGeom prst="rect">
              <a:avLst/>
            </a:prstGeom>
            <a:solidFill>
              <a:srgbClr val="0000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08" name="Rectangle 56">
              <a:extLst>
                <a:ext uri="{FF2B5EF4-FFF2-40B4-BE49-F238E27FC236}">
                  <a16:creationId xmlns:a16="http://schemas.microsoft.com/office/drawing/2014/main" id="{10BDB8EC-ACEA-4E41-BD89-36B35C8CB8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4" y="1969"/>
              <a:ext cx="175" cy="98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09" name="Rectangle 57">
              <a:extLst>
                <a:ext uri="{FF2B5EF4-FFF2-40B4-BE49-F238E27FC236}">
                  <a16:creationId xmlns:a16="http://schemas.microsoft.com/office/drawing/2014/main" id="{7261195F-CB92-4A9E-89AD-C6354E2790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4" y="1017"/>
              <a:ext cx="175" cy="9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10" name="Rectangle 58">
              <a:extLst>
                <a:ext uri="{FF2B5EF4-FFF2-40B4-BE49-F238E27FC236}">
                  <a16:creationId xmlns:a16="http://schemas.microsoft.com/office/drawing/2014/main" id="{9D5FB50F-365C-4EE5-9B24-2445050234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" y="1953"/>
              <a:ext cx="175" cy="98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11" name="Line 60">
              <a:extLst>
                <a:ext uri="{FF2B5EF4-FFF2-40B4-BE49-F238E27FC236}">
                  <a16:creationId xmlns:a16="http://schemas.microsoft.com/office/drawing/2014/main" id="{33E70171-1DC1-464B-BF3A-949EC6AB5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5" y="1054"/>
              <a:ext cx="1026" cy="1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6512" name="Freeform 62">
              <a:extLst>
                <a:ext uri="{FF2B5EF4-FFF2-40B4-BE49-F238E27FC236}">
                  <a16:creationId xmlns:a16="http://schemas.microsoft.com/office/drawing/2014/main" id="{278B8AAB-9605-46FB-B7F1-61CCA6C0BA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6" y="1285"/>
              <a:ext cx="967" cy="735"/>
            </a:xfrm>
            <a:custGeom>
              <a:avLst/>
              <a:gdLst>
                <a:gd name="T0" fmla="*/ 0 w 967"/>
                <a:gd name="T1" fmla="*/ 733 h 735"/>
                <a:gd name="T2" fmla="*/ 522 w 967"/>
                <a:gd name="T3" fmla="*/ 735 h 735"/>
                <a:gd name="T4" fmla="*/ 967 w 967"/>
                <a:gd name="T5" fmla="*/ 0 h 735"/>
                <a:gd name="T6" fmla="*/ 0 60000 65536"/>
                <a:gd name="T7" fmla="*/ 0 60000 65536"/>
                <a:gd name="T8" fmla="*/ 0 60000 65536"/>
                <a:gd name="T9" fmla="*/ 0 w 967"/>
                <a:gd name="T10" fmla="*/ 0 h 735"/>
                <a:gd name="T11" fmla="*/ 967 w 967"/>
                <a:gd name="T12" fmla="*/ 735 h 73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67" h="735">
                  <a:moveTo>
                    <a:pt x="0" y="733"/>
                  </a:moveTo>
                  <a:lnTo>
                    <a:pt x="522" y="735"/>
                  </a:lnTo>
                  <a:lnTo>
                    <a:pt x="967" y="0"/>
                  </a:ln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6513" name="Text Box 63">
              <a:extLst>
                <a:ext uri="{FF2B5EF4-FFF2-40B4-BE49-F238E27FC236}">
                  <a16:creationId xmlns:a16="http://schemas.microsoft.com/office/drawing/2014/main" id="{1BEC44AB-F180-4A89-8937-5603FEC59F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3" y="2335"/>
              <a:ext cx="1549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at </a:t>
              </a:r>
              <a:r>
                <a:rPr lang="en-US" altLang="zh-TW" sz="1800" i="1" dirty="0">
                  <a:latin typeface="Arial" panose="020B0604020202020204" pitchFamily="34" charset="0"/>
                </a:rPr>
                <a:t>t,</a:t>
              </a:r>
              <a:r>
                <a:rPr lang="en-US" altLang="zh-TW" sz="1800" dirty="0">
                  <a:latin typeface="Arial" panose="020B0604020202020204" pitchFamily="34" charset="0"/>
                </a:rPr>
                <a:t> packets move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from input to output</a:t>
              </a:r>
              <a:endParaRPr lang="en-US" altLang="zh-TW" sz="1800" i="1" dirty="0">
                <a:latin typeface="Arial" panose="020B0604020202020204" pitchFamily="34" charset="0"/>
              </a:endParaRPr>
            </a:p>
          </p:txBody>
        </p:sp>
        <p:sp>
          <p:nvSpPr>
            <p:cNvPr id="106514" name="Text Box 64">
              <a:extLst>
                <a:ext uri="{FF2B5EF4-FFF2-40B4-BE49-F238E27FC236}">
                  <a16:creationId xmlns:a16="http://schemas.microsoft.com/office/drawing/2014/main" id="{0F7FCE9E-A2B6-49E7-962C-EBDBCE54A8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4" y="2325"/>
              <a:ext cx="154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one packet time later</a:t>
              </a:r>
              <a:endParaRPr lang="en-US" altLang="zh-TW" sz="1800" i="1">
                <a:latin typeface="Arial" panose="020B0604020202020204" pitchFamily="34" charset="0"/>
              </a:endParaRPr>
            </a:p>
          </p:txBody>
        </p:sp>
        <p:sp>
          <p:nvSpPr>
            <p:cNvPr id="106515" name="Text Box 66">
              <a:extLst>
                <a:ext uri="{FF2B5EF4-FFF2-40B4-BE49-F238E27FC236}">
                  <a16:creationId xmlns:a16="http://schemas.microsoft.com/office/drawing/2014/main" id="{5260A0A7-C7D1-4F98-8FB1-FA4CCD1AA6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8" y="1545"/>
              <a:ext cx="471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switch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fabric</a:t>
              </a:r>
            </a:p>
          </p:txBody>
        </p:sp>
        <p:sp>
          <p:nvSpPr>
            <p:cNvPr id="106516" name="Text Box 67">
              <a:extLst>
                <a:ext uri="{FF2B5EF4-FFF2-40B4-BE49-F238E27FC236}">
                  <a16:creationId xmlns:a16="http://schemas.microsoft.com/office/drawing/2014/main" id="{EFC05820-EE2D-4682-B2F9-2DCFBE8975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5" y="1479"/>
              <a:ext cx="471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switch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>
                  <a:latin typeface="Arial" panose="020B0604020202020204" pitchFamily="34" charset="0"/>
                </a:rPr>
                <a:t>fabric</a:t>
              </a:r>
            </a:p>
          </p:txBody>
        </p:sp>
        <p:sp>
          <p:nvSpPr>
            <p:cNvPr id="106517" name="Rectangle 68">
              <a:extLst>
                <a:ext uri="{FF2B5EF4-FFF2-40B4-BE49-F238E27FC236}">
                  <a16:creationId xmlns:a16="http://schemas.microsoft.com/office/drawing/2014/main" id="{3B0F7A87-9E75-41AF-86D3-2BA6AD9535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6" y="972"/>
              <a:ext cx="175" cy="98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18" name="Rectangle 69">
              <a:extLst>
                <a:ext uri="{FF2B5EF4-FFF2-40B4-BE49-F238E27FC236}">
                  <a16:creationId xmlns:a16="http://schemas.microsoft.com/office/drawing/2014/main" id="{3866D2F2-8CC6-43BF-A047-F126C03720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6" y="1497"/>
              <a:ext cx="175" cy="9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19" name="Rectangle 70">
              <a:extLst>
                <a:ext uri="{FF2B5EF4-FFF2-40B4-BE49-F238E27FC236}">
                  <a16:creationId xmlns:a16="http://schemas.microsoft.com/office/drawing/2014/main" id="{C8305EF8-AE99-49CC-A280-5DC3BFA7BB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3" y="1099"/>
              <a:ext cx="175" cy="98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20" name="Rectangle 71">
              <a:extLst>
                <a:ext uri="{FF2B5EF4-FFF2-40B4-BE49-F238E27FC236}">
                  <a16:creationId xmlns:a16="http://schemas.microsoft.com/office/drawing/2014/main" id="{223875A5-2CDA-4B16-A1DE-19B6A5AEAA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45" y="1001"/>
              <a:ext cx="175" cy="9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21" name="Rectangle 72">
              <a:extLst>
                <a:ext uri="{FF2B5EF4-FFF2-40B4-BE49-F238E27FC236}">
                  <a16:creationId xmlns:a16="http://schemas.microsoft.com/office/drawing/2014/main" id="{2E8ACE71-8DDD-4EAC-8504-4057D57788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4" y="1965"/>
              <a:ext cx="175" cy="98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22" name="Freeform 73">
              <a:extLst>
                <a:ext uri="{FF2B5EF4-FFF2-40B4-BE49-F238E27FC236}">
                  <a16:creationId xmlns:a16="http://schemas.microsoft.com/office/drawing/2014/main" id="{D00CAFF6-68DB-41A5-957C-B05E94761FF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82" y="1261"/>
              <a:ext cx="967" cy="735"/>
            </a:xfrm>
            <a:custGeom>
              <a:avLst/>
              <a:gdLst>
                <a:gd name="T0" fmla="*/ 0 w 967"/>
                <a:gd name="T1" fmla="*/ 733 h 735"/>
                <a:gd name="T2" fmla="*/ 522 w 967"/>
                <a:gd name="T3" fmla="*/ 735 h 735"/>
                <a:gd name="T4" fmla="*/ 967 w 967"/>
                <a:gd name="T5" fmla="*/ 0 h 735"/>
                <a:gd name="T6" fmla="*/ 0 60000 65536"/>
                <a:gd name="T7" fmla="*/ 0 60000 65536"/>
                <a:gd name="T8" fmla="*/ 0 60000 65536"/>
                <a:gd name="T9" fmla="*/ 0 w 967"/>
                <a:gd name="T10" fmla="*/ 0 h 735"/>
                <a:gd name="T11" fmla="*/ 967 w 967"/>
                <a:gd name="T12" fmla="*/ 735 h 73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67" h="735">
                  <a:moveTo>
                    <a:pt x="0" y="733"/>
                  </a:moveTo>
                  <a:lnTo>
                    <a:pt x="522" y="735"/>
                  </a:lnTo>
                  <a:lnTo>
                    <a:pt x="967" y="0"/>
                  </a:ln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6523" name="Freeform 74">
              <a:extLst>
                <a:ext uri="{FF2B5EF4-FFF2-40B4-BE49-F238E27FC236}">
                  <a16:creationId xmlns:a16="http://schemas.microsoft.com/office/drawing/2014/main" id="{0C2614B6-7A19-4CBE-A05D-78DCF96DEF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669" y="1051"/>
              <a:ext cx="988" cy="951"/>
            </a:xfrm>
            <a:custGeom>
              <a:avLst/>
              <a:gdLst>
                <a:gd name="T0" fmla="*/ 0 w 1002"/>
                <a:gd name="T1" fmla="*/ 2147483646 h 480"/>
                <a:gd name="T2" fmla="*/ 314 w 1002"/>
                <a:gd name="T3" fmla="*/ 0 h 480"/>
                <a:gd name="T4" fmla="*/ 603 w 1002"/>
                <a:gd name="T5" fmla="*/ 2147483646 h 480"/>
                <a:gd name="T6" fmla="*/ 0 60000 65536"/>
                <a:gd name="T7" fmla="*/ 0 60000 65536"/>
                <a:gd name="T8" fmla="*/ 0 60000 65536"/>
                <a:gd name="T9" fmla="*/ 0 w 1002"/>
                <a:gd name="T10" fmla="*/ 0 h 480"/>
                <a:gd name="T11" fmla="*/ 1002 w 1002"/>
                <a:gd name="T12" fmla="*/ 480 h 48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02" h="480">
                  <a:moveTo>
                    <a:pt x="0" y="2"/>
                  </a:moveTo>
                  <a:lnTo>
                    <a:pt x="522" y="0"/>
                  </a:lnTo>
                  <a:lnTo>
                    <a:pt x="1002" y="480"/>
                  </a:lnTo>
                </a:path>
              </a:pathLst>
            </a:custGeom>
            <a:noFill/>
            <a:ln w="28575" cap="flat" cmpd="sng">
              <a:solidFill>
                <a:srgbClr val="008000"/>
              </a:solidFill>
              <a:prstDash val="dash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6524" name="Line 75">
              <a:extLst>
                <a:ext uri="{FF2B5EF4-FFF2-40B4-BE49-F238E27FC236}">
                  <a16:creationId xmlns:a16="http://schemas.microsoft.com/office/drawing/2014/main" id="{F802A1D2-EA2A-4096-B655-210B23DC0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08" y="1545"/>
              <a:ext cx="1012" cy="14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6525" name="Rectangle 76">
              <a:extLst>
                <a:ext uri="{FF2B5EF4-FFF2-40B4-BE49-F238E27FC236}">
                  <a16:creationId xmlns:a16="http://schemas.microsoft.com/office/drawing/2014/main" id="{69FC98A5-6C1D-4AFE-A271-9231AD4882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0" y="1010"/>
              <a:ext cx="175" cy="9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06526" name="Rectangle 77">
              <a:extLst>
                <a:ext uri="{FF2B5EF4-FFF2-40B4-BE49-F238E27FC236}">
                  <a16:creationId xmlns:a16="http://schemas.microsoft.com/office/drawing/2014/main" id="{4074F0C8-31A0-4DC7-B378-2C9B142E9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94" y="997"/>
              <a:ext cx="175" cy="98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Footer Placeholder 4">
            <a:extLst>
              <a:ext uri="{FF2B5EF4-FFF2-40B4-BE49-F238E27FC236}">
                <a16:creationId xmlns:a16="http://schemas.microsoft.com/office/drawing/2014/main" id="{3DF7176F-8674-4010-9093-4E3402D74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07523" name="Slide Number Placeholder 5">
            <a:extLst>
              <a:ext uri="{FF2B5EF4-FFF2-40B4-BE49-F238E27FC236}">
                <a16:creationId xmlns:a16="http://schemas.microsoft.com/office/drawing/2014/main" id="{D29524CB-5B31-45E6-B739-E1D66C9F7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A9FB39D1-3054-4D6B-B75C-C3C0A14CBE14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07524" name="Picture 11" descr="underline_base">
            <a:extLst>
              <a:ext uri="{FF2B5EF4-FFF2-40B4-BE49-F238E27FC236}">
                <a16:creationId xmlns:a16="http://schemas.microsoft.com/office/drawing/2014/main" id="{6043104D-2A58-4A22-9552-E462C3C6E9E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00" y="1039813"/>
            <a:ext cx="50276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25" name="Rectangle 2">
            <a:extLst>
              <a:ext uri="{FF2B5EF4-FFF2-40B4-BE49-F238E27FC236}">
                <a16:creationId xmlns:a16="http://schemas.microsoft.com/office/drawing/2014/main" id="{E0D6E057-788B-4D79-B959-AA69843E14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How much buffering?</a:t>
            </a:r>
          </a:p>
        </p:txBody>
      </p:sp>
      <p:sp>
        <p:nvSpPr>
          <p:cNvPr id="107526" name="Rectangle 3">
            <a:extLst>
              <a:ext uri="{FF2B5EF4-FFF2-40B4-BE49-F238E27FC236}">
                <a16:creationId xmlns:a16="http://schemas.microsoft.com/office/drawing/2014/main" id="{62C8CB8F-6A33-40EB-845B-1BFD3813BE5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RFC 3439 rule of thumb: average buffering equal to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typical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RTT (say 250 </a:t>
            </a:r>
            <a:r>
              <a:rPr lang="en-US" altLang="ja-JP" dirty="0" err="1">
                <a:ea typeface="ＭＳ Ｐゴシック" panose="020B0600070205080204" pitchFamily="34" charset="-128"/>
              </a:rPr>
              <a:t>msec</a:t>
            </a:r>
            <a:r>
              <a:rPr lang="en-US" altLang="ja-JP" dirty="0">
                <a:ea typeface="ＭＳ Ｐゴシック" panose="020B0600070205080204" pitchFamily="34" charset="-128"/>
              </a:rPr>
              <a:t>) times link capacity C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e.g., C = 10 Gbps link: 2.5 Gbit buffer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recent recommendation: with </a:t>
            </a:r>
            <a:r>
              <a:rPr lang="en-US" altLang="zh-TW" i="1" dirty="0">
                <a:ea typeface="ＭＳ Ｐゴシック" panose="020B0600070205080204" pitchFamily="34" charset="-128"/>
              </a:rPr>
              <a:t>N</a:t>
            </a:r>
            <a:r>
              <a:rPr lang="en-US" altLang="zh-TW" dirty="0">
                <a:ea typeface="ＭＳ Ｐゴシック" panose="020B0600070205080204" pitchFamily="34" charset="-128"/>
              </a:rPr>
              <a:t> TCP flows passing through a link, amount of buffering needed is equal to </a:t>
            </a:r>
          </a:p>
        </p:txBody>
      </p:sp>
      <p:grpSp>
        <p:nvGrpSpPr>
          <p:cNvPr id="107527" name="Group 9">
            <a:extLst>
              <a:ext uri="{FF2B5EF4-FFF2-40B4-BE49-F238E27FC236}">
                <a16:creationId xmlns:a16="http://schemas.microsoft.com/office/drawing/2014/main" id="{A007162E-B5EE-4552-9448-2572A86C631E}"/>
              </a:ext>
            </a:extLst>
          </p:cNvPr>
          <p:cNvGrpSpPr>
            <a:grpSpLocks/>
          </p:cNvGrpSpPr>
          <p:nvPr/>
        </p:nvGrpSpPr>
        <p:grpSpPr bwMode="auto">
          <a:xfrm>
            <a:off x="4167188" y="3717925"/>
            <a:ext cx="1165225" cy="1109663"/>
            <a:chOff x="1923" y="2801"/>
            <a:chExt cx="734" cy="699"/>
          </a:xfrm>
        </p:grpSpPr>
        <p:sp>
          <p:nvSpPr>
            <p:cNvPr id="107528" name="Text Box 4">
              <a:extLst>
                <a:ext uri="{FF2B5EF4-FFF2-40B4-BE49-F238E27FC236}">
                  <a16:creationId xmlns:a16="http://schemas.microsoft.com/office/drawing/2014/main" id="{D5AE720D-E64B-4AD9-AF2F-A667BBE5B4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3" y="2918"/>
              <a:ext cx="734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RTT  C</a:t>
              </a:r>
            </a:p>
          </p:txBody>
        </p:sp>
        <p:sp>
          <p:nvSpPr>
            <p:cNvPr id="107529" name="Text Box 5">
              <a:extLst>
                <a:ext uri="{FF2B5EF4-FFF2-40B4-BE49-F238E27FC236}">
                  <a16:creationId xmlns:a16="http://schemas.microsoft.com/office/drawing/2014/main" id="{9FDACBF6-89CF-43DE-9DC5-56FA15BB05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09" y="2801"/>
              <a:ext cx="187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3200">
                  <a:latin typeface="Arial" panose="020B0604020202020204" pitchFamily="34" charset="0"/>
                </a:rPr>
                <a:t>.</a:t>
              </a:r>
            </a:p>
          </p:txBody>
        </p:sp>
        <p:sp>
          <p:nvSpPr>
            <p:cNvPr id="107530" name="Line 6">
              <a:extLst>
                <a:ext uri="{FF2B5EF4-FFF2-40B4-BE49-F238E27FC236}">
                  <a16:creationId xmlns:a16="http://schemas.microsoft.com/office/drawing/2014/main" id="{8A6E783F-9ADF-405C-880A-FFD95168E5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9" y="3168"/>
              <a:ext cx="61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  <p:sp>
          <p:nvSpPr>
            <p:cNvPr id="107531" name="Text Box 7">
              <a:extLst>
                <a:ext uri="{FF2B5EF4-FFF2-40B4-BE49-F238E27FC236}">
                  <a16:creationId xmlns:a16="http://schemas.microsoft.com/office/drawing/2014/main" id="{9B0319F4-0302-4A18-A14C-D9D4FEE6F7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1" y="3212"/>
              <a:ext cx="255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400">
                  <a:latin typeface="Arial" panose="020B0604020202020204" pitchFamily="34" charset="0"/>
                </a:rPr>
                <a:t>N</a:t>
              </a:r>
            </a:p>
          </p:txBody>
        </p:sp>
        <p:sp>
          <p:nvSpPr>
            <p:cNvPr id="107532" name="Freeform 8">
              <a:extLst>
                <a:ext uri="{FF2B5EF4-FFF2-40B4-BE49-F238E27FC236}">
                  <a16:creationId xmlns:a16="http://schemas.microsoft.com/office/drawing/2014/main" id="{EC82D9CF-6DD3-4F55-A645-35EBA8BEAA8D}"/>
                </a:ext>
              </a:extLst>
            </p:cNvPr>
            <p:cNvSpPr>
              <a:spLocks/>
            </p:cNvSpPr>
            <p:nvPr/>
          </p:nvSpPr>
          <p:spPr bwMode="auto">
            <a:xfrm>
              <a:off x="2062" y="3218"/>
              <a:ext cx="279" cy="209"/>
            </a:xfrm>
            <a:custGeom>
              <a:avLst/>
              <a:gdLst>
                <a:gd name="T0" fmla="*/ 0 w 279"/>
                <a:gd name="T1" fmla="*/ 148 h 209"/>
                <a:gd name="T2" fmla="*/ 26 w 279"/>
                <a:gd name="T3" fmla="*/ 105 h 209"/>
                <a:gd name="T4" fmla="*/ 44 w 279"/>
                <a:gd name="T5" fmla="*/ 209 h 209"/>
                <a:gd name="T6" fmla="*/ 61 w 279"/>
                <a:gd name="T7" fmla="*/ 0 h 209"/>
                <a:gd name="T8" fmla="*/ 279 w 279"/>
                <a:gd name="T9" fmla="*/ 0 h 20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9"/>
                <a:gd name="T16" fmla="*/ 0 h 209"/>
                <a:gd name="T17" fmla="*/ 279 w 279"/>
                <a:gd name="T18" fmla="*/ 209 h 20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9" h="209">
                  <a:moveTo>
                    <a:pt x="0" y="148"/>
                  </a:moveTo>
                  <a:lnTo>
                    <a:pt x="26" y="105"/>
                  </a:lnTo>
                  <a:lnTo>
                    <a:pt x="44" y="209"/>
                  </a:lnTo>
                  <a:lnTo>
                    <a:pt x="61" y="0"/>
                  </a:lnTo>
                  <a:lnTo>
                    <a:pt x="279" y="0"/>
                  </a:lnTo>
                </a:path>
              </a:pathLst>
            </a:custGeom>
            <a:noFill/>
            <a:ln w="9525" cap="flat" cmpd="sng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endParaRPr lang="zh-HK" alt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10" name="Picture 2" descr="underline_base">
            <a:extLst>
              <a:ext uri="{FF2B5EF4-FFF2-40B4-BE49-F238E27FC236}">
                <a16:creationId xmlns:a16="http://schemas.microsoft.com/office/drawing/2014/main" id="{23B1A716-E002-4558-B4C9-E62DB91ED11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8611" name="Rectangle 3">
            <a:extLst>
              <a:ext uri="{FF2B5EF4-FFF2-40B4-BE49-F238E27FC236}">
                <a16:creationId xmlns:a16="http://schemas.microsoft.com/office/drawing/2014/main" id="{BD2324E7-AAF2-44BC-96A0-8CAB231917D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8798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4.1 Overview of Network layer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 plane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control plane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4.2 What</a:t>
            </a:r>
            <a:r>
              <a:rPr lang="ja-JP" altLang="en-US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 inside a router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4.3 IP: Internet Protocol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datagram format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fragmentation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IPv4 addressing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network address translation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IPv6</a:t>
            </a:r>
          </a:p>
        </p:txBody>
      </p:sp>
      <p:sp>
        <p:nvSpPr>
          <p:cNvPr id="68612" name="Rectangle 4">
            <a:extLst>
              <a:ext uri="{FF2B5EF4-FFF2-40B4-BE49-F238E27FC236}">
                <a16:creationId xmlns:a16="http://schemas.microsoft.com/office/drawing/2014/main" id="{0C530CE9-9F3E-4376-915F-DF1E91C6BF1A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4.4 Generalized Forward and SDN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match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action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OpenFlow  examples of match-plus-action in action</a:t>
            </a:r>
          </a:p>
          <a:p>
            <a:endParaRPr lang="en-US" altLang="zh-HK" sz="2400">
              <a:ea typeface="ＭＳ Ｐゴシック" panose="020B0600070205080204" pitchFamily="34" charset="-128"/>
              <a:cs typeface="ＭＳ Ｐゴシック" panose="020B0600070205080204" pitchFamily="34" charset="-128"/>
            </a:endParaRPr>
          </a:p>
        </p:txBody>
      </p:sp>
      <p:sp>
        <p:nvSpPr>
          <p:cNvPr id="68613" name="Rectangle 2">
            <a:extLst>
              <a:ext uri="{FF2B5EF4-FFF2-40B4-BE49-F238E27FC236}">
                <a16:creationId xmlns:a16="http://schemas.microsoft.com/office/drawing/2014/main" id="{6CBC22BC-692F-44BF-806A-ACD04933FA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</a:rPr>
              <a:t>Chapter 4: outline</a:t>
            </a:r>
          </a:p>
        </p:txBody>
      </p:sp>
      <p:sp>
        <p:nvSpPr>
          <p:cNvPr id="68614" name="Slide Number Placeholder 5">
            <a:extLst>
              <a:ext uri="{FF2B5EF4-FFF2-40B4-BE49-F238E27FC236}">
                <a16:creationId xmlns:a16="http://schemas.microsoft.com/office/drawing/2014/main" id="{0B48FB70-E865-441E-9D0F-DCC2942F8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561975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EA665757-E868-449F-ACD1-04811462DF45}" type="slidenum">
              <a:rPr lang="en-US" altLang="zh-HK">
                <a:latin typeface="Tahoma" panose="020B0604030504040204" pitchFamily="34" charset="0"/>
              </a:rPr>
              <a:pPr/>
              <a:t>22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68615" name="Footer Placeholder 2">
            <a:extLst>
              <a:ext uri="{FF2B5EF4-FFF2-40B4-BE49-F238E27FC236}">
                <a16:creationId xmlns:a16="http://schemas.microsoft.com/office/drawing/2014/main" id="{91E04005-ADBA-4066-9975-4D92B43E4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Footer Placeholder 3">
            <a:extLst>
              <a:ext uri="{FF2B5EF4-FFF2-40B4-BE49-F238E27FC236}">
                <a16:creationId xmlns:a16="http://schemas.microsoft.com/office/drawing/2014/main" id="{D7DFEF60-5BF5-497C-93B5-B8DB0EACE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12643" name="Slide Number Placeholder 4">
            <a:extLst>
              <a:ext uri="{FF2B5EF4-FFF2-40B4-BE49-F238E27FC236}">
                <a16:creationId xmlns:a16="http://schemas.microsoft.com/office/drawing/2014/main" id="{815CAA33-F1A4-4B5F-9CBD-6A00FFF4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81F0E1FA-0A7A-421A-B742-A714B9ABFF9B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23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12644" name="Group 55">
            <a:extLst>
              <a:ext uri="{FF2B5EF4-FFF2-40B4-BE49-F238E27FC236}">
                <a16:creationId xmlns:a16="http://schemas.microsoft.com/office/drawing/2014/main" id="{0BD7B39F-D6E5-4E41-BDEC-F9A33F67401A}"/>
              </a:ext>
            </a:extLst>
          </p:cNvPr>
          <p:cNvGrpSpPr>
            <a:grpSpLocks/>
          </p:cNvGrpSpPr>
          <p:nvPr/>
        </p:nvGrpSpPr>
        <p:grpSpPr bwMode="auto">
          <a:xfrm>
            <a:off x="3062288" y="963613"/>
            <a:ext cx="4127500" cy="5326062"/>
            <a:chOff x="1929" y="607"/>
            <a:chExt cx="2600" cy="3355"/>
          </a:xfrm>
        </p:grpSpPr>
        <p:sp>
          <p:nvSpPr>
            <p:cNvPr id="112673" name="Rectangle 4">
              <a:extLst>
                <a:ext uri="{FF2B5EF4-FFF2-40B4-BE49-F238E27FC236}">
                  <a16:creationId xmlns:a16="http://schemas.microsoft.com/office/drawing/2014/main" id="{A99ADC69-1554-4CDA-A54D-AE95821FB4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40" y="868"/>
              <a:ext cx="2489" cy="3039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12674" name="Rectangle 5">
              <a:extLst>
                <a:ext uri="{FF2B5EF4-FFF2-40B4-BE49-F238E27FC236}">
                  <a16:creationId xmlns:a16="http://schemas.microsoft.com/office/drawing/2014/main" id="{FCB3D5BA-0567-4FF7-A593-53A74FFBDE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0" y="935"/>
              <a:ext cx="2489" cy="30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2675" name="Text Box 6">
              <a:extLst>
                <a:ext uri="{FF2B5EF4-FFF2-40B4-BE49-F238E27FC236}">
                  <a16:creationId xmlns:a16="http://schemas.microsoft.com/office/drawing/2014/main" id="{9BAE04CD-30FB-4DAA-B891-1C6D2E334C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54" y="973"/>
              <a:ext cx="3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ver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2676" name="Text Box 7">
              <a:extLst>
                <a:ext uri="{FF2B5EF4-FFF2-40B4-BE49-F238E27FC236}">
                  <a16:creationId xmlns:a16="http://schemas.microsoft.com/office/drawing/2014/main" id="{F96151D4-213D-4A9A-8BFE-B3F4C4DBA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29" y="1012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length</a:t>
              </a:r>
            </a:p>
          </p:txBody>
        </p:sp>
        <p:sp>
          <p:nvSpPr>
            <p:cNvPr id="112677" name="Line 8">
              <a:extLst>
                <a:ext uri="{FF2B5EF4-FFF2-40B4-BE49-F238E27FC236}">
                  <a16:creationId xmlns:a16="http://schemas.microsoft.com/office/drawing/2014/main" id="{41D0C486-9AC5-4738-A3FD-588C0ED8C6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8" y="1261"/>
              <a:ext cx="2486" cy="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78" name="Line 9">
              <a:extLst>
                <a:ext uri="{FF2B5EF4-FFF2-40B4-BE49-F238E27FC236}">
                  <a16:creationId xmlns:a16="http://schemas.microsoft.com/office/drawing/2014/main" id="{82F71A53-390A-4269-861C-1CAFD92D580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10" y="941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79" name="Text Box 10">
              <a:extLst>
                <a:ext uri="{FF2B5EF4-FFF2-40B4-BE49-F238E27FC236}">
                  <a16:creationId xmlns:a16="http://schemas.microsoft.com/office/drawing/2014/main" id="{1E9D389B-550D-4754-8AC7-F4CC0565D9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22" y="607"/>
              <a:ext cx="5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32 bits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2680" name="Line 11">
              <a:extLst>
                <a:ext uri="{FF2B5EF4-FFF2-40B4-BE49-F238E27FC236}">
                  <a16:creationId xmlns:a16="http://schemas.microsoft.com/office/drawing/2014/main" id="{27F8B80A-A5B1-45DC-8B2B-C34304524D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2" y="762"/>
              <a:ext cx="899" cy="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81" name="Line 12">
              <a:extLst>
                <a:ext uri="{FF2B5EF4-FFF2-40B4-BE49-F238E27FC236}">
                  <a16:creationId xmlns:a16="http://schemas.microsoft.com/office/drawing/2014/main" id="{96B8419E-414C-43F2-AFEB-8102B56E08E0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1972" y="769"/>
              <a:ext cx="84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82" name="Text Box 13">
              <a:extLst>
                <a:ext uri="{FF2B5EF4-FFF2-40B4-BE49-F238E27FC236}">
                  <a16:creationId xmlns:a16="http://schemas.microsoft.com/office/drawing/2014/main" id="{E008C1A3-2859-4C5E-B916-14731B036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6" y="2792"/>
              <a:ext cx="1351" cy="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70C0"/>
                  </a:solidFill>
                  <a:latin typeface="Arial" panose="020B0604020202020204" pitchFamily="34" charset="0"/>
                </a:rPr>
                <a:t>data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70C0"/>
                  </a:solidFill>
                  <a:latin typeface="Arial" panose="020B0604020202020204" pitchFamily="34" charset="0"/>
                </a:rPr>
                <a:t>(variable length,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70C0"/>
                  </a:solidFill>
                  <a:latin typeface="Arial" panose="020B0604020202020204" pitchFamily="34" charset="0"/>
                </a:rPr>
                <a:t>typically a TCP 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2000">
                  <a:solidFill>
                    <a:srgbClr val="0070C0"/>
                  </a:solidFill>
                  <a:latin typeface="Arial" panose="020B0604020202020204" pitchFamily="34" charset="0"/>
                </a:rPr>
                <a:t>or UDP segment)</a:t>
              </a:r>
              <a:endParaRPr lang="en-US" altLang="zh-TW" sz="2400">
                <a:solidFill>
                  <a:srgbClr val="0070C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2683" name="Text Box 14">
              <a:extLst>
                <a:ext uri="{FF2B5EF4-FFF2-40B4-BE49-F238E27FC236}">
                  <a16:creationId xmlns:a16="http://schemas.microsoft.com/office/drawing/2014/main" id="{AAE62531-CD56-4B00-98DD-AEE933D3D7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29" y="1320"/>
              <a:ext cx="13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16-bit identifier</a:t>
              </a:r>
              <a:endParaRPr lang="en-US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12684" name="Line 15">
              <a:extLst>
                <a:ext uri="{FF2B5EF4-FFF2-40B4-BE49-F238E27FC236}">
                  <a16:creationId xmlns:a16="http://schemas.microsoft.com/office/drawing/2014/main" id="{B6D235C7-3EDE-4B8B-9BE9-7A04606355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84" y="2205"/>
              <a:ext cx="2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85" name="Line 16">
              <a:extLst>
                <a:ext uri="{FF2B5EF4-FFF2-40B4-BE49-F238E27FC236}">
                  <a16:creationId xmlns:a16="http://schemas.microsoft.com/office/drawing/2014/main" id="{31E3B570-B647-40BC-A51A-43AF287FBB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84" y="2505"/>
              <a:ext cx="2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86" name="Text Box 17">
              <a:extLst>
                <a:ext uri="{FF2B5EF4-FFF2-40B4-BE49-F238E27FC236}">
                  <a16:creationId xmlns:a16="http://schemas.microsoft.com/office/drawing/2014/main" id="{FE4D3A3B-9EBA-4E28-91A2-25FD0D66D1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64" y="1549"/>
              <a:ext cx="80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header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 checksum</a:t>
              </a:r>
            </a:p>
          </p:txBody>
        </p:sp>
        <p:sp>
          <p:nvSpPr>
            <p:cNvPr id="112687" name="Text Box 18">
              <a:extLst>
                <a:ext uri="{FF2B5EF4-FFF2-40B4-BE49-F238E27FC236}">
                  <a16:creationId xmlns:a16="http://schemas.microsoft.com/office/drawing/2014/main" id="{109F8A38-023C-4BF2-84E6-D07D0EA4EB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08" y="1531"/>
              <a:ext cx="54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time to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live</a:t>
              </a:r>
            </a:p>
          </p:txBody>
        </p:sp>
        <p:sp>
          <p:nvSpPr>
            <p:cNvPr id="112688" name="Text Box 19">
              <a:extLst>
                <a:ext uri="{FF2B5EF4-FFF2-40B4-BE49-F238E27FC236}">
                  <a16:creationId xmlns:a16="http://schemas.microsoft.com/office/drawing/2014/main" id="{8DA6D1DC-A48D-4A23-B3A0-FF3AAE49C89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63" y="1959"/>
              <a:ext cx="1681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70C0"/>
                  </a:solidFill>
                  <a:latin typeface="Arial" panose="020B0604020202020204" pitchFamily="34" charset="0"/>
                </a:rPr>
                <a:t>32 bit source IP address</a:t>
              </a:r>
              <a:endParaRPr lang="en-US" altLang="zh-TW" sz="2400">
                <a:solidFill>
                  <a:srgbClr val="0070C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2689" name="Text Box 31">
              <a:extLst>
                <a:ext uri="{FF2B5EF4-FFF2-40B4-BE49-F238E27FC236}">
                  <a16:creationId xmlns:a16="http://schemas.microsoft.com/office/drawing/2014/main" id="{84E96A4C-CC44-4F6A-A4B8-20D4DF2389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2" y="907"/>
              <a:ext cx="47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head.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len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2690" name="Text Box 32">
              <a:extLst>
                <a:ext uri="{FF2B5EF4-FFF2-40B4-BE49-F238E27FC236}">
                  <a16:creationId xmlns:a16="http://schemas.microsoft.com/office/drawing/2014/main" id="{19284CEB-524E-4C12-96F4-31B7F6F3F0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46" y="901"/>
              <a:ext cx="57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type of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service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  <p:sp>
          <p:nvSpPr>
            <p:cNvPr id="112691" name="Line 33">
              <a:extLst>
                <a:ext uri="{FF2B5EF4-FFF2-40B4-BE49-F238E27FC236}">
                  <a16:creationId xmlns:a16="http://schemas.microsoft.com/office/drawing/2014/main" id="{E25F3F93-3D60-4499-816F-95812A1593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46" y="938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92" name="Line 34">
              <a:extLst>
                <a:ext uri="{FF2B5EF4-FFF2-40B4-BE49-F238E27FC236}">
                  <a16:creationId xmlns:a16="http://schemas.microsoft.com/office/drawing/2014/main" id="{76C69D22-9AB1-40BE-A76D-17B02655EC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259" y="944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93" name="Line 37">
              <a:extLst>
                <a:ext uri="{FF2B5EF4-FFF2-40B4-BE49-F238E27FC236}">
                  <a16:creationId xmlns:a16="http://schemas.microsoft.com/office/drawing/2014/main" id="{E78B7E14-545B-4AF0-A251-5D3E9872DB0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10" y="1265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94" name="Text Box 38">
              <a:extLst>
                <a:ext uri="{FF2B5EF4-FFF2-40B4-BE49-F238E27FC236}">
                  <a16:creationId xmlns:a16="http://schemas.microsoft.com/office/drawing/2014/main" id="{2A38D914-F313-4763-A466-57E3B708B7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7" y="1314"/>
              <a:ext cx="48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flgs</a:t>
              </a:r>
              <a:endParaRPr lang="en-US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12695" name="Line 39">
              <a:extLst>
                <a:ext uri="{FF2B5EF4-FFF2-40B4-BE49-F238E27FC236}">
                  <a16:creationId xmlns:a16="http://schemas.microsoft.com/office/drawing/2014/main" id="{9826D16C-8928-4D4D-A8EA-1771B17A38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04" y="1259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96" name="Text Box 40">
              <a:extLst>
                <a:ext uri="{FF2B5EF4-FFF2-40B4-BE49-F238E27FC236}">
                  <a16:creationId xmlns:a16="http://schemas.microsoft.com/office/drawing/2014/main" id="{8FC697BA-04A8-4ED5-9F06-929EAD8813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1" y="1230"/>
              <a:ext cx="90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fragment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 offset</a:t>
              </a:r>
              <a:endParaRPr lang="en-US" altLang="zh-TW" sz="2000">
                <a:latin typeface="Arial" panose="020B0604020202020204" pitchFamily="34" charset="0"/>
              </a:endParaRPr>
            </a:p>
          </p:txBody>
        </p:sp>
        <p:sp>
          <p:nvSpPr>
            <p:cNvPr id="112697" name="Line 43">
              <a:extLst>
                <a:ext uri="{FF2B5EF4-FFF2-40B4-BE49-F238E27FC236}">
                  <a16:creationId xmlns:a16="http://schemas.microsoft.com/office/drawing/2014/main" id="{33AEE8CA-A7A3-45A4-8E06-42551223F2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84" y="1581"/>
              <a:ext cx="2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98" name="Line 44">
              <a:extLst>
                <a:ext uri="{FF2B5EF4-FFF2-40B4-BE49-F238E27FC236}">
                  <a16:creationId xmlns:a16="http://schemas.microsoft.com/office/drawing/2014/main" id="{E48CB963-381B-43E8-9CE9-46A5A71838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10" y="1583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99" name="Line 45">
              <a:extLst>
                <a:ext uri="{FF2B5EF4-FFF2-40B4-BE49-F238E27FC236}">
                  <a16:creationId xmlns:a16="http://schemas.microsoft.com/office/drawing/2014/main" id="{58808621-7F75-4139-A215-29150BE1BB1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72" y="1905"/>
              <a:ext cx="2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700" name="Text Box 46">
              <a:extLst>
                <a:ext uri="{FF2B5EF4-FFF2-40B4-BE49-F238E27FC236}">
                  <a16:creationId xmlns:a16="http://schemas.microsoft.com/office/drawing/2014/main" id="{FB53D887-3186-4D32-98B7-4FFEA02A0A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68" y="1525"/>
              <a:ext cx="48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upper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 layer</a:t>
              </a:r>
            </a:p>
          </p:txBody>
        </p:sp>
        <p:sp>
          <p:nvSpPr>
            <p:cNvPr id="112701" name="Line 47">
              <a:extLst>
                <a:ext uri="{FF2B5EF4-FFF2-40B4-BE49-F238E27FC236}">
                  <a16:creationId xmlns:a16="http://schemas.microsoft.com/office/drawing/2014/main" id="{24084D12-E65B-4452-920B-EAB0ABE507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2610" y="1589"/>
              <a:ext cx="0" cy="31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702" name="Text Box 49">
              <a:extLst>
                <a:ext uri="{FF2B5EF4-FFF2-40B4-BE49-F238E27FC236}">
                  <a16:creationId xmlns:a16="http://schemas.microsoft.com/office/drawing/2014/main" id="{646488B2-705B-41F2-AEEB-E7FD9C9E02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54" y="2235"/>
              <a:ext cx="1947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solidFill>
                    <a:srgbClr val="0070C0"/>
                  </a:solidFill>
                  <a:latin typeface="Arial" panose="020B0604020202020204" pitchFamily="34" charset="0"/>
                </a:rPr>
                <a:t>32 bit destination IP address</a:t>
              </a:r>
              <a:endParaRPr lang="en-US" altLang="zh-TW" sz="2400">
                <a:solidFill>
                  <a:srgbClr val="0070C0"/>
                </a:solidFill>
                <a:latin typeface="Arial" panose="020B0604020202020204" pitchFamily="34" charset="0"/>
              </a:endParaRPr>
            </a:p>
          </p:txBody>
        </p:sp>
        <p:sp>
          <p:nvSpPr>
            <p:cNvPr id="112703" name="Line 50">
              <a:extLst>
                <a:ext uri="{FF2B5EF4-FFF2-40B4-BE49-F238E27FC236}">
                  <a16:creationId xmlns:a16="http://schemas.microsoft.com/office/drawing/2014/main" id="{9EA92554-0DE8-45DD-AD82-14C552A0E1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84" y="2787"/>
              <a:ext cx="24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704" name="Text Box 51">
              <a:extLst>
                <a:ext uri="{FF2B5EF4-FFF2-40B4-BE49-F238E27FC236}">
                  <a16:creationId xmlns:a16="http://schemas.microsoft.com/office/drawing/2014/main" id="{3BE5446C-7C4D-4F17-BFF1-1C09F7834D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73" y="2529"/>
              <a:ext cx="10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options (if any)</a:t>
              </a:r>
              <a:endParaRPr lang="en-US" altLang="zh-TW" sz="2400">
                <a:latin typeface="Arial" panose="020B0604020202020204" pitchFamily="34" charset="0"/>
              </a:endParaRPr>
            </a:p>
          </p:txBody>
        </p:sp>
      </p:grpSp>
      <p:sp>
        <p:nvSpPr>
          <p:cNvPr id="112645" name="Rectangle 2">
            <a:extLst>
              <a:ext uri="{FF2B5EF4-FFF2-40B4-BE49-F238E27FC236}">
                <a16:creationId xmlns:a16="http://schemas.microsoft.com/office/drawing/2014/main" id="{E6E2C81C-F5C5-4A2F-A788-5E0601A425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20700" y="0"/>
            <a:ext cx="7772400" cy="781050"/>
          </a:xfrm>
        </p:spPr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IP datagram format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grpSp>
        <p:nvGrpSpPr>
          <p:cNvPr id="3" name="Group 56">
            <a:extLst>
              <a:ext uri="{FF2B5EF4-FFF2-40B4-BE49-F238E27FC236}">
                <a16:creationId xmlns:a16="http://schemas.microsoft.com/office/drawing/2014/main" id="{063189E8-7430-4497-8697-A41E3548429B}"/>
              </a:ext>
            </a:extLst>
          </p:cNvPr>
          <p:cNvGrpSpPr>
            <a:grpSpLocks/>
          </p:cNvGrpSpPr>
          <p:nvPr/>
        </p:nvGrpSpPr>
        <p:grpSpPr bwMode="auto">
          <a:xfrm>
            <a:off x="768350" y="858838"/>
            <a:ext cx="2501900" cy="792162"/>
            <a:chOff x="484" y="541"/>
            <a:chExt cx="1576" cy="499"/>
          </a:xfrm>
        </p:grpSpPr>
        <p:sp>
          <p:nvSpPr>
            <p:cNvPr id="112671" name="Text Box 20">
              <a:extLst>
                <a:ext uri="{FF2B5EF4-FFF2-40B4-BE49-F238E27FC236}">
                  <a16:creationId xmlns:a16="http://schemas.microsoft.com/office/drawing/2014/main" id="{4B4CEC9F-6883-4776-8EC2-7F2A6EA8A5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" y="541"/>
              <a:ext cx="130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IP protocol version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number</a:t>
              </a:r>
              <a:endParaRPr lang="en-US" altLang="zh-TW" sz="1000" dirty="0">
                <a:latin typeface="Arial" panose="020B0604020202020204" pitchFamily="34" charset="0"/>
              </a:endParaRPr>
            </a:p>
          </p:txBody>
        </p:sp>
        <p:sp>
          <p:nvSpPr>
            <p:cNvPr id="112672" name="Line 23">
              <a:extLst>
                <a:ext uri="{FF2B5EF4-FFF2-40B4-BE49-F238E27FC236}">
                  <a16:creationId xmlns:a16="http://schemas.microsoft.com/office/drawing/2014/main" id="{663B6ADC-3980-42CC-BDC7-39C5F14C81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27" y="749"/>
              <a:ext cx="333" cy="291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4" name="Group 57">
            <a:extLst>
              <a:ext uri="{FF2B5EF4-FFF2-40B4-BE49-F238E27FC236}">
                <a16:creationId xmlns:a16="http://schemas.microsoft.com/office/drawing/2014/main" id="{53DDBA64-0B1D-4018-AFC3-94A89105B6F9}"/>
              </a:ext>
            </a:extLst>
          </p:cNvPr>
          <p:cNvGrpSpPr>
            <a:grpSpLocks/>
          </p:cNvGrpSpPr>
          <p:nvPr/>
        </p:nvGrpSpPr>
        <p:grpSpPr bwMode="auto">
          <a:xfrm>
            <a:off x="1258888" y="1406525"/>
            <a:ext cx="2416175" cy="641350"/>
            <a:chOff x="793" y="886"/>
            <a:chExt cx="1522" cy="404"/>
          </a:xfrm>
        </p:grpSpPr>
        <p:sp>
          <p:nvSpPr>
            <p:cNvPr id="112669" name="Text Box 21">
              <a:extLst>
                <a:ext uri="{FF2B5EF4-FFF2-40B4-BE49-F238E27FC236}">
                  <a16:creationId xmlns:a16="http://schemas.microsoft.com/office/drawing/2014/main" id="{64E242EB-62BC-4D26-8189-C035015F8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3" y="886"/>
              <a:ext cx="99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header length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 (bytes)</a:t>
              </a:r>
              <a:endParaRPr lang="en-US" altLang="zh-TW" sz="1000">
                <a:latin typeface="Arial" panose="020B0604020202020204" pitchFamily="34" charset="0"/>
              </a:endParaRPr>
            </a:p>
          </p:txBody>
        </p:sp>
        <p:sp>
          <p:nvSpPr>
            <p:cNvPr id="112670" name="Line 24">
              <a:extLst>
                <a:ext uri="{FF2B5EF4-FFF2-40B4-BE49-F238E27FC236}">
                  <a16:creationId xmlns:a16="http://schemas.microsoft.com/office/drawing/2014/main" id="{33427A73-0AE9-4313-AD89-3B51E3ECF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45" y="1100"/>
              <a:ext cx="570" cy="93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5" name="Group 60">
            <a:extLst>
              <a:ext uri="{FF2B5EF4-FFF2-40B4-BE49-F238E27FC236}">
                <a16:creationId xmlns:a16="http://schemas.microsoft.com/office/drawing/2014/main" id="{7843E977-B25B-4FB3-AEB0-F0B147DC31D8}"/>
              </a:ext>
            </a:extLst>
          </p:cNvPr>
          <p:cNvGrpSpPr>
            <a:grpSpLocks/>
          </p:cNvGrpSpPr>
          <p:nvPr/>
        </p:nvGrpSpPr>
        <p:grpSpPr bwMode="auto">
          <a:xfrm>
            <a:off x="727075" y="2732088"/>
            <a:ext cx="3624263" cy="1592262"/>
            <a:chOff x="458" y="1721"/>
            <a:chExt cx="2283" cy="1003"/>
          </a:xfrm>
        </p:grpSpPr>
        <p:sp>
          <p:nvSpPr>
            <p:cNvPr id="112667" name="Text Box 27">
              <a:extLst>
                <a:ext uri="{FF2B5EF4-FFF2-40B4-BE49-F238E27FC236}">
                  <a16:creationId xmlns:a16="http://schemas.microsoft.com/office/drawing/2014/main" id="{9D459C84-A9E3-4452-BA4C-37DC44CB0F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8" y="2320"/>
              <a:ext cx="140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upper layer protocol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to deliver payload to</a:t>
              </a:r>
            </a:p>
          </p:txBody>
        </p:sp>
        <p:sp>
          <p:nvSpPr>
            <p:cNvPr id="112668" name="Line 28">
              <a:extLst>
                <a:ext uri="{FF2B5EF4-FFF2-40B4-BE49-F238E27FC236}">
                  <a16:creationId xmlns:a16="http://schemas.microsoft.com/office/drawing/2014/main" id="{5BB584E2-025C-4C72-BE8B-E4B25CD4B6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17" y="1721"/>
              <a:ext cx="924" cy="70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6" name="Group 61">
            <a:extLst>
              <a:ext uri="{FF2B5EF4-FFF2-40B4-BE49-F238E27FC236}">
                <a16:creationId xmlns:a16="http://schemas.microsoft.com/office/drawing/2014/main" id="{5239435A-F383-4C7E-B2AD-AEBFBDC47A64}"/>
              </a:ext>
            </a:extLst>
          </p:cNvPr>
          <p:cNvGrpSpPr>
            <a:grpSpLocks/>
          </p:cNvGrpSpPr>
          <p:nvPr/>
        </p:nvGrpSpPr>
        <p:grpSpPr bwMode="auto">
          <a:xfrm>
            <a:off x="6846888" y="1054100"/>
            <a:ext cx="2176462" cy="735013"/>
            <a:chOff x="4313" y="664"/>
            <a:chExt cx="1371" cy="463"/>
          </a:xfrm>
        </p:grpSpPr>
        <p:sp>
          <p:nvSpPr>
            <p:cNvPr id="112665" name="Text Box 26">
              <a:extLst>
                <a:ext uri="{FF2B5EF4-FFF2-40B4-BE49-F238E27FC236}">
                  <a16:creationId xmlns:a16="http://schemas.microsoft.com/office/drawing/2014/main" id="{F71B62EE-8C5F-4277-BE7D-9C89D8E236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" y="664"/>
              <a:ext cx="103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total datagram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length (bytes)</a:t>
              </a:r>
            </a:p>
          </p:txBody>
        </p:sp>
        <p:sp>
          <p:nvSpPr>
            <p:cNvPr id="112666" name="Line 30">
              <a:extLst>
                <a:ext uri="{FF2B5EF4-FFF2-40B4-BE49-F238E27FC236}">
                  <a16:creationId xmlns:a16="http://schemas.microsoft.com/office/drawing/2014/main" id="{4754DAA4-E629-4D17-9AA0-8D8DBF1554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313" y="869"/>
              <a:ext cx="402" cy="25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7" name="Group 58">
            <a:extLst>
              <a:ext uri="{FF2B5EF4-FFF2-40B4-BE49-F238E27FC236}">
                <a16:creationId xmlns:a16="http://schemas.microsoft.com/office/drawing/2014/main" id="{B4AA9F99-9618-478C-8251-254209463056}"/>
              </a:ext>
            </a:extLst>
          </p:cNvPr>
          <p:cNvGrpSpPr>
            <a:grpSpLocks/>
          </p:cNvGrpSpPr>
          <p:nvPr/>
        </p:nvGrpSpPr>
        <p:grpSpPr bwMode="auto">
          <a:xfrm>
            <a:off x="1293813" y="1760538"/>
            <a:ext cx="3028950" cy="565150"/>
            <a:chOff x="815" y="1109"/>
            <a:chExt cx="1908" cy="356"/>
          </a:xfrm>
        </p:grpSpPr>
        <p:sp>
          <p:nvSpPr>
            <p:cNvPr id="112663" name="Text Box 35">
              <a:extLst>
                <a:ext uri="{FF2B5EF4-FFF2-40B4-BE49-F238E27FC236}">
                  <a16:creationId xmlns:a16="http://schemas.microsoft.com/office/drawing/2014/main" id="{5D99DA27-C5AB-47D2-A9B8-1FC881B756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5" y="1234"/>
              <a:ext cx="10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ja-JP" altLang="en-US" sz="1800">
                  <a:latin typeface="Arial" panose="020B0604020202020204" pitchFamily="34" charset="0"/>
                </a:rPr>
                <a:t>“</a:t>
              </a:r>
              <a:r>
                <a:rPr lang="en-US" altLang="ja-JP" sz="1800">
                  <a:latin typeface="Arial" panose="020B0604020202020204" pitchFamily="34" charset="0"/>
                </a:rPr>
                <a:t>type</a:t>
              </a:r>
              <a:r>
                <a:rPr lang="ja-JP" altLang="en-US" sz="1800">
                  <a:latin typeface="Arial" panose="020B0604020202020204" pitchFamily="34" charset="0"/>
                </a:rPr>
                <a:t>”</a:t>
              </a:r>
              <a:r>
                <a:rPr lang="en-US" altLang="ja-JP" sz="1800">
                  <a:latin typeface="Arial" panose="020B0604020202020204" pitchFamily="34" charset="0"/>
                </a:rPr>
                <a:t> of data </a:t>
              </a:r>
              <a:endParaRPr lang="en-US" altLang="zh-TW" sz="1000">
                <a:latin typeface="Arial" panose="020B0604020202020204" pitchFamily="34" charset="0"/>
              </a:endParaRPr>
            </a:p>
          </p:txBody>
        </p:sp>
        <p:sp>
          <p:nvSpPr>
            <p:cNvPr id="112664" name="Line 36">
              <a:extLst>
                <a:ext uri="{FF2B5EF4-FFF2-40B4-BE49-F238E27FC236}">
                  <a16:creationId xmlns:a16="http://schemas.microsoft.com/office/drawing/2014/main" id="{E1D29F1F-64A5-4267-B883-4FA2700E00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57" y="1109"/>
              <a:ext cx="966" cy="261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8" name="Group 62">
            <a:extLst>
              <a:ext uri="{FF2B5EF4-FFF2-40B4-BE49-F238E27FC236}">
                <a16:creationId xmlns:a16="http://schemas.microsoft.com/office/drawing/2014/main" id="{463400B3-9699-4902-A87B-76FEFC7970C2}"/>
              </a:ext>
            </a:extLst>
          </p:cNvPr>
          <p:cNvGrpSpPr>
            <a:grpSpLocks/>
          </p:cNvGrpSpPr>
          <p:nvPr/>
        </p:nvGrpSpPr>
        <p:grpSpPr bwMode="auto">
          <a:xfrm>
            <a:off x="4951413" y="1787525"/>
            <a:ext cx="4102100" cy="915988"/>
            <a:chOff x="3119" y="1126"/>
            <a:chExt cx="2584" cy="577"/>
          </a:xfrm>
        </p:grpSpPr>
        <p:sp>
          <p:nvSpPr>
            <p:cNvPr id="112659" name="Text Box 25">
              <a:extLst>
                <a:ext uri="{FF2B5EF4-FFF2-40B4-BE49-F238E27FC236}">
                  <a16:creationId xmlns:a16="http://schemas.microsoft.com/office/drawing/2014/main" id="{CA9DD25A-1F62-4260-9156-DE08579F0C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" y="1126"/>
              <a:ext cx="103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for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fragmentation/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dirty="0">
                  <a:latin typeface="Arial" panose="020B0604020202020204" pitchFamily="34" charset="0"/>
                </a:rPr>
                <a:t>reassembly</a:t>
              </a:r>
            </a:p>
          </p:txBody>
        </p:sp>
        <p:sp>
          <p:nvSpPr>
            <p:cNvPr id="112660" name="Line 29">
              <a:extLst>
                <a:ext uri="{FF2B5EF4-FFF2-40B4-BE49-F238E27FC236}">
                  <a16:creationId xmlns:a16="http://schemas.microsoft.com/office/drawing/2014/main" id="{2F4A44AC-3F40-44F3-AF06-5B4C318987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43" y="1415"/>
              <a:ext cx="1284" cy="12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61" name="Line 41">
              <a:extLst>
                <a:ext uri="{FF2B5EF4-FFF2-40B4-BE49-F238E27FC236}">
                  <a16:creationId xmlns:a16="http://schemas.microsoft.com/office/drawing/2014/main" id="{9262BBAC-6037-4D28-88A5-BD4CD262EE2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01" y="1349"/>
              <a:ext cx="414" cy="72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2662" name="Line 42">
              <a:extLst>
                <a:ext uri="{FF2B5EF4-FFF2-40B4-BE49-F238E27FC236}">
                  <a16:creationId xmlns:a16="http://schemas.microsoft.com/office/drawing/2014/main" id="{1FA163D0-0368-4D10-989A-2EE41E3D38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119" y="1421"/>
              <a:ext cx="1584" cy="3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9" name="Group 59">
            <a:extLst>
              <a:ext uri="{FF2B5EF4-FFF2-40B4-BE49-F238E27FC236}">
                <a16:creationId xmlns:a16="http://schemas.microsoft.com/office/drawing/2014/main" id="{46B6120D-7DFF-4EB0-ABBB-CFAF207D324A}"/>
              </a:ext>
            </a:extLst>
          </p:cNvPr>
          <p:cNvGrpSpPr>
            <a:grpSpLocks/>
          </p:cNvGrpSpPr>
          <p:nvPr/>
        </p:nvGrpSpPr>
        <p:grpSpPr bwMode="auto">
          <a:xfrm>
            <a:off x="1019175" y="2406650"/>
            <a:ext cx="2398713" cy="1190625"/>
            <a:chOff x="642" y="1516"/>
            <a:chExt cx="1511" cy="750"/>
          </a:xfrm>
        </p:grpSpPr>
        <p:sp>
          <p:nvSpPr>
            <p:cNvPr id="112657" name="Text Box 22">
              <a:extLst>
                <a:ext uri="{FF2B5EF4-FFF2-40B4-BE49-F238E27FC236}">
                  <a16:creationId xmlns:a16="http://schemas.microsoft.com/office/drawing/2014/main" id="{11AD9056-0CC4-4AFA-959F-3290F5975B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" y="1516"/>
              <a:ext cx="120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max number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remaining hops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(decremented at </a:t>
              </a:r>
            </a:p>
            <a:p>
              <a:pPr algn="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each router)</a:t>
              </a:r>
            </a:p>
          </p:txBody>
        </p:sp>
        <p:sp>
          <p:nvSpPr>
            <p:cNvPr id="112658" name="Line 48">
              <a:extLst>
                <a:ext uri="{FF2B5EF4-FFF2-40B4-BE49-F238E27FC236}">
                  <a16:creationId xmlns:a16="http://schemas.microsoft.com/office/drawing/2014/main" id="{14197A3D-AD19-44FC-B8A6-BDA6A59C1E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05" y="1700"/>
              <a:ext cx="348" cy="57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0" name="Group 63">
            <a:extLst>
              <a:ext uri="{FF2B5EF4-FFF2-40B4-BE49-F238E27FC236}">
                <a16:creationId xmlns:a16="http://schemas.microsoft.com/office/drawing/2014/main" id="{68407D2F-42DD-4280-B8A2-C6E16072186E}"/>
              </a:ext>
            </a:extLst>
          </p:cNvPr>
          <p:cNvGrpSpPr>
            <a:grpSpLocks/>
          </p:cNvGrpSpPr>
          <p:nvPr/>
        </p:nvGrpSpPr>
        <p:grpSpPr bwMode="auto">
          <a:xfrm>
            <a:off x="6532563" y="3987800"/>
            <a:ext cx="2508250" cy="1465263"/>
            <a:chOff x="4115" y="2512"/>
            <a:chExt cx="1580" cy="923"/>
          </a:xfrm>
        </p:grpSpPr>
        <p:sp>
          <p:nvSpPr>
            <p:cNvPr id="112655" name="Text Box 52">
              <a:extLst>
                <a:ext uri="{FF2B5EF4-FFF2-40B4-BE49-F238E27FC236}">
                  <a16:creationId xmlns:a16="http://schemas.microsoft.com/office/drawing/2014/main" id="{8F7E4994-0C4A-4C23-BD85-18B59B0E68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95" y="2512"/>
              <a:ext cx="1100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e.g. timestamp,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record route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taken, specify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list of routers 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to visit.</a:t>
              </a:r>
            </a:p>
          </p:txBody>
        </p:sp>
        <p:sp>
          <p:nvSpPr>
            <p:cNvPr id="112656" name="Line 53">
              <a:extLst>
                <a:ext uri="{FF2B5EF4-FFF2-40B4-BE49-F238E27FC236}">
                  <a16:creationId xmlns:a16="http://schemas.microsoft.com/office/drawing/2014/main" id="{9998C77A-30EE-468C-9931-94BE715D60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115" y="2651"/>
              <a:ext cx="516" cy="6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575542" name="Rectangle 54">
            <a:extLst>
              <a:ext uri="{FF2B5EF4-FFF2-40B4-BE49-F238E27FC236}">
                <a16:creationId xmlns:a16="http://schemas.microsoft.com/office/drawing/2014/main" id="{2CB9E234-5DCA-49AC-B9BE-55A8088B6D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4595813"/>
            <a:ext cx="2620963" cy="1606550"/>
          </a:xfrm>
          <a:prstGeom prst="rect">
            <a:avLst/>
          </a:prstGeom>
          <a:noFill/>
          <a:ln w="9525">
            <a:solidFill>
              <a:srgbClr val="CC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sz="2000" i="1" dirty="0">
                <a:solidFill>
                  <a:srgbClr val="CC0000"/>
                </a:solidFill>
                <a:latin typeface="Arial" panose="020B0604020202020204" pitchFamily="34" charset="0"/>
              </a:rPr>
              <a:t>how much overhead?</a:t>
            </a:r>
          </a:p>
          <a:p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</a:rPr>
              <a:t>20 bytes of TCP</a:t>
            </a:r>
          </a:p>
          <a:p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</a:rPr>
              <a:t>20 bytes of IP</a:t>
            </a:r>
          </a:p>
          <a:p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</a:rPr>
              <a:t>= 40 bytes + app layer overhead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575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554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Footer Placeholder 5">
            <a:extLst>
              <a:ext uri="{FF2B5EF4-FFF2-40B4-BE49-F238E27FC236}">
                <a16:creationId xmlns:a16="http://schemas.microsoft.com/office/drawing/2014/main" id="{5EDB7F5F-C7C2-4B64-9680-76B8F28FC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14691" name="Slide Number Placeholder 6">
            <a:extLst>
              <a:ext uri="{FF2B5EF4-FFF2-40B4-BE49-F238E27FC236}">
                <a16:creationId xmlns:a16="http://schemas.microsoft.com/office/drawing/2014/main" id="{6D75ED5B-0BBB-4A37-AA58-408200AC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9414630D-26D7-48FF-8F39-32CEC9023B90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24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sp>
        <p:nvSpPr>
          <p:cNvPr id="114692" name="Rectangle 2">
            <a:extLst>
              <a:ext uri="{FF2B5EF4-FFF2-40B4-BE49-F238E27FC236}">
                <a16:creationId xmlns:a16="http://schemas.microsoft.com/office/drawing/2014/main" id="{42B84ED9-7084-4840-ABCE-EC9EA90106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85738"/>
            <a:ext cx="7772400" cy="930275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IP fragmentation, reassembly</a:t>
            </a:r>
            <a:endParaRPr lang="en-US" altLang="zh-TW" sz="4800">
              <a:ea typeface="ＭＳ Ｐゴシック" panose="020B0600070205080204" pitchFamily="34" charset="-128"/>
            </a:endParaRPr>
          </a:p>
        </p:txBody>
      </p:sp>
      <p:sp>
        <p:nvSpPr>
          <p:cNvPr id="114693" name="Rectangle 3">
            <a:extLst>
              <a:ext uri="{FF2B5EF4-FFF2-40B4-BE49-F238E27FC236}">
                <a16:creationId xmlns:a16="http://schemas.microsoft.com/office/drawing/2014/main" id="{4D8CCC77-B8F3-4E6E-9F48-26387E45105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11150" y="1439863"/>
            <a:ext cx="3810000" cy="5094287"/>
          </a:xfrm>
        </p:spPr>
        <p:txBody>
          <a:bodyPr/>
          <a:lstStyle/>
          <a:p>
            <a:r>
              <a:rPr lang="en-US" altLang="zh-TW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Maximum transmission unit (MTU)</a:t>
            </a:r>
            <a:r>
              <a:rPr lang="en-US" altLang="zh-TW" sz="2400" dirty="0">
                <a:ea typeface="ＭＳ Ｐゴシック" panose="020B0600070205080204" pitchFamily="34" charset="-128"/>
              </a:rPr>
              <a:t>: largest possible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link-layer</a:t>
            </a:r>
            <a:r>
              <a:rPr lang="en-US" altLang="zh-TW" sz="2400" dirty="0">
                <a:ea typeface="ＭＳ Ｐゴシック" panose="020B0600070205080204" pitchFamily="34" charset="-128"/>
              </a:rPr>
              <a:t> frame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different link types, different MTUs </a:t>
            </a:r>
          </a:p>
          <a:p>
            <a:r>
              <a:rPr lang="en-US" altLang="zh-TW" sz="2400" dirty="0">
                <a:ea typeface="ＭＳ Ｐゴシック" panose="020B0600070205080204" pitchFamily="34" charset="-128"/>
              </a:rPr>
              <a:t>large IP datagram divided (</a:t>
            </a:r>
            <a:r>
              <a:rPr lang="ja-JP" altLang="en-US" sz="2400" dirty="0"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fragmented</a:t>
            </a:r>
            <a:r>
              <a:rPr lang="ja-JP" altLang="en-US" sz="2400" dirty="0"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ea typeface="ＭＳ Ｐゴシック" panose="020B0600070205080204" pitchFamily="34" charset="-128"/>
              </a:rPr>
              <a:t>) within net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one datagram becomes several datagrams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r>
              <a:rPr lang="ja-JP" altLang="en-US" sz="2400" dirty="0">
                <a:ea typeface="ＭＳ Ｐゴシック" panose="020B0600070205080204" pitchFamily="34" charset="-128"/>
              </a:rPr>
              <a:t>“</a:t>
            </a:r>
            <a:r>
              <a:rPr lang="en-US" altLang="ja-JP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reassembled</a:t>
            </a:r>
            <a:r>
              <a:rPr lang="ja-JP" altLang="en-US" sz="2400" dirty="0">
                <a:ea typeface="ＭＳ Ｐゴシック" panose="020B0600070205080204" pitchFamily="34" charset="-128"/>
              </a:rPr>
              <a:t>”</a:t>
            </a:r>
            <a:r>
              <a:rPr lang="en-US" altLang="ja-JP" sz="2400" dirty="0">
                <a:ea typeface="ＭＳ Ｐゴシック" panose="020B0600070205080204" pitchFamily="34" charset="-128"/>
              </a:rPr>
              <a:t> </a:t>
            </a:r>
            <a:r>
              <a:rPr lang="en-US" altLang="ja-JP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only at final destination</a:t>
            </a:r>
            <a:r>
              <a:rPr lang="en-US" altLang="ja-JP" sz="2400" dirty="0">
                <a:ea typeface="ＭＳ Ｐゴシック" panose="020B0600070205080204" pitchFamily="34" charset="-128"/>
              </a:rPr>
              <a:t>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IP header bits used to identify, order related fragments</a:t>
            </a:r>
          </a:p>
        </p:txBody>
      </p:sp>
      <p:sp>
        <p:nvSpPr>
          <p:cNvPr id="114694" name="Freeform 4">
            <a:extLst>
              <a:ext uri="{FF2B5EF4-FFF2-40B4-BE49-F238E27FC236}">
                <a16:creationId xmlns:a16="http://schemas.microsoft.com/office/drawing/2014/main" id="{A8F170B7-7614-4A71-8919-38F637BD4C93}"/>
              </a:ext>
            </a:extLst>
          </p:cNvPr>
          <p:cNvSpPr>
            <a:spLocks/>
          </p:cNvSpPr>
          <p:nvPr/>
        </p:nvSpPr>
        <p:spPr bwMode="auto">
          <a:xfrm>
            <a:off x="4597400" y="1628775"/>
            <a:ext cx="2436813" cy="2255838"/>
          </a:xfrm>
          <a:custGeom>
            <a:avLst/>
            <a:gdLst>
              <a:gd name="T0" fmla="*/ 2147483646 w 1292"/>
              <a:gd name="T1" fmla="*/ 2147483646 h 1255"/>
              <a:gd name="T2" fmla="*/ 2147483646 w 1292"/>
              <a:gd name="T3" fmla="*/ 2147483646 h 1255"/>
              <a:gd name="T4" fmla="*/ 2147483646 w 1292"/>
              <a:gd name="T5" fmla="*/ 2147483646 h 1255"/>
              <a:gd name="T6" fmla="*/ 2147483646 w 1292"/>
              <a:gd name="T7" fmla="*/ 2147483646 h 1255"/>
              <a:gd name="T8" fmla="*/ 2147483646 w 1292"/>
              <a:gd name="T9" fmla="*/ 2147483646 h 1255"/>
              <a:gd name="T10" fmla="*/ 2147483646 w 1292"/>
              <a:gd name="T11" fmla="*/ 2147483646 h 1255"/>
              <a:gd name="T12" fmla="*/ 2147483646 w 1292"/>
              <a:gd name="T13" fmla="*/ 2147483646 h 1255"/>
              <a:gd name="T14" fmla="*/ 2147483646 w 1292"/>
              <a:gd name="T15" fmla="*/ 2147483646 h 1255"/>
              <a:gd name="T16" fmla="*/ 2147483646 w 1292"/>
              <a:gd name="T17" fmla="*/ 2147483646 h 1255"/>
              <a:gd name="T18" fmla="*/ 2147483646 w 1292"/>
              <a:gd name="T19" fmla="*/ 2147483646 h 1255"/>
              <a:gd name="T20" fmla="*/ 2147483646 w 1292"/>
              <a:gd name="T21" fmla="*/ 2147483646 h 1255"/>
              <a:gd name="T22" fmla="*/ 2147483646 w 1292"/>
              <a:gd name="T23" fmla="*/ 2147483646 h 1255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292"/>
              <a:gd name="T37" fmla="*/ 0 h 1255"/>
              <a:gd name="T38" fmla="*/ 1292 w 1292"/>
              <a:gd name="T39" fmla="*/ 1255 h 1255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292" h="1255">
                <a:moveTo>
                  <a:pt x="239" y="7"/>
                </a:moveTo>
                <a:cubicBezTo>
                  <a:pt x="120" y="14"/>
                  <a:pt x="70" y="71"/>
                  <a:pt x="35" y="157"/>
                </a:cubicBezTo>
                <a:cubicBezTo>
                  <a:pt x="0" y="243"/>
                  <a:pt x="26" y="411"/>
                  <a:pt x="29" y="523"/>
                </a:cubicBezTo>
                <a:cubicBezTo>
                  <a:pt x="32" y="635"/>
                  <a:pt x="17" y="771"/>
                  <a:pt x="53" y="829"/>
                </a:cubicBezTo>
                <a:cubicBezTo>
                  <a:pt x="89" y="887"/>
                  <a:pt x="146" y="821"/>
                  <a:pt x="245" y="871"/>
                </a:cubicBezTo>
                <a:cubicBezTo>
                  <a:pt x="344" y="921"/>
                  <a:pt x="522" y="1068"/>
                  <a:pt x="647" y="1129"/>
                </a:cubicBezTo>
                <a:cubicBezTo>
                  <a:pt x="772" y="1190"/>
                  <a:pt x="903" y="1255"/>
                  <a:pt x="995" y="1237"/>
                </a:cubicBezTo>
                <a:cubicBezTo>
                  <a:pt x="1087" y="1219"/>
                  <a:pt x="1153" y="1153"/>
                  <a:pt x="1199" y="1021"/>
                </a:cubicBezTo>
                <a:cubicBezTo>
                  <a:pt x="1245" y="889"/>
                  <a:pt x="1270" y="580"/>
                  <a:pt x="1271" y="445"/>
                </a:cubicBezTo>
                <a:cubicBezTo>
                  <a:pt x="1272" y="310"/>
                  <a:pt x="1292" y="266"/>
                  <a:pt x="1205" y="211"/>
                </a:cubicBezTo>
                <a:cubicBezTo>
                  <a:pt x="1118" y="156"/>
                  <a:pt x="908" y="150"/>
                  <a:pt x="749" y="115"/>
                </a:cubicBezTo>
                <a:cubicBezTo>
                  <a:pt x="590" y="80"/>
                  <a:pt x="358" y="0"/>
                  <a:pt x="239" y="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695" name="Freeform 5">
            <a:extLst>
              <a:ext uri="{FF2B5EF4-FFF2-40B4-BE49-F238E27FC236}">
                <a16:creationId xmlns:a16="http://schemas.microsoft.com/office/drawing/2014/main" id="{C4E61AE4-922B-4648-AC51-2ADA08349C2F}"/>
              </a:ext>
            </a:extLst>
          </p:cNvPr>
          <p:cNvSpPr>
            <a:spLocks/>
          </p:cNvSpPr>
          <p:nvPr/>
        </p:nvSpPr>
        <p:spPr bwMode="auto">
          <a:xfrm>
            <a:off x="4597400" y="4030663"/>
            <a:ext cx="1976438" cy="1987550"/>
          </a:xfrm>
          <a:custGeom>
            <a:avLst/>
            <a:gdLst>
              <a:gd name="T0" fmla="*/ 2147483646 w 873"/>
              <a:gd name="T1" fmla="*/ 2147483646 h 940"/>
              <a:gd name="T2" fmla="*/ 2147483646 w 873"/>
              <a:gd name="T3" fmla="*/ 2147483646 h 940"/>
              <a:gd name="T4" fmla="*/ 2147483646 w 873"/>
              <a:gd name="T5" fmla="*/ 2147483646 h 940"/>
              <a:gd name="T6" fmla="*/ 2147483646 w 873"/>
              <a:gd name="T7" fmla="*/ 2147483646 h 940"/>
              <a:gd name="T8" fmla="*/ 2147483646 w 873"/>
              <a:gd name="T9" fmla="*/ 2147483646 h 940"/>
              <a:gd name="T10" fmla="*/ 2147483646 w 873"/>
              <a:gd name="T11" fmla="*/ 2147483646 h 940"/>
              <a:gd name="T12" fmla="*/ 2147483646 w 873"/>
              <a:gd name="T13" fmla="*/ 2147483646 h 940"/>
              <a:gd name="T14" fmla="*/ 2147483646 w 873"/>
              <a:gd name="T15" fmla="*/ 2147483646 h 940"/>
              <a:gd name="T16" fmla="*/ 2147483646 w 873"/>
              <a:gd name="T17" fmla="*/ 2147483646 h 940"/>
              <a:gd name="T18" fmla="*/ 2147483646 w 873"/>
              <a:gd name="T19" fmla="*/ 2147483646 h 940"/>
              <a:gd name="T20" fmla="*/ 2147483646 w 873"/>
              <a:gd name="T21" fmla="*/ 2147483646 h 94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873"/>
              <a:gd name="T34" fmla="*/ 0 h 940"/>
              <a:gd name="T35" fmla="*/ 873 w 873"/>
              <a:gd name="T36" fmla="*/ 940 h 940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873" h="940">
                <a:moveTo>
                  <a:pt x="2" y="405"/>
                </a:moveTo>
                <a:cubicBezTo>
                  <a:pt x="17" y="290"/>
                  <a:pt x="138" y="129"/>
                  <a:pt x="230" y="65"/>
                </a:cubicBezTo>
                <a:cubicBezTo>
                  <a:pt x="322" y="1"/>
                  <a:pt x="460" y="0"/>
                  <a:pt x="555" y="22"/>
                </a:cubicBezTo>
                <a:cubicBezTo>
                  <a:pt x="650" y="44"/>
                  <a:pt x="748" y="143"/>
                  <a:pt x="800" y="197"/>
                </a:cubicBezTo>
                <a:cubicBezTo>
                  <a:pt x="852" y="251"/>
                  <a:pt x="859" y="292"/>
                  <a:pt x="866" y="347"/>
                </a:cubicBezTo>
                <a:cubicBezTo>
                  <a:pt x="873" y="402"/>
                  <a:pt x="855" y="457"/>
                  <a:pt x="842" y="527"/>
                </a:cubicBezTo>
                <a:cubicBezTo>
                  <a:pt x="829" y="597"/>
                  <a:pt x="827" y="714"/>
                  <a:pt x="788" y="767"/>
                </a:cubicBezTo>
                <a:cubicBezTo>
                  <a:pt x="749" y="820"/>
                  <a:pt x="670" y="819"/>
                  <a:pt x="608" y="845"/>
                </a:cubicBezTo>
                <a:cubicBezTo>
                  <a:pt x="546" y="871"/>
                  <a:pt x="496" y="940"/>
                  <a:pt x="418" y="925"/>
                </a:cubicBezTo>
                <a:cubicBezTo>
                  <a:pt x="340" y="910"/>
                  <a:pt x="208" y="840"/>
                  <a:pt x="139" y="754"/>
                </a:cubicBezTo>
                <a:cubicBezTo>
                  <a:pt x="69" y="667"/>
                  <a:pt x="0" y="546"/>
                  <a:pt x="2" y="405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696" name="Line 16">
            <a:extLst>
              <a:ext uri="{FF2B5EF4-FFF2-40B4-BE49-F238E27FC236}">
                <a16:creationId xmlns:a16="http://schemas.microsoft.com/office/drawing/2014/main" id="{F4B41C21-51A0-4D1A-9791-BAA512FC82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70425" y="2584450"/>
            <a:ext cx="127000" cy="31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697" name="Line 17">
            <a:extLst>
              <a:ext uri="{FF2B5EF4-FFF2-40B4-BE49-F238E27FC236}">
                <a16:creationId xmlns:a16="http://schemas.microsoft.com/office/drawing/2014/main" id="{5C292222-7BAA-48EA-9D53-F1EC4A19AB96}"/>
              </a:ext>
            </a:extLst>
          </p:cNvPr>
          <p:cNvSpPr>
            <a:spLocks noChangeShapeType="1"/>
          </p:cNvSpPr>
          <p:nvPr/>
        </p:nvSpPr>
        <p:spPr bwMode="auto">
          <a:xfrm>
            <a:off x="5246688" y="1909763"/>
            <a:ext cx="658812" cy="279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698" name="Line 18">
            <a:extLst>
              <a:ext uri="{FF2B5EF4-FFF2-40B4-BE49-F238E27FC236}">
                <a16:creationId xmlns:a16="http://schemas.microsoft.com/office/drawing/2014/main" id="{DACE2F38-9CA6-4591-BB74-B6A6B8A565C6}"/>
              </a:ext>
            </a:extLst>
          </p:cNvPr>
          <p:cNvSpPr>
            <a:spLocks noChangeShapeType="1"/>
          </p:cNvSpPr>
          <p:nvPr/>
        </p:nvSpPr>
        <p:spPr bwMode="auto">
          <a:xfrm>
            <a:off x="6092825" y="2246313"/>
            <a:ext cx="196850" cy="6699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699" name="Line 19">
            <a:extLst>
              <a:ext uri="{FF2B5EF4-FFF2-40B4-BE49-F238E27FC236}">
                <a16:creationId xmlns:a16="http://schemas.microsoft.com/office/drawing/2014/main" id="{ACE5C575-041B-4A48-8C45-415E6031DB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995863" y="2022475"/>
            <a:ext cx="1587" cy="58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700" name="Line 20">
            <a:extLst>
              <a:ext uri="{FF2B5EF4-FFF2-40B4-BE49-F238E27FC236}">
                <a16:creationId xmlns:a16="http://schemas.microsoft.com/office/drawing/2014/main" id="{6D08A204-B424-4E73-83B5-7748A0AC725C}"/>
              </a:ext>
            </a:extLst>
          </p:cNvPr>
          <p:cNvSpPr>
            <a:spLocks noChangeShapeType="1"/>
          </p:cNvSpPr>
          <p:nvPr/>
        </p:nvSpPr>
        <p:spPr bwMode="auto">
          <a:xfrm>
            <a:off x="5230813" y="2676525"/>
            <a:ext cx="971550" cy="4016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701" name="Line 21">
            <a:extLst>
              <a:ext uri="{FF2B5EF4-FFF2-40B4-BE49-F238E27FC236}">
                <a16:creationId xmlns:a16="http://schemas.microsoft.com/office/drawing/2014/main" id="{27A99A9F-FA75-4DF7-89E6-6E3FBF05FA0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503988" y="3206750"/>
            <a:ext cx="476250" cy="6873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702" name="Line 22">
            <a:extLst>
              <a:ext uri="{FF2B5EF4-FFF2-40B4-BE49-F238E27FC236}">
                <a16:creationId xmlns:a16="http://schemas.microsoft.com/office/drawing/2014/main" id="{B32939A3-219B-483D-ABF0-6D6D1D27123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54625" y="2214563"/>
            <a:ext cx="758825" cy="5175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703" name="Line 23">
            <a:extLst>
              <a:ext uri="{FF2B5EF4-FFF2-40B4-BE49-F238E27FC236}">
                <a16:creationId xmlns:a16="http://schemas.microsoft.com/office/drawing/2014/main" id="{D2EDEA49-BE13-4D2E-9225-E6E5CE5AC97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64150" y="1654175"/>
            <a:ext cx="476250" cy="3429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704" name="Line 24">
            <a:extLst>
              <a:ext uri="{FF2B5EF4-FFF2-40B4-BE49-F238E27FC236}">
                <a16:creationId xmlns:a16="http://schemas.microsoft.com/office/drawing/2014/main" id="{C5FD78D6-3DCB-4C20-97E9-07BE75676EA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981700" y="1830388"/>
            <a:ext cx="273050" cy="2365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sp>
        <p:nvSpPr>
          <p:cNvPr id="114705" name="Line 119">
            <a:extLst>
              <a:ext uri="{FF2B5EF4-FFF2-40B4-BE49-F238E27FC236}">
                <a16:creationId xmlns:a16="http://schemas.microsoft.com/office/drawing/2014/main" id="{1CE70C77-EBC3-4D21-8D1D-552BE43CBFF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61125" y="4206875"/>
            <a:ext cx="636588" cy="8778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2" name="Group 199">
            <a:extLst>
              <a:ext uri="{FF2B5EF4-FFF2-40B4-BE49-F238E27FC236}">
                <a16:creationId xmlns:a16="http://schemas.microsoft.com/office/drawing/2014/main" id="{82B2A8AC-4AD0-4738-B20D-03EEF691D8C1}"/>
              </a:ext>
            </a:extLst>
          </p:cNvPr>
          <p:cNvGrpSpPr>
            <a:grpSpLocks/>
          </p:cNvGrpSpPr>
          <p:nvPr/>
        </p:nvGrpSpPr>
        <p:grpSpPr bwMode="auto">
          <a:xfrm>
            <a:off x="5003800" y="2955925"/>
            <a:ext cx="1222375" cy="403225"/>
            <a:chOff x="3152" y="1862"/>
            <a:chExt cx="770" cy="254"/>
          </a:xfrm>
        </p:grpSpPr>
        <p:grpSp>
          <p:nvGrpSpPr>
            <p:cNvPr id="114819" name="Group 120">
              <a:extLst>
                <a:ext uri="{FF2B5EF4-FFF2-40B4-BE49-F238E27FC236}">
                  <a16:creationId xmlns:a16="http://schemas.microsoft.com/office/drawing/2014/main" id="{A22F3F1C-F2C9-4A1E-B251-D91CCDDD41FC}"/>
                </a:ext>
              </a:extLst>
            </p:cNvPr>
            <p:cNvGrpSpPr>
              <a:grpSpLocks/>
            </p:cNvGrpSpPr>
            <p:nvPr/>
          </p:nvGrpSpPr>
          <p:grpSpPr bwMode="auto">
            <a:xfrm rot="1433392">
              <a:off x="3152" y="1862"/>
              <a:ext cx="648" cy="108"/>
              <a:chOff x="4712" y="1742"/>
              <a:chExt cx="648" cy="108"/>
            </a:xfrm>
          </p:grpSpPr>
          <p:sp>
            <p:nvSpPr>
              <p:cNvPr id="114821" name="Rectangle 121">
                <a:extLst>
                  <a:ext uri="{FF2B5EF4-FFF2-40B4-BE49-F238E27FC236}">
                    <a16:creationId xmlns:a16="http://schemas.microsoft.com/office/drawing/2014/main" id="{FC001307-D5A4-46D6-8C51-A4A966404C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12" y="1742"/>
                <a:ext cx="648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822" name="Rectangle 122">
                <a:extLst>
                  <a:ext uri="{FF2B5EF4-FFF2-40B4-BE49-F238E27FC236}">
                    <a16:creationId xmlns:a16="http://schemas.microsoft.com/office/drawing/2014/main" id="{C9D5ADBD-0C00-4302-A8D1-ED67B22B71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10" y="1742"/>
                <a:ext cx="534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4820" name="Line 132">
              <a:extLst>
                <a:ext uri="{FF2B5EF4-FFF2-40B4-BE49-F238E27FC236}">
                  <a16:creationId xmlns:a16="http://schemas.microsoft.com/office/drawing/2014/main" id="{B16F0E42-B497-49DD-97CB-1B68610C6E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84" y="2060"/>
              <a:ext cx="138" cy="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sp>
        <p:nvSpPr>
          <p:cNvPr id="576648" name="Text Box 136">
            <a:extLst>
              <a:ext uri="{FF2B5EF4-FFF2-40B4-BE49-F238E27FC236}">
                <a16:creationId xmlns:a16="http://schemas.microsoft.com/office/drawing/2014/main" id="{17222A5E-252B-4104-9587-38281B00A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5113" y="2241550"/>
            <a:ext cx="24669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i="1">
                <a:solidFill>
                  <a:srgbClr val="CC0000"/>
                </a:solidFill>
                <a:latin typeface="Arial" panose="020B0604020202020204" pitchFamily="34" charset="0"/>
              </a:rPr>
              <a:t>fragmentation:</a:t>
            </a:r>
            <a:r>
              <a:rPr lang="en-US" altLang="zh-TW" sz="1600">
                <a:latin typeface="Arial" panose="020B0604020202020204" pitchFamily="34" charset="0"/>
              </a:rPr>
              <a:t> 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1">
                <a:solidFill>
                  <a:srgbClr val="000099"/>
                </a:solidFill>
                <a:latin typeface="Arial" panose="020B0604020202020204" pitchFamily="34" charset="0"/>
              </a:rPr>
              <a:t>in:</a:t>
            </a:r>
            <a:r>
              <a:rPr lang="en-US" altLang="zh-TW" sz="1600">
                <a:latin typeface="Arial" panose="020B0604020202020204" pitchFamily="34" charset="0"/>
              </a:rPr>
              <a:t> one large datagram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600" b="1" i="1">
                <a:solidFill>
                  <a:srgbClr val="000099"/>
                </a:solidFill>
                <a:latin typeface="Arial" panose="020B0604020202020204" pitchFamily="34" charset="0"/>
              </a:rPr>
              <a:t>out:</a:t>
            </a:r>
            <a:r>
              <a:rPr lang="en-US" altLang="zh-TW" sz="1600">
                <a:latin typeface="Arial" panose="020B0604020202020204" pitchFamily="34" charset="0"/>
              </a:rPr>
              <a:t> 3 smaller datagrams</a:t>
            </a:r>
            <a:endParaRPr lang="en-US" altLang="zh-TW" sz="1800">
              <a:latin typeface="Arial" panose="020B0604020202020204" pitchFamily="34" charset="0"/>
            </a:endParaRPr>
          </a:p>
        </p:txBody>
      </p:sp>
      <p:sp>
        <p:nvSpPr>
          <p:cNvPr id="114708" name="Line 118">
            <a:extLst>
              <a:ext uri="{FF2B5EF4-FFF2-40B4-BE49-F238E27FC236}">
                <a16:creationId xmlns:a16="http://schemas.microsoft.com/office/drawing/2014/main" id="{575171B1-66F4-48E7-B22A-9A26B8E1BFD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813" y="5178425"/>
            <a:ext cx="287337" cy="31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HK" altLang="en-US"/>
          </a:p>
        </p:txBody>
      </p:sp>
      <p:grpSp>
        <p:nvGrpSpPr>
          <p:cNvPr id="4" name="Group 220">
            <a:extLst>
              <a:ext uri="{FF2B5EF4-FFF2-40B4-BE49-F238E27FC236}">
                <a16:creationId xmlns:a16="http://schemas.microsoft.com/office/drawing/2014/main" id="{CD5CF4C1-8C46-4495-AF45-B9C561BF4E7F}"/>
              </a:ext>
            </a:extLst>
          </p:cNvPr>
          <p:cNvGrpSpPr>
            <a:grpSpLocks/>
          </p:cNvGrpSpPr>
          <p:nvPr/>
        </p:nvGrpSpPr>
        <p:grpSpPr bwMode="auto">
          <a:xfrm>
            <a:off x="5407025" y="4352925"/>
            <a:ext cx="708025" cy="558800"/>
            <a:chOff x="3406" y="2742"/>
            <a:chExt cx="446" cy="352"/>
          </a:xfrm>
        </p:grpSpPr>
        <p:grpSp>
          <p:nvGrpSpPr>
            <p:cNvPr id="114807" name="Group 137">
              <a:extLst>
                <a:ext uri="{FF2B5EF4-FFF2-40B4-BE49-F238E27FC236}">
                  <a16:creationId xmlns:a16="http://schemas.microsoft.com/office/drawing/2014/main" id="{1299C0FB-DD5C-4869-B656-EFCF1F778040}"/>
                </a:ext>
              </a:extLst>
            </p:cNvPr>
            <p:cNvGrpSpPr>
              <a:grpSpLocks/>
            </p:cNvGrpSpPr>
            <p:nvPr/>
          </p:nvGrpSpPr>
          <p:grpSpPr bwMode="auto">
            <a:xfrm rot="-10773343">
              <a:off x="3566" y="2742"/>
              <a:ext cx="282" cy="108"/>
              <a:chOff x="5078" y="1860"/>
              <a:chExt cx="282" cy="108"/>
            </a:xfrm>
          </p:grpSpPr>
          <p:sp>
            <p:nvSpPr>
              <p:cNvPr id="114817" name="Rectangle 138">
                <a:extLst>
                  <a:ext uri="{FF2B5EF4-FFF2-40B4-BE49-F238E27FC236}">
                    <a16:creationId xmlns:a16="http://schemas.microsoft.com/office/drawing/2014/main" id="{409F54C9-136F-481D-819C-7080E1DC11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6" y="1860"/>
                <a:ext cx="144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818" name="Rectangle 139">
                <a:extLst>
                  <a:ext uri="{FF2B5EF4-FFF2-40B4-BE49-F238E27FC236}">
                    <a16:creationId xmlns:a16="http://schemas.microsoft.com/office/drawing/2014/main" id="{F902622F-F4E4-4924-8F8E-19C2AFA8F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80" y="1860"/>
                <a:ext cx="16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14808" name="Group 140">
              <a:extLst>
                <a:ext uri="{FF2B5EF4-FFF2-40B4-BE49-F238E27FC236}">
                  <a16:creationId xmlns:a16="http://schemas.microsoft.com/office/drawing/2014/main" id="{0BC70D9E-64C1-476D-BB45-168270FD275D}"/>
                </a:ext>
              </a:extLst>
            </p:cNvPr>
            <p:cNvGrpSpPr>
              <a:grpSpLocks/>
            </p:cNvGrpSpPr>
            <p:nvPr/>
          </p:nvGrpSpPr>
          <p:grpSpPr bwMode="auto">
            <a:xfrm rot="-10773343">
              <a:off x="3568" y="2864"/>
              <a:ext cx="282" cy="108"/>
              <a:chOff x="5078" y="1860"/>
              <a:chExt cx="282" cy="108"/>
            </a:xfrm>
          </p:grpSpPr>
          <p:sp>
            <p:nvSpPr>
              <p:cNvPr id="114815" name="Rectangle 141">
                <a:extLst>
                  <a:ext uri="{FF2B5EF4-FFF2-40B4-BE49-F238E27FC236}">
                    <a16:creationId xmlns:a16="http://schemas.microsoft.com/office/drawing/2014/main" id="{F7D2ACFB-E81B-4A14-AB58-5ED3477A5B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6" y="1860"/>
                <a:ext cx="144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816" name="Rectangle 142">
                <a:extLst>
                  <a:ext uri="{FF2B5EF4-FFF2-40B4-BE49-F238E27FC236}">
                    <a16:creationId xmlns:a16="http://schemas.microsoft.com/office/drawing/2014/main" id="{F0AB23BB-CA18-4631-A7EE-BD6FEB40A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80" y="1860"/>
                <a:ext cx="16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14809" name="Group 143">
              <a:extLst>
                <a:ext uri="{FF2B5EF4-FFF2-40B4-BE49-F238E27FC236}">
                  <a16:creationId xmlns:a16="http://schemas.microsoft.com/office/drawing/2014/main" id="{37247629-65A5-45A6-AE85-C3EA5F5A971D}"/>
                </a:ext>
              </a:extLst>
            </p:cNvPr>
            <p:cNvGrpSpPr>
              <a:grpSpLocks/>
            </p:cNvGrpSpPr>
            <p:nvPr/>
          </p:nvGrpSpPr>
          <p:grpSpPr bwMode="auto">
            <a:xfrm rot="-10773343">
              <a:off x="3570" y="2986"/>
              <a:ext cx="282" cy="108"/>
              <a:chOff x="5078" y="1860"/>
              <a:chExt cx="282" cy="108"/>
            </a:xfrm>
          </p:grpSpPr>
          <p:sp>
            <p:nvSpPr>
              <p:cNvPr id="114813" name="Rectangle 144">
                <a:extLst>
                  <a:ext uri="{FF2B5EF4-FFF2-40B4-BE49-F238E27FC236}">
                    <a16:creationId xmlns:a16="http://schemas.microsoft.com/office/drawing/2014/main" id="{184792EB-7DBD-43E0-B039-14CDC021BB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6" y="1860"/>
                <a:ext cx="144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814" name="Rectangle 145">
                <a:extLst>
                  <a:ext uri="{FF2B5EF4-FFF2-40B4-BE49-F238E27FC236}">
                    <a16:creationId xmlns:a16="http://schemas.microsoft.com/office/drawing/2014/main" id="{D2A0E673-566A-4AB9-B20D-5DAFA042BA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80" y="1860"/>
                <a:ext cx="16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4810" name="Line 146">
              <a:extLst>
                <a:ext uri="{FF2B5EF4-FFF2-40B4-BE49-F238E27FC236}">
                  <a16:creationId xmlns:a16="http://schemas.microsoft.com/office/drawing/2014/main" id="{51A5D712-BF68-4B6A-BB6D-53BE4CC55B8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9691848">
              <a:off x="3412" y="2778"/>
              <a:ext cx="138" cy="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811" name="Line 147">
              <a:extLst>
                <a:ext uri="{FF2B5EF4-FFF2-40B4-BE49-F238E27FC236}">
                  <a16:creationId xmlns:a16="http://schemas.microsoft.com/office/drawing/2014/main" id="{89D96B70-A950-4D6B-8047-736FB6676FB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9691848">
              <a:off x="3406" y="2888"/>
              <a:ext cx="138" cy="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812" name="Line 148">
              <a:extLst>
                <a:ext uri="{FF2B5EF4-FFF2-40B4-BE49-F238E27FC236}">
                  <a16:creationId xmlns:a16="http://schemas.microsoft.com/office/drawing/2014/main" id="{B02D9A2F-408C-45F9-89C7-375EE0D03FCF}"/>
                </a:ext>
              </a:extLst>
            </p:cNvPr>
            <p:cNvSpPr>
              <a:spLocks noChangeShapeType="1"/>
            </p:cNvSpPr>
            <p:nvPr/>
          </p:nvSpPr>
          <p:spPr bwMode="auto">
            <a:xfrm rot="9691848">
              <a:off x="3408" y="3018"/>
              <a:ext cx="138" cy="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8" name="Group 233">
            <a:extLst>
              <a:ext uri="{FF2B5EF4-FFF2-40B4-BE49-F238E27FC236}">
                <a16:creationId xmlns:a16="http://schemas.microsoft.com/office/drawing/2014/main" id="{B6C7413E-F0FB-4A1B-873C-0FF025981E8E}"/>
              </a:ext>
            </a:extLst>
          </p:cNvPr>
          <p:cNvGrpSpPr>
            <a:grpSpLocks/>
          </p:cNvGrpSpPr>
          <p:nvPr/>
        </p:nvGrpSpPr>
        <p:grpSpPr bwMode="auto">
          <a:xfrm>
            <a:off x="4287838" y="3871913"/>
            <a:ext cx="1395412" cy="490537"/>
            <a:chOff x="2701" y="2439"/>
            <a:chExt cx="879" cy="309"/>
          </a:xfrm>
        </p:grpSpPr>
        <p:grpSp>
          <p:nvGrpSpPr>
            <p:cNvPr id="114801" name="Group 232">
              <a:extLst>
                <a:ext uri="{FF2B5EF4-FFF2-40B4-BE49-F238E27FC236}">
                  <a16:creationId xmlns:a16="http://schemas.microsoft.com/office/drawing/2014/main" id="{BB2DCD45-5C45-4404-BFCB-70068F47EC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01" y="2639"/>
              <a:ext cx="806" cy="109"/>
              <a:chOff x="2540" y="2639"/>
              <a:chExt cx="806" cy="109"/>
            </a:xfrm>
          </p:grpSpPr>
          <p:grpSp>
            <p:nvGrpSpPr>
              <p:cNvPr id="114803" name="Group 149">
                <a:extLst>
                  <a:ext uri="{FF2B5EF4-FFF2-40B4-BE49-F238E27FC236}">
                    <a16:creationId xmlns:a16="http://schemas.microsoft.com/office/drawing/2014/main" id="{75506527-D052-487B-A75E-0CA851C0693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10793026">
                <a:off x="2697" y="2639"/>
                <a:ext cx="649" cy="109"/>
                <a:chOff x="4712" y="1742"/>
                <a:chExt cx="648" cy="108"/>
              </a:xfrm>
            </p:grpSpPr>
            <p:sp>
              <p:nvSpPr>
                <p:cNvPr id="114805" name="Rectangle 150">
                  <a:extLst>
                    <a:ext uri="{FF2B5EF4-FFF2-40B4-BE49-F238E27FC236}">
                      <a16:creationId xmlns:a16="http://schemas.microsoft.com/office/drawing/2014/main" id="{49854791-EF1E-4DB1-A934-6FE277C9D42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712" y="1742"/>
                  <a:ext cx="648" cy="108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114806" name="Rectangle 151">
                  <a:extLst>
                    <a:ext uri="{FF2B5EF4-FFF2-40B4-BE49-F238E27FC236}">
                      <a16:creationId xmlns:a16="http://schemas.microsoft.com/office/drawing/2014/main" id="{E660054C-214F-4B28-ADD8-0E74281FBC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714" y="1744"/>
                  <a:ext cx="534" cy="108"/>
                </a:xfrm>
                <a:prstGeom prst="rect">
                  <a:avLst/>
                </a:prstGeom>
                <a:solidFill>
                  <a:srgbClr val="FF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TW" altLang="zh-TW" sz="1800">
                    <a:latin typeface="Arial" panose="020B0604020202020204" pitchFamily="34" charset="0"/>
                  </a:endParaRPr>
                </a:p>
              </p:txBody>
            </p:sp>
          </p:grpSp>
          <p:sp>
            <p:nvSpPr>
              <p:cNvPr id="114804" name="Line 152">
                <a:extLst>
                  <a:ext uri="{FF2B5EF4-FFF2-40B4-BE49-F238E27FC236}">
                    <a16:creationId xmlns:a16="http://schemas.microsoft.com/office/drawing/2014/main" id="{21DED3C5-CA3D-4A3F-BD96-B55977F0EF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9691848">
                <a:off x="2540" y="2666"/>
                <a:ext cx="138" cy="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</p:grpSp>
        <p:sp>
          <p:nvSpPr>
            <p:cNvPr id="114802" name="Text Box 153">
              <a:extLst>
                <a:ext uri="{FF2B5EF4-FFF2-40B4-BE49-F238E27FC236}">
                  <a16:creationId xmlns:a16="http://schemas.microsoft.com/office/drawing/2014/main" id="{AB48B219-D738-45BB-9817-2061BC859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10" y="2439"/>
              <a:ext cx="77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600" i="1">
                  <a:solidFill>
                    <a:srgbClr val="CC0000"/>
                  </a:solidFill>
                  <a:latin typeface="Arial" panose="020B0604020202020204" pitchFamily="34" charset="0"/>
                </a:rPr>
                <a:t>reassembly</a:t>
              </a:r>
              <a:endParaRPr lang="en-US" altLang="zh-TW" sz="1800" i="1">
                <a:solidFill>
                  <a:srgbClr val="CC0000"/>
                </a:solidFill>
                <a:latin typeface="Arial" panose="020B0604020202020204" pitchFamily="34" charset="0"/>
              </a:endParaRPr>
            </a:p>
          </p:txBody>
        </p:sp>
      </p:grpSp>
      <p:pic>
        <p:nvPicPr>
          <p:cNvPr id="114711" name="Picture 154" descr="underline_base">
            <a:extLst>
              <a:ext uri="{FF2B5EF4-FFF2-40B4-BE49-F238E27FC236}">
                <a16:creationId xmlns:a16="http://schemas.microsoft.com/office/drawing/2014/main" id="{88CA040D-3F17-4175-A3E1-1A8C8468269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881063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4712" name="Group 162">
            <a:extLst>
              <a:ext uri="{FF2B5EF4-FFF2-40B4-BE49-F238E27FC236}">
                <a16:creationId xmlns:a16="http://schemas.microsoft.com/office/drawing/2014/main" id="{DC7F02A2-05EA-4B4E-ADD1-B72D9F9900E3}"/>
              </a:ext>
            </a:extLst>
          </p:cNvPr>
          <p:cNvGrpSpPr>
            <a:grpSpLocks/>
          </p:cNvGrpSpPr>
          <p:nvPr/>
        </p:nvGrpSpPr>
        <p:grpSpPr bwMode="auto">
          <a:xfrm>
            <a:off x="3849688" y="1708150"/>
            <a:ext cx="838200" cy="1720850"/>
            <a:chOff x="2345" y="1140"/>
            <a:chExt cx="528" cy="1084"/>
          </a:xfrm>
        </p:grpSpPr>
        <p:sp>
          <p:nvSpPr>
            <p:cNvPr id="114791" name="Line 8">
              <a:extLst>
                <a:ext uri="{FF2B5EF4-FFF2-40B4-BE49-F238E27FC236}">
                  <a16:creationId xmlns:a16="http://schemas.microsoft.com/office/drawing/2014/main" id="{F56538A2-A312-471E-8A01-FB1E908271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1" y="1459"/>
              <a:ext cx="6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792" name="Line 10">
              <a:extLst>
                <a:ext uri="{FF2B5EF4-FFF2-40B4-BE49-F238E27FC236}">
                  <a16:creationId xmlns:a16="http://schemas.microsoft.com/office/drawing/2014/main" id="{3C629813-FB74-45AD-8C49-CD0217E080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1" y="1967"/>
              <a:ext cx="62" cy="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793" name="Line 15">
              <a:extLst>
                <a:ext uri="{FF2B5EF4-FFF2-40B4-BE49-F238E27FC236}">
                  <a16:creationId xmlns:a16="http://schemas.microsoft.com/office/drawing/2014/main" id="{39FD5988-3468-426B-9CDC-0E9C091FBE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68" y="1456"/>
              <a:ext cx="0" cy="51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14794" name="Group 155">
              <a:extLst>
                <a:ext uri="{FF2B5EF4-FFF2-40B4-BE49-F238E27FC236}">
                  <a16:creationId xmlns:a16="http://schemas.microsoft.com/office/drawing/2014/main" id="{CCB378A7-C39B-409F-96E6-D57E80BEE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45" y="1140"/>
              <a:ext cx="503" cy="444"/>
              <a:chOff x="-44" y="1473"/>
              <a:chExt cx="981" cy="1105"/>
            </a:xfrm>
          </p:grpSpPr>
          <p:pic>
            <p:nvPicPr>
              <p:cNvPr id="114799" name="Picture 156" descr="desktop_computer_stylized_medium">
                <a:extLst>
                  <a:ext uri="{FF2B5EF4-FFF2-40B4-BE49-F238E27FC236}">
                    <a16:creationId xmlns:a16="http://schemas.microsoft.com/office/drawing/2014/main" id="{49209071-6828-46AE-AAC8-B62960ADB68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4800" name="Freeform 157">
                <a:extLst>
                  <a:ext uri="{FF2B5EF4-FFF2-40B4-BE49-F238E27FC236}">
                    <a16:creationId xmlns:a16="http://schemas.microsoft.com/office/drawing/2014/main" id="{78B5D730-1EF7-40B5-99C3-F02F2615A00A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1261876 w 356"/>
                  <a:gd name="T3" fmla="*/ 1345864 h 368"/>
                  <a:gd name="T4" fmla="*/ 13359793 w 356"/>
                  <a:gd name="T5" fmla="*/ 28049105 h 368"/>
                  <a:gd name="T6" fmla="*/ 2944307 w 356"/>
                  <a:gd name="T7" fmla="*/ 35078461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14795" name="Text Box 158">
              <a:extLst>
                <a:ext uri="{FF2B5EF4-FFF2-40B4-BE49-F238E27FC236}">
                  <a16:creationId xmlns:a16="http://schemas.microsoft.com/office/drawing/2014/main" id="{E858248A-E097-4EC4-95B0-4FF258235F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2526" y="1509"/>
              <a:ext cx="340" cy="3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latin typeface="Arial" panose="020B0604020202020204" pitchFamily="34" charset="0"/>
                </a:rPr>
                <a:t>…</a:t>
              </a:r>
            </a:p>
          </p:txBody>
        </p:sp>
        <p:grpSp>
          <p:nvGrpSpPr>
            <p:cNvPr id="114796" name="Group 159">
              <a:extLst>
                <a:ext uri="{FF2B5EF4-FFF2-40B4-BE49-F238E27FC236}">
                  <a16:creationId xmlns:a16="http://schemas.microsoft.com/office/drawing/2014/main" id="{121633B8-4522-4391-9490-D9CDEDAF7F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57" y="1780"/>
              <a:ext cx="503" cy="444"/>
              <a:chOff x="-44" y="1473"/>
              <a:chExt cx="981" cy="1105"/>
            </a:xfrm>
          </p:grpSpPr>
          <p:pic>
            <p:nvPicPr>
              <p:cNvPr id="114797" name="Picture 160" descr="desktop_computer_stylized_medium">
                <a:extLst>
                  <a:ext uri="{FF2B5EF4-FFF2-40B4-BE49-F238E27FC236}">
                    <a16:creationId xmlns:a16="http://schemas.microsoft.com/office/drawing/2014/main" id="{422B0EA8-C361-47C1-97EC-5205DDA0F5D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4798" name="Freeform 161">
                <a:extLst>
                  <a:ext uri="{FF2B5EF4-FFF2-40B4-BE49-F238E27FC236}">
                    <a16:creationId xmlns:a16="http://schemas.microsoft.com/office/drawing/2014/main" id="{B2A9FFC8-C798-4182-9927-DCCF65D7A29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1261876 w 356"/>
                  <a:gd name="T3" fmla="*/ 1345864 h 368"/>
                  <a:gd name="T4" fmla="*/ 13359793 w 356"/>
                  <a:gd name="T5" fmla="*/ 28049105 h 368"/>
                  <a:gd name="T6" fmla="*/ 2944307 w 356"/>
                  <a:gd name="T7" fmla="*/ 35078461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  <p:grpSp>
        <p:nvGrpSpPr>
          <p:cNvPr id="114713" name="Group 163">
            <a:extLst>
              <a:ext uri="{FF2B5EF4-FFF2-40B4-BE49-F238E27FC236}">
                <a16:creationId xmlns:a16="http://schemas.microsoft.com/office/drawing/2014/main" id="{675A146F-2C5E-4352-9DA1-6A96E0FE566F}"/>
              </a:ext>
            </a:extLst>
          </p:cNvPr>
          <p:cNvGrpSpPr>
            <a:grpSpLocks/>
          </p:cNvGrpSpPr>
          <p:nvPr/>
        </p:nvGrpSpPr>
        <p:grpSpPr bwMode="auto">
          <a:xfrm>
            <a:off x="5970588" y="2895600"/>
            <a:ext cx="698500" cy="355600"/>
            <a:chOff x="4396" y="1245"/>
            <a:chExt cx="672" cy="248"/>
          </a:xfrm>
        </p:grpSpPr>
        <p:sp>
          <p:nvSpPr>
            <p:cNvPr id="114783" name="Oval 407">
              <a:extLst>
                <a:ext uri="{FF2B5EF4-FFF2-40B4-BE49-F238E27FC236}">
                  <a16:creationId xmlns:a16="http://schemas.microsoft.com/office/drawing/2014/main" id="{85858AE1-8C91-4B5D-9175-020A420BF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84" name="Rectangle 410">
              <a:extLst>
                <a:ext uri="{FF2B5EF4-FFF2-40B4-BE49-F238E27FC236}">
                  <a16:creationId xmlns:a16="http://schemas.microsoft.com/office/drawing/2014/main" id="{4C07561E-6DDC-4D2C-B497-CA03D0C2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85" name="Oval 411">
              <a:extLst>
                <a:ext uri="{FF2B5EF4-FFF2-40B4-BE49-F238E27FC236}">
                  <a16:creationId xmlns:a16="http://schemas.microsoft.com/office/drawing/2014/main" id="{5414BA5F-E7CF-413A-AE10-C177E2D55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14786" name="Group 167">
              <a:extLst>
                <a:ext uri="{FF2B5EF4-FFF2-40B4-BE49-F238E27FC236}">
                  <a16:creationId xmlns:a16="http://schemas.microsoft.com/office/drawing/2014/main" id="{FCFEA689-8AD9-4F3F-8EEC-CF386C1CC1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14789" name="Freeform 168">
                <a:extLst>
                  <a:ext uri="{FF2B5EF4-FFF2-40B4-BE49-F238E27FC236}">
                    <a16:creationId xmlns:a16="http://schemas.microsoft.com/office/drawing/2014/main" id="{6F332602-87B9-47F2-B678-048CFD070D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4790" name="Freeform 169">
                <a:extLst>
                  <a:ext uri="{FF2B5EF4-FFF2-40B4-BE49-F238E27FC236}">
                    <a16:creationId xmlns:a16="http://schemas.microsoft.com/office/drawing/2014/main" id="{3A1B4F4C-5470-4672-8A53-0F28D86EE7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14787" name="Line 170">
              <a:extLst>
                <a:ext uri="{FF2B5EF4-FFF2-40B4-BE49-F238E27FC236}">
                  <a16:creationId xmlns:a16="http://schemas.microsoft.com/office/drawing/2014/main" id="{CAAD41F8-1C66-44F4-884C-EBE0766AAD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4788" name="Line 171">
              <a:extLst>
                <a:ext uri="{FF2B5EF4-FFF2-40B4-BE49-F238E27FC236}">
                  <a16:creationId xmlns:a16="http://schemas.microsoft.com/office/drawing/2014/main" id="{3CACC191-8AD9-4583-99F0-EFC879F215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14714" name="Group 172">
            <a:extLst>
              <a:ext uri="{FF2B5EF4-FFF2-40B4-BE49-F238E27FC236}">
                <a16:creationId xmlns:a16="http://schemas.microsoft.com/office/drawing/2014/main" id="{F765B19D-4709-4BED-9182-8BD63D540469}"/>
              </a:ext>
            </a:extLst>
          </p:cNvPr>
          <p:cNvGrpSpPr>
            <a:grpSpLocks/>
          </p:cNvGrpSpPr>
          <p:nvPr/>
        </p:nvGrpSpPr>
        <p:grpSpPr bwMode="auto">
          <a:xfrm>
            <a:off x="4757738" y="1790700"/>
            <a:ext cx="698500" cy="355600"/>
            <a:chOff x="4396" y="1245"/>
            <a:chExt cx="672" cy="248"/>
          </a:xfrm>
        </p:grpSpPr>
        <p:sp>
          <p:nvSpPr>
            <p:cNvPr id="114775" name="Oval 407">
              <a:extLst>
                <a:ext uri="{FF2B5EF4-FFF2-40B4-BE49-F238E27FC236}">
                  <a16:creationId xmlns:a16="http://schemas.microsoft.com/office/drawing/2014/main" id="{21DBF6D3-7899-438D-9847-3B12D8936C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76" name="Rectangle 410">
              <a:extLst>
                <a:ext uri="{FF2B5EF4-FFF2-40B4-BE49-F238E27FC236}">
                  <a16:creationId xmlns:a16="http://schemas.microsoft.com/office/drawing/2014/main" id="{3B462E35-6726-49FF-BD8F-313E43C70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77" name="Oval 411">
              <a:extLst>
                <a:ext uri="{FF2B5EF4-FFF2-40B4-BE49-F238E27FC236}">
                  <a16:creationId xmlns:a16="http://schemas.microsoft.com/office/drawing/2014/main" id="{9392F9FA-BFB8-47FA-B964-461FD4ADE8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14778" name="Group 176">
              <a:extLst>
                <a:ext uri="{FF2B5EF4-FFF2-40B4-BE49-F238E27FC236}">
                  <a16:creationId xmlns:a16="http://schemas.microsoft.com/office/drawing/2014/main" id="{A7A5D64C-BDF9-493D-9570-E4746E97F3A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14781" name="Freeform 177">
                <a:extLst>
                  <a:ext uri="{FF2B5EF4-FFF2-40B4-BE49-F238E27FC236}">
                    <a16:creationId xmlns:a16="http://schemas.microsoft.com/office/drawing/2014/main" id="{A89CC695-9B60-4924-97D0-67F4B0E867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4782" name="Freeform 178">
                <a:extLst>
                  <a:ext uri="{FF2B5EF4-FFF2-40B4-BE49-F238E27FC236}">
                    <a16:creationId xmlns:a16="http://schemas.microsoft.com/office/drawing/2014/main" id="{0696E197-4AC5-4517-B6A1-CA06D6759F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14779" name="Line 179">
              <a:extLst>
                <a:ext uri="{FF2B5EF4-FFF2-40B4-BE49-F238E27FC236}">
                  <a16:creationId xmlns:a16="http://schemas.microsoft.com/office/drawing/2014/main" id="{15D2A848-0052-4BF6-A28D-9EFDF3D7AC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4780" name="Line 180">
              <a:extLst>
                <a:ext uri="{FF2B5EF4-FFF2-40B4-BE49-F238E27FC236}">
                  <a16:creationId xmlns:a16="http://schemas.microsoft.com/office/drawing/2014/main" id="{5B76B26D-031A-45C2-A056-ECE2D790E2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14715" name="Group 181">
            <a:extLst>
              <a:ext uri="{FF2B5EF4-FFF2-40B4-BE49-F238E27FC236}">
                <a16:creationId xmlns:a16="http://schemas.microsoft.com/office/drawing/2014/main" id="{DC6CDF16-15D5-4B6A-9281-9DA5F72DA9FD}"/>
              </a:ext>
            </a:extLst>
          </p:cNvPr>
          <p:cNvGrpSpPr>
            <a:grpSpLocks/>
          </p:cNvGrpSpPr>
          <p:nvPr/>
        </p:nvGrpSpPr>
        <p:grpSpPr bwMode="auto">
          <a:xfrm>
            <a:off x="4764088" y="2425700"/>
            <a:ext cx="698500" cy="355600"/>
            <a:chOff x="4396" y="1245"/>
            <a:chExt cx="672" cy="248"/>
          </a:xfrm>
        </p:grpSpPr>
        <p:sp>
          <p:nvSpPr>
            <p:cNvPr id="114767" name="Oval 407">
              <a:extLst>
                <a:ext uri="{FF2B5EF4-FFF2-40B4-BE49-F238E27FC236}">
                  <a16:creationId xmlns:a16="http://schemas.microsoft.com/office/drawing/2014/main" id="{2DE940B5-647D-48B5-B404-5ACD968DB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68" name="Rectangle 410">
              <a:extLst>
                <a:ext uri="{FF2B5EF4-FFF2-40B4-BE49-F238E27FC236}">
                  <a16:creationId xmlns:a16="http://schemas.microsoft.com/office/drawing/2014/main" id="{197C8FE3-9AB8-408F-9F22-545B8E702A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69" name="Oval 411">
              <a:extLst>
                <a:ext uri="{FF2B5EF4-FFF2-40B4-BE49-F238E27FC236}">
                  <a16:creationId xmlns:a16="http://schemas.microsoft.com/office/drawing/2014/main" id="{6B530C27-9AAC-4932-BC10-D06999905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14770" name="Group 185">
              <a:extLst>
                <a:ext uri="{FF2B5EF4-FFF2-40B4-BE49-F238E27FC236}">
                  <a16:creationId xmlns:a16="http://schemas.microsoft.com/office/drawing/2014/main" id="{861B567D-EF43-4DAB-970B-4B97CE7AFB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14773" name="Freeform 186">
                <a:extLst>
                  <a:ext uri="{FF2B5EF4-FFF2-40B4-BE49-F238E27FC236}">
                    <a16:creationId xmlns:a16="http://schemas.microsoft.com/office/drawing/2014/main" id="{DDBE2118-47BE-4A40-A458-973C584A8E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4774" name="Freeform 187">
                <a:extLst>
                  <a:ext uri="{FF2B5EF4-FFF2-40B4-BE49-F238E27FC236}">
                    <a16:creationId xmlns:a16="http://schemas.microsoft.com/office/drawing/2014/main" id="{5BFC097F-A81B-49DD-8BA1-311514A823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14771" name="Line 188">
              <a:extLst>
                <a:ext uri="{FF2B5EF4-FFF2-40B4-BE49-F238E27FC236}">
                  <a16:creationId xmlns:a16="http://schemas.microsoft.com/office/drawing/2014/main" id="{DCE460CA-0F02-4E1D-BF25-DCF4F2079F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4772" name="Line 189">
              <a:extLst>
                <a:ext uri="{FF2B5EF4-FFF2-40B4-BE49-F238E27FC236}">
                  <a16:creationId xmlns:a16="http://schemas.microsoft.com/office/drawing/2014/main" id="{9DBCF4E2-EB91-4F93-BFE6-D1935A2208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14716" name="Group 190">
            <a:extLst>
              <a:ext uri="{FF2B5EF4-FFF2-40B4-BE49-F238E27FC236}">
                <a16:creationId xmlns:a16="http://schemas.microsoft.com/office/drawing/2014/main" id="{111A381E-46AA-4540-B4E4-22C973C5C691}"/>
              </a:ext>
            </a:extLst>
          </p:cNvPr>
          <p:cNvGrpSpPr>
            <a:grpSpLocks/>
          </p:cNvGrpSpPr>
          <p:nvPr/>
        </p:nvGrpSpPr>
        <p:grpSpPr bwMode="auto">
          <a:xfrm>
            <a:off x="5595938" y="2000250"/>
            <a:ext cx="698500" cy="355600"/>
            <a:chOff x="4396" y="1245"/>
            <a:chExt cx="672" cy="248"/>
          </a:xfrm>
        </p:grpSpPr>
        <p:sp>
          <p:nvSpPr>
            <p:cNvPr id="114759" name="Oval 407">
              <a:extLst>
                <a:ext uri="{FF2B5EF4-FFF2-40B4-BE49-F238E27FC236}">
                  <a16:creationId xmlns:a16="http://schemas.microsoft.com/office/drawing/2014/main" id="{C2391464-CDF2-491F-80FD-2E87A3971A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60" name="Rectangle 410">
              <a:extLst>
                <a:ext uri="{FF2B5EF4-FFF2-40B4-BE49-F238E27FC236}">
                  <a16:creationId xmlns:a16="http://schemas.microsoft.com/office/drawing/2014/main" id="{1392A1BE-2EB4-48AF-9A65-2F146DA69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61" name="Oval 411">
              <a:extLst>
                <a:ext uri="{FF2B5EF4-FFF2-40B4-BE49-F238E27FC236}">
                  <a16:creationId xmlns:a16="http://schemas.microsoft.com/office/drawing/2014/main" id="{80AA3911-C85D-404D-B334-9057F465E5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14762" name="Group 194">
              <a:extLst>
                <a:ext uri="{FF2B5EF4-FFF2-40B4-BE49-F238E27FC236}">
                  <a16:creationId xmlns:a16="http://schemas.microsoft.com/office/drawing/2014/main" id="{465A1A6E-23F1-46EB-B91D-F79C37C959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14765" name="Freeform 195">
                <a:extLst>
                  <a:ext uri="{FF2B5EF4-FFF2-40B4-BE49-F238E27FC236}">
                    <a16:creationId xmlns:a16="http://schemas.microsoft.com/office/drawing/2014/main" id="{95E33F58-6604-4A4B-9F5D-9E85978D0E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4766" name="Freeform 196">
                <a:extLst>
                  <a:ext uri="{FF2B5EF4-FFF2-40B4-BE49-F238E27FC236}">
                    <a16:creationId xmlns:a16="http://schemas.microsoft.com/office/drawing/2014/main" id="{027340FD-8301-41EC-9094-03B083FA31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14763" name="Line 197">
              <a:extLst>
                <a:ext uri="{FF2B5EF4-FFF2-40B4-BE49-F238E27FC236}">
                  <a16:creationId xmlns:a16="http://schemas.microsoft.com/office/drawing/2014/main" id="{E14A168E-0652-4480-892A-E72F2453D6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4764" name="Line 198">
              <a:extLst>
                <a:ext uri="{FF2B5EF4-FFF2-40B4-BE49-F238E27FC236}">
                  <a16:creationId xmlns:a16="http://schemas.microsoft.com/office/drawing/2014/main" id="{B4731344-021B-474F-ACDE-6D1A8B906A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22" name="Group 200">
            <a:extLst>
              <a:ext uri="{FF2B5EF4-FFF2-40B4-BE49-F238E27FC236}">
                <a16:creationId xmlns:a16="http://schemas.microsoft.com/office/drawing/2014/main" id="{D6443AC7-6D66-4DD5-9BEF-F76B6893E720}"/>
              </a:ext>
            </a:extLst>
          </p:cNvPr>
          <p:cNvGrpSpPr>
            <a:grpSpLocks/>
          </p:cNvGrpSpPr>
          <p:nvPr/>
        </p:nvGrpSpPr>
        <p:grpSpPr bwMode="auto">
          <a:xfrm>
            <a:off x="6421438" y="3103563"/>
            <a:ext cx="1033462" cy="801687"/>
            <a:chOff x="4045" y="1955"/>
            <a:chExt cx="651" cy="505"/>
          </a:xfrm>
        </p:grpSpPr>
        <p:grpSp>
          <p:nvGrpSpPr>
            <p:cNvPr id="114747" name="Group 123">
              <a:extLst>
                <a:ext uri="{FF2B5EF4-FFF2-40B4-BE49-F238E27FC236}">
                  <a16:creationId xmlns:a16="http://schemas.microsoft.com/office/drawing/2014/main" id="{C3AA0E3B-0FEF-4FFE-873B-9FE18C3E9866}"/>
                </a:ext>
              </a:extLst>
            </p:cNvPr>
            <p:cNvGrpSpPr>
              <a:grpSpLocks/>
            </p:cNvGrpSpPr>
            <p:nvPr/>
          </p:nvGrpSpPr>
          <p:grpSpPr bwMode="auto">
            <a:xfrm rot="3346875">
              <a:off x="3958" y="2042"/>
              <a:ext cx="282" cy="108"/>
              <a:chOff x="5078" y="1860"/>
              <a:chExt cx="282" cy="108"/>
            </a:xfrm>
          </p:grpSpPr>
          <p:sp>
            <p:nvSpPr>
              <p:cNvPr id="114757" name="Rectangle 124">
                <a:extLst>
                  <a:ext uri="{FF2B5EF4-FFF2-40B4-BE49-F238E27FC236}">
                    <a16:creationId xmlns:a16="http://schemas.microsoft.com/office/drawing/2014/main" id="{FF7E3EFA-7888-40CF-BB22-7FAC79F455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5" y="1861"/>
                <a:ext cx="144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758" name="Rectangle 125">
                <a:extLst>
                  <a:ext uri="{FF2B5EF4-FFF2-40B4-BE49-F238E27FC236}">
                    <a16:creationId xmlns:a16="http://schemas.microsoft.com/office/drawing/2014/main" id="{59244583-0DA3-472B-9702-A3A18D59DA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8" y="1860"/>
                <a:ext cx="16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14748" name="Group 126">
              <a:extLst>
                <a:ext uri="{FF2B5EF4-FFF2-40B4-BE49-F238E27FC236}">
                  <a16:creationId xmlns:a16="http://schemas.microsoft.com/office/drawing/2014/main" id="{94FC98E4-99DD-4403-95BD-F84291357565}"/>
                </a:ext>
              </a:extLst>
            </p:cNvPr>
            <p:cNvGrpSpPr>
              <a:grpSpLocks/>
            </p:cNvGrpSpPr>
            <p:nvPr/>
          </p:nvGrpSpPr>
          <p:grpSpPr bwMode="auto">
            <a:xfrm rot="3215306">
              <a:off x="4158" y="2108"/>
              <a:ext cx="282" cy="108"/>
              <a:chOff x="5078" y="1860"/>
              <a:chExt cx="282" cy="108"/>
            </a:xfrm>
          </p:grpSpPr>
          <p:sp>
            <p:nvSpPr>
              <p:cNvPr id="114755" name="Rectangle 127">
                <a:extLst>
                  <a:ext uri="{FF2B5EF4-FFF2-40B4-BE49-F238E27FC236}">
                    <a16:creationId xmlns:a16="http://schemas.microsoft.com/office/drawing/2014/main" id="{C5E0EA7B-79A9-41EA-9922-ACAADD9AEE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4" y="1860"/>
                <a:ext cx="144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756" name="Rectangle 128">
                <a:extLst>
                  <a:ext uri="{FF2B5EF4-FFF2-40B4-BE49-F238E27FC236}">
                    <a16:creationId xmlns:a16="http://schemas.microsoft.com/office/drawing/2014/main" id="{2D28ABAE-A899-4923-AD0F-E575EA7B7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6" y="1860"/>
                <a:ext cx="16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14749" name="Group 129">
              <a:extLst>
                <a:ext uri="{FF2B5EF4-FFF2-40B4-BE49-F238E27FC236}">
                  <a16:creationId xmlns:a16="http://schemas.microsoft.com/office/drawing/2014/main" id="{603349FE-3FB9-41D9-8CE9-AA177BA03069}"/>
                </a:ext>
              </a:extLst>
            </p:cNvPr>
            <p:cNvGrpSpPr>
              <a:grpSpLocks/>
            </p:cNvGrpSpPr>
            <p:nvPr/>
          </p:nvGrpSpPr>
          <p:grpSpPr bwMode="auto">
            <a:xfrm rot="3051000">
              <a:off x="4380" y="2184"/>
              <a:ext cx="282" cy="108"/>
              <a:chOff x="5078" y="1860"/>
              <a:chExt cx="282" cy="108"/>
            </a:xfrm>
          </p:grpSpPr>
          <p:sp>
            <p:nvSpPr>
              <p:cNvPr id="114753" name="Rectangle 130">
                <a:extLst>
                  <a:ext uri="{FF2B5EF4-FFF2-40B4-BE49-F238E27FC236}">
                    <a16:creationId xmlns:a16="http://schemas.microsoft.com/office/drawing/2014/main" id="{B59AF3CC-08A2-4C65-8F9A-2BA921B0FD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4" y="1860"/>
                <a:ext cx="144" cy="108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4754" name="Rectangle 131">
                <a:extLst>
                  <a:ext uri="{FF2B5EF4-FFF2-40B4-BE49-F238E27FC236}">
                    <a16:creationId xmlns:a16="http://schemas.microsoft.com/office/drawing/2014/main" id="{713F5189-6363-4964-A937-DAE514C9B5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8" y="1860"/>
                <a:ext cx="166" cy="10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4750" name="Line 133">
              <a:extLst>
                <a:ext uri="{FF2B5EF4-FFF2-40B4-BE49-F238E27FC236}">
                  <a16:creationId xmlns:a16="http://schemas.microsoft.com/office/drawing/2014/main" id="{B1DE1A64-9967-4731-AD31-14B70D744A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84" y="2216"/>
              <a:ext cx="84" cy="1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751" name="Line 134">
              <a:extLst>
                <a:ext uri="{FF2B5EF4-FFF2-40B4-BE49-F238E27FC236}">
                  <a16:creationId xmlns:a16="http://schemas.microsoft.com/office/drawing/2014/main" id="{BD836E22-9722-4CE9-80A5-95347FF9D2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88" y="2278"/>
              <a:ext cx="82" cy="1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752" name="Line 135">
              <a:extLst>
                <a:ext uri="{FF2B5EF4-FFF2-40B4-BE49-F238E27FC236}">
                  <a16:creationId xmlns:a16="http://schemas.microsoft.com/office/drawing/2014/main" id="{5F8BDA79-BAF4-4201-98CA-F74C194DD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20" y="2350"/>
              <a:ext cx="76" cy="1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</p:grpSp>
      <p:grpSp>
        <p:nvGrpSpPr>
          <p:cNvPr id="114718" name="Group 201">
            <a:extLst>
              <a:ext uri="{FF2B5EF4-FFF2-40B4-BE49-F238E27FC236}">
                <a16:creationId xmlns:a16="http://schemas.microsoft.com/office/drawing/2014/main" id="{68CB23D7-8297-4EFE-AC66-ED17C24E753D}"/>
              </a:ext>
            </a:extLst>
          </p:cNvPr>
          <p:cNvGrpSpPr>
            <a:grpSpLocks/>
          </p:cNvGrpSpPr>
          <p:nvPr/>
        </p:nvGrpSpPr>
        <p:grpSpPr bwMode="auto">
          <a:xfrm>
            <a:off x="6694488" y="3886200"/>
            <a:ext cx="698500" cy="355600"/>
            <a:chOff x="4396" y="1245"/>
            <a:chExt cx="672" cy="248"/>
          </a:xfrm>
        </p:grpSpPr>
        <p:sp>
          <p:nvSpPr>
            <p:cNvPr id="114739" name="Oval 407">
              <a:extLst>
                <a:ext uri="{FF2B5EF4-FFF2-40B4-BE49-F238E27FC236}">
                  <a16:creationId xmlns:a16="http://schemas.microsoft.com/office/drawing/2014/main" id="{94C3F3BA-236B-4FDB-8D77-D0AC38B8A5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40" name="Rectangle 410">
              <a:extLst>
                <a:ext uri="{FF2B5EF4-FFF2-40B4-BE49-F238E27FC236}">
                  <a16:creationId xmlns:a16="http://schemas.microsoft.com/office/drawing/2014/main" id="{EBD2DC90-08B4-41A2-84DD-B402401C1E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41" name="Oval 411">
              <a:extLst>
                <a:ext uri="{FF2B5EF4-FFF2-40B4-BE49-F238E27FC236}">
                  <a16:creationId xmlns:a16="http://schemas.microsoft.com/office/drawing/2014/main" id="{44DE82F7-2C25-42CF-BC8F-1B29DF7E49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14742" name="Group 205">
              <a:extLst>
                <a:ext uri="{FF2B5EF4-FFF2-40B4-BE49-F238E27FC236}">
                  <a16:creationId xmlns:a16="http://schemas.microsoft.com/office/drawing/2014/main" id="{61C50BEB-A0C8-41DA-A746-BE300ECBF74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14745" name="Freeform 206">
                <a:extLst>
                  <a:ext uri="{FF2B5EF4-FFF2-40B4-BE49-F238E27FC236}">
                    <a16:creationId xmlns:a16="http://schemas.microsoft.com/office/drawing/2014/main" id="{0D0FCD92-2D4B-4D34-91D0-9E7BEBD94C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4746" name="Freeform 207">
                <a:extLst>
                  <a:ext uri="{FF2B5EF4-FFF2-40B4-BE49-F238E27FC236}">
                    <a16:creationId xmlns:a16="http://schemas.microsoft.com/office/drawing/2014/main" id="{A2D69967-AF06-42A8-91E3-48EA683D308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14743" name="Line 208">
              <a:extLst>
                <a:ext uri="{FF2B5EF4-FFF2-40B4-BE49-F238E27FC236}">
                  <a16:creationId xmlns:a16="http://schemas.microsoft.com/office/drawing/2014/main" id="{A8461896-5C1C-4C5C-B722-4D1067EFCB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4744" name="Line 209">
              <a:extLst>
                <a:ext uri="{FF2B5EF4-FFF2-40B4-BE49-F238E27FC236}">
                  <a16:creationId xmlns:a16="http://schemas.microsoft.com/office/drawing/2014/main" id="{45ADC473-A1C4-4945-A3FC-381C5791E4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14719" name="Group 210">
            <a:extLst>
              <a:ext uri="{FF2B5EF4-FFF2-40B4-BE49-F238E27FC236}">
                <a16:creationId xmlns:a16="http://schemas.microsoft.com/office/drawing/2014/main" id="{D7FD2EA2-33DF-4E29-9E57-DBABF450BD83}"/>
              </a:ext>
            </a:extLst>
          </p:cNvPr>
          <p:cNvGrpSpPr>
            <a:grpSpLocks/>
          </p:cNvGrpSpPr>
          <p:nvPr/>
        </p:nvGrpSpPr>
        <p:grpSpPr bwMode="auto">
          <a:xfrm>
            <a:off x="5791200" y="4954588"/>
            <a:ext cx="698500" cy="355600"/>
            <a:chOff x="4396" y="1245"/>
            <a:chExt cx="672" cy="248"/>
          </a:xfrm>
        </p:grpSpPr>
        <p:sp>
          <p:nvSpPr>
            <p:cNvPr id="114731" name="Oval 407">
              <a:extLst>
                <a:ext uri="{FF2B5EF4-FFF2-40B4-BE49-F238E27FC236}">
                  <a16:creationId xmlns:a16="http://schemas.microsoft.com/office/drawing/2014/main" id="{2C50F272-6858-487B-9CCD-0DE72F0702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32" name="Rectangle 410">
              <a:extLst>
                <a:ext uri="{FF2B5EF4-FFF2-40B4-BE49-F238E27FC236}">
                  <a16:creationId xmlns:a16="http://schemas.microsoft.com/office/drawing/2014/main" id="{64032D02-1311-414B-8349-7F9FBBB525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sp>
          <p:nvSpPr>
            <p:cNvPr id="114733" name="Oval 411">
              <a:extLst>
                <a:ext uri="{FF2B5EF4-FFF2-40B4-BE49-F238E27FC236}">
                  <a16:creationId xmlns:a16="http://schemas.microsoft.com/office/drawing/2014/main" id="{BE36440A-EF7E-4B3C-A701-A83E1A881A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2400">
                <a:latin typeface="Times New Roman" panose="02020603050405020304" pitchFamily="18" charset="0"/>
                <a:cs typeface="Arial" panose="020B0604020202020204" pitchFamily="34" charset="0"/>
              </a:endParaRPr>
            </a:p>
          </p:txBody>
        </p:sp>
        <p:grpSp>
          <p:nvGrpSpPr>
            <p:cNvPr id="114734" name="Group 214">
              <a:extLst>
                <a:ext uri="{FF2B5EF4-FFF2-40B4-BE49-F238E27FC236}">
                  <a16:creationId xmlns:a16="http://schemas.microsoft.com/office/drawing/2014/main" id="{1B2FF519-2D58-42DC-AEF7-ADFFAC0D5E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14737" name="Freeform 215">
                <a:extLst>
                  <a:ext uri="{FF2B5EF4-FFF2-40B4-BE49-F238E27FC236}">
                    <a16:creationId xmlns:a16="http://schemas.microsoft.com/office/drawing/2014/main" id="{7017E52E-C0C1-4E78-B11A-EB4E59CE5F0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  <p:sp>
            <p:nvSpPr>
              <p:cNvPr id="114738" name="Freeform 216">
                <a:extLst>
                  <a:ext uri="{FF2B5EF4-FFF2-40B4-BE49-F238E27FC236}">
                    <a16:creationId xmlns:a16="http://schemas.microsoft.com/office/drawing/2014/main" id="{6EF6BFA8-0082-4A08-9DDF-C32906564D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HK" altLang="en-US"/>
              </a:p>
            </p:txBody>
          </p:sp>
        </p:grpSp>
        <p:sp>
          <p:nvSpPr>
            <p:cNvPr id="114735" name="Line 217">
              <a:extLst>
                <a:ext uri="{FF2B5EF4-FFF2-40B4-BE49-F238E27FC236}">
                  <a16:creationId xmlns:a16="http://schemas.microsoft.com/office/drawing/2014/main" id="{634EE656-8F83-4FEE-B3A7-28F0B8C735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4736" name="Line 218">
              <a:extLst>
                <a:ext uri="{FF2B5EF4-FFF2-40B4-BE49-F238E27FC236}">
                  <a16:creationId xmlns:a16="http://schemas.microsoft.com/office/drawing/2014/main" id="{F23E5E61-D5BC-4D46-BFD1-A99638F4B4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HK" altLang="en-US"/>
            </a:p>
          </p:txBody>
        </p:sp>
      </p:grpSp>
      <p:grpSp>
        <p:nvGrpSpPr>
          <p:cNvPr id="114720" name="Group 221">
            <a:extLst>
              <a:ext uri="{FF2B5EF4-FFF2-40B4-BE49-F238E27FC236}">
                <a16:creationId xmlns:a16="http://schemas.microsoft.com/office/drawing/2014/main" id="{9FCAC51D-1374-4245-98C1-43A4D5021CAC}"/>
              </a:ext>
            </a:extLst>
          </p:cNvPr>
          <p:cNvGrpSpPr>
            <a:grpSpLocks/>
          </p:cNvGrpSpPr>
          <p:nvPr/>
        </p:nvGrpSpPr>
        <p:grpSpPr bwMode="auto">
          <a:xfrm>
            <a:off x="4752975" y="4400550"/>
            <a:ext cx="738188" cy="1385888"/>
            <a:chOff x="2345" y="1140"/>
            <a:chExt cx="528" cy="1084"/>
          </a:xfrm>
        </p:grpSpPr>
        <p:sp>
          <p:nvSpPr>
            <p:cNvPr id="114721" name="Line 222">
              <a:extLst>
                <a:ext uri="{FF2B5EF4-FFF2-40B4-BE49-F238E27FC236}">
                  <a16:creationId xmlns:a16="http://schemas.microsoft.com/office/drawing/2014/main" id="{94BB0907-372E-4D9B-A7CA-A51D1FCE9B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1" y="1459"/>
              <a:ext cx="62" cy="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722" name="Line 223">
              <a:extLst>
                <a:ext uri="{FF2B5EF4-FFF2-40B4-BE49-F238E27FC236}">
                  <a16:creationId xmlns:a16="http://schemas.microsoft.com/office/drawing/2014/main" id="{3378B3F5-6A09-41D0-929E-71334256F4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1" y="1967"/>
              <a:ext cx="62" cy="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4723" name="Line 224">
              <a:extLst>
                <a:ext uri="{FF2B5EF4-FFF2-40B4-BE49-F238E27FC236}">
                  <a16:creationId xmlns:a16="http://schemas.microsoft.com/office/drawing/2014/main" id="{A6A03A9D-4FF5-46C5-BF65-0468EA2666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68" y="1455"/>
              <a:ext cx="0" cy="50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grpSp>
          <p:nvGrpSpPr>
            <p:cNvPr id="114724" name="Group 225">
              <a:extLst>
                <a:ext uri="{FF2B5EF4-FFF2-40B4-BE49-F238E27FC236}">
                  <a16:creationId xmlns:a16="http://schemas.microsoft.com/office/drawing/2014/main" id="{0844FB44-D1BB-4257-8BFF-7633A197536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45" y="1140"/>
              <a:ext cx="503" cy="444"/>
              <a:chOff x="-44" y="1473"/>
              <a:chExt cx="981" cy="1105"/>
            </a:xfrm>
          </p:grpSpPr>
          <p:pic>
            <p:nvPicPr>
              <p:cNvPr id="114729" name="Picture 226" descr="desktop_computer_stylized_medium">
                <a:extLst>
                  <a:ext uri="{FF2B5EF4-FFF2-40B4-BE49-F238E27FC236}">
                    <a16:creationId xmlns:a16="http://schemas.microsoft.com/office/drawing/2014/main" id="{AD4BE42A-69C0-494B-BE94-B4087251094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4730" name="Freeform 227">
                <a:extLst>
                  <a:ext uri="{FF2B5EF4-FFF2-40B4-BE49-F238E27FC236}">
                    <a16:creationId xmlns:a16="http://schemas.microsoft.com/office/drawing/2014/main" id="{BC22A234-C714-4A50-9CDB-974C6A714C3C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1261876 w 356"/>
                  <a:gd name="T3" fmla="*/ 1345864 h 368"/>
                  <a:gd name="T4" fmla="*/ 13359793 w 356"/>
                  <a:gd name="T5" fmla="*/ 28049105 h 368"/>
                  <a:gd name="T6" fmla="*/ 2944307 w 356"/>
                  <a:gd name="T7" fmla="*/ 35078461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  <p:sp>
          <p:nvSpPr>
            <p:cNvPr id="114725" name="Text Box 228">
              <a:extLst>
                <a:ext uri="{FF2B5EF4-FFF2-40B4-BE49-F238E27FC236}">
                  <a16:creationId xmlns:a16="http://schemas.microsoft.com/office/drawing/2014/main" id="{79B61403-C62E-4BCF-8535-3673706CD8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2463" y="1529"/>
              <a:ext cx="422" cy="3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>
                  <a:latin typeface="Arial" panose="020B0604020202020204" pitchFamily="34" charset="0"/>
                </a:rPr>
                <a:t>…</a:t>
              </a:r>
            </a:p>
          </p:txBody>
        </p:sp>
        <p:grpSp>
          <p:nvGrpSpPr>
            <p:cNvPr id="114726" name="Group 229">
              <a:extLst>
                <a:ext uri="{FF2B5EF4-FFF2-40B4-BE49-F238E27FC236}">
                  <a16:creationId xmlns:a16="http://schemas.microsoft.com/office/drawing/2014/main" id="{C1D5F84A-45E4-4D3D-8B3D-A473D1B902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57" y="1780"/>
              <a:ext cx="503" cy="444"/>
              <a:chOff x="-44" y="1473"/>
              <a:chExt cx="981" cy="1105"/>
            </a:xfrm>
          </p:grpSpPr>
          <p:pic>
            <p:nvPicPr>
              <p:cNvPr id="114727" name="Picture 230" descr="desktop_computer_stylized_medium">
                <a:extLst>
                  <a:ext uri="{FF2B5EF4-FFF2-40B4-BE49-F238E27FC236}">
                    <a16:creationId xmlns:a16="http://schemas.microsoft.com/office/drawing/2014/main" id="{1A34AB65-2AB4-4786-BF21-8264870D72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-44" y="1473"/>
                <a:ext cx="981" cy="11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4728" name="Freeform 231">
                <a:extLst>
                  <a:ext uri="{FF2B5EF4-FFF2-40B4-BE49-F238E27FC236}">
                    <a16:creationId xmlns:a16="http://schemas.microsoft.com/office/drawing/2014/main" id="{344503DC-DC42-4735-88A0-FBBFB798B50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74" y="1579"/>
                <a:ext cx="477" cy="506"/>
              </a:xfrm>
              <a:custGeom>
                <a:avLst/>
                <a:gdLst>
                  <a:gd name="T0" fmla="*/ 0 w 356"/>
                  <a:gd name="T1" fmla="*/ 0 h 368"/>
                  <a:gd name="T2" fmla="*/ 11261876 w 356"/>
                  <a:gd name="T3" fmla="*/ 1345864 h 368"/>
                  <a:gd name="T4" fmla="*/ 13359793 w 356"/>
                  <a:gd name="T5" fmla="*/ 28049105 h 368"/>
                  <a:gd name="T6" fmla="*/ 2944307 w 356"/>
                  <a:gd name="T7" fmla="*/ 35078461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6"/>
                  <a:gd name="T16" fmla="*/ 0 h 368"/>
                  <a:gd name="T17" fmla="*/ 356 w 356"/>
                  <a:gd name="T18" fmla="*/ 368 h 3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endParaRPr lang="zh-HK" altLang="en-US"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6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5766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6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766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6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766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Footer Placeholder 5">
            <a:extLst>
              <a:ext uri="{FF2B5EF4-FFF2-40B4-BE49-F238E27FC236}">
                <a16:creationId xmlns:a16="http://schemas.microsoft.com/office/drawing/2014/main" id="{EEA396DF-3A4D-4EEF-906A-2C1F30C4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15715" name="Slide Number Placeholder 6">
            <a:extLst>
              <a:ext uri="{FF2B5EF4-FFF2-40B4-BE49-F238E27FC236}">
                <a16:creationId xmlns:a16="http://schemas.microsoft.com/office/drawing/2014/main" id="{44AB52EF-03C4-4124-976B-A531D15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4-</a:t>
            </a:r>
            <a:fld id="{32FA902A-EA16-4462-AF50-7F6B4F0A732E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25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grpSp>
        <p:nvGrpSpPr>
          <p:cNvPr id="115716" name="Group 4">
            <a:extLst>
              <a:ext uri="{FF2B5EF4-FFF2-40B4-BE49-F238E27FC236}">
                <a16:creationId xmlns:a16="http://schemas.microsoft.com/office/drawing/2014/main" id="{56C4812D-56CF-4DF4-BFC9-1682FB89215A}"/>
              </a:ext>
            </a:extLst>
          </p:cNvPr>
          <p:cNvGrpSpPr>
            <a:grpSpLocks/>
          </p:cNvGrpSpPr>
          <p:nvPr/>
        </p:nvGrpSpPr>
        <p:grpSpPr bwMode="auto">
          <a:xfrm>
            <a:off x="3595688" y="1527175"/>
            <a:ext cx="4248150" cy="660400"/>
            <a:chOff x="3006" y="1205"/>
            <a:chExt cx="2676" cy="416"/>
          </a:xfrm>
        </p:grpSpPr>
        <p:sp>
          <p:nvSpPr>
            <p:cNvPr id="115768" name="Rectangle 5">
              <a:extLst>
                <a:ext uri="{FF2B5EF4-FFF2-40B4-BE49-F238E27FC236}">
                  <a16:creationId xmlns:a16="http://schemas.microsoft.com/office/drawing/2014/main" id="{05BB506D-A22C-4BCF-B14D-DCF6A19F45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" y="1212"/>
              <a:ext cx="2634" cy="34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15769" name="Rectangle 6">
              <a:extLst>
                <a:ext uri="{FF2B5EF4-FFF2-40B4-BE49-F238E27FC236}">
                  <a16:creationId xmlns:a16="http://schemas.microsoft.com/office/drawing/2014/main" id="{423177C0-085B-4723-9539-FB7A06AAB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06" y="1242"/>
              <a:ext cx="2634" cy="3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  <p:sp>
          <p:nvSpPr>
            <p:cNvPr id="115770" name="Text Box 7">
              <a:extLst>
                <a:ext uri="{FF2B5EF4-FFF2-40B4-BE49-F238E27FC236}">
                  <a16:creationId xmlns:a16="http://schemas.microsoft.com/office/drawing/2014/main" id="{B06956BD-182C-4FF2-A4E0-3EF2185B1A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34" y="1205"/>
              <a:ext cx="27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ID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=x</a:t>
              </a:r>
            </a:p>
          </p:txBody>
        </p:sp>
        <p:sp>
          <p:nvSpPr>
            <p:cNvPr id="115771" name="Text Box 8">
              <a:extLst>
                <a:ext uri="{FF2B5EF4-FFF2-40B4-BE49-F238E27FC236}">
                  <a16:creationId xmlns:a16="http://schemas.microsoft.com/office/drawing/2014/main" id="{8F8E4AF5-757D-46A1-96FA-DCA5ABDDEB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8" y="1217"/>
              <a:ext cx="46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offset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=0</a:t>
              </a:r>
            </a:p>
          </p:txBody>
        </p:sp>
        <p:sp>
          <p:nvSpPr>
            <p:cNvPr id="115772" name="Text Box 9">
              <a:extLst>
                <a:ext uri="{FF2B5EF4-FFF2-40B4-BE49-F238E27FC236}">
                  <a16:creationId xmlns:a16="http://schemas.microsoft.com/office/drawing/2014/main" id="{BFD7505B-A200-47C6-9EB8-5BE18BD862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7" y="1217"/>
              <a:ext cx="59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fragflag</a:t>
              </a:r>
            </a:p>
            <a:p>
              <a:pPr algn="ctr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=0</a:t>
              </a:r>
            </a:p>
          </p:txBody>
        </p:sp>
        <p:sp>
          <p:nvSpPr>
            <p:cNvPr id="115773" name="Text Box 10">
              <a:extLst>
                <a:ext uri="{FF2B5EF4-FFF2-40B4-BE49-F238E27FC236}">
                  <a16:creationId xmlns:a16="http://schemas.microsoft.com/office/drawing/2014/main" id="{A3AD2443-92EE-4497-839C-31D3720A993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30" y="1205"/>
              <a:ext cx="52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length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>
                  <a:latin typeface="Arial" panose="020B0604020202020204" pitchFamily="34" charset="0"/>
                </a:rPr>
                <a:t>=4000</a:t>
              </a:r>
            </a:p>
          </p:txBody>
        </p:sp>
        <p:sp>
          <p:nvSpPr>
            <p:cNvPr id="115774" name="Line 11">
              <a:extLst>
                <a:ext uri="{FF2B5EF4-FFF2-40B4-BE49-F238E27FC236}">
                  <a16:creationId xmlns:a16="http://schemas.microsoft.com/office/drawing/2014/main" id="{B50B8066-F856-464C-8E5D-8DB9580BB6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46" y="1242"/>
              <a:ext cx="0" cy="3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75" name="Line 12">
              <a:extLst>
                <a:ext uri="{FF2B5EF4-FFF2-40B4-BE49-F238E27FC236}">
                  <a16:creationId xmlns:a16="http://schemas.microsoft.com/office/drawing/2014/main" id="{DF5E075C-8BBB-4958-932D-13355F3616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0" y="1242"/>
              <a:ext cx="0" cy="3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76" name="Line 13">
              <a:extLst>
                <a:ext uri="{FF2B5EF4-FFF2-40B4-BE49-F238E27FC236}">
                  <a16:creationId xmlns:a16="http://schemas.microsoft.com/office/drawing/2014/main" id="{1AAD2D46-13EC-46CB-8AB9-73291CC856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0" y="1254"/>
              <a:ext cx="0" cy="3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77" name="Line 14">
              <a:extLst>
                <a:ext uri="{FF2B5EF4-FFF2-40B4-BE49-F238E27FC236}">
                  <a16:creationId xmlns:a16="http://schemas.microsoft.com/office/drawing/2014/main" id="{980BF9D3-A973-4238-AD8E-EB06A14CB8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8" y="1242"/>
              <a:ext cx="0" cy="3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78" name="Line 15">
              <a:extLst>
                <a:ext uri="{FF2B5EF4-FFF2-40B4-BE49-F238E27FC236}">
                  <a16:creationId xmlns:a16="http://schemas.microsoft.com/office/drawing/2014/main" id="{C6A2558E-81F1-4EFB-80AF-77A11634AF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12" y="1242"/>
              <a:ext cx="0" cy="3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79" name="Rectangle 16">
              <a:extLst>
                <a:ext uri="{FF2B5EF4-FFF2-40B4-BE49-F238E27FC236}">
                  <a16:creationId xmlns:a16="http://schemas.microsoft.com/office/drawing/2014/main" id="{BF789B52-B460-4B5B-ACBF-0F7B6F7BCC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2" y="1212"/>
              <a:ext cx="138" cy="37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endParaRPr lang="zh-TW" altLang="zh-TW" sz="1800">
                <a:latin typeface="Arial" panose="020B0604020202020204" pitchFamily="34" charset="0"/>
              </a:endParaRPr>
            </a:p>
          </p:txBody>
        </p:sp>
      </p:grpSp>
      <p:grpSp>
        <p:nvGrpSpPr>
          <p:cNvPr id="3" name="Group 70">
            <a:extLst>
              <a:ext uri="{FF2B5EF4-FFF2-40B4-BE49-F238E27FC236}">
                <a16:creationId xmlns:a16="http://schemas.microsoft.com/office/drawing/2014/main" id="{7B104773-BEBD-4D43-99DA-216C2E73F247}"/>
              </a:ext>
            </a:extLst>
          </p:cNvPr>
          <p:cNvGrpSpPr>
            <a:grpSpLocks/>
          </p:cNvGrpSpPr>
          <p:nvPr/>
        </p:nvGrpSpPr>
        <p:grpSpPr bwMode="auto">
          <a:xfrm>
            <a:off x="3684588" y="2290763"/>
            <a:ext cx="4711700" cy="3278187"/>
            <a:chOff x="2321" y="1443"/>
            <a:chExt cx="2968" cy="2065"/>
          </a:xfrm>
        </p:grpSpPr>
        <p:grpSp>
          <p:nvGrpSpPr>
            <p:cNvPr id="115725" name="Group 17">
              <a:extLst>
                <a:ext uri="{FF2B5EF4-FFF2-40B4-BE49-F238E27FC236}">
                  <a16:creationId xmlns:a16="http://schemas.microsoft.com/office/drawing/2014/main" id="{5CC56A80-8C9A-4FF9-B696-0278AD8DE29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3" y="2066"/>
              <a:ext cx="2676" cy="416"/>
              <a:chOff x="3006" y="1205"/>
              <a:chExt cx="2676" cy="416"/>
            </a:xfrm>
          </p:grpSpPr>
          <p:sp>
            <p:nvSpPr>
              <p:cNvPr id="115756" name="Rectangle 18">
                <a:extLst>
                  <a:ext uri="{FF2B5EF4-FFF2-40B4-BE49-F238E27FC236}">
                    <a16:creationId xmlns:a16="http://schemas.microsoft.com/office/drawing/2014/main" id="{651FF3B1-0973-4BD1-92CA-9C01594C7B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8" y="1212"/>
                <a:ext cx="2634" cy="342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5757" name="Rectangle 19">
                <a:extLst>
                  <a:ext uri="{FF2B5EF4-FFF2-40B4-BE49-F238E27FC236}">
                    <a16:creationId xmlns:a16="http://schemas.microsoft.com/office/drawing/2014/main" id="{9E3CDA9A-8AA5-4C0C-A005-408F83DED1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6" y="1242"/>
                <a:ext cx="2634" cy="34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5758" name="Text Box 20">
                <a:extLst>
                  <a:ext uri="{FF2B5EF4-FFF2-40B4-BE49-F238E27FC236}">
                    <a16:creationId xmlns:a16="http://schemas.microsoft.com/office/drawing/2014/main" id="{E7E1B946-A18C-4BE3-AB5A-7C99DEF647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34" y="1205"/>
                <a:ext cx="272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ID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=x</a:t>
                </a:r>
              </a:p>
            </p:txBody>
          </p:sp>
          <p:sp>
            <p:nvSpPr>
              <p:cNvPr id="115759" name="Text Box 21">
                <a:extLst>
                  <a:ext uri="{FF2B5EF4-FFF2-40B4-BE49-F238E27FC236}">
                    <a16:creationId xmlns:a16="http://schemas.microsoft.com/office/drawing/2014/main" id="{4AC0FE98-5B68-4739-8AA6-5E6ED85D1FF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8" y="1217"/>
                <a:ext cx="468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offset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=0</a:t>
                </a:r>
              </a:p>
            </p:txBody>
          </p:sp>
          <p:sp>
            <p:nvSpPr>
              <p:cNvPr id="115760" name="Text Box 22">
                <a:extLst>
                  <a:ext uri="{FF2B5EF4-FFF2-40B4-BE49-F238E27FC236}">
                    <a16:creationId xmlns:a16="http://schemas.microsoft.com/office/drawing/2014/main" id="{0DF5AD97-D025-468A-8023-5BC841B792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17" y="1217"/>
                <a:ext cx="596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fragflag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=1</a:t>
                </a:r>
              </a:p>
            </p:txBody>
          </p:sp>
          <p:sp>
            <p:nvSpPr>
              <p:cNvPr id="115761" name="Text Box 23">
                <a:extLst>
                  <a:ext uri="{FF2B5EF4-FFF2-40B4-BE49-F238E27FC236}">
                    <a16:creationId xmlns:a16="http://schemas.microsoft.com/office/drawing/2014/main" id="{4940D9D9-C1F6-4DDE-B50C-FF68989E0A7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30" y="1205"/>
                <a:ext cx="520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length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=1500</a:t>
                </a:r>
              </a:p>
            </p:txBody>
          </p:sp>
          <p:sp>
            <p:nvSpPr>
              <p:cNvPr id="115762" name="Line 24">
                <a:extLst>
                  <a:ext uri="{FF2B5EF4-FFF2-40B4-BE49-F238E27FC236}">
                    <a16:creationId xmlns:a16="http://schemas.microsoft.com/office/drawing/2014/main" id="{D2680F16-13F8-4866-94EF-C867A97D57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6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63" name="Line 25">
                <a:extLst>
                  <a:ext uri="{FF2B5EF4-FFF2-40B4-BE49-F238E27FC236}">
                    <a16:creationId xmlns:a16="http://schemas.microsoft.com/office/drawing/2014/main" id="{6637F86F-566C-45EE-810E-0354EDDBF8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0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64" name="Line 26">
                <a:extLst>
                  <a:ext uri="{FF2B5EF4-FFF2-40B4-BE49-F238E27FC236}">
                    <a16:creationId xmlns:a16="http://schemas.microsoft.com/office/drawing/2014/main" id="{40E86100-29D4-4772-BC8B-0CB3A279E8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20" y="1254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65" name="Line 27">
                <a:extLst>
                  <a:ext uri="{FF2B5EF4-FFF2-40B4-BE49-F238E27FC236}">
                    <a16:creationId xmlns:a16="http://schemas.microsoft.com/office/drawing/2014/main" id="{72331BF3-F8DC-4D90-A977-621353BE70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38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66" name="Line 28">
                <a:extLst>
                  <a:ext uri="{FF2B5EF4-FFF2-40B4-BE49-F238E27FC236}">
                    <a16:creationId xmlns:a16="http://schemas.microsoft.com/office/drawing/2014/main" id="{4D492C21-7F66-48DA-9130-A28420FBB6F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12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67" name="Rectangle 29">
                <a:extLst>
                  <a:ext uri="{FF2B5EF4-FFF2-40B4-BE49-F238E27FC236}">
                    <a16:creationId xmlns:a16="http://schemas.microsoft.com/office/drawing/2014/main" id="{90B60048-81D5-445C-9713-C302A7319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32" y="1212"/>
                <a:ext cx="138" cy="37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15726" name="Group 30">
              <a:extLst>
                <a:ext uri="{FF2B5EF4-FFF2-40B4-BE49-F238E27FC236}">
                  <a16:creationId xmlns:a16="http://schemas.microsoft.com/office/drawing/2014/main" id="{40F1A6BC-5548-491F-998B-C90C6C7EAD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3" y="2570"/>
              <a:ext cx="2676" cy="416"/>
              <a:chOff x="3006" y="1205"/>
              <a:chExt cx="2676" cy="416"/>
            </a:xfrm>
          </p:grpSpPr>
          <p:sp>
            <p:nvSpPr>
              <p:cNvPr id="115744" name="Rectangle 31">
                <a:extLst>
                  <a:ext uri="{FF2B5EF4-FFF2-40B4-BE49-F238E27FC236}">
                    <a16:creationId xmlns:a16="http://schemas.microsoft.com/office/drawing/2014/main" id="{38E6DDFE-33ED-42DC-A980-78781183B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8" y="1212"/>
                <a:ext cx="2634" cy="342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5745" name="Rectangle 32">
                <a:extLst>
                  <a:ext uri="{FF2B5EF4-FFF2-40B4-BE49-F238E27FC236}">
                    <a16:creationId xmlns:a16="http://schemas.microsoft.com/office/drawing/2014/main" id="{7B981FA0-CAE1-408E-9CB0-B580A4DC17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6" y="1242"/>
                <a:ext cx="2634" cy="34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5746" name="Text Box 33">
                <a:extLst>
                  <a:ext uri="{FF2B5EF4-FFF2-40B4-BE49-F238E27FC236}">
                    <a16:creationId xmlns:a16="http://schemas.microsoft.com/office/drawing/2014/main" id="{E8F3FE5B-3608-4DC7-B068-35F55CF6481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34" y="1205"/>
                <a:ext cx="272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ID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=x</a:t>
                </a:r>
              </a:p>
            </p:txBody>
          </p:sp>
          <p:sp>
            <p:nvSpPr>
              <p:cNvPr id="115747" name="Text Box 34">
                <a:extLst>
                  <a:ext uri="{FF2B5EF4-FFF2-40B4-BE49-F238E27FC236}">
                    <a16:creationId xmlns:a16="http://schemas.microsoft.com/office/drawing/2014/main" id="{8B17ED04-9BD7-43F6-AB00-29D6448DCCE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8" y="1217"/>
                <a:ext cx="468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offset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</a:t>
                </a:r>
                <a:r>
                  <a:rPr lang="en-US" altLang="zh-TW" sz="1800">
                    <a:solidFill>
                      <a:srgbClr val="0070C0"/>
                    </a:solidFill>
                    <a:latin typeface="Arial" panose="020B0604020202020204" pitchFamily="34" charset="0"/>
                  </a:rPr>
                  <a:t>185</a:t>
                </a:r>
              </a:p>
            </p:txBody>
          </p:sp>
          <p:sp>
            <p:nvSpPr>
              <p:cNvPr id="115748" name="Text Box 35">
                <a:extLst>
                  <a:ext uri="{FF2B5EF4-FFF2-40B4-BE49-F238E27FC236}">
                    <a16:creationId xmlns:a16="http://schemas.microsoft.com/office/drawing/2014/main" id="{F25A3A27-7670-484C-AA12-F93C8F78E0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17" y="1217"/>
                <a:ext cx="596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fragflag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=1</a:t>
                </a:r>
              </a:p>
            </p:txBody>
          </p:sp>
          <p:sp>
            <p:nvSpPr>
              <p:cNvPr id="115749" name="Text Box 36">
                <a:extLst>
                  <a:ext uri="{FF2B5EF4-FFF2-40B4-BE49-F238E27FC236}">
                    <a16:creationId xmlns:a16="http://schemas.microsoft.com/office/drawing/2014/main" id="{7399B9F2-945B-4BEC-BBE2-AA1B9218874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30" y="1205"/>
                <a:ext cx="520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length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=1500</a:t>
                </a:r>
              </a:p>
            </p:txBody>
          </p:sp>
          <p:sp>
            <p:nvSpPr>
              <p:cNvPr id="115750" name="Line 37">
                <a:extLst>
                  <a:ext uri="{FF2B5EF4-FFF2-40B4-BE49-F238E27FC236}">
                    <a16:creationId xmlns:a16="http://schemas.microsoft.com/office/drawing/2014/main" id="{22CD0B28-DA25-4B10-A5E3-9F3ED4D218F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6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51" name="Line 38">
                <a:extLst>
                  <a:ext uri="{FF2B5EF4-FFF2-40B4-BE49-F238E27FC236}">
                    <a16:creationId xmlns:a16="http://schemas.microsoft.com/office/drawing/2014/main" id="{ABA87A75-807F-4DD2-B98D-D0E7A94BBF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0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52" name="Line 39">
                <a:extLst>
                  <a:ext uri="{FF2B5EF4-FFF2-40B4-BE49-F238E27FC236}">
                    <a16:creationId xmlns:a16="http://schemas.microsoft.com/office/drawing/2014/main" id="{EFD5B65D-CCA3-48C9-B4B3-49ED41B3257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20" y="1254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53" name="Line 40">
                <a:extLst>
                  <a:ext uri="{FF2B5EF4-FFF2-40B4-BE49-F238E27FC236}">
                    <a16:creationId xmlns:a16="http://schemas.microsoft.com/office/drawing/2014/main" id="{B7A60B92-C1DA-4B5B-AC4F-9A8F6618F57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38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54" name="Line 41">
                <a:extLst>
                  <a:ext uri="{FF2B5EF4-FFF2-40B4-BE49-F238E27FC236}">
                    <a16:creationId xmlns:a16="http://schemas.microsoft.com/office/drawing/2014/main" id="{5243456A-6345-4255-A49F-B680E09F4D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12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55" name="Rectangle 42">
                <a:extLst>
                  <a:ext uri="{FF2B5EF4-FFF2-40B4-BE49-F238E27FC236}">
                    <a16:creationId xmlns:a16="http://schemas.microsoft.com/office/drawing/2014/main" id="{BA9E9906-DC4A-4AC5-9B42-0AA313E9D6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32" y="1212"/>
                <a:ext cx="138" cy="37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115727" name="Group 43">
              <a:extLst>
                <a:ext uri="{FF2B5EF4-FFF2-40B4-BE49-F238E27FC236}">
                  <a16:creationId xmlns:a16="http://schemas.microsoft.com/office/drawing/2014/main" id="{54849402-255D-42E7-89F2-4DBD8D9B8E8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7" y="3092"/>
              <a:ext cx="2676" cy="416"/>
              <a:chOff x="3006" y="1205"/>
              <a:chExt cx="2676" cy="416"/>
            </a:xfrm>
          </p:grpSpPr>
          <p:sp>
            <p:nvSpPr>
              <p:cNvPr id="115732" name="Rectangle 44">
                <a:extLst>
                  <a:ext uri="{FF2B5EF4-FFF2-40B4-BE49-F238E27FC236}">
                    <a16:creationId xmlns:a16="http://schemas.microsoft.com/office/drawing/2014/main" id="{0C8F6CD0-13F9-4652-A351-25D5072316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8" y="1212"/>
                <a:ext cx="2634" cy="342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5733" name="Rectangle 45">
                <a:extLst>
                  <a:ext uri="{FF2B5EF4-FFF2-40B4-BE49-F238E27FC236}">
                    <a16:creationId xmlns:a16="http://schemas.microsoft.com/office/drawing/2014/main" id="{6CA6B389-71AE-483F-AED5-2201A48AD6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06" y="1242"/>
                <a:ext cx="2634" cy="34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115734" name="Text Box 46">
                <a:extLst>
                  <a:ext uri="{FF2B5EF4-FFF2-40B4-BE49-F238E27FC236}">
                    <a16:creationId xmlns:a16="http://schemas.microsoft.com/office/drawing/2014/main" id="{A5EDEBF3-356D-4B3B-83C3-9F16082C826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734" y="1205"/>
                <a:ext cx="272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ID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=x</a:t>
                </a:r>
              </a:p>
            </p:txBody>
          </p:sp>
          <p:sp>
            <p:nvSpPr>
              <p:cNvPr id="115735" name="Text Box 47">
                <a:extLst>
                  <a:ext uri="{FF2B5EF4-FFF2-40B4-BE49-F238E27FC236}">
                    <a16:creationId xmlns:a16="http://schemas.microsoft.com/office/drawing/2014/main" id="{AEABFD4D-95F6-4D97-BDE1-49471825B3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8" y="1217"/>
                <a:ext cx="468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offset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=370</a:t>
                </a:r>
              </a:p>
            </p:txBody>
          </p:sp>
          <p:sp>
            <p:nvSpPr>
              <p:cNvPr id="115736" name="Text Box 48">
                <a:extLst>
                  <a:ext uri="{FF2B5EF4-FFF2-40B4-BE49-F238E27FC236}">
                    <a16:creationId xmlns:a16="http://schemas.microsoft.com/office/drawing/2014/main" id="{E4A890F7-E022-4FCB-8257-171303329C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17" y="1217"/>
                <a:ext cx="596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fragflag</a:t>
                </a:r>
              </a:p>
              <a:p>
                <a:pPr algn="ctr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=0</a:t>
                </a:r>
              </a:p>
            </p:txBody>
          </p:sp>
          <p:sp>
            <p:nvSpPr>
              <p:cNvPr id="115737" name="Text Box 49">
                <a:extLst>
                  <a:ext uri="{FF2B5EF4-FFF2-40B4-BE49-F238E27FC236}">
                    <a16:creationId xmlns:a16="http://schemas.microsoft.com/office/drawing/2014/main" id="{2D4A454F-19B6-40AC-8081-8622F9CD4F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30" y="1205"/>
                <a:ext cx="520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length</a:t>
                </a:r>
              </a:p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TW" sz="1800">
                    <a:latin typeface="Arial" panose="020B0604020202020204" pitchFamily="34" charset="0"/>
                  </a:rPr>
                  <a:t>=1040</a:t>
                </a:r>
              </a:p>
            </p:txBody>
          </p:sp>
          <p:sp>
            <p:nvSpPr>
              <p:cNvPr id="115738" name="Line 50">
                <a:extLst>
                  <a:ext uri="{FF2B5EF4-FFF2-40B4-BE49-F238E27FC236}">
                    <a16:creationId xmlns:a16="http://schemas.microsoft.com/office/drawing/2014/main" id="{944F9AA0-EE40-46C5-B775-50D102D82D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46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39" name="Line 51">
                <a:extLst>
                  <a:ext uri="{FF2B5EF4-FFF2-40B4-BE49-F238E27FC236}">
                    <a16:creationId xmlns:a16="http://schemas.microsoft.com/office/drawing/2014/main" id="{93A057BC-B6B3-4410-B8C0-B852BB1C58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50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40" name="Line 52">
                <a:extLst>
                  <a:ext uri="{FF2B5EF4-FFF2-40B4-BE49-F238E27FC236}">
                    <a16:creationId xmlns:a16="http://schemas.microsoft.com/office/drawing/2014/main" id="{5758A2D4-1882-4C6E-AB5C-716546A028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20" y="1254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41" name="Line 53">
                <a:extLst>
                  <a:ext uri="{FF2B5EF4-FFF2-40B4-BE49-F238E27FC236}">
                    <a16:creationId xmlns:a16="http://schemas.microsoft.com/office/drawing/2014/main" id="{C2234136-433D-460A-8191-7A1A49FC813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38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42" name="Line 54">
                <a:extLst>
                  <a:ext uri="{FF2B5EF4-FFF2-40B4-BE49-F238E27FC236}">
                    <a16:creationId xmlns:a16="http://schemas.microsoft.com/office/drawing/2014/main" id="{C48D6267-1035-4E1D-B7EF-55DACF59A9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12" y="1242"/>
                <a:ext cx="0" cy="3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HK" altLang="en-US"/>
              </a:p>
            </p:txBody>
          </p:sp>
          <p:sp>
            <p:nvSpPr>
              <p:cNvPr id="115743" name="Rectangle 55">
                <a:extLst>
                  <a:ext uri="{FF2B5EF4-FFF2-40B4-BE49-F238E27FC236}">
                    <a16:creationId xmlns:a16="http://schemas.microsoft.com/office/drawing/2014/main" id="{4C7745BC-2A70-4696-9BE2-CAA0BCC47F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32" y="1212"/>
                <a:ext cx="138" cy="37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TW" altLang="zh-TW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115728" name="Freeform 56">
              <a:extLst>
                <a:ext uri="{FF2B5EF4-FFF2-40B4-BE49-F238E27FC236}">
                  <a16:creationId xmlns:a16="http://schemas.microsoft.com/office/drawing/2014/main" id="{9C0D5695-AF0C-4348-A399-F3C967BEA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37" y="1443"/>
              <a:ext cx="210" cy="1362"/>
            </a:xfrm>
            <a:custGeom>
              <a:avLst/>
              <a:gdLst>
                <a:gd name="T0" fmla="*/ 0 w 210"/>
                <a:gd name="T1" fmla="*/ 0 h 1362"/>
                <a:gd name="T2" fmla="*/ 0 w 210"/>
                <a:gd name="T3" fmla="*/ 1362 h 1362"/>
                <a:gd name="T4" fmla="*/ 210 w 210"/>
                <a:gd name="T5" fmla="*/ 858 h 1362"/>
                <a:gd name="T6" fmla="*/ 0 60000 65536"/>
                <a:gd name="T7" fmla="*/ 0 60000 65536"/>
                <a:gd name="T8" fmla="*/ 0 60000 65536"/>
                <a:gd name="T9" fmla="*/ 0 w 210"/>
                <a:gd name="T10" fmla="*/ 0 h 1362"/>
                <a:gd name="T11" fmla="*/ 210 w 210"/>
                <a:gd name="T12" fmla="*/ 1362 h 136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0" h="1362">
                  <a:moveTo>
                    <a:pt x="0" y="0"/>
                  </a:moveTo>
                  <a:lnTo>
                    <a:pt x="0" y="1362"/>
                  </a:lnTo>
                  <a:lnTo>
                    <a:pt x="210" y="858"/>
                  </a:lnTo>
                </a:path>
              </a:pathLst>
            </a:custGeom>
            <a:noFill/>
            <a:ln w="19050" cap="flat" cmpd="sng">
              <a:solidFill>
                <a:srgbClr val="CC0000"/>
              </a:solidFill>
              <a:prstDash val="solid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29" name="Line 57">
              <a:extLst>
                <a:ext uri="{FF2B5EF4-FFF2-40B4-BE49-F238E27FC236}">
                  <a16:creationId xmlns:a16="http://schemas.microsoft.com/office/drawing/2014/main" id="{2B13DEDE-94AA-49BB-AD4B-083DD634D5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7" y="2787"/>
              <a:ext cx="228" cy="0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30" name="Line 58">
              <a:extLst>
                <a:ext uri="{FF2B5EF4-FFF2-40B4-BE49-F238E27FC236}">
                  <a16:creationId xmlns:a16="http://schemas.microsoft.com/office/drawing/2014/main" id="{EFADE5F0-FEB2-4B6B-83BC-73B8A3D69A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43" y="2793"/>
              <a:ext cx="210" cy="498"/>
            </a:xfrm>
            <a:prstGeom prst="line">
              <a:avLst/>
            </a:prstGeom>
            <a:noFill/>
            <a:ln w="19050">
              <a:solidFill>
                <a:srgbClr val="CC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HK" altLang="en-US"/>
            </a:p>
          </p:txBody>
        </p:sp>
        <p:sp>
          <p:nvSpPr>
            <p:cNvPr id="115731" name="Text Box 59">
              <a:extLst>
                <a:ext uri="{FF2B5EF4-FFF2-40B4-BE49-F238E27FC236}">
                  <a16:creationId xmlns:a16="http://schemas.microsoft.com/office/drawing/2014/main" id="{AD70ACCA-5428-476D-9524-7D65268109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21" y="1490"/>
              <a:ext cx="198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solidFill>
                    <a:srgbClr val="CC0000"/>
                  </a:solidFill>
                  <a:latin typeface="Arial" panose="020B0604020202020204" pitchFamily="34" charset="0"/>
                </a:rPr>
                <a:t>one large datagram becomes</a:t>
              </a:r>
            </a:p>
            <a:p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TW" sz="1800" i="1">
                  <a:solidFill>
                    <a:srgbClr val="CC0000"/>
                  </a:solidFill>
                  <a:latin typeface="Arial" panose="020B0604020202020204" pitchFamily="34" charset="0"/>
                </a:rPr>
                <a:t>several smaller datagrams</a:t>
              </a:r>
            </a:p>
          </p:txBody>
        </p:sp>
      </p:grpSp>
      <p:sp>
        <p:nvSpPr>
          <p:cNvPr id="115718" name="Rectangle 60">
            <a:extLst>
              <a:ext uri="{FF2B5EF4-FFF2-40B4-BE49-F238E27FC236}">
                <a16:creationId xmlns:a16="http://schemas.microsoft.com/office/drawing/2014/main" id="{5DDB1AA6-7A8E-4E81-BF57-FABE805FAF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788" y="1801813"/>
            <a:ext cx="2830512" cy="1677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</a:rPr>
              <a:t>example:</a:t>
            </a:r>
          </a:p>
          <a:p>
            <a:r>
              <a:rPr lang="en-US" altLang="zh-TW" sz="2000" dirty="0"/>
              <a:t>4000 byte datagram</a:t>
            </a:r>
          </a:p>
          <a:p>
            <a:r>
              <a:rPr lang="en-US" altLang="zh-TW" sz="2000" dirty="0"/>
              <a:t>MTU = 1500 bytes</a:t>
            </a:r>
          </a:p>
          <a:p>
            <a:endParaRPr lang="en-US" altLang="zh-TW" sz="2000" dirty="0"/>
          </a:p>
        </p:txBody>
      </p:sp>
      <p:sp>
        <p:nvSpPr>
          <p:cNvPr id="577597" name="Text Box 61">
            <a:extLst>
              <a:ext uri="{FF2B5EF4-FFF2-40B4-BE49-F238E27FC236}">
                <a16:creationId xmlns:a16="http://schemas.microsoft.com/office/drawing/2014/main" id="{FDF9E310-4CB6-40C3-9E9B-ECC1C5624D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3238500"/>
            <a:ext cx="1606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70C0"/>
                </a:solidFill>
                <a:latin typeface="Arial" panose="020B0604020202020204" pitchFamily="34" charset="0"/>
              </a:rPr>
              <a:t>1480</a:t>
            </a:r>
            <a:r>
              <a:rPr lang="en-US" altLang="zh-TW" sz="1800">
                <a:latin typeface="Arial" panose="020B0604020202020204" pitchFamily="34" charset="0"/>
              </a:rPr>
              <a:t> bytes in </a:t>
            </a:r>
            <a:br>
              <a:rPr lang="en-US" altLang="zh-TW" sz="1800">
                <a:latin typeface="Arial" panose="020B0604020202020204" pitchFamily="34" charset="0"/>
              </a:rPr>
            </a:br>
            <a:r>
              <a:rPr lang="en-US" altLang="zh-TW" sz="1800">
                <a:latin typeface="Arial" panose="020B0604020202020204" pitchFamily="34" charset="0"/>
              </a:rPr>
              <a:t>data field</a:t>
            </a:r>
          </a:p>
        </p:txBody>
      </p:sp>
      <p:sp>
        <p:nvSpPr>
          <p:cNvPr id="577599" name="Text Box 63">
            <a:extLst>
              <a:ext uri="{FF2B5EF4-FFF2-40B4-BE49-F238E27FC236}">
                <a16:creationId xmlns:a16="http://schemas.microsoft.com/office/drawing/2014/main" id="{16C5A492-FB33-4B5B-B760-3CA3306401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4950" y="4071938"/>
            <a:ext cx="9461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latin typeface="Arial" panose="020B0604020202020204" pitchFamily="34" charset="0"/>
              </a:rPr>
              <a:t>offset =</a:t>
            </a:r>
          </a:p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800">
                <a:solidFill>
                  <a:srgbClr val="0070C0"/>
                </a:solidFill>
                <a:latin typeface="Arial" panose="020B0604020202020204" pitchFamily="34" charset="0"/>
              </a:rPr>
              <a:t>1480/8</a:t>
            </a:r>
            <a:r>
              <a:rPr lang="en-US" altLang="zh-TW" sz="1800"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36873" name="Rectangle 66">
            <a:extLst>
              <a:ext uri="{FF2B5EF4-FFF2-40B4-BE49-F238E27FC236}">
                <a16:creationId xmlns:a16="http://schemas.microsoft.com/office/drawing/2014/main" id="{77214B93-285D-4CAA-94C6-82B8E2E2B19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85738"/>
            <a:ext cx="7772400" cy="930275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IP fragmentation, reassembly</a:t>
            </a:r>
          </a:p>
        </p:txBody>
      </p:sp>
      <p:pic>
        <p:nvPicPr>
          <p:cNvPr id="115722" name="Picture 67" descr="underline_base">
            <a:extLst>
              <a:ext uri="{FF2B5EF4-FFF2-40B4-BE49-F238E27FC236}">
                <a16:creationId xmlns:a16="http://schemas.microsoft.com/office/drawing/2014/main" id="{8B682702-77D0-4322-8EB6-6A92D53AC626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025" y="881063"/>
            <a:ext cx="68564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7604" name="Line 68">
            <a:extLst>
              <a:ext uri="{FF2B5EF4-FFF2-40B4-BE49-F238E27FC236}">
                <a16:creationId xmlns:a16="http://schemas.microsoft.com/office/drawing/2014/main" id="{9AD26896-3666-48E5-9263-4A768CBF82C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85963" y="3590925"/>
            <a:ext cx="26193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  <p:sp>
        <p:nvSpPr>
          <p:cNvPr id="577605" name="Line 69">
            <a:extLst>
              <a:ext uri="{FF2B5EF4-FFF2-40B4-BE49-F238E27FC236}">
                <a16:creationId xmlns:a16="http://schemas.microsoft.com/office/drawing/2014/main" id="{EB33A999-AECA-4CD8-8EC3-3F07BDC2E87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19338" y="4394200"/>
            <a:ext cx="46720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HK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77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77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577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7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7597" grpId="0"/>
      <p:bldP spid="57759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>
            <a:extLst>
              <a:ext uri="{FF2B5EF4-FFF2-40B4-BE49-F238E27FC236}">
                <a16:creationId xmlns:a16="http://schemas.microsoft.com/office/drawing/2014/main" id="{9981DCB0-17C8-4732-A86F-5EB178C83E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Application Layer</a:t>
            </a:r>
          </a:p>
        </p:txBody>
      </p:sp>
      <p:sp>
        <p:nvSpPr>
          <p:cNvPr id="117763" name="Rectangle 8">
            <a:extLst>
              <a:ext uri="{FF2B5EF4-FFF2-40B4-BE49-F238E27FC236}">
                <a16:creationId xmlns:a16="http://schemas.microsoft.com/office/drawing/2014/main" id="{7D8D44D1-27CE-42B5-BC5B-D74479A2E6A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200">
                <a:latin typeface="Tahoma" panose="020B0604030504040204" pitchFamily="34" charset="0"/>
              </a:rPr>
              <a:t>2-</a:t>
            </a:r>
            <a:fld id="{70C92C63-C6E6-435E-A6F5-0AEE857026C9}" type="slidenum">
              <a:rPr lang="en-US" altLang="zh-TW" sz="1200" smtClean="0">
                <a:latin typeface="Tahoma" panose="020B060403050404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n-US" altLang="zh-TW" sz="1200">
              <a:latin typeface="Tahoma" panose="020B0604030504040204" pitchFamily="34" charset="0"/>
            </a:endParaRPr>
          </a:p>
        </p:txBody>
      </p:sp>
      <p:pic>
        <p:nvPicPr>
          <p:cNvPr id="117764" name="Picture 9" descr="underline_base">
            <a:extLst>
              <a:ext uri="{FF2B5EF4-FFF2-40B4-BE49-F238E27FC236}">
                <a16:creationId xmlns:a16="http://schemas.microsoft.com/office/drawing/2014/main" id="{75537528-F25D-4845-B445-3E8E184FAB3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175" y="942975"/>
            <a:ext cx="73136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7765" name="Rectangle 2">
            <a:extLst>
              <a:ext uri="{FF2B5EF4-FFF2-40B4-BE49-F238E27FC236}">
                <a16:creationId xmlns:a16="http://schemas.microsoft.com/office/drawing/2014/main" id="{0BA5DCA2-A262-4E3B-9939-6D35EE9434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6725" y="234950"/>
            <a:ext cx="7772400" cy="958850"/>
          </a:xfrm>
        </p:spPr>
        <p:txBody>
          <a:bodyPr/>
          <a:lstStyle/>
          <a:p>
            <a:r>
              <a:rPr lang="en-US" altLang="zh-TW" sz="3800">
                <a:ea typeface="ＭＳ Ｐゴシック" panose="020B0600070205080204" pitchFamily="34" charset="-128"/>
              </a:rPr>
              <a:t>IP fragmentation, reassembly (cont’d)</a:t>
            </a:r>
          </a:p>
        </p:txBody>
      </p:sp>
      <p:sp>
        <p:nvSpPr>
          <p:cNvPr id="117766" name="內容版面配置區 6">
            <a:extLst>
              <a:ext uri="{FF2B5EF4-FFF2-40B4-BE49-F238E27FC236}">
                <a16:creationId xmlns:a16="http://schemas.microsoft.com/office/drawing/2014/main" id="{7A91BF1C-4E59-48A1-8B04-1424883C2916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>
              <a:ea typeface="ＭＳ Ｐゴシック" panose="020B0600070205080204" pitchFamily="34" charset="-128"/>
            </a:endParaRPr>
          </a:p>
        </p:txBody>
      </p:sp>
      <p:pic>
        <p:nvPicPr>
          <p:cNvPr id="117767" name="Picture 2">
            <a:extLst>
              <a:ext uri="{FF2B5EF4-FFF2-40B4-BE49-F238E27FC236}">
                <a16:creationId xmlns:a16="http://schemas.microsoft.com/office/drawing/2014/main" id="{B6CEE04F-09E8-476B-AA14-7AA03068F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725" y="2143125"/>
            <a:ext cx="8423275" cy="280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730" name="Picture 2" descr="underline_base">
            <a:extLst>
              <a:ext uri="{FF2B5EF4-FFF2-40B4-BE49-F238E27FC236}">
                <a16:creationId xmlns:a16="http://schemas.microsoft.com/office/drawing/2014/main" id="{9F3665EE-8AF0-4E7B-92B1-3E82BB68BEC7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1" name="Rectangle 3">
            <a:extLst>
              <a:ext uri="{FF2B5EF4-FFF2-40B4-BE49-F238E27FC236}">
                <a16:creationId xmlns:a16="http://schemas.microsoft.com/office/drawing/2014/main" id="{AA859265-B3D9-4370-97AB-913E84FF17E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8798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4.1 Overview of Network layer</a:t>
            </a:r>
          </a:p>
          <a:p>
            <a:pPr lvl="1"/>
            <a:r>
              <a:rPr lang="en-US" altLang="zh-HK" dirty="0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 plane</a:t>
            </a:r>
          </a:p>
          <a:p>
            <a:pPr lvl="1"/>
            <a:r>
              <a:rPr lang="en-US" altLang="zh-HK" dirty="0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control plane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4.2 What</a:t>
            </a:r>
            <a:r>
              <a:rPr lang="ja-JP" altLang="en-US" sz="24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’</a:t>
            </a:r>
            <a:r>
              <a:rPr lang="en-US" altLang="ja-JP" sz="24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 inside a router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 dirty="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4.3 IP: Internet Protocol</a:t>
            </a:r>
          </a:p>
          <a:p>
            <a:pPr lvl="1"/>
            <a:r>
              <a:rPr lang="en-US" altLang="zh-HK" dirty="0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datagram format</a:t>
            </a:r>
          </a:p>
          <a:p>
            <a:pPr lvl="1"/>
            <a:r>
              <a:rPr lang="en-US" altLang="zh-HK" dirty="0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fragmentation</a:t>
            </a:r>
          </a:p>
          <a:p>
            <a:pPr lvl="1"/>
            <a:r>
              <a:rPr lang="en-US" altLang="zh-HK" dirty="0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IPv4 addressing</a:t>
            </a:r>
          </a:p>
          <a:p>
            <a:pPr lvl="1"/>
            <a:r>
              <a:rPr lang="en-US" altLang="zh-HK" dirty="0">
                <a:solidFill>
                  <a:srgbClr val="00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network address translation</a:t>
            </a:r>
          </a:p>
          <a:p>
            <a:pPr lvl="1"/>
            <a:r>
              <a:rPr lang="en-US" altLang="zh-HK" dirty="0">
                <a:solidFill>
                  <a:srgbClr val="00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IPv6</a:t>
            </a:r>
          </a:p>
        </p:txBody>
      </p:sp>
      <p:sp>
        <p:nvSpPr>
          <p:cNvPr id="73732" name="Rectangle 4">
            <a:extLst>
              <a:ext uri="{FF2B5EF4-FFF2-40B4-BE49-F238E27FC236}">
                <a16:creationId xmlns:a16="http://schemas.microsoft.com/office/drawing/2014/main" id="{FC107544-1D9D-4A4B-861A-0868EE27AAAA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4.4 Generalized Forward and SDN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match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action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OpenFlow  examples of match-plus-action in action</a:t>
            </a:r>
          </a:p>
          <a:p>
            <a:endParaRPr lang="en-US" altLang="zh-HK" sz="2400">
              <a:ea typeface="ＭＳ Ｐゴシック" panose="020B0600070205080204" pitchFamily="34" charset="-128"/>
              <a:cs typeface="ＭＳ Ｐゴシック" panose="020B0600070205080204" pitchFamily="34" charset="-128"/>
            </a:endParaRPr>
          </a:p>
        </p:txBody>
      </p:sp>
      <p:sp>
        <p:nvSpPr>
          <p:cNvPr id="73733" name="Rectangle 2">
            <a:extLst>
              <a:ext uri="{FF2B5EF4-FFF2-40B4-BE49-F238E27FC236}">
                <a16:creationId xmlns:a16="http://schemas.microsoft.com/office/drawing/2014/main" id="{F4E2DFA2-8064-4B5E-A8F3-014230879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</a:rPr>
              <a:t>Chapter 4: outline</a:t>
            </a:r>
          </a:p>
        </p:txBody>
      </p:sp>
      <p:sp>
        <p:nvSpPr>
          <p:cNvPr id="73734" name="Slide Number Placeholder 5">
            <a:extLst>
              <a:ext uri="{FF2B5EF4-FFF2-40B4-BE49-F238E27FC236}">
                <a16:creationId xmlns:a16="http://schemas.microsoft.com/office/drawing/2014/main" id="{17D839D8-3936-4951-9ABD-3D4D8189B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561975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5B2CBACC-506D-440D-A1B8-1C58145507D9}" type="slidenum">
              <a:rPr lang="en-US" altLang="zh-HK">
                <a:latin typeface="Tahoma" panose="020B0604030504040204" pitchFamily="34" charset="0"/>
              </a:rPr>
              <a:pPr/>
              <a:t>27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73735" name="Footer Placeholder 2">
            <a:extLst>
              <a:ext uri="{FF2B5EF4-FFF2-40B4-BE49-F238E27FC236}">
                <a16:creationId xmlns:a16="http://schemas.microsoft.com/office/drawing/2014/main" id="{429111B8-84FA-41B3-A160-91DDCF0C9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Slide Number Placeholder 4">
            <a:extLst>
              <a:ext uri="{FF2B5EF4-FFF2-40B4-BE49-F238E27FC236}">
                <a16:creationId xmlns:a16="http://schemas.microsoft.com/office/drawing/2014/main" id="{E391D2DD-1E93-4A4C-8774-5F299D120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26238B6-D2EA-4614-80D6-F1A9D986BAAF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0835" name="Rectangle 2">
            <a:extLst>
              <a:ext uri="{FF2B5EF4-FFF2-40B4-BE49-F238E27FC236}">
                <a16:creationId xmlns:a16="http://schemas.microsoft.com/office/drawing/2014/main" id="{AF8C7678-ADF4-43BE-874D-47FA75A9F8C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IPv4 Network Addresses</a:t>
            </a:r>
          </a:p>
        </p:txBody>
      </p:sp>
      <p:sp>
        <p:nvSpPr>
          <p:cNvPr id="120836" name="Rectangle 3">
            <a:extLst>
              <a:ext uri="{FF2B5EF4-FFF2-40B4-BE49-F238E27FC236}">
                <a16:creationId xmlns:a16="http://schemas.microsoft.com/office/drawing/2014/main" id="{3316D204-4D74-43B4-8104-0453E7A23E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235075"/>
            <a:ext cx="7772400" cy="5013325"/>
          </a:xfrm>
        </p:spPr>
        <p:txBody>
          <a:bodyPr/>
          <a:lstStyle/>
          <a:p>
            <a:pPr eaLnBrk="1" hangingPunct="1"/>
            <a:r>
              <a:rPr lang="en-US" altLang="en-US">
                <a:solidFill>
                  <a:srgbClr val="FF0000"/>
                </a:solidFill>
              </a:rPr>
              <a:t>IPv4</a:t>
            </a:r>
            <a:r>
              <a:rPr lang="en-US" altLang="en-US"/>
              <a:t> Address</a:t>
            </a:r>
          </a:p>
          <a:p>
            <a:pPr lvl="1" eaLnBrk="1" hangingPunct="1"/>
            <a:r>
              <a:rPr lang="en-US" altLang="en-US"/>
              <a:t>The current addressing standard used in the Internet</a:t>
            </a:r>
          </a:p>
          <a:p>
            <a:pPr lvl="1" eaLnBrk="1" hangingPunct="1"/>
            <a:r>
              <a:rPr lang="en-US" altLang="en-US">
                <a:solidFill>
                  <a:srgbClr val="0070C0"/>
                </a:solidFill>
              </a:rPr>
              <a:t>32 bits</a:t>
            </a:r>
          </a:p>
          <a:p>
            <a:pPr lvl="1" eaLnBrk="1" hangingPunct="1"/>
            <a:r>
              <a:rPr lang="en-US" altLang="en-US">
                <a:solidFill>
                  <a:srgbClr val="0070C0"/>
                </a:solidFill>
              </a:rPr>
              <a:t>Common representations:</a:t>
            </a:r>
          </a:p>
          <a:p>
            <a:pPr lvl="2" eaLnBrk="1" hangingPunct="1"/>
            <a:r>
              <a:rPr lang="en-US" altLang="en-US">
                <a:latin typeface="Gill Sans MT" panose="020B0502020104020203" pitchFamily="34" charset="0"/>
              </a:rPr>
              <a:t>Dot notation: 192.168.1.1</a:t>
            </a:r>
          </a:p>
          <a:p>
            <a:pPr lvl="2" eaLnBrk="1" hangingPunct="1"/>
            <a:r>
              <a:rPr lang="en-US" altLang="en-US">
                <a:latin typeface="Gill Sans MT" panose="020B0502020104020203" pitchFamily="34" charset="0"/>
              </a:rPr>
              <a:t>Binary:</a:t>
            </a:r>
          </a:p>
          <a:p>
            <a:pPr lvl="2" eaLnBrk="1" hangingPunct="1"/>
            <a:endParaRPr lang="en-US" altLang="en-US">
              <a:latin typeface="Gill Sans MT" panose="020B0502020104020203" pitchFamily="34" charset="0"/>
            </a:endParaRPr>
          </a:p>
          <a:p>
            <a:pPr lvl="2" eaLnBrk="1" hangingPunct="1"/>
            <a:endParaRPr lang="en-US" altLang="en-US">
              <a:latin typeface="Gill Sans MT" panose="020B0502020104020203" pitchFamily="34" charset="0"/>
            </a:endParaRPr>
          </a:p>
          <a:p>
            <a:pPr lvl="1" eaLnBrk="1" hangingPunct="1"/>
            <a:r>
              <a:rPr lang="en-US" altLang="en-US">
                <a:solidFill>
                  <a:srgbClr val="0070C0"/>
                </a:solidFill>
              </a:rPr>
              <a:t>Address space</a:t>
            </a:r>
            <a:r>
              <a:rPr lang="en-US" altLang="en-US"/>
              <a:t>: 4,294,967,296</a:t>
            </a:r>
          </a:p>
          <a:p>
            <a:pPr lvl="2" eaLnBrk="1" hangingPunct="1"/>
            <a:r>
              <a:rPr lang="en-US" altLang="en-US">
                <a:latin typeface="Gill Sans MT" panose="020B0502020104020203" pitchFamily="34" charset="0"/>
              </a:rPr>
              <a:t>USA (35.9%, 4.9 IP addresses per person)</a:t>
            </a:r>
            <a:r>
              <a:rPr lang="en-US" altLang="en-US" baseline="30000">
                <a:latin typeface="Gill Sans MT" panose="020B0502020104020203" pitchFamily="34" charset="0"/>
              </a:rPr>
              <a:t> #</a:t>
            </a:r>
            <a:endParaRPr lang="en-US" altLang="en-US">
              <a:latin typeface="Gill Sans MT" panose="020B0502020104020203" pitchFamily="34" charset="0"/>
            </a:endParaRPr>
          </a:p>
          <a:p>
            <a:pPr lvl="2" eaLnBrk="1" hangingPunct="1"/>
            <a:r>
              <a:rPr lang="en-US" altLang="en-US">
                <a:latin typeface="Gill Sans MT" panose="020B0502020104020203" pitchFamily="34" charset="0"/>
              </a:rPr>
              <a:t>Hong Kong (0.3%, 1.6 IP addresses per person)</a:t>
            </a:r>
            <a:r>
              <a:rPr lang="en-US" altLang="en-US" baseline="30000">
                <a:latin typeface="Gill Sans MT" panose="020B0502020104020203" pitchFamily="34" charset="0"/>
              </a:rPr>
              <a:t> #</a:t>
            </a:r>
          </a:p>
          <a:p>
            <a:pPr lvl="2" eaLnBrk="1" hangingPunct="1"/>
            <a:r>
              <a:rPr lang="en-US" altLang="en-US">
                <a:latin typeface="Gill Sans MT" panose="020B0502020104020203" pitchFamily="34" charset="0"/>
              </a:rPr>
              <a:t>China (7.7%, 0.25 IP addresses per person)</a:t>
            </a:r>
            <a:r>
              <a:rPr lang="en-US" altLang="en-US" baseline="30000">
                <a:latin typeface="Gill Sans MT" panose="020B0502020104020203" pitchFamily="34" charset="0"/>
              </a:rPr>
              <a:t> #</a:t>
            </a:r>
            <a:endParaRPr lang="en-US" altLang="en-US">
              <a:latin typeface="Gill Sans MT" panose="020B0502020104020203" pitchFamily="34" charset="0"/>
            </a:endParaRPr>
          </a:p>
          <a:p>
            <a:pPr lvl="1" eaLnBrk="1" hangingPunct="1">
              <a:buFont typeface="Wingdings" panose="05000000000000000000" pitchFamily="2" charset="2"/>
              <a:buNone/>
            </a:pPr>
            <a:endParaRPr lang="en-US" altLang="en-US"/>
          </a:p>
        </p:txBody>
      </p:sp>
      <p:sp>
        <p:nvSpPr>
          <p:cNvPr id="120837" name="Rectangle 1">
            <a:extLst>
              <a:ext uri="{FF2B5EF4-FFF2-40B4-BE49-F238E27FC236}">
                <a16:creationId xmlns:a16="http://schemas.microsoft.com/office/drawing/2014/main" id="{08DC7BE8-1E42-454D-9849-00CF7D6DA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6175" y="392430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11000000</a:t>
            </a:r>
          </a:p>
        </p:txBody>
      </p:sp>
      <p:sp>
        <p:nvSpPr>
          <p:cNvPr id="120838" name="Rectangle 49">
            <a:extLst>
              <a:ext uri="{FF2B5EF4-FFF2-40B4-BE49-F238E27FC236}">
                <a16:creationId xmlns:a16="http://schemas.microsoft.com/office/drawing/2014/main" id="{78EE3F37-133A-4B21-AD78-C4FAEECCD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8175" y="392430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10101000</a:t>
            </a:r>
          </a:p>
        </p:txBody>
      </p:sp>
      <p:sp>
        <p:nvSpPr>
          <p:cNvPr id="120839" name="Rectangle 53">
            <a:extLst>
              <a:ext uri="{FF2B5EF4-FFF2-40B4-BE49-F238E27FC236}">
                <a16:creationId xmlns:a16="http://schemas.microsoft.com/office/drawing/2014/main" id="{F65AB5E2-9A2A-463A-BB39-82B28200A5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0175" y="392430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00000001</a:t>
            </a:r>
          </a:p>
        </p:txBody>
      </p:sp>
      <p:sp>
        <p:nvSpPr>
          <p:cNvPr id="120840" name="Rectangle 55">
            <a:extLst>
              <a:ext uri="{FF2B5EF4-FFF2-40B4-BE49-F238E27FC236}">
                <a16:creationId xmlns:a16="http://schemas.microsoft.com/office/drawing/2014/main" id="{D7F4AFFA-B55E-4331-A3B7-E6C00751D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2175" y="392430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00000001</a:t>
            </a:r>
          </a:p>
        </p:txBody>
      </p:sp>
      <p:cxnSp>
        <p:nvCxnSpPr>
          <p:cNvPr id="120841" name="Straight Arrow Connector 3">
            <a:extLst>
              <a:ext uri="{FF2B5EF4-FFF2-40B4-BE49-F238E27FC236}">
                <a16:creationId xmlns:a16="http://schemas.microsoft.com/office/drawing/2014/main" id="{EC42B935-6791-466A-8888-85CA28FA0C07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797175" y="3124200"/>
            <a:ext cx="685800" cy="800100"/>
          </a:xfrm>
          <a:prstGeom prst="straightConnector1">
            <a:avLst/>
          </a:prstGeom>
          <a:noFill/>
          <a:ln w="12700" algn="ctr">
            <a:solidFill>
              <a:schemeClr val="accent2"/>
            </a:solidFill>
            <a:prstDash val="dash"/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0842" name="Straight Arrow Connector 5">
            <a:extLst>
              <a:ext uri="{FF2B5EF4-FFF2-40B4-BE49-F238E27FC236}">
                <a16:creationId xmlns:a16="http://schemas.microsoft.com/office/drawing/2014/main" id="{876F07B1-B127-495F-AECF-34ECC822939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559175" y="3124200"/>
            <a:ext cx="381000" cy="800100"/>
          </a:xfrm>
          <a:prstGeom prst="straightConnector1">
            <a:avLst/>
          </a:prstGeom>
          <a:noFill/>
          <a:ln w="12700" algn="ctr">
            <a:solidFill>
              <a:schemeClr val="accent2"/>
            </a:solidFill>
            <a:prstDash val="dash"/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0843" name="Straight Arrow Connector 7">
            <a:extLst>
              <a:ext uri="{FF2B5EF4-FFF2-40B4-BE49-F238E27FC236}">
                <a16:creationId xmlns:a16="http://schemas.microsoft.com/office/drawing/2014/main" id="{846F966E-E43B-435E-AD3D-7B696077491F}"/>
              </a:ext>
            </a:extLst>
          </p:cNvPr>
          <p:cNvCxnSpPr>
            <a:cxnSpLocks noChangeShapeType="1"/>
            <a:endCxn id="120839" idx="0"/>
          </p:cNvCxnSpPr>
          <p:nvPr/>
        </p:nvCxnSpPr>
        <p:spPr bwMode="auto">
          <a:xfrm>
            <a:off x="4168775" y="3124200"/>
            <a:ext cx="152400" cy="800100"/>
          </a:xfrm>
          <a:prstGeom prst="straightConnector1">
            <a:avLst/>
          </a:prstGeom>
          <a:noFill/>
          <a:ln w="12700" algn="ctr">
            <a:solidFill>
              <a:schemeClr val="accent2"/>
            </a:solidFill>
            <a:prstDash val="dash"/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0844" name="Straight Arrow Connector 9">
            <a:extLst>
              <a:ext uri="{FF2B5EF4-FFF2-40B4-BE49-F238E27FC236}">
                <a16:creationId xmlns:a16="http://schemas.microsoft.com/office/drawing/2014/main" id="{F9192374-A8BF-474D-ABEC-7BAE2CC1FE6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97375" y="3124200"/>
            <a:ext cx="685800" cy="800100"/>
          </a:xfrm>
          <a:prstGeom prst="straightConnector1">
            <a:avLst/>
          </a:prstGeom>
          <a:noFill/>
          <a:ln w="12700" algn="ctr">
            <a:solidFill>
              <a:schemeClr val="accent2"/>
            </a:solidFill>
            <a:prstDash val="dash"/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0845" name="TextBox 10">
            <a:extLst>
              <a:ext uri="{FF2B5EF4-FFF2-40B4-BE49-F238E27FC236}">
                <a16:creationId xmlns:a16="http://schemas.microsoft.com/office/drawing/2014/main" id="{08BF08F3-A20B-46C9-AF13-CB925B0360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4375" y="3900488"/>
            <a:ext cx="4826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MSB</a:t>
            </a:r>
          </a:p>
        </p:txBody>
      </p:sp>
      <p:sp>
        <p:nvSpPr>
          <p:cNvPr id="120846" name="TextBox 56">
            <a:extLst>
              <a:ext uri="{FF2B5EF4-FFF2-40B4-BE49-F238E27FC236}">
                <a16:creationId xmlns:a16="http://schemas.microsoft.com/office/drawing/2014/main" id="{FD8919E5-8C43-443B-BD89-C2D4F8F21C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0838" y="3900488"/>
            <a:ext cx="4413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LSB</a:t>
            </a:r>
          </a:p>
        </p:txBody>
      </p:sp>
      <p:sp>
        <p:nvSpPr>
          <p:cNvPr id="120847" name="TextBox 1">
            <a:extLst>
              <a:ext uri="{FF2B5EF4-FFF2-40B4-BE49-F238E27FC236}">
                <a16:creationId xmlns:a16="http://schemas.microsoft.com/office/drawing/2014/main" id="{4D3A8BA5-3F06-468C-82A2-4512272DE6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7500" y="5719763"/>
            <a:ext cx="56197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# Source: 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  <a:hlinkClick r:id="rId3"/>
              </a:rPr>
              <a:t>https://en.wikipedia.org/wiki/List_of_countries_by_IPv4_address_allocation</a:t>
            </a: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20848" name="Picture 4" descr="underline_base">
            <a:extLst>
              <a:ext uri="{FF2B5EF4-FFF2-40B4-BE49-F238E27FC236}">
                <a16:creationId xmlns:a16="http://schemas.microsoft.com/office/drawing/2014/main" id="{1F81656F-1832-404A-BD9E-45DFDCABEF99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3">
            <a:extLst>
              <a:ext uri="{FF2B5EF4-FFF2-40B4-BE49-F238E27FC236}">
                <a16:creationId xmlns:a16="http://schemas.microsoft.com/office/drawing/2014/main" id="{E6511911-1282-4B43-A80E-635807848F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11275"/>
            <a:ext cx="8245475" cy="2216150"/>
          </a:xfrm>
        </p:spPr>
        <p:txBody>
          <a:bodyPr/>
          <a:lstStyle/>
          <a:p>
            <a:pPr eaLnBrk="1" hangingPunct="1"/>
            <a:r>
              <a:rPr lang="en-US" altLang="en-US" dirty="0"/>
              <a:t>Hierarchical Architecture</a:t>
            </a:r>
          </a:p>
          <a:p>
            <a:pPr lvl="1" eaLnBrk="1" hangingPunct="1"/>
            <a:r>
              <a:rPr lang="en-US" altLang="en-US" dirty="0"/>
              <a:t>An IP address is divided into a </a:t>
            </a:r>
            <a:r>
              <a:rPr lang="en-US" altLang="en-US" dirty="0">
                <a:solidFill>
                  <a:srgbClr val="FF3300"/>
                </a:solidFill>
              </a:rPr>
              <a:t>network </a:t>
            </a:r>
            <a:r>
              <a:rPr lang="en-US" altLang="en-US" dirty="0"/>
              <a:t>and a </a:t>
            </a:r>
            <a:r>
              <a:rPr lang="en-US" altLang="en-US" dirty="0">
                <a:solidFill>
                  <a:srgbClr val="FF3300"/>
                </a:solidFill>
              </a:rPr>
              <a:t>host</a:t>
            </a:r>
            <a:r>
              <a:rPr lang="en-US" altLang="en-US" dirty="0"/>
              <a:t> part.</a:t>
            </a:r>
          </a:p>
          <a:p>
            <a:pPr lvl="1" eaLnBrk="1" hangingPunct="1"/>
            <a:r>
              <a:rPr lang="en-US" altLang="en-US" dirty="0"/>
              <a:t>Compare this to telephone numbers (area code + number)</a:t>
            </a:r>
          </a:p>
          <a:p>
            <a:pPr lvl="1" eaLnBrk="1" hangingPunct="1"/>
            <a:r>
              <a:rPr lang="en-US" altLang="en-US" dirty="0">
                <a:solidFill>
                  <a:srgbClr val="FF0000"/>
                </a:solidFill>
              </a:rPr>
              <a:t>The original hierarchy for IP addresses (now obsolete!)</a:t>
            </a:r>
          </a:p>
        </p:txBody>
      </p:sp>
      <p:sp>
        <p:nvSpPr>
          <p:cNvPr id="122883" name="Rectangle 2">
            <a:extLst>
              <a:ext uri="{FF2B5EF4-FFF2-40B4-BE49-F238E27FC236}">
                <a16:creationId xmlns:a16="http://schemas.microsoft.com/office/drawing/2014/main" id="{3A1FF75F-22BB-4D8C-BF87-F620D69808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Classful IP Address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07517E9-F25D-45AF-B1CC-2F6F70E06AF4}"/>
              </a:ext>
            </a:extLst>
          </p:cNvPr>
          <p:cNvGrpSpPr/>
          <p:nvPr/>
        </p:nvGrpSpPr>
        <p:grpSpPr>
          <a:xfrm>
            <a:off x="1341438" y="3786188"/>
            <a:ext cx="7026275" cy="2170112"/>
            <a:chOff x="1341438" y="3786188"/>
            <a:chExt cx="7026275" cy="2170112"/>
          </a:xfrm>
        </p:grpSpPr>
        <p:sp>
          <p:nvSpPr>
            <p:cNvPr id="122884" name="Rectangle 5">
              <a:extLst>
                <a:ext uri="{FF2B5EF4-FFF2-40B4-BE49-F238E27FC236}">
                  <a16:creationId xmlns:a16="http://schemas.microsoft.com/office/drawing/2014/main" id="{ECC3F859-F3DC-4060-AEF8-66679A0BE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5438" y="3810000"/>
              <a:ext cx="762000" cy="228600"/>
            </a:xfrm>
            <a:prstGeom prst="rect">
              <a:avLst/>
            </a:prstGeom>
            <a:solidFill>
              <a:srgbClr val="CC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FF33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1010101</a:t>
              </a:r>
            </a:p>
          </p:txBody>
        </p:sp>
        <p:sp>
          <p:nvSpPr>
            <p:cNvPr id="122885" name="Rectangle 6">
              <a:extLst>
                <a:ext uri="{FF2B5EF4-FFF2-40B4-BE49-F238E27FC236}">
                  <a16:creationId xmlns:a16="http://schemas.microsoft.com/office/drawing/2014/main" id="{45313F1F-9F97-4AB6-8AD2-BF1E8FA415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7438" y="3810000"/>
              <a:ext cx="762000" cy="228600"/>
            </a:xfrm>
            <a:prstGeom prst="rect">
              <a:avLst/>
            </a:prstGeom>
            <a:solidFill>
              <a:srgbClr val="FFFFCC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10101000</a:t>
              </a:r>
            </a:p>
          </p:txBody>
        </p:sp>
        <p:sp>
          <p:nvSpPr>
            <p:cNvPr id="122886" name="Rectangle 7">
              <a:extLst>
                <a:ext uri="{FF2B5EF4-FFF2-40B4-BE49-F238E27FC236}">
                  <a16:creationId xmlns:a16="http://schemas.microsoft.com/office/drawing/2014/main" id="{4BE62BA8-3392-44A5-9591-F3D09E2E6D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9438" y="3810000"/>
              <a:ext cx="762000" cy="228600"/>
            </a:xfrm>
            <a:prstGeom prst="rect">
              <a:avLst/>
            </a:prstGeom>
            <a:solidFill>
              <a:srgbClr val="FFFFCC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87" name="Rectangle 8">
              <a:extLst>
                <a:ext uri="{FF2B5EF4-FFF2-40B4-BE49-F238E27FC236}">
                  <a16:creationId xmlns:a16="http://schemas.microsoft.com/office/drawing/2014/main" id="{0CF7021E-D3B0-4A3E-B95A-5DDDAAF7D5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1438" y="3810000"/>
              <a:ext cx="762000" cy="228600"/>
            </a:xfrm>
            <a:prstGeom prst="rect">
              <a:avLst/>
            </a:prstGeom>
            <a:solidFill>
              <a:srgbClr val="FFFFCC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88" name="Rectangle 9">
              <a:extLst>
                <a:ext uri="{FF2B5EF4-FFF2-40B4-BE49-F238E27FC236}">
                  <a16:creationId xmlns:a16="http://schemas.microsoft.com/office/drawing/2014/main" id="{A07E3985-2065-45B3-9884-E0A4FB5966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5438" y="4191000"/>
              <a:ext cx="762000" cy="228600"/>
            </a:xfrm>
            <a:prstGeom prst="rect">
              <a:avLst/>
            </a:prstGeom>
            <a:solidFill>
              <a:srgbClr val="CC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1" i="0" u="none" strike="noStrike" kern="1200" cap="none" spc="0" normalizeH="0" baseline="0" noProof="0">
                  <a:ln>
                    <a:noFill/>
                  </a:ln>
                  <a:solidFill>
                    <a:srgbClr val="FF33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010011</a:t>
              </a:r>
            </a:p>
          </p:txBody>
        </p:sp>
        <p:sp>
          <p:nvSpPr>
            <p:cNvPr id="122889" name="Rectangle 10">
              <a:extLst>
                <a:ext uri="{FF2B5EF4-FFF2-40B4-BE49-F238E27FC236}">
                  <a16:creationId xmlns:a16="http://schemas.microsoft.com/office/drawing/2014/main" id="{C1BCD300-40C7-422B-A976-1F9B55658D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7438" y="4191000"/>
              <a:ext cx="762000" cy="228600"/>
            </a:xfrm>
            <a:prstGeom prst="rect">
              <a:avLst/>
            </a:prstGeom>
            <a:solidFill>
              <a:srgbClr val="CC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10101000</a:t>
              </a:r>
            </a:p>
          </p:txBody>
        </p:sp>
        <p:sp>
          <p:nvSpPr>
            <p:cNvPr id="122890" name="Rectangle 11">
              <a:extLst>
                <a:ext uri="{FF2B5EF4-FFF2-40B4-BE49-F238E27FC236}">
                  <a16:creationId xmlns:a16="http://schemas.microsoft.com/office/drawing/2014/main" id="{30D4CA8B-5E23-4991-A12D-985BFFD3F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9438" y="4191000"/>
              <a:ext cx="762000" cy="228600"/>
            </a:xfrm>
            <a:prstGeom prst="rect">
              <a:avLst/>
            </a:prstGeom>
            <a:solidFill>
              <a:srgbClr val="FFFFCC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91" name="Rectangle 12">
              <a:extLst>
                <a:ext uri="{FF2B5EF4-FFF2-40B4-BE49-F238E27FC236}">
                  <a16:creationId xmlns:a16="http://schemas.microsoft.com/office/drawing/2014/main" id="{57FACB8D-3B1A-4BD9-86F5-E4F1CE3E41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1438" y="4191000"/>
              <a:ext cx="762000" cy="228600"/>
            </a:xfrm>
            <a:prstGeom prst="rect">
              <a:avLst/>
            </a:prstGeom>
            <a:solidFill>
              <a:srgbClr val="FFFFCC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92" name="Rectangle 13">
              <a:extLst>
                <a:ext uri="{FF2B5EF4-FFF2-40B4-BE49-F238E27FC236}">
                  <a16:creationId xmlns:a16="http://schemas.microsoft.com/office/drawing/2014/main" id="{73643F38-C735-4A2B-9687-9C7D8DD58F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5438" y="4572000"/>
              <a:ext cx="762000" cy="228600"/>
            </a:xfrm>
            <a:prstGeom prst="rect">
              <a:avLst/>
            </a:prstGeom>
            <a:solidFill>
              <a:srgbClr val="CC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33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110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00101</a:t>
              </a:r>
            </a:p>
          </p:txBody>
        </p:sp>
        <p:sp>
          <p:nvSpPr>
            <p:cNvPr id="122893" name="Rectangle 14">
              <a:extLst>
                <a:ext uri="{FF2B5EF4-FFF2-40B4-BE49-F238E27FC236}">
                  <a16:creationId xmlns:a16="http://schemas.microsoft.com/office/drawing/2014/main" id="{3FBFEB66-5CBD-45E4-AB44-1DD3DBC2EB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7438" y="4572000"/>
              <a:ext cx="762000" cy="228600"/>
            </a:xfrm>
            <a:prstGeom prst="rect">
              <a:avLst/>
            </a:prstGeom>
            <a:solidFill>
              <a:srgbClr val="CC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10101000</a:t>
              </a:r>
            </a:p>
          </p:txBody>
        </p:sp>
        <p:sp>
          <p:nvSpPr>
            <p:cNvPr id="122894" name="Rectangle 15">
              <a:extLst>
                <a:ext uri="{FF2B5EF4-FFF2-40B4-BE49-F238E27FC236}">
                  <a16:creationId xmlns:a16="http://schemas.microsoft.com/office/drawing/2014/main" id="{23E0E1DE-E953-4D5F-BC74-8EA906BEFF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9438" y="4572000"/>
              <a:ext cx="762000" cy="228600"/>
            </a:xfrm>
            <a:prstGeom prst="rect">
              <a:avLst/>
            </a:prstGeom>
            <a:solidFill>
              <a:srgbClr val="CCFFFF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95" name="Rectangle 16">
              <a:extLst>
                <a:ext uri="{FF2B5EF4-FFF2-40B4-BE49-F238E27FC236}">
                  <a16:creationId xmlns:a16="http://schemas.microsoft.com/office/drawing/2014/main" id="{BF6AC663-CD8C-4D8B-810B-47D826C7A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1438" y="4572000"/>
              <a:ext cx="762000" cy="228600"/>
            </a:xfrm>
            <a:prstGeom prst="rect">
              <a:avLst/>
            </a:prstGeom>
            <a:solidFill>
              <a:srgbClr val="FFFFCC"/>
            </a:solidFill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96" name="Rectangle 17">
              <a:extLst>
                <a:ext uri="{FF2B5EF4-FFF2-40B4-BE49-F238E27FC236}">
                  <a16:creationId xmlns:a16="http://schemas.microsoft.com/office/drawing/2014/main" id="{8D8006E8-07AC-4BD0-9545-C53BD394A0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5438" y="4953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33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1110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0101</a:t>
              </a:r>
            </a:p>
          </p:txBody>
        </p:sp>
        <p:sp>
          <p:nvSpPr>
            <p:cNvPr id="122897" name="Rectangle 18">
              <a:extLst>
                <a:ext uri="{FF2B5EF4-FFF2-40B4-BE49-F238E27FC236}">
                  <a16:creationId xmlns:a16="http://schemas.microsoft.com/office/drawing/2014/main" id="{0F135415-26B8-426E-B56A-F63A7EEE44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7438" y="4953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10101000</a:t>
              </a:r>
            </a:p>
          </p:txBody>
        </p:sp>
        <p:sp>
          <p:nvSpPr>
            <p:cNvPr id="122898" name="Rectangle 19">
              <a:extLst>
                <a:ext uri="{FF2B5EF4-FFF2-40B4-BE49-F238E27FC236}">
                  <a16:creationId xmlns:a16="http://schemas.microsoft.com/office/drawing/2014/main" id="{717183DB-EC5D-484A-9944-9F4802A1B1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9438" y="4953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899" name="Rectangle 20">
              <a:extLst>
                <a:ext uri="{FF2B5EF4-FFF2-40B4-BE49-F238E27FC236}">
                  <a16:creationId xmlns:a16="http://schemas.microsoft.com/office/drawing/2014/main" id="{4AC7E89C-C263-44DF-B91E-7B5799C1F9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1438" y="4953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900" name="Rectangle 21">
              <a:extLst>
                <a:ext uri="{FF2B5EF4-FFF2-40B4-BE49-F238E27FC236}">
                  <a16:creationId xmlns:a16="http://schemas.microsoft.com/office/drawing/2014/main" id="{FD031B0D-4D61-428B-8804-A67CBD207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65438" y="5334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33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1111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</a:t>
              </a:r>
            </a:p>
          </p:txBody>
        </p:sp>
        <p:sp>
          <p:nvSpPr>
            <p:cNvPr id="122901" name="Rectangle 22">
              <a:extLst>
                <a:ext uri="{FF2B5EF4-FFF2-40B4-BE49-F238E27FC236}">
                  <a16:creationId xmlns:a16="http://schemas.microsoft.com/office/drawing/2014/main" id="{F641C7C5-FE22-4E20-913A-B081EEB0A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27438" y="5334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10101000</a:t>
              </a:r>
            </a:p>
          </p:txBody>
        </p:sp>
        <p:sp>
          <p:nvSpPr>
            <p:cNvPr id="122902" name="Rectangle 23">
              <a:extLst>
                <a:ext uri="{FF2B5EF4-FFF2-40B4-BE49-F238E27FC236}">
                  <a16:creationId xmlns:a16="http://schemas.microsoft.com/office/drawing/2014/main" id="{848FFD57-3914-4109-9468-BD8BF78A4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9438" y="5334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903" name="Rectangle 24">
              <a:extLst>
                <a:ext uri="{FF2B5EF4-FFF2-40B4-BE49-F238E27FC236}">
                  <a16:creationId xmlns:a16="http://schemas.microsoft.com/office/drawing/2014/main" id="{86F28CE7-6376-49C3-A59B-42D7BD55C2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51438" y="5334000"/>
              <a:ext cx="762000" cy="228600"/>
            </a:xfrm>
            <a:prstGeom prst="rect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triangle" w="med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00000001</a:t>
              </a:r>
            </a:p>
          </p:txBody>
        </p:sp>
        <p:sp>
          <p:nvSpPr>
            <p:cNvPr id="122904" name="TextBox 1">
              <a:extLst>
                <a:ext uri="{FF2B5EF4-FFF2-40B4-BE49-F238E27FC236}">
                  <a16:creationId xmlns:a16="http://schemas.microsoft.com/office/drawing/2014/main" id="{1FA45BB0-649B-4530-A79D-8B22EE2A32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1438" y="3786188"/>
              <a:ext cx="1373187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Class A IP Address:</a:t>
              </a:r>
            </a:p>
          </p:txBody>
        </p:sp>
        <p:sp>
          <p:nvSpPr>
            <p:cNvPr id="122905" name="TextBox 26">
              <a:extLst>
                <a:ext uri="{FF2B5EF4-FFF2-40B4-BE49-F238E27FC236}">
                  <a16:creationId xmlns:a16="http://schemas.microsoft.com/office/drawing/2014/main" id="{BCE0EE3B-BF39-4A27-8A49-17C9355950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1438" y="4159250"/>
              <a:ext cx="1363662" cy="2778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Class B IP Address:</a:t>
              </a:r>
            </a:p>
          </p:txBody>
        </p:sp>
        <p:sp>
          <p:nvSpPr>
            <p:cNvPr id="122906" name="TextBox 27">
              <a:extLst>
                <a:ext uri="{FF2B5EF4-FFF2-40B4-BE49-F238E27FC236}">
                  <a16:creationId xmlns:a16="http://schemas.microsoft.com/office/drawing/2014/main" id="{9F03E1F2-4F43-4A91-B020-EF562F3D3E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1438" y="4527550"/>
              <a:ext cx="1366837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Class C IP Address:</a:t>
              </a:r>
            </a:p>
          </p:txBody>
        </p:sp>
        <p:sp>
          <p:nvSpPr>
            <p:cNvPr id="122907" name="TextBox 28">
              <a:extLst>
                <a:ext uri="{FF2B5EF4-FFF2-40B4-BE49-F238E27FC236}">
                  <a16:creationId xmlns:a16="http://schemas.microsoft.com/office/drawing/2014/main" id="{C66048B4-DBC7-4EBA-80B9-A167994DF3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1438" y="4905375"/>
              <a:ext cx="1387475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Class D IP Address:</a:t>
              </a:r>
            </a:p>
          </p:txBody>
        </p:sp>
        <p:sp>
          <p:nvSpPr>
            <p:cNvPr id="122908" name="TextBox 29">
              <a:extLst>
                <a:ext uri="{FF2B5EF4-FFF2-40B4-BE49-F238E27FC236}">
                  <a16:creationId xmlns:a16="http://schemas.microsoft.com/office/drawing/2014/main" id="{37E4CB49-08A8-4804-94C5-7454794DDD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1438" y="5292725"/>
              <a:ext cx="1370012" cy="2778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Class E IP Address:</a:t>
              </a:r>
            </a:p>
          </p:txBody>
        </p:sp>
        <p:sp>
          <p:nvSpPr>
            <p:cNvPr id="122909" name="TextBox 2">
              <a:extLst>
                <a:ext uri="{FF2B5EF4-FFF2-40B4-BE49-F238E27FC236}">
                  <a16:creationId xmlns:a16="http://schemas.microsoft.com/office/drawing/2014/main" id="{EF211891-A03F-451E-A184-086E860D96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2350" y="3786188"/>
              <a:ext cx="1557338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For large organizations</a:t>
              </a:r>
            </a:p>
          </p:txBody>
        </p:sp>
        <p:sp>
          <p:nvSpPr>
            <p:cNvPr id="122910" name="TextBox 31">
              <a:extLst>
                <a:ext uri="{FF2B5EF4-FFF2-40B4-BE49-F238E27FC236}">
                  <a16:creationId xmlns:a16="http://schemas.microsoft.com/office/drawing/2014/main" id="{BB865BC5-DED6-41C6-BECE-591B079220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2350" y="4152900"/>
              <a:ext cx="1760538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For medium organizations</a:t>
              </a:r>
            </a:p>
          </p:txBody>
        </p:sp>
        <p:sp>
          <p:nvSpPr>
            <p:cNvPr id="122911" name="TextBox 32">
              <a:extLst>
                <a:ext uri="{FF2B5EF4-FFF2-40B4-BE49-F238E27FC236}">
                  <a16:creationId xmlns:a16="http://schemas.microsoft.com/office/drawing/2014/main" id="{8C1AEBAE-5561-47E4-AE9D-EA421B3184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2350" y="4527550"/>
              <a:ext cx="1579563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For small organizations</a:t>
              </a:r>
            </a:p>
          </p:txBody>
        </p:sp>
        <p:sp>
          <p:nvSpPr>
            <p:cNvPr id="122912" name="TextBox 33">
              <a:extLst>
                <a:ext uri="{FF2B5EF4-FFF2-40B4-BE49-F238E27FC236}">
                  <a16:creationId xmlns:a16="http://schemas.microsoft.com/office/drawing/2014/main" id="{EC90C21F-0C96-49F4-945A-0090875035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2350" y="4906963"/>
              <a:ext cx="2265363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Multicast addresses (local network)</a:t>
              </a:r>
            </a:p>
          </p:txBody>
        </p:sp>
        <p:sp>
          <p:nvSpPr>
            <p:cNvPr id="122913" name="TextBox 34">
              <a:extLst>
                <a:ext uri="{FF2B5EF4-FFF2-40B4-BE49-F238E27FC236}">
                  <a16:creationId xmlns:a16="http://schemas.microsoft.com/office/drawing/2014/main" id="{BD7A9AD5-CD4A-49BC-93A2-4774159F30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02350" y="5303838"/>
              <a:ext cx="1503363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For research purposes</a:t>
              </a:r>
            </a:p>
          </p:txBody>
        </p:sp>
        <p:sp>
          <p:nvSpPr>
            <p:cNvPr id="122914" name="TextBox 1">
              <a:extLst>
                <a:ext uri="{FF2B5EF4-FFF2-40B4-BE49-F238E27FC236}">
                  <a16:creationId xmlns:a16="http://schemas.microsoft.com/office/drawing/2014/main" id="{E0152FE7-30A7-432D-8589-7E8EB3825C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41438" y="5678488"/>
              <a:ext cx="5202237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Note: The number of network bits is implicit to a given IP address via 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FF33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prefix coding</a:t>
              </a:r>
              <a:r>
                <a:rPr kumimoji="0" lang="en-US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Garamond" panose="02020404030301010803" pitchFamily="18" charset="0"/>
                  <a:ea typeface="ＭＳ Ｐゴシック" panose="020B0600070205080204" pitchFamily="34" charset="-128"/>
                  <a:cs typeface="+mn-cs"/>
                </a:rPr>
                <a:t>.</a:t>
              </a:r>
            </a:p>
          </p:txBody>
        </p:sp>
      </p:grpSp>
      <p:pic>
        <p:nvPicPr>
          <p:cNvPr id="122915" name="Picture 4" descr="underline_base">
            <a:extLst>
              <a:ext uri="{FF2B5EF4-FFF2-40B4-BE49-F238E27FC236}">
                <a16:creationId xmlns:a16="http://schemas.microsoft.com/office/drawing/2014/main" id="{EFBE51BF-1C3C-4764-ABA4-DE316B3F069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3">
            <a:extLst>
              <a:ext uri="{FF2B5EF4-FFF2-40B4-BE49-F238E27FC236}">
                <a16:creationId xmlns:a16="http://schemas.microsoft.com/office/drawing/2014/main" id="{B9B54A62-A1D7-4838-B748-8AF5E7C9A2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17625"/>
            <a:ext cx="7772400" cy="4930775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>
                <a:solidFill>
                  <a:srgbClr val="FF0000"/>
                </a:solidFill>
                <a:ea typeface="MS PGothic" panose="020B0600070205080204" pitchFamily="34" charset="-128"/>
              </a:rPr>
              <a:t>Subnet Mask</a:t>
            </a:r>
          </a:p>
          <a:p>
            <a:pPr lvl="1" eaLnBrk="1" hangingPunct="1">
              <a:defRPr/>
            </a:pPr>
            <a:r>
              <a:rPr lang="en-US" altLang="en-US" dirty="0">
                <a:ea typeface="MS PGothic" panose="020B0600070205080204" pitchFamily="34" charset="-128"/>
              </a:rPr>
              <a:t>A bit mask for </a:t>
            </a:r>
            <a:r>
              <a:rPr lang="en-US" altLang="en-US" dirty="0">
                <a:solidFill>
                  <a:srgbClr val="0070C0"/>
                </a:solidFill>
                <a:ea typeface="MS PGothic" panose="020B0600070205080204" pitchFamily="34" charset="-128"/>
              </a:rPr>
              <a:t>computing the network address </a:t>
            </a:r>
            <a:r>
              <a:rPr lang="en-US" altLang="en-US" dirty="0">
                <a:ea typeface="MS PGothic" panose="020B0600070205080204" pitchFamily="34" charset="-128"/>
              </a:rPr>
              <a:t>from an IP address</a:t>
            </a:r>
          </a:p>
          <a:p>
            <a:pPr lvl="2" eaLnBrk="1" hangingPunct="1">
              <a:defRPr/>
            </a:pPr>
            <a:r>
              <a:rPr lang="en-US" altLang="en-US" dirty="0">
                <a:latin typeface="+mn-lt"/>
                <a:ea typeface="MS PGothic" panose="020B0600070205080204" pitchFamily="34" charset="-128"/>
              </a:rPr>
              <a:t>“255.255.0.0” or “/16” for a class B subnet mask</a:t>
            </a:r>
          </a:p>
          <a:p>
            <a:pPr lvl="1" eaLnBrk="1" hangingPunct="1">
              <a:defRPr/>
            </a:pPr>
            <a:r>
              <a:rPr lang="en-US" altLang="en-US" dirty="0">
                <a:ea typeface="MS PGothic" panose="020B0600070205080204" pitchFamily="34" charset="-128"/>
              </a:rPr>
              <a:t>Network Address Computation</a:t>
            </a:r>
          </a:p>
        </p:txBody>
      </p:sp>
      <p:sp>
        <p:nvSpPr>
          <p:cNvPr id="124931" name="Slide Number Placeholder 4">
            <a:extLst>
              <a:ext uri="{FF2B5EF4-FFF2-40B4-BE49-F238E27FC236}">
                <a16:creationId xmlns:a16="http://schemas.microsoft.com/office/drawing/2014/main" id="{25F7D3BA-6018-49C5-8136-446716833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BA4B0BF-C11D-472E-8805-483DA82374D2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4932" name="Rectangle 2">
            <a:extLst>
              <a:ext uri="{FF2B5EF4-FFF2-40B4-BE49-F238E27FC236}">
                <a16:creationId xmlns:a16="http://schemas.microsoft.com/office/drawing/2014/main" id="{ED1BEC96-794F-40C6-B2E6-540B04EC7D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Classful IP Address</a:t>
            </a:r>
          </a:p>
        </p:txBody>
      </p:sp>
      <p:sp>
        <p:nvSpPr>
          <p:cNvPr id="124933" name="Rectangle 5">
            <a:extLst>
              <a:ext uri="{FF2B5EF4-FFF2-40B4-BE49-F238E27FC236}">
                <a16:creationId xmlns:a16="http://schemas.microsoft.com/office/drawing/2014/main" id="{ACB366C4-81F6-4098-9F04-F43D2386C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3316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137</a:t>
            </a:r>
          </a:p>
        </p:txBody>
      </p:sp>
      <p:sp>
        <p:nvSpPr>
          <p:cNvPr id="124934" name="Rectangle 6">
            <a:extLst>
              <a:ext uri="{FF2B5EF4-FFF2-40B4-BE49-F238E27FC236}">
                <a16:creationId xmlns:a16="http://schemas.microsoft.com/office/drawing/2014/main" id="{CF28FD40-E332-4216-8F6E-5901773F48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3316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189</a:t>
            </a:r>
          </a:p>
        </p:txBody>
      </p:sp>
      <p:sp>
        <p:nvSpPr>
          <p:cNvPr id="124935" name="Rectangle 7">
            <a:extLst>
              <a:ext uri="{FF2B5EF4-FFF2-40B4-BE49-F238E27FC236}">
                <a16:creationId xmlns:a16="http://schemas.microsoft.com/office/drawing/2014/main" id="{14587D35-D35A-41FD-85B7-FF0EBF6741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3316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</a:t>
            </a:r>
          </a:p>
        </p:txBody>
      </p:sp>
      <p:sp>
        <p:nvSpPr>
          <p:cNvPr id="124936" name="Rectangle 8">
            <a:extLst>
              <a:ext uri="{FF2B5EF4-FFF2-40B4-BE49-F238E27FC236}">
                <a16:creationId xmlns:a16="http://schemas.microsoft.com/office/drawing/2014/main" id="{22E19DDF-429F-4777-9C40-44E680B29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3316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73</a:t>
            </a:r>
          </a:p>
        </p:txBody>
      </p:sp>
      <p:sp>
        <p:nvSpPr>
          <p:cNvPr id="124937" name="Rectangle 9">
            <a:extLst>
              <a:ext uri="{FF2B5EF4-FFF2-40B4-BE49-F238E27FC236}">
                <a16:creationId xmlns:a16="http://schemas.microsoft.com/office/drawing/2014/main" id="{B4A6809D-C1D6-4DC5-9A94-ED1F9C452F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3697288"/>
            <a:ext cx="762000" cy="228600"/>
          </a:xfrm>
          <a:prstGeom prst="rect">
            <a:avLst/>
          </a:prstGeom>
          <a:solidFill>
            <a:srgbClr val="CCFFFF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</a:t>
            </a: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001001</a:t>
            </a:r>
          </a:p>
        </p:txBody>
      </p:sp>
      <p:sp>
        <p:nvSpPr>
          <p:cNvPr id="124938" name="Rectangle 10">
            <a:extLst>
              <a:ext uri="{FF2B5EF4-FFF2-40B4-BE49-F238E27FC236}">
                <a16:creationId xmlns:a16="http://schemas.microsoft.com/office/drawing/2014/main" id="{F9A87FC5-DEF8-45D5-B1C9-3D69D9247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3697288"/>
            <a:ext cx="762000" cy="228600"/>
          </a:xfrm>
          <a:prstGeom prst="rect">
            <a:avLst/>
          </a:prstGeom>
          <a:solidFill>
            <a:srgbClr val="CCFFFF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10111101</a:t>
            </a:r>
          </a:p>
        </p:txBody>
      </p:sp>
      <p:sp>
        <p:nvSpPr>
          <p:cNvPr id="124939" name="Rectangle 11">
            <a:extLst>
              <a:ext uri="{FF2B5EF4-FFF2-40B4-BE49-F238E27FC236}">
                <a16:creationId xmlns:a16="http://schemas.microsoft.com/office/drawing/2014/main" id="{93D5F93F-6004-4EBB-B229-52EC729CA6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3697288"/>
            <a:ext cx="762000" cy="228600"/>
          </a:xfrm>
          <a:prstGeom prst="rect">
            <a:avLst/>
          </a:prstGeom>
          <a:solidFill>
            <a:srgbClr val="FFFFCC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00001011</a:t>
            </a:r>
          </a:p>
        </p:txBody>
      </p:sp>
      <p:sp>
        <p:nvSpPr>
          <p:cNvPr id="124940" name="Rectangle 12">
            <a:extLst>
              <a:ext uri="{FF2B5EF4-FFF2-40B4-BE49-F238E27FC236}">
                <a16:creationId xmlns:a16="http://schemas.microsoft.com/office/drawing/2014/main" id="{7376E2B9-4CCA-4A69-9927-27E7AD269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3697288"/>
            <a:ext cx="762000" cy="228600"/>
          </a:xfrm>
          <a:prstGeom prst="rect">
            <a:avLst/>
          </a:prstGeom>
          <a:solidFill>
            <a:srgbClr val="FFFFCC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01001001</a:t>
            </a:r>
          </a:p>
        </p:txBody>
      </p:sp>
      <p:sp>
        <p:nvSpPr>
          <p:cNvPr id="124941" name="Rectangle 13">
            <a:extLst>
              <a:ext uri="{FF2B5EF4-FFF2-40B4-BE49-F238E27FC236}">
                <a16:creationId xmlns:a16="http://schemas.microsoft.com/office/drawing/2014/main" id="{6ED58F8E-006E-4C03-B439-999A44662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4078288"/>
            <a:ext cx="762000" cy="228600"/>
          </a:xfrm>
          <a:prstGeom prst="rect">
            <a:avLst/>
          </a:prstGeom>
          <a:solidFill>
            <a:srgbClr val="CCFFFF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24942" name="Rectangle 14">
            <a:extLst>
              <a:ext uri="{FF2B5EF4-FFF2-40B4-BE49-F238E27FC236}">
                <a16:creationId xmlns:a16="http://schemas.microsoft.com/office/drawing/2014/main" id="{C685DC88-611F-4EA0-9696-99F7FD454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4078288"/>
            <a:ext cx="762000" cy="228600"/>
          </a:xfrm>
          <a:prstGeom prst="rect">
            <a:avLst/>
          </a:prstGeom>
          <a:solidFill>
            <a:srgbClr val="CCFFFF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24943" name="Rectangle 15">
            <a:extLst>
              <a:ext uri="{FF2B5EF4-FFF2-40B4-BE49-F238E27FC236}">
                <a16:creationId xmlns:a16="http://schemas.microsoft.com/office/drawing/2014/main" id="{A22B1FBB-23F3-4567-BC8C-530D3B765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4078288"/>
            <a:ext cx="762000" cy="228600"/>
          </a:xfrm>
          <a:prstGeom prst="rect">
            <a:avLst/>
          </a:prstGeom>
          <a:solidFill>
            <a:srgbClr val="FFFFCC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24944" name="Rectangle 16">
            <a:extLst>
              <a:ext uri="{FF2B5EF4-FFF2-40B4-BE49-F238E27FC236}">
                <a16:creationId xmlns:a16="http://schemas.microsoft.com/office/drawing/2014/main" id="{FB0D8E22-7A92-4AFF-A2D9-FABEB26D7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078288"/>
            <a:ext cx="762000" cy="228600"/>
          </a:xfrm>
          <a:prstGeom prst="rect">
            <a:avLst/>
          </a:prstGeom>
          <a:solidFill>
            <a:srgbClr val="FFFFCC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24945" name="Rectangle 17">
            <a:extLst>
              <a:ext uri="{FF2B5EF4-FFF2-40B4-BE49-F238E27FC236}">
                <a16:creationId xmlns:a16="http://schemas.microsoft.com/office/drawing/2014/main" id="{9F9F701D-DC12-486B-A88C-234D93911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4459288"/>
            <a:ext cx="762000" cy="228600"/>
          </a:xfrm>
          <a:prstGeom prst="rect">
            <a:avLst/>
          </a:prstGeom>
          <a:solidFill>
            <a:srgbClr val="CCFFFF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11111111</a:t>
            </a:r>
          </a:p>
        </p:txBody>
      </p:sp>
      <p:sp>
        <p:nvSpPr>
          <p:cNvPr id="124946" name="Rectangle 18">
            <a:extLst>
              <a:ext uri="{FF2B5EF4-FFF2-40B4-BE49-F238E27FC236}">
                <a16:creationId xmlns:a16="http://schemas.microsoft.com/office/drawing/2014/main" id="{72397369-BA99-4D91-BD3A-6ACA08CFA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4459288"/>
            <a:ext cx="762000" cy="228600"/>
          </a:xfrm>
          <a:prstGeom prst="rect">
            <a:avLst/>
          </a:prstGeom>
          <a:solidFill>
            <a:srgbClr val="CCFFFF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11111111</a:t>
            </a:r>
          </a:p>
        </p:txBody>
      </p:sp>
      <p:sp>
        <p:nvSpPr>
          <p:cNvPr id="124947" name="Rectangle 19">
            <a:extLst>
              <a:ext uri="{FF2B5EF4-FFF2-40B4-BE49-F238E27FC236}">
                <a16:creationId xmlns:a16="http://schemas.microsoft.com/office/drawing/2014/main" id="{946506B9-D58B-48D0-BC1F-C0DF1EB02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4459288"/>
            <a:ext cx="762000" cy="228600"/>
          </a:xfrm>
          <a:prstGeom prst="rect">
            <a:avLst/>
          </a:prstGeom>
          <a:solidFill>
            <a:srgbClr val="FFFFCC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24948" name="Rectangle 20">
            <a:extLst>
              <a:ext uri="{FF2B5EF4-FFF2-40B4-BE49-F238E27FC236}">
                <a16:creationId xmlns:a16="http://schemas.microsoft.com/office/drawing/2014/main" id="{A793DA7B-4DAC-4293-802D-0E9EE1C80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459288"/>
            <a:ext cx="762000" cy="228600"/>
          </a:xfrm>
          <a:prstGeom prst="rect">
            <a:avLst/>
          </a:prstGeom>
          <a:solidFill>
            <a:srgbClr val="FFFFCC"/>
          </a:solidFill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24949" name="Rectangle 21">
            <a:extLst>
              <a:ext uri="{FF2B5EF4-FFF2-40B4-BE49-F238E27FC236}">
                <a16:creationId xmlns:a16="http://schemas.microsoft.com/office/drawing/2014/main" id="{2FCF93DA-D741-4E53-8486-34C650417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4840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10001001</a:t>
            </a:r>
          </a:p>
        </p:txBody>
      </p:sp>
      <p:sp>
        <p:nvSpPr>
          <p:cNvPr id="124950" name="Rectangle 22">
            <a:extLst>
              <a:ext uri="{FF2B5EF4-FFF2-40B4-BE49-F238E27FC236}">
                <a16:creationId xmlns:a16="http://schemas.microsoft.com/office/drawing/2014/main" id="{54A3ED08-BD4A-4648-9D7A-0CC8DB5BEA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4840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10111101</a:t>
            </a:r>
          </a:p>
        </p:txBody>
      </p:sp>
      <p:sp>
        <p:nvSpPr>
          <p:cNvPr id="124951" name="Rectangle 23">
            <a:extLst>
              <a:ext uri="{FF2B5EF4-FFF2-40B4-BE49-F238E27FC236}">
                <a16:creationId xmlns:a16="http://schemas.microsoft.com/office/drawing/2014/main" id="{7945FD89-DFFF-4991-942D-A13272F45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4840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24952" name="Rectangle 24">
            <a:extLst>
              <a:ext uri="{FF2B5EF4-FFF2-40B4-BE49-F238E27FC236}">
                <a16:creationId xmlns:a16="http://schemas.microsoft.com/office/drawing/2014/main" id="{0FECFE13-0928-4671-B098-F4A22824D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84028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24953" name="TextBox 1">
            <a:extLst>
              <a:ext uri="{FF2B5EF4-FFF2-40B4-BE49-F238E27FC236}">
                <a16:creationId xmlns:a16="http://schemas.microsoft.com/office/drawing/2014/main" id="{29F7385B-CD09-42EE-A277-291DCFDB4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3292475"/>
            <a:ext cx="14271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(decimal):</a:t>
            </a:r>
          </a:p>
        </p:txBody>
      </p:sp>
      <p:sp>
        <p:nvSpPr>
          <p:cNvPr id="124954" name="TextBox 26">
            <a:extLst>
              <a:ext uri="{FF2B5EF4-FFF2-40B4-BE49-F238E27FC236}">
                <a16:creationId xmlns:a16="http://schemas.microsoft.com/office/drawing/2014/main" id="{5F5C8AB9-8D1A-4C92-A619-9B61F036CF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3665538"/>
            <a:ext cx="134461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(binary):</a:t>
            </a:r>
          </a:p>
        </p:txBody>
      </p:sp>
      <p:sp>
        <p:nvSpPr>
          <p:cNvPr id="124955" name="TextBox 27">
            <a:extLst>
              <a:ext uri="{FF2B5EF4-FFF2-40B4-BE49-F238E27FC236}">
                <a16:creationId xmlns:a16="http://schemas.microsoft.com/office/drawing/2014/main" id="{08870A9E-0720-412F-9E89-42F4AA1E8C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4033838"/>
            <a:ext cx="15668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Subnet mask (decimal):</a:t>
            </a:r>
          </a:p>
        </p:txBody>
      </p:sp>
      <p:sp>
        <p:nvSpPr>
          <p:cNvPr id="124956" name="TextBox 28">
            <a:extLst>
              <a:ext uri="{FF2B5EF4-FFF2-40B4-BE49-F238E27FC236}">
                <a16:creationId xmlns:a16="http://schemas.microsoft.com/office/drawing/2014/main" id="{F2AC6EC5-C89A-4763-B70C-66C64988A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4411663"/>
            <a:ext cx="14843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Subnet mask (binary):</a:t>
            </a:r>
          </a:p>
        </p:txBody>
      </p:sp>
      <p:sp>
        <p:nvSpPr>
          <p:cNvPr id="124957" name="TextBox 29">
            <a:extLst>
              <a:ext uri="{FF2B5EF4-FFF2-40B4-BE49-F238E27FC236}">
                <a16:creationId xmlns:a16="http://schemas.microsoft.com/office/drawing/2014/main" id="{BC9FAEF1-E449-410E-B8FA-A9463DADAD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4799013"/>
            <a:ext cx="145256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Network address (B):</a:t>
            </a:r>
          </a:p>
        </p:txBody>
      </p:sp>
      <p:sp>
        <p:nvSpPr>
          <p:cNvPr id="124958" name="TextBox 3">
            <a:extLst>
              <a:ext uri="{FF2B5EF4-FFF2-40B4-BE49-F238E27FC236}">
                <a16:creationId xmlns:a16="http://schemas.microsoft.com/office/drawing/2014/main" id="{21D0C046-0EB2-4412-8582-E886D92502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9950" y="4821238"/>
            <a:ext cx="2478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bitwise-AND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 subnet mask</a:t>
            </a:r>
          </a:p>
        </p:txBody>
      </p:sp>
      <p:sp>
        <p:nvSpPr>
          <p:cNvPr id="124959" name="Rectangle 36">
            <a:extLst>
              <a:ext uri="{FF2B5EF4-FFF2-40B4-BE49-F238E27FC236}">
                <a16:creationId xmlns:a16="http://schemas.microsoft.com/office/drawing/2014/main" id="{5DE64CFF-9639-4604-A9BB-055A5A3CF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521335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137</a:t>
            </a:r>
          </a:p>
        </p:txBody>
      </p:sp>
      <p:sp>
        <p:nvSpPr>
          <p:cNvPr id="124960" name="Rectangle 37">
            <a:extLst>
              <a:ext uri="{FF2B5EF4-FFF2-40B4-BE49-F238E27FC236}">
                <a16:creationId xmlns:a16="http://schemas.microsoft.com/office/drawing/2014/main" id="{71C51D55-1299-43FD-B272-8E240BF65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521335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189</a:t>
            </a:r>
          </a:p>
        </p:txBody>
      </p:sp>
      <p:sp>
        <p:nvSpPr>
          <p:cNvPr id="124961" name="Rectangle 38">
            <a:extLst>
              <a:ext uri="{FF2B5EF4-FFF2-40B4-BE49-F238E27FC236}">
                <a16:creationId xmlns:a16="http://schemas.microsoft.com/office/drawing/2014/main" id="{9370393A-F6BF-4BC0-B63A-9A74AA8EB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521335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24962" name="Rectangle 39">
            <a:extLst>
              <a:ext uri="{FF2B5EF4-FFF2-40B4-BE49-F238E27FC236}">
                <a16:creationId xmlns:a16="http://schemas.microsoft.com/office/drawing/2014/main" id="{9115E952-0832-4815-8F48-D9A690125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5213350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24963" name="TextBox 40">
            <a:extLst>
              <a:ext uri="{FF2B5EF4-FFF2-40B4-BE49-F238E27FC236}">
                <a16:creationId xmlns:a16="http://schemas.microsoft.com/office/drawing/2014/main" id="{9077E861-9434-470B-91A6-792015FC9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5173663"/>
            <a:ext cx="1476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Network address (D):</a:t>
            </a:r>
          </a:p>
        </p:txBody>
      </p:sp>
      <p:sp>
        <p:nvSpPr>
          <p:cNvPr id="124964" name="TextBox 41">
            <a:extLst>
              <a:ext uri="{FF2B5EF4-FFF2-40B4-BE49-F238E27FC236}">
                <a16:creationId xmlns:a16="http://schemas.microsoft.com/office/drawing/2014/main" id="{211DA195-82A8-4207-BF83-9511DDCE7D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9950" y="5165725"/>
            <a:ext cx="19446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The host bits are all set to 0.</a:t>
            </a:r>
          </a:p>
        </p:txBody>
      </p:sp>
      <p:sp>
        <p:nvSpPr>
          <p:cNvPr id="124965" name="Rectangle 42">
            <a:extLst>
              <a:ext uri="{FF2B5EF4-FFF2-40B4-BE49-F238E27FC236}">
                <a16:creationId xmlns:a16="http://schemas.microsoft.com/office/drawing/2014/main" id="{692EFBEF-FDD4-43AD-83F8-A17D974E7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0" y="55832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137</a:t>
            </a:r>
          </a:p>
        </p:txBody>
      </p:sp>
      <p:sp>
        <p:nvSpPr>
          <p:cNvPr id="124966" name="Rectangle 43">
            <a:extLst>
              <a:ext uri="{FF2B5EF4-FFF2-40B4-BE49-F238E27FC236}">
                <a16:creationId xmlns:a16="http://schemas.microsoft.com/office/drawing/2014/main" id="{80E92A9C-ECFD-43AE-A095-D5CA028CA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55832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189</a:t>
            </a:r>
          </a:p>
        </p:txBody>
      </p:sp>
      <p:sp>
        <p:nvSpPr>
          <p:cNvPr id="124967" name="Rectangle 44">
            <a:extLst>
              <a:ext uri="{FF2B5EF4-FFF2-40B4-BE49-F238E27FC236}">
                <a16:creationId xmlns:a16="http://schemas.microsoft.com/office/drawing/2014/main" id="{AEDD9BB0-6A9C-4365-8B19-17AFBE3F3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55832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24968" name="Rectangle 45">
            <a:extLst>
              <a:ext uri="{FF2B5EF4-FFF2-40B4-BE49-F238E27FC236}">
                <a16:creationId xmlns:a16="http://schemas.microsoft.com/office/drawing/2014/main" id="{8D58EAAB-5608-4764-9768-8344CF9FBA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55832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24969" name="TextBox 46">
            <a:extLst>
              <a:ext uri="{FF2B5EF4-FFF2-40B4-BE49-F238E27FC236}">
                <a16:creationId xmlns:a16="http://schemas.microsoft.com/office/drawing/2014/main" id="{37AE07F9-996C-4307-A54C-7943942B8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0000" y="5541963"/>
            <a:ext cx="15398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Broadcast address (D):</a:t>
            </a:r>
          </a:p>
        </p:txBody>
      </p:sp>
      <p:sp>
        <p:nvSpPr>
          <p:cNvPr id="124970" name="TextBox 47">
            <a:extLst>
              <a:ext uri="{FF2B5EF4-FFF2-40B4-BE49-F238E27FC236}">
                <a16:creationId xmlns:a16="http://schemas.microsoft.com/office/drawing/2014/main" id="{276715A6-FB68-4BBA-A477-9B5A237AD4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9950" y="5534025"/>
            <a:ext cx="19208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The host bits are all set to 1.</a:t>
            </a:r>
          </a:p>
        </p:txBody>
      </p:sp>
      <p:sp>
        <p:nvSpPr>
          <p:cNvPr id="124971" name="TextBox 4">
            <a:extLst>
              <a:ext uri="{FF2B5EF4-FFF2-40B4-BE49-F238E27FC236}">
                <a16:creationId xmlns:a16="http://schemas.microsoft.com/office/drawing/2014/main" id="{F68E59DC-3C9B-4C76-A6FA-48EAC7E83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800" y="6108700"/>
            <a:ext cx="59309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Note: No host can use host address with all bits zero (‘this network’) or all bits one (‘broadcast’).</a:t>
            </a:r>
          </a:p>
        </p:txBody>
      </p:sp>
      <p:sp>
        <p:nvSpPr>
          <p:cNvPr id="124972" name="TextBox 3">
            <a:extLst>
              <a:ext uri="{FF2B5EF4-FFF2-40B4-BE49-F238E27FC236}">
                <a16:creationId xmlns:a16="http://schemas.microsoft.com/office/drawing/2014/main" id="{64F10931-BB02-4FCC-B334-AB73DA2AF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2013" y="3597275"/>
            <a:ext cx="21447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The prefix bits “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” tell this is 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Class B address.</a:t>
            </a:r>
          </a:p>
        </p:txBody>
      </p:sp>
      <p:pic>
        <p:nvPicPr>
          <p:cNvPr id="124973" name="Picture 4" descr="underline_base">
            <a:extLst>
              <a:ext uri="{FF2B5EF4-FFF2-40B4-BE49-F238E27FC236}">
                <a16:creationId xmlns:a16="http://schemas.microsoft.com/office/drawing/2014/main" id="{40EDA34C-9F52-4205-A16C-A8749EAB940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978" name="Picture 4" descr="underline_base">
            <a:extLst>
              <a:ext uri="{FF2B5EF4-FFF2-40B4-BE49-F238E27FC236}">
                <a16:creationId xmlns:a16="http://schemas.microsoft.com/office/drawing/2014/main" id="{CD7C90D1-2483-48DE-8BF5-1D35769C0D6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6979" name="Rounded Rectangle 28">
            <a:extLst>
              <a:ext uri="{FF2B5EF4-FFF2-40B4-BE49-F238E27FC236}">
                <a16:creationId xmlns:a16="http://schemas.microsoft.com/office/drawing/2014/main" id="{116E94E7-9310-4905-9ECC-3874DE37C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5238" y="4403725"/>
            <a:ext cx="2057400" cy="1600200"/>
          </a:xfrm>
          <a:prstGeom prst="roundRect">
            <a:avLst>
              <a:gd name="adj" fmla="val 16667"/>
            </a:avLst>
          </a:prstGeom>
          <a:solidFill>
            <a:srgbClr val="FFFF00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round/>
                <a:headEnd type="none" w="sm" len="sm"/>
                <a:tailEnd type="triangle" w="med" len="sm"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6980" name="Rounded Rectangle 33">
            <a:extLst>
              <a:ext uri="{FF2B5EF4-FFF2-40B4-BE49-F238E27FC236}">
                <a16:creationId xmlns:a16="http://schemas.microsoft.com/office/drawing/2014/main" id="{753CFF86-93E1-48AA-BF86-A0E5066A0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1900" y="4425950"/>
            <a:ext cx="2057400" cy="1600200"/>
          </a:xfrm>
          <a:prstGeom prst="roundRect">
            <a:avLst>
              <a:gd name="adj" fmla="val 16667"/>
            </a:avLst>
          </a:prstGeom>
          <a:solidFill>
            <a:srgbClr val="CCFFFF">
              <a:alpha val="39999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round/>
                <a:headEnd type="none" w="sm" len="sm"/>
                <a:tailEnd type="triangle" w="med" len="sm"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6981" name="Rectangle 3">
            <a:extLst>
              <a:ext uri="{FF2B5EF4-FFF2-40B4-BE49-F238E27FC236}">
                <a16:creationId xmlns:a16="http://schemas.microsoft.com/office/drawing/2014/main" id="{B1E2114D-2BFA-4170-AB04-1DD40EA3DB0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71600"/>
            <a:ext cx="7772400" cy="4876800"/>
          </a:xfrm>
        </p:spPr>
        <p:txBody>
          <a:bodyPr/>
          <a:lstStyle/>
          <a:p>
            <a:pPr eaLnBrk="1" hangingPunct="1"/>
            <a:r>
              <a:rPr lang="en-US" altLang="en-US"/>
              <a:t>Relation to Routing/Forwarding</a:t>
            </a:r>
          </a:p>
          <a:p>
            <a:pPr lvl="1" eaLnBrk="1" hangingPunct="1"/>
            <a:r>
              <a:rPr lang="en-US" altLang="en-US"/>
              <a:t>Hosts within the </a:t>
            </a:r>
            <a:r>
              <a:rPr lang="en-US" altLang="en-US">
                <a:solidFill>
                  <a:srgbClr val="FF0000"/>
                </a:solidFill>
              </a:rPr>
              <a:t>same subnet </a:t>
            </a:r>
            <a:r>
              <a:rPr lang="en-US" altLang="en-US"/>
              <a:t>can reach one another directly via </a:t>
            </a:r>
            <a:r>
              <a:rPr lang="en-US" altLang="en-US">
                <a:solidFill>
                  <a:srgbClr val="FF0000"/>
                </a:solidFill>
              </a:rPr>
              <a:t>link layer</a:t>
            </a:r>
            <a:r>
              <a:rPr lang="en-US" altLang="en-US"/>
              <a:t>, i.e., no need for routing.</a:t>
            </a:r>
          </a:p>
          <a:p>
            <a:pPr lvl="1" eaLnBrk="1" hangingPunct="1"/>
            <a:r>
              <a:rPr lang="en-US" altLang="en-US"/>
              <a:t>Routers forward packets using routing table which maps </a:t>
            </a:r>
            <a:r>
              <a:rPr lang="en-US" altLang="en-US">
                <a:solidFill>
                  <a:srgbClr val="FF3300"/>
                </a:solidFill>
              </a:rPr>
              <a:t>ranges of IP addresses</a:t>
            </a:r>
            <a:r>
              <a:rPr lang="en-US" altLang="en-US"/>
              <a:t> to an output interface</a:t>
            </a:r>
          </a:p>
          <a:p>
            <a:pPr lvl="2" eaLnBrk="1" hangingPunct="1"/>
            <a:r>
              <a:rPr lang="en-US" altLang="en-US"/>
              <a:t>The </a:t>
            </a:r>
            <a:r>
              <a:rPr lang="en-US" altLang="en-US">
                <a:solidFill>
                  <a:srgbClr val="FF3300"/>
                </a:solidFill>
              </a:rPr>
              <a:t>network address part</a:t>
            </a:r>
            <a:r>
              <a:rPr lang="en-US" altLang="en-US"/>
              <a:t> in classful IP addresses serves as </a:t>
            </a:r>
            <a:r>
              <a:rPr lang="en-US" altLang="en-US">
                <a:solidFill>
                  <a:srgbClr val="FF3300"/>
                </a:solidFill>
              </a:rPr>
              <a:t>the range indicator</a:t>
            </a:r>
            <a:r>
              <a:rPr lang="en-US" altLang="en-US"/>
              <a:t>. Note that the subnet mask is </a:t>
            </a:r>
            <a:r>
              <a:rPr lang="en-US" altLang="en-US">
                <a:solidFill>
                  <a:srgbClr val="FF3300"/>
                </a:solidFill>
              </a:rPr>
              <a:t>implicit</a:t>
            </a:r>
            <a:r>
              <a:rPr lang="en-US" altLang="en-US"/>
              <a:t> to the IP address.</a:t>
            </a:r>
          </a:p>
          <a:p>
            <a:pPr lvl="1" eaLnBrk="1" hangingPunct="1"/>
            <a:endParaRPr lang="en-US" altLang="en-US"/>
          </a:p>
          <a:p>
            <a:pPr lvl="1" eaLnBrk="1" hangingPunct="1"/>
            <a:endParaRPr lang="en-US" altLang="en-US"/>
          </a:p>
          <a:p>
            <a:pPr lvl="1" eaLnBrk="1" hangingPunct="1"/>
            <a:endParaRPr lang="en-US" altLang="en-US"/>
          </a:p>
          <a:p>
            <a:pPr lvl="1" eaLnBrk="1" hangingPunct="1"/>
            <a:endParaRPr lang="en-US" altLang="en-US"/>
          </a:p>
          <a:p>
            <a:pPr lvl="1" eaLnBrk="1" hangingPunct="1"/>
            <a:endParaRPr lang="en-US" altLang="en-US"/>
          </a:p>
        </p:txBody>
      </p:sp>
      <p:sp>
        <p:nvSpPr>
          <p:cNvPr id="126982" name="Slide Number Placeholder 4">
            <a:extLst>
              <a:ext uri="{FF2B5EF4-FFF2-40B4-BE49-F238E27FC236}">
                <a16:creationId xmlns:a16="http://schemas.microsoft.com/office/drawing/2014/main" id="{52E3A1AA-844C-46AF-BAF3-71F6DDD8E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3BEDCC8-A458-44B7-BD12-C0E0E690A1C1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6983" name="Rectangle 2">
            <a:extLst>
              <a:ext uri="{FF2B5EF4-FFF2-40B4-BE49-F238E27FC236}">
                <a16:creationId xmlns:a16="http://schemas.microsoft.com/office/drawing/2014/main" id="{906D5D6B-3C57-418F-9E8E-C078302A4B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Classful Routing</a:t>
            </a:r>
          </a:p>
        </p:txBody>
      </p:sp>
      <p:pic>
        <p:nvPicPr>
          <p:cNvPr id="126984" name="Picture 33">
            <a:extLst>
              <a:ext uri="{FF2B5EF4-FFF2-40B4-BE49-F238E27FC236}">
                <a16:creationId xmlns:a16="http://schemas.microsoft.com/office/drawing/2014/main" id="{3D41FA08-1278-4984-86EB-9D267511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638" y="4479925"/>
            <a:ext cx="6985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5" name="Picture 33">
            <a:extLst>
              <a:ext uri="{FF2B5EF4-FFF2-40B4-BE49-F238E27FC236}">
                <a16:creationId xmlns:a16="http://schemas.microsoft.com/office/drawing/2014/main" id="{DBFD24E1-EA7E-4B9B-B70F-C05BE9D740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638" y="5260975"/>
            <a:ext cx="6985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6" name="Picture 13">
            <a:extLst>
              <a:ext uri="{FF2B5EF4-FFF2-40B4-BE49-F238E27FC236}">
                <a16:creationId xmlns:a16="http://schemas.microsoft.com/office/drawing/2014/main" id="{F4BF0877-0EB1-4547-8780-790A7D57E969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6038" y="4960938"/>
            <a:ext cx="60960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87" name="Picture 41">
            <a:extLst>
              <a:ext uri="{FF2B5EF4-FFF2-40B4-BE49-F238E27FC236}">
                <a16:creationId xmlns:a16="http://schemas.microsoft.com/office/drawing/2014/main" id="{8E62D8A1-1221-4DF9-90BD-580A7191E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150" y="4981575"/>
            <a:ext cx="735013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26988" name="Straight Connector 2">
            <a:extLst>
              <a:ext uri="{FF2B5EF4-FFF2-40B4-BE49-F238E27FC236}">
                <a16:creationId xmlns:a16="http://schemas.microsoft.com/office/drawing/2014/main" id="{BA65DAB3-29C2-4DB5-9247-C147F273A18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116138" y="4803775"/>
            <a:ext cx="428625" cy="231775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6989" name="Straight Connector 4">
            <a:extLst>
              <a:ext uri="{FF2B5EF4-FFF2-40B4-BE49-F238E27FC236}">
                <a16:creationId xmlns:a16="http://schemas.microsoft.com/office/drawing/2014/main" id="{DBC2E34B-4377-43FE-9235-EC19967699F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116138" y="5226050"/>
            <a:ext cx="346075" cy="358775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6990" name="Straight Connector 16">
            <a:extLst>
              <a:ext uri="{FF2B5EF4-FFF2-40B4-BE49-F238E27FC236}">
                <a16:creationId xmlns:a16="http://schemas.microsoft.com/office/drawing/2014/main" id="{1DF16574-D3EF-4CBD-92E1-4B287BA5E91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205163" y="5138738"/>
            <a:ext cx="650875" cy="1587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26991" name="Picture 41">
            <a:extLst>
              <a:ext uri="{FF2B5EF4-FFF2-40B4-BE49-F238E27FC236}">
                <a16:creationId xmlns:a16="http://schemas.microsoft.com/office/drawing/2014/main" id="{BFD5A6FC-9A84-4223-A6B1-7E1E0BEC1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4981575"/>
            <a:ext cx="735013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26992" name="Straight Connector 18">
            <a:extLst>
              <a:ext uri="{FF2B5EF4-FFF2-40B4-BE49-F238E27FC236}">
                <a16:creationId xmlns:a16="http://schemas.microsoft.com/office/drawing/2014/main" id="{F5BE2AB8-6727-497B-9389-0C37E7F5F96E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4465638" y="5138738"/>
            <a:ext cx="677862" cy="1587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26993" name="Picture 33">
            <a:extLst>
              <a:ext uri="{FF2B5EF4-FFF2-40B4-BE49-F238E27FC236}">
                <a16:creationId xmlns:a16="http://schemas.microsoft.com/office/drawing/2014/main" id="{3D2E3671-E082-423D-9D94-06794065D8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538" y="4479925"/>
            <a:ext cx="6985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6994" name="Picture 33">
            <a:extLst>
              <a:ext uri="{FF2B5EF4-FFF2-40B4-BE49-F238E27FC236}">
                <a16:creationId xmlns:a16="http://schemas.microsoft.com/office/drawing/2014/main" id="{072641E4-8747-45CF-9AD1-447E533F3B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538" y="5260975"/>
            <a:ext cx="6985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26995" name="Straight Connector 23">
            <a:extLst>
              <a:ext uri="{FF2B5EF4-FFF2-40B4-BE49-F238E27FC236}">
                <a16:creationId xmlns:a16="http://schemas.microsoft.com/office/drawing/2014/main" id="{C8798BCA-9BAF-476D-99EC-8EBFD2544A7B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878513" y="5005388"/>
            <a:ext cx="385762" cy="133350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6996" name="Straight Connector 25">
            <a:extLst>
              <a:ext uri="{FF2B5EF4-FFF2-40B4-BE49-F238E27FC236}">
                <a16:creationId xmlns:a16="http://schemas.microsoft.com/office/drawing/2014/main" id="{F6B89F7B-6968-4790-91CB-CA0D69B4564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753100" y="5260975"/>
            <a:ext cx="663575" cy="255588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med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6997" name="TextBox 29">
            <a:extLst>
              <a:ext uri="{FF2B5EF4-FFF2-40B4-BE49-F238E27FC236}">
                <a16:creationId xmlns:a16="http://schemas.microsoft.com/office/drawing/2014/main" id="{D73A3EDA-FD26-44FF-A16B-EDFB28540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4738" y="4395788"/>
            <a:ext cx="9985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137.189.0.0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(137=</a:t>
            </a: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10</a:t>
            </a: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001001b,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i.e., Class B)</a:t>
            </a:r>
          </a:p>
        </p:txBody>
      </p:sp>
      <p:sp>
        <p:nvSpPr>
          <p:cNvPr id="126998" name="TextBox 35">
            <a:extLst>
              <a:ext uri="{FF2B5EF4-FFF2-40B4-BE49-F238E27FC236}">
                <a16:creationId xmlns:a16="http://schemas.microsoft.com/office/drawing/2014/main" id="{4A5CA5F9-FF29-405F-B0BC-7007E5242B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4825" y="5775325"/>
            <a:ext cx="731838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137.189.0.1</a:t>
            </a:r>
          </a:p>
        </p:txBody>
      </p:sp>
      <p:sp>
        <p:nvSpPr>
          <p:cNvPr id="126999" name="TextBox 36">
            <a:extLst>
              <a:ext uri="{FF2B5EF4-FFF2-40B4-BE49-F238E27FC236}">
                <a16:creationId xmlns:a16="http://schemas.microsoft.com/office/drawing/2014/main" id="{5776C037-2F95-4334-B3F1-B31DD0E26C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8788" y="4983163"/>
            <a:ext cx="733425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137.189.0.2</a:t>
            </a:r>
          </a:p>
        </p:txBody>
      </p:sp>
      <p:sp>
        <p:nvSpPr>
          <p:cNvPr id="127000" name="TextBox 37">
            <a:extLst>
              <a:ext uri="{FF2B5EF4-FFF2-40B4-BE49-F238E27FC236}">
                <a16:creationId xmlns:a16="http://schemas.microsoft.com/office/drawing/2014/main" id="{FE1ADE42-315A-4310-AFD3-26862D0B2E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1900" y="4419600"/>
            <a:ext cx="998538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137.190.0.0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(137=</a:t>
            </a: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10</a:t>
            </a: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001001b,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i.e., Class B)</a:t>
            </a:r>
          </a:p>
        </p:txBody>
      </p:sp>
      <p:sp>
        <p:nvSpPr>
          <p:cNvPr id="127001" name="TextBox 38">
            <a:extLst>
              <a:ext uri="{FF2B5EF4-FFF2-40B4-BE49-F238E27FC236}">
                <a16:creationId xmlns:a16="http://schemas.microsoft.com/office/drawing/2014/main" id="{34A68220-C436-4005-920F-583F94A3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84900" y="5873750"/>
            <a:ext cx="733425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137.190.0.1</a:t>
            </a:r>
          </a:p>
        </p:txBody>
      </p:sp>
      <p:sp>
        <p:nvSpPr>
          <p:cNvPr id="127002" name="TextBox 39">
            <a:extLst>
              <a:ext uri="{FF2B5EF4-FFF2-40B4-BE49-F238E27FC236}">
                <a16:creationId xmlns:a16="http://schemas.microsoft.com/office/drawing/2014/main" id="{E13507B1-EFF7-4D0A-ACC4-9F6E22347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38863" y="5081588"/>
            <a:ext cx="733425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137.190.0.2</a:t>
            </a:r>
          </a:p>
        </p:txBody>
      </p:sp>
      <p:sp>
        <p:nvSpPr>
          <p:cNvPr id="127003" name="Rounded Rectangle 30">
            <a:extLst>
              <a:ext uri="{FF2B5EF4-FFF2-40B4-BE49-F238E27FC236}">
                <a16:creationId xmlns:a16="http://schemas.microsoft.com/office/drawing/2014/main" id="{E59FBAE0-AE1A-4373-B5DE-83E0CB3252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9650" y="5394325"/>
            <a:ext cx="1220788" cy="514350"/>
          </a:xfrm>
          <a:prstGeom prst="roundRect">
            <a:avLst>
              <a:gd name="adj" fmla="val 16667"/>
            </a:avLst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Routing Table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137.189.0.0    </a:t>
            </a: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e0/0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137.190.0.0    </a:t>
            </a: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e0/1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27004" name="TextBox 41">
            <a:extLst>
              <a:ext uri="{FF2B5EF4-FFF2-40B4-BE49-F238E27FC236}">
                <a16:creationId xmlns:a16="http://schemas.microsoft.com/office/drawing/2014/main" id="{DF19C24D-966F-466B-9658-CA0F360A48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650" y="4957763"/>
            <a:ext cx="38735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e0/0</a:t>
            </a:r>
          </a:p>
        </p:txBody>
      </p:sp>
      <p:sp>
        <p:nvSpPr>
          <p:cNvPr id="127005" name="TextBox 42">
            <a:extLst>
              <a:ext uri="{FF2B5EF4-FFF2-40B4-BE49-F238E27FC236}">
                <a16:creationId xmlns:a16="http://schemas.microsoft.com/office/drawing/2014/main" id="{4933E9A0-F5A3-4C28-A0B4-6EE21A6711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2138" y="4962525"/>
            <a:ext cx="387350" cy="21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e0/1</a:t>
            </a:r>
          </a:p>
        </p:txBody>
      </p:sp>
      <p:sp>
        <p:nvSpPr>
          <p:cNvPr id="127006" name="TextBox 43">
            <a:extLst>
              <a:ext uri="{FF2B5EF4-FFF2-40B4-BE49-F238E27FC236}">
                <a16:creationId xmlns:a16="http://schemas.microsoft.com/office/drawing/2014/main" id="{EBACFF5C-219B-49BD-B5E5-0B9F220CCC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1238" y="5105400"/>
            <a:ext cx="38735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.254</a:t>
            </a:r>
          </a:p>
        </p:txBody>
      </p:sp>
      <p:sp>
        <p:nvSpPr>
          <p:cNvPr id="127007" name="TextBox 44">
            <a:extLst>
              <a:ext uri="{FF2B5EF4-FFF2-40B4-BE49-F238E27FC236}">
                <a16:creationId xmlns:a16="http://schemas.microsoft.com/office/drawing/2014/main" id="{474914A8-3C66-4120-87BF-D20563B8AC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4675" y="5111750"/>
            <a:ext cx="387350" cy="21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.254</a:t>
            </a:r>
          </a:p>
        </p:txBody>
      </p:sp>
      <p:cxnSp>
        <p:nvCxnSpPr>
          <p:cNvPr id="127008" name="Straight Arrow Connector 2">
            <a:extLst>
              <a:ext uri="{FF2B5EF4-FFF2-40B4-BE49-F238E27FC236}">
                <a16:creationId xmlns:a16="http://schemas.microsoft.com/office/drawing/2014/main" id="{1CC4DE0C-2D75-4E80-9BFC-8658C31828B7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95600" y="5326063"/>
            <a:ext cx="46038" cy="85407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7009" name="TextBox 3">
            <a:extLst>
              <a:ext uri="{FF2B5EF4-FFF2-40B4-BE49-F238E27FC236}">
                <a16:creationId xmlns:a16="http://schemas.microsoft.com/office/drawing/2014/main" id="{6513FC1C-0C33-47CC-AC35-7CFED515B3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938" y="6135688"/>
            <a:ext cx="94932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 </a:t>
            </a: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switch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(link layer)</a:t>
            </a:r>
          </a:p>
        </p:txBody>
      </p:sp>
      <p:sp>
        <p:nvSpPr>
          <p:cNvPr id="127010" name="TextBox 34">
            <a:extLst>
              <a:ext uri="{FF2B5EF4-FFF2-40B4-BE49-F238E27FC236}">
                <a16:creationId xmlns:a16="http://schemas.microsoft.com/office/drawing/2014/main" id="{BAD001E4-12B0-4DCC-BB8A-BF4467BBA6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6313" y="4441825"/>
            <a:ext cx="1309687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 </a:t>
            </a: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router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(network layer)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026" name="Picture 4" descr="underline_base">
            <a:extLst>
              <a:ext uri="{FF2B5EF4-FFF2-40B4-BE49-F238E27FC236}">
                <a16:creationId xmlns:a16="http://schemas.microsoft.com/office/drawing/2014/main" id="{FF5D9643-307B-43C6-9086-451CC0EECA4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9027" name="Rectangle 3">
            <a:extLst>
              <a:ext uri="{FF2B5EF4-FFF2-40B4-BE49-F238E27FC236}">
                <a16:creationId xmlns:a16="http://schemas.microsoft.com/office/drawing/2014/main" id="{32F5CEAF-972F-45FF-B11D-945B98DBC4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71600"/>
            <a:ext cx="7772400" cy="4876800"/>
          </a:xfrm>
        </p:spPr>
        <p:txBody>
          <a:bodyPr/>
          <a:lstStyle/>
          <a:p>
            <a:pPr eaLnBrk="1" hangingPunct="1"/>
            <a:r>
              <a:rPr lang="en-US" altLang="en-US"/>
              <a:t>Issues with </a:t>
            </a:r>
            <a:r>
              <a:rPr lang="en-US" altLang="en-US">
                <a:solidFill>
                  <a:srgbClr val="FF0000"/>
                </a:solidFill>
              </a:rPr>
              <a:t>Classful</a:t>
            </a:r>
            <a:r>
              <a:rPr lang="en-US" altLang="en-US"/>
              <a:t> IP Addresses:</a:t>
            </a:r>
          </a:p>
          <a:p>
            <a:pPr lvl="1" eaLnBrk="1" hangingPunct="1"/>
            <a:r>
              <a:rPr lang="en-US" altLang="en-US"/>
              <a:t>A </a:t>
            </a:r>
            <a:r>
              <a:rPr lang="en-US" altLang="en-US">
                <a:solidFill>
                  <a:srgbClr val="0070C0"/>
                </a:solidFill>
              </a:rPr>
              <a:t>Class C</a:t>
            </a:r>
            <a:r>
              <a:rPr lang="en-US" altLang="en-US"/>
              <a:t> network is often </a:t>
            </a:r>
            <a:r>
              <a:rPr lang="en-US" altLang="en-US">
                <a:solidFill>
                  <a:srgbClr val="0070C0"/>
                </a:solidFill>
              </a:rPr>
              <a:t>too small </a:t>
            </a:r>
            <a:r>
              <a:rPr lang="en-US" altLang="en-US"/>
              <a:t>for a company (max 254 hosts) but a Class B network is likely too large (max 65534 hosts)</a:t>
            </a:r>
          </a:p>
          <a:p>
            <a:pPr lvl="1" eaLnBrk="1" hangingPunct="1"/>
            <a:r>
              <a:rPr lang="en-US" altLang="en-US">
                <a:solidFill>
                  <a:srgbClr val="0070C0"/>
                </a:solidFill>
              </a:rPr>
              <a:t>Class B and Class A</a:t>
            </a:r>
            <a:r>
              <a:rPr lang="en-US" altLang="en-US"/>
              <a:t> networks are </a:t>
            </a:r>
            <a:r>
              <a:rPr lang="en-US" altLang="en-US">
                <a:solidFill>
                  <a:srgbClr val="0070C0"/>
                </a:solidFill>
              </a:rPr>
              <a:t>not efficiently utilized</a:t>
            </a:r>
            <a:r>
              <a:rPr lang="en-US" altLang="en-US"/>
              <a:t>, i.e., only a small subset of the address space is used by hosts, the rest wasted.</a:t>
            </a:r>
          </a:p>
          <a:p>
            <a:pPr lvl="1" eaLnBrk="1" hangingPunct="1"/>
            <a:r>
              <a:rPr lang="en-US" altLang="en-US">
                <a:solidFill>
                  <a:srgbClr val="FF0000"/>
                </a:solidFill>
              </a:rPr>
              <a:t>Not enough flexibility in address allocation!</a:t>
            </a:r>
          </a:p>
        </p:txBody>
      </p:sp>
      <p:sp>
        <p:nvSpPr>
          <p:cNvPr id="129028" name="Slide Number Placeholder 4">
            <a:extLst>
              <a:ext uri="{FF2B5EF4-FFF2-40B4-BE49-F238E27FC236}">
                <a16:creationId xmlns:a16="http://schemas.microsoft.com/office/drawing/2014/main" id="{EE6937B6-9993-4B1B-81CB-CC3E456A7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2248C2-5C05-41C8-A85F-D942D022A3D7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29029" name="Rectangle 2">
            <a:extLst>
              <a:ext uri="{FF2B5EF4-FFF2-40B4-BE49-F238E27FC236}">
                <a16:creationId xmlns:a16="http://schemas.microsoft.com/office/drawing/2014/main" id="{95E12226-8F82-400D-81EE-665A1EB957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Classful Routing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3">
            <a:extLst>
              <a:ext uri="{FF2B5EF4-FFF2-40B4-BE49-F238E27FC236}">
                <a16:creationId xmlns:a16="http://schemas.microsoft.com/office/drawing/2014/main" id="{79F44F1F-5E32-4DD3-8B80-E4C61DEFBE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71600"/>
            <a:ext cx="7772400" cy="4876800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Classless Inter-Domain Routing (CIDR)</a:t>
            </a:r>
          </a:p>
          <a:p>
            <a:pPr lvl="1" eaLnBrk="1" hangingPunct="1"/>
            <a:r>
              <a:rPr lang="en-US" altLang="en-US" dirty="0">
                <a:solidFill>
                  <a:srgbClr val="0070C0"/>
                </a:solidFill>
              </a:rPr>
              <a:t>Remove the limitation</a:t>
            </a:r>
            <a:r>
              <a:rPr lang="en-US" altLang="en-US" dirty="0"/>
              <a:t> of </a:t>
            </a:r>
            <a:r>
              <a:rPr lang="en-US" altLang="en-US" dirty="0">
                <a:solidFill>
                  <a:srgbClr val="0070C0"/>
                </a:solidFill>
              </a:rPr>
              <a:t>fixed</a:t>
            </a:r>
            <a:r>
              <a:rPr lang="en-US" altLang="en-US" dirty="0">
                <a:solidFill>
                  <a:srgbClr val="FF3300"/>
                </a:solidFill>
              </a:rPr>
              <a:t> </a:t>
            </a:r>
            <a:r>
              <a:rPr lang="en-US" altLang="en-US" dirty="0"/>
              <a:t>number of network address bits in classful IP addresses</a:t>
            </a:r>
          </a:p>
          <a:p>
            <a:pPr lvl="1" eaLnBrk="1" hangingPunct="1"/>
            <a:r>
              <a:rPr lang="en-US" altLang="en-US" dirty="0"/>
              <a:t>Class prefix no longer represents the number of network address bits</a:t>
            </a:r>
          </a:p>
          <a:p>
            <a:pPr lvl="1" eaLnBrk="1" hangingPunct="1"/>
            <a:r>
              <a:rPr lang="en-US" altLang="en-US" dirty="0"/>
              <a:t>The size of the network address part is </a:t>
            </a:r>
            <a:r>
              <a:rPr lang="en-US" altLang="en-US" dirty="0">
                <a:solidFill>
                  <a:srgbClr val="FF3300"/>
                </a:solidFill>
              </a:rPr>
              <a:t>explicitly</a:t>
            </a:r>
            <a:r>
              <a:rPr lang="en-US" altLang="en-US" dirty="0"/>
              <a:t> indicated by a </a:t>
            </a:r>
            <a:r>
              <a:rPr lang="en-US" altLang="en-US" dirty="0">
                <a:solidFill>
                  <a:srgbClr val="FF3300"/>
                </a:solidFill>
              </a:rPr>
              <a:t>subnet mask</a:t>
            </a:r>
            <a:r>
              <a:rPr lang="en-US" altLang="en-US" dirty="0"/>
              <a:t>, e.g., 255.255.128.0 or a </a:t>
            </a:r>
            <a:r>
              <a:rPr lang="en-US" altLang="en-US" dirty="0">
                <a:solidFill>
                  <a:srgbClr val="FF3300"/>
                </a:solidFill>
              </a:rPr>
              <a:t>length suffix</a:t>
            </a:r>
            <a:r>
              <a:rPr lang="en-US" altLang="en-US" dirty="0"/>
              <a:t>, e.g., /17.</a:t>
            </a:r>
          </a:p>
          <a:p>
            <a:pPr lvl="1" eaLnBrk="1" hangingPunct="1"/>
            <a:r>
              <a:rPr lang="en-US" altLang="en-US" dirty="0"/>
              <a:t>Unlike classful routing, </a:t>
            </a:r>
            <a:r>
              <a:rPr lang="en-US" altLang="en-US" dirty="0">
                <a:solidFill>
                  <a:srgbClr val="0070C0"/>
                </a:solidFill>
              </a:rPr>
              <a:t>subnet masks will need to be exchanged between routers</a:t>
            </a:r>
            <a:r>
              <a:rPr lang="en-US" altLang="en-US" dirty="0"/>
              <a:t>.</a:t>
            </a:r>
          </a:p>
        </p:txBody>
      </p:sp>
      <p:sp>
        <p:nvSpPr>
          <p:cNvPr id="131075" name="Slide Number Placeholder 4">
            <a:extLst>
              <a:ext uri="{FF2B5EF4-FFF2-40B4-BE49-F238E27FC236}">
                <a16:creationId xmlns:a16="http://schemas.microsoft.com/office/drawing/2014/main" id="{693C6940-71F9-4B5F-B074-1EF70E40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65A083F-22DD-4BDD-A2E9-AD24EAC54D2F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1076" name="Rectangle 2">
            <a:extLst>
              <a:ext uri="{FF2B5EF4-FFF2-40B4-BE49-F238E27FC236}">
                <a16:creationId xmlns:a16="http://schemas.microsoft.com/office/drawing/2014/main" id="{1E87C44E-2999-4E35-B347-EE82C4A63F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Classless IP Address</a:t>
            </a:r>
          </a:p>
        </p:txBody>
      </p:sp>
      <p:pic>
        <p:nvPicPr>
          <p:cNvPr id="131077" name="Picture 4" descr="underline_base">
            <a:extLst>
              <a:ext uri="{FF2B5EF4-FFF2-40B4-BE49-F238E27FC236}">
                <a16:creationId xmlns:a16="http://schemas.microsoft.com/office/drawing/2014/main" id="{7BF73121-EABA-41FF-AD18-6307FD767C9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1">
            <a:extLst>
              <a:ext uri="{FF2B5EF4-FFF2-40B4-BE49-F238E27FC236}">
                <a16:creationId xmlns:a16="http://schemas.microsoft.com/office/drawing/2014/main" id="{DE20D88E-E14B-4863-935E-0B173F3A8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2598738"/>
            <a:ext cx="1679575" cy="2616200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round/>
                <a:headEnd type="none" w="sm" len="sm"/>
                <a:tailEnd type="triangle" w="med" len="sm"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3123" name="Rectangle 3">
            <a:extLst>
              <a:ext uri="{FF2B5EF4-FFF2-40B4-BE49-F238E27FC236}">
                <a16:creationId xmlns:a16="http://schemas.microsoft.com/office/drawing/2014/main" id="{F99AC9E5-F3A0-4E5E-AA5A-4914C7A904B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71600"/>
            <a:ext cx="7772400" cy="4876800"/>
          </a:xfrm>
        </p:spPr>
        <p:txBody>
          <a:bodyPr/>
          <a:lstStyle/>
          <a:p>
            <a:pPr eaLnBrk="1" hangingPunct="1"/>
            <a:r>
              <a:rPr lang="en-US" altLang="en-US" dirty="0"/>
              <a:t>Classless Inter-Domain Routing (CIDR)</a:t>
            </a:r>
          </a:p>
          <a:p>
            <a:pPr lvl="1" eaLnBrk="1" hangingPunct="1"/>
            <a:r>
              <a:rPr lang="en-US" altLang="en-US" dirty="0"/>
              <a:t>Example: 137.189.178.73 /17</a:t>
            </a:r>
          </a:p>
        </p:txBody>
      </p:sp>
      <p:sp>
        <p:nvSpPr>
          <p:cNvPr id="133124" name="Slide Number Placeholder 4">
            <a:extLst>
              <a:ext uri="{FF2B5EF4-FFF2-40B4-BE49-F238E27FC236}">
                <a16:creationId xmlns:a16="http://schemas.microsoft.com/office/drawing/2014/main" id="{5C13E7E8-570F-43D3-A5AD-2D00F7418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84A7B08-6149-4E67-B770-2EA1609E6E4E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3125" name="Rectangle 2">
            <a:extLst>
              <a:ext uri="{FF2B5EF4-FFF2-40B4-BE49-F238E27FC236}">
                <a16:creationId xmlns:a16="http://schemas.microsoft.com/office/drawing/2014/main" id="{E486370D-64E8-4B99-A1C7-ABE6C8CCAD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Classless IP Address</a:t>
            </a:r>
          </a:p>
        </p:txBody>
      </p:sp>
      <p:sp>
        <p:nvSpPr>
          <p:cNvPr id="133126" name="Rectangle 5">
            <a:extLst>
              <a:ext uri="{FF2B5EF4-FFF2-40B4-BE49-F238E27FC236}">
                <a16:creationId xmlns:a16="http://schemas.microsoft.com/office/drawing/2014/main" id="{E72D0FD2-9338-4D3F-870A-87265534F7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2674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137</a:t>
            </a:r>
          </a:p>
        </p:txBody>
      </p:sp>
      <p:sp>
        <p:nvSpPr>
          <p:cNvPr id="133127" name="Rectangle 6">
            <a:extLst>
              <a:ext uri="{FF2B5EF4-FFF2-40B4-BE49-F238E27FC236}">
                <a16:creationId xmlns:a16="http://schemas.microsoft.com/office/drawing/2014/main" id="{A4E5E9CD-7B66-41AD-B94E-770F42E80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2674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189</a:t>
            </a:r>
          </a:p>
        </p:txBody>
      </p:sp>
      <p:sp>
        <p:nvSpPr>
          <p:cNvPr id="133128" name="Rectangle 7">
            <a:extLst>
              <a:ext uri="{FF2B5EF4-FFF2-40B4-BE49-F238E27FC236}">
                <a16:creationId xmlns:a16="http://schemas.microsoft.com/office/drawing/2014/main" id="{10E6FF63-55E3-428B-B3CE-5CB7511A3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2674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178</a:t>
            </a:r>
          </a:p>
        </p:txBody>
      </p:sp>
      <p:sp>
        <p:nvSpPr>
          <p:cNvPr id="133129" name="Rectangle 8">
            <a:extLst>
              <a:ext uri="{FF2B5EF4-FFF2-40B4-BE49-F238E27FC236}">
                <a16:creationId xmlns:a16="http://schemas.microsoft.com/office/drawing/2014/main" id="{35CF6ABE-B5A0-49F1-A07E-1C862CB5B9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2674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73</a:t>
            </a:r>
          </a:p>
        </p:txBody>
      </p:sp>
      <p:sp>
        <p:nvSpPr>
          <p:cNvPr id="133130" name="Rectangle 9">
            <a:extLst>
              <a:ext uri="{FF2B5EF4-FFF2-40B4-BE49-F238E27FC236}">
                <a16:creationId xmlns:a16="http://schemas.microsoft.com/office/drawing/2014/main" id="{D5A76373-BAC3-4B14-93CF-AE4221143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3055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10001001</a:t>
            </a:r>
          </a:p>
        </p:txBody>
      </p:sp>
      <p:sp>
        <p:nvSpPr>
          <p:cNvPr id="133131" name="Rectangle 10">
            <a:extLst>
              <a:ext uri="{FF2B5EF4-FFF2-40B4-BE49-F238E27FC236}">
                <a16:creationId xmlns:a16="http://schemas.microsoft.com/office/drawing/2014/main" id="{AB4B9653-C229-4660-8F32-20AC4064AE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3055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10111101</a:t>
            </a:r>
          </a:p>
        </p:txBody>
      </p:sp>
      <p:sp>
        <p:nvSpPr>
          <p:cNvPr id="133132" name="Rectangle 11">
            <a:extLst>
              <a:ext uri="{FF2B5EF4-FFF2-40B4-BE49-F238E27FC236}">
                <a16:creationId xmlns:a16="http://schemas.microsoft.com/office/drawing/2014/main" id="{03D60CC7-66EB-4E05-9746-DB593908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3055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10110010</a:t>
            </a:r>
          </a:p>
        </p:txBody>
      </p:sp>
      <p:sp>
        <p:nvSpPr>
          <p:cNvPr id="133133" name="Rectangle 12">
            <a:extLst>
              <a:ext uri="{FF2B5EF4-FFF2-40B4-BE49-F238E27FC236}">
                <a16:creationId xmlns:a16="http://schemas.microsoft.com/office/drawing/2014/main" id="{E0DC12F5-5E17-4AA2-AC02-F7E448029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3055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01001001</a:t>
            </a:r>
          </a:p>
        </p:txBody>
      </p:sp>
      <p:sp>
        <p:nvSpPr>
          <p:cNvPr id="133134" name="Rectangle 13">
            <a:extLst>
              <a:ext uri="{FF2B5EF4-FFF2-40B4-BE49-F238E27FC236}">
                <a16:creationId xmlns:a16="http://schemas.microsoft.com/office/drawing/2014/main" id="{A9E33571-48EB-4019-9733-4AF2BB2665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3436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33135" name="Rectangle 14">
            <a:extLst>
              <a:ext uri="{FF2B5EF4-FFF2-40B4-BE49-F238E27FC236}">
                <a16:creationId xmlns:a16="http://schemas.microsoft.com/office/drawing/2014/main" id="{2D2D8184-EDC4-42AC-A2F4-0B0E2D234A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3436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33136" name="Rectangle 15">
            <a:extLst>
              <a:ext uri="{FF2B5EF4-FFF2-40B4-BE49-F238E27FC236}">
                <a16:creationId xmlns:a16="http://schemas.microsoft.com/office/drawing/2014/main" id="{FBE5B0E3-A0A5-4E29-9CD4-E7B8925D10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3436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128</a:t>
            </a:r>
          </a:p>
        </p:txBody>
      </p:sp>
      <p:sp>
        <p:nvSpPr>
          <p:cNvPr id="133137" name="Rectangle 16">
            <a:extLst>
              <a:ext uri="{FF2B5EF4-FFF2-40B4-BE49-F238E27FC236}">
                <a16:creationId xmlns:a16="http://schemas.microsoft.com/office/drawing/2014/main" id="{4683DCC7-4779-4DB9-813C-C226CFB085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3436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33138" name="Rectangle 17">
            <a:extLst>
              <a:ext uri="{FF2B5EF4-FFF2-40B4-BE49-F238E27FC236}">
                <a16:creationId xmlns:a16="http://schemas.microsoft.com/office/drawing/2014/main" id="{8D29F077-4D2E-485A-A926-7CE80103C7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3817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11111111</a:t>
            </a:r>
          </a:p>
        </p:txBody>
      </p:sp>
      <p:sp>
        <p:nvSpPr>
          <p:cNvPr id="133139" name="Rectangle 18">
            <a:extLst>
              <a:ext uri="{FF2B5EF4-FFF2-40B4-BE49-F238E27FC236}">
                <a16:creationId xmlns:a16="http://schemas.microsoft.com/office/drawing/2014/main" id="{5C730B5C-ACBA-4998-B691-BB5FB8589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3817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11111111</a:t>
            </a:r>
          </a:p>
        </p:txBody>
      </p:sp>
      <p:sp>
        <p:nvSpPr>
          <p:cNvPr id="133140" name="Rectangle 19">
            <a:extLst>
              <a:ext uri="{FF2B5EF4-FFF2-40B4-BE49-F238E27FC236}">
                <a16:creationId xmlns:a16="http://schemas.microsoft.com/office/drawing/2014/main" id="{45BC7F92-CC1C-4500-B5BA-1C3FB82AA2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3817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10000000</a:t>
            </a:r>
          </a:p>
        </p:txBody>
      </p:sp>
      <p:sp>
        <p:nvSpPr>
          <p:cNvPr id="133141" name="Rectangle 20">
            <a:extLst>
              <a:ext uri="{FF2B5EF4-FFF2-40B4-BE49-F238E27FC236}">
                <a16:creationId xmlns:a16="http://schemas.microsoft.com/office/drawing/2014/main" id="{AB95BC1B-840D-4166-9306-85D923703B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3817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33142" name="Rectangle 21">
            <a:extLst>
              <a:ext uri="{FF2B5EF4-FFF2-40B4-BE49-F238E27FC236}">
                <a16:creationId xmlns:a16="http://schemas.microsoft.com/office/drawing/2014/main" id="{AEBBEC04-04B8-4C92-81F5-5FCD71B54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4198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10001001</a:t>
            </a:r>
          </a:p>
        </p:txBody>
      </p:sp>
      <p:sp>
        <p:nvSpPr>
          <p:cNvPr id="133143" name="Rectangle 22">
            <a:extLst>
              <a:ext uri="{FF2B5EF4-FFF2-40B4-BE49-F238E27FC236}">
                <a16:creationId xmlns:a16="http://schemas.microsoft.com/office/drawing/2014/main" id="{A257C8DB-E786-4283-B7C4-54AE3931E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4198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10111101</a:t>
            </a:r>
          </a:p>
        </p:txBody>
      </p:sp>
      <p:sp>
        <p:nvSpPr>
          <p:cNvPr id="133144" name="Rectangle 23">
            <a:extLst>
              <a:ext uri="{FF2B5EF4-FFF2-40B4-BE49-F238E27FC236}">
                <a16:creationId xmlns:a16="http://schemas.microsoft.com/office/drawing/2014/main" id="{DF442DD9-CFD1-4E5C-9620-99862B592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4198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10000000</a:t>
            </a:r>
          </a:p>
        </p:txBody>
      </p:sp>
      <p:sp>
        <p:nvSpPr>
          <p:cNvPr id="133145" name="Rectangle 24">
            <a:extLst>
              <a:ext uri="{FF2B5EF4-FFF2-40B4-BE49-F238E27FC236}">
                <a16:creationId xmlns:a16="http://schemas.microsoft.com/office/drawing/2014/main" id="{7E340A82-79BF-4CFE-9F66-E01882C3A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41989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33146" name="TextBox 25">
            <a:extLst>
              <a:ext uri="{FF2B5EF4-FFF2-40B4-BE49-F238E27FC236}">
                <a16:creationId xmlns:a16="http://schemas.microsoft.com/office/drawing/2014/main" id="{4A63A673-A2F7-499A-9E30-3006AC0200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2649538"/>
            <a:ext cx="14271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(decimal):</a:t>
            </a:r>
          </a:p>
        </p:txBody>
      </p:sp>
      <p:sp>
        <p:nvSpPr>
          <p:cNvPr id="133147" name="TextBox 26">
            <a:extLst>
              <a:ext uri="{FF2B5EF4-FFF2-40B4-BE49-F238E27FC236}">
                <a16:creationId xmlns:a16="http://schemas.microsoft.com/office/drawing/2014/main" id="{C60C4BB7-0A35-41FB-AE02-17CB53EC3F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3024188"/>
            <a:ext cx="13446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(binary):</a:t>
            </a:r>
          </a:p>
        </p:txBody>
      </p:sp>
      <p:sp>
        <p:nvSpPr>
          <p:cNvPr id="133148" name="TextBox 27">
            <a:extLst>
              <a:ext uri="{FF2B5EF4-FFF2-40B4-BE49-F238E27FC236}">
                <a16:creationId xmlns:a16="http://schemas.microsoft.com/office/drawing/2014/main" id="{65BB8459-9630-47FB-9FA5-7CCEB6716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3392488"/>
            <a:ext cx="15668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Subnet mask (decimal):</a:t>
            </a:r>
          </a:p>
        </p:txBody>
      </p:sp>
      <p:sp>
        <p:nvSpPr>
          <p:cNvPr id="133149" name="TextBox 28">
            <a:extLst>
              <a:ext uri="{FF2B5EF4-FFF2-40B4-BE49-F238E27FC236}">
                <a16:creationId xmlns:a16="http://schemas.microsoft.com/office/drawing/2014/main" id="{69CD9E40-BAD1-4401-A607-355F551BE2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3770313"/>
            <a:ext cx="148431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Subnet mask (binary):</a:t>
            </a:r>
          </a:p>
        </p:txBody>
      </p:sp>
      <p:sp>
        <p:nvSpPr>
          <p:cNvPr id="133150" name="TextBox 29">
            <a:extLst>
              <a:ext uri="{FF2B5EF4-FFF2-40B4-BE49-F238E27FC236}">
                <a16:creationId xmlns:a16="http://schemas.microsoft.com/office/drawing/2014/main" id="{D2090CE2-570D-41D8-A158-D04F285428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4157663"/>
            <a:ext cx="14525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Network address (B):</a:t>
            </a:r>
          </a:p>
        </p:txBody>
      </p:sp>
      <p:sp>
        <p:nvSpPr>
          <p:cNvPr id="133151" name="Rectangle 30">
            <a:extLst>
              <a:ext uri="{FF2B5EF4-FFF2-40B4-BE49-F238E27FC236}">
                <a16:creationId xmlns:a16="http://schemas.microsoft.com/office/drawing/2014/main" id="{BF27DBA9-1157-4608-A887-DE39CFE1C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45704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137</a:t>
            </a:r>
          </a:p>
        </p:txBody>
      </p:sp>
      <p:sp>
        <p:nvSpPr>
          <p:cNvPr id="133152" name="Rectangle 31">
            <a:extLst>
              <a:ext uri="{FF2B5EF4-FFF2-40B4-BE49-F238E27FC236}">
                <a16:creationId xmlns:a16="http://schemas.microsoft.com/office/drawing/2014/main" id="{8783B7F9-8B32-4B08-B95D-8F3210C4C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45704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189</a:t>
            </a:r>
          </a:p>
        </p:txBody>
      </p:sp>
      <p:sp>
        <p:nvSpPr>
          <p:cNvPr id="133153" name="Rectangle 32">
            <a:extLst>
              <a:ext uri="{FF2B5EF4-FFF2-40B4-BE49-F238E27FC236}">
                <a16:creationId xmlns:a16="http://schemas.microsoft.com/office/drawing/2014/main" id="{817C5497-151E-449B-835D-D12F58C07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45704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128</a:t>
            </a:r>
          </a:p>
        </p:txBody>
      </p:sp>
      <p:sp>
        <p:nvSpPr>
          <p:cNvPr id="133154" name="Rectangle 33">
            <a:extLst>
              <a:ext uri="{FF2B5EF4-FFF2-40B4-BE49-F238E27FC236}">
                <a16:creationId xmlns:a16="http://schemas.microsoft.com/office/drawing/2014/main" id="{B6904A1F-D08D-4723-B051-EC829A061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45704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</a:t>
            </a:r>
          </a:p>
        </p:txBody>
      </p:sp>
      <p:sp>
        <p:nvSpPr>
          <p:cNvPr id="133155" name="TextBox 34">
            <a:extLst>
              <a:ext uri="{FF2B5EF4-FFF2-40B4-BE49-F238E27FC236}">
                <a16:creationId xmlns:a16="http://schemas.microsoft.com/office/drawing/2014/main" id="{2E9F7AB0-AEA9-4864-BA7D-AE36C17C80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4532313"/>
            <a:ext cx="14763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Network address (D):</a:t>
            </a:r>
          </a:p>
        </p:txBody>
      </p:sp>
      <p:sp>
        <p:nvSpPr>
          <p:cNvPr id="133156" name="Rectangle 35">
            <a:extLst>
              <a:ext uri="{FF2B5EF4-FFF2-40B4-BE49-F238E27FC236}">
                <a16:creationId xmlns:a16="http://schemas.microsoft.com/office/drawing/2014/main" id="{1CC9CA88-646E-49DE-A58B-0C5DC4D274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75" y="49355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137</a:t>
            </a:r>
          </a:p>
        </p:txBody>
      </p:sp>
      <p:sp>
        <p:nvSpPr>
          <p:cNvPr id="133157" name="Rectangle 36">
            <a:extLst>
              <a:ext uri="{FF2B5EF4-FFF2-40B4-BE49-F238E27FC236}">
                <a16:creationId xmlns:a16="http://schemas.microsoft.com/office/drawing/2014/main" id="{9F0C36EF-70DA-41AF-9AAE-63DF3F913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9175" y="49355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189</a:t>
            </a:r>
          </a:p>
        </p:txBody>
      </p:sp>
      <p:sp>
        <p:nvSpPr>
          <p:cNvPr id="133158" name="Rectangle 37">
            <a:extLst>
              <a:ext uri="{FF2B5EF4-FFF2-40B4-BE49-F238E27FC236}">
                <a16:creationId xmlns:a16="http://schemas.microsoft.com/office/drawing/2014/main" id="{B9A030F1-8C93-4F5D-A42F-6EC0495EA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1175" y="49355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33159" name="Rectangle 38">
            <a:extLst>
              <a:ext uri="{FF2B5EF4-FFF2-40B4-BE49-F238E27FC236}">
                <a16:creationId xmlns:a16="http://schemas.microsoft.com/office/drawing/2014/main" id="{090D4D91-1BD9-48B7-9716-639509A7F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3175" y="4935538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255</a:t>
            </a:r>
          </a:p>
        </p:txBody>
      </p:sp>
      <p:sp>
        <p:nvSpPr>
          <p:cNvPr id="133160" name="TextBox 39">
            <a:extLst>
              <a:ext uri="{FF2B5EF4-FFF2-40B4-BE49-F238E27FC236}">
                <a16:creationId xmlns:a16="http://schemas.microsoft.com/office/drawing/2014/main" id="{3CF133F7-A5F0-4FB0-872A-E042788ED8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3175" y="4894263"/>
            <a:ext cx="153987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Broadcast address (D):</a:t>
            </a:r>
          </a:p>
        </p:txBody>
      </p:sp>
      <p:cxnSp>
        <p:nvCxnSpPr>
          <p:cNvPr id="133161" name="Straight Arrow Connector 2">
            <a:extLst>
              <a:ext uri="{FF2B5EF4-FFF2-40B4-BE49-F238E27FC236}">
                <a16:creationId xmlns:a16="http://schemas.microsoft.com/office/drawing/2014/main" id="{4F717A9D-0478-4A30-9F46-E494A5C5D2E4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797175" y="5380038"/>
            <a:ext cx="1679575" cy="7937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3162" name="TextBox 3">
            <a:extLst>
              <a:ext uri="{FF2B5EF4-FFF2-40B4-BE49-F238E27FC236}">
                <a16:creationId xmlns:a16="http://schemas.microsoft.com/office/drawing/2014/main" id="{21240F56-AF77-45C3-8C0C-E899B704C0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2763" y="5405438"/>
            <a:ext cx="1268412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17 bits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(network part)</a:t>
            </a:r>
          </a:p>
        </p:txBody>
      </p:sp>
      <p:cxnSp>
        <p:nvCxnSpPr>
          <p:cNvPr id="133163" name="Straight Arrow Connector 44">
            <a:extLst>
              <a:ext uri="{FF2B5EF4-FFF2-40B4-BE49-F238E27FC236}">
                <a16:creationId xmlns:a16="http://schemas.microsoft.com/office/drawing/2014/main" id="{D8EDBAA2-0E51-4253-9FB4-2EB5043C552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4476750" y="5380038"/>
            <a:ext cx="1368425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3164" name="TextBox 46">
            <a:extLst>
              <a:ext uri="{FF2B5EF4-FFF2-40B4-BE49-F238E27FC236}">
                <a16:creationId xmlns:a16="http://schemas.microsoft.com/office/drawing/2014/main" id="{C9EB084B-4D09-4CCD-8AF9-A00E15A3D1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6775" y="5402263"/>
            <a:ext cx="96678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15 bits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(host part)</a:t>
            </a:r>
          </a:p>
        </p:txBody>
      </p:sp>
      <p:pic>
        <p:nvPicPr>
          <p:cNvPr id="133165" name="Picture 4" descr="underline_base">
            <a:extLst>
              <a:ext uri="{FF2B5EF4-FFF2-40B4-BE49-F238E27FC236}">
                <a16:creationId xmlns:a16="http://schemas.microsoft.com/office/drawing/2014/main" id="{497E61FD-05AB-4DF0-B860-39EC1702EB8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Footer Placeholder 4">
            <a:extLst>
              <a:ext uri="{FF2B5EF4-FFF2-40B4-BE49-F238E27FC236}">
                <a16:creationId xmlns:a16="http://schemas.microsoft.com/office/drawing/2014/main" id="{8E8141B3-F815-4A3E-A247-3406084D1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35171" name="Slide Number Placeholder 5">
            <a:extLst>
              <a:ext uri="{FF2B5EF4-FFF2-40B4-BE49-F238E27FC236}">
                <a16:creationId xmlns:a16="http://schemas.microsoft.com/office/drawing/2014/main" id="{62D4073A-BA5C-4CB2-BFAD-356E3E64E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5EF5CF74-A838-416C-BDE4-89E21C07B908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35172" name="Picture 4" descr="underline_base">
            <a:extLst>
              <a:ext uri="{FF2B5EF4-FFF2-40B4-BE49-F238E27FC236}">
                <a16:creationId xmlns:a16="http://schemas.microsoft.com/office/drawing/2014/main" id="{596540F2-963A-4E94-B5DD-4F80D828AABA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5173" name="Rectangle 2">
            <a:extLst>
              <a:ext uri="{FF2B5EF4-FFF2-40B4-BE49-F238E27FC236}">
                <a16:creationId xmlns:a16="http://schemas.microsoft.com/office/drawing/2014/main" id="{3587819B-9666-466E-A26E-EE93148FE3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IP addresses: how to get one?</a:t>
            </a:r>
            <a:endParaRPr lang="en-US" altLang="zh-TW" sz="4800">
              <a:ea typeface="ＭＳ Ｐゴシック" panose="020B0600070205080204" pitchFamily="34" charset="-128"/>
            </a:endParaRPr>
          </a:p>
        </p:txBody>
      </p:sp>
      <p:sp>
        <p:nvSpPr>
          <p:cNvPr id="135174" name="Rectangle 3">
            <a:extLst>
              <a:ext uri="{FF2B5EF4-FFF2-40B4-BE49-F238E27FC236}">
                <a16:creationId xmlns:a16="http://schemas.microsoft.com/office/drawing/2014/main" id="{A4956677-B0FF-444A-930B-398BB6CA77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11175" y="1508125"/>
            <a:ext cx="8034338" cy="33591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dirty="0">
                <a:ea typeface="ＭＳ Ｐゴシック" panose="020B0600070205080204" pitchFamily="34" charset="-128"/>
              </a:rPr>
              <a:t> How does a </a:t>
            </a:r>
            <a:r>
              <a:rPr lang="en-US" altLang="zh-TW" i="1" dirty="0">
                <a:ea typeface="ＭＳ Ｐゴシック" panose="020B0600070205080204" pitchFamily="34" charset="-128"/>
              </a:rPr>
              <a:t>host</a:t>
            </a:r>
            <a:r>
              <a:rPr lang="en-US" altLang="zh-TW" dirty="0">
                <a:ea typeface="ＭＳ Ｐゴシック" panose="020B0600070205080204" pitchFamily="34" charset="-128"/>
              </a:rPr>
              <a:t> get IP address?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  <a:p>
            <a:r>
              <a:rPr lang="en-US" altLang="zh-TW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hard-coded</a:t>
            </a:r>
            <a:r>
              <a:rPr lang="en-US" altLang="zh-TW" dirty="0">
                <a:ea typeface="ＭＳ Ｐゴシック" panose="020B0600070205080204" pitchFamily="34" charset="-128"/>
              </a:rPr>
              <a:t> by system admin in a file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Windows: control-panel-&gt;network-&gt;configuration-&gt;</a:t>
            </a:r>
            <a:r>
              <a:rPr lang="en-US" altLang="zh-TW" dirty="0" err="1">
                <a:ea typeface="ＭＳ Ｐゴシック" panose="020B0600070205080204" pitchFamily="34" charset="-128"/>
              </a:rPr>
              <a:t>tcp</a:t>
            </a:r>
            <a:r>
              <a:rPr lang="en-US" altLang="zh-TW" dirty="0">
                <a:ea typeface="ＭＳ Ｐゴシック" panose="020B0600070205080204" pitchFamily="34" charset="-128"/>
              </a:rPr>
              <a:t>/</a:t>
            </a:r>
            <a:r>
              <a:rPr lang="en-US" altLang="zh-TW" dirty="0" err="1">
                <a:ea typeface="ＭＳ Ｐゴシック" panose="020B0600070205080204" pitchFamily="34" charset="-128"/>
              </a:rPr>
              <a:t>ip</a:t>
            </a:r>
            <a:r>
              <a:rPr lang="en-US" altLang="zh-TW" dirty="0">
                <a:ea typeface="ＭＳ Ｐゴシック" panose="020B0600070205080204" pitchFamily="34" charset="-128"/>
              </a:rPr>
              <a:t>-&gt;properties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UNIX: /</a:t>
            </a:r>
            <a:r>
              <a:rPr lang="en-US" altLang="zh-TW" dirty="0" err="1">
                <a:ea typeface="ＭＳ Ｐゴシック" panose="020B0600070205080204" pitchFamily="34" charset="-128"/>
              </a:rPr>
              <a:t>etc</a:t>
            </a:r>
            <a:r>
              <a:rPr lang="en-US" altLang="zh-TW" dirty="0">
                <a:ea typeface="ＭＳ Ｐゴシック" panose="020B0600070205080204" pitchFamily="34" charset="-128"/>
              </a:rPr>
              <a:t>/</a:t>
            </a:r>
            <a:r>
              <a:rPr lang="en-US" altLang="zh-TW" dirty="0" err="1">
                <a:ea typeface="ＭＳ Ｐゴシック" panose="020B0600070205080204" pitchFamily="34" charset="-128"/>
              </a:rPr>
              <a:t>rc.config</a:t>
            </a:r>
            <a:endParaRPr lang="en-US" altLang="zh-TW" dirty="0">
              <a:ea typeface="ＭＳ Ｐゴシック" panose="020B0600070205080204" pitchFamily="34" charset="-128"/>
            </a:endParaRPr>
          </a:p>
          <a:p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DHCP: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</a:t>
            </a:r>
            <a:r>
              <a:rPr lang="en-US" altLang="zh-TW" dirty="0">
                <a:ea typeface="ＭＳ Ｐゴシック" panose="020B0600070205080204" pitchFamily="34" charset="-128"/>
              </a:rPr>
              <a:t>ynamic 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H</a:t>
            </a:r>
            <a:r>
              <a:rPr lang="en-US" altLang="zh-TW" dirty="0">
                <a:ea typeface="ＭＳ Ｐゴシック" panose="020B0600070205080204" pitchFamily="34" charset="-128"/>
              </a:rPr>
              <a:t>ost 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</a:t>
            </a:r>
            <a:r>
              <a:rPr lang="en-US" altLang="zh-TW" dirty="0">
                <a:ea typeface="ＭＳ Ｐゴシック" panose="020B0600070205080204" pitchFamily="34" charset="-128"/>
              </a:rPr>
              <a:t>onfiguration 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P</a:t>
            </a:r>
            <a:r>
              <a:rPr lang="en-US" altLang="zh-TW" dirty="0">
                <a:ea typeface="ＭＳ Ｐゴシック" panose="020B0600070205080204" pitchFamily="34" charset="-128"/>
              </a:rPr>
              <a:t>rotocol: dynamically get address from as server</a:t>
            </a:r>
          </a:p>
          <a:p>
            <a:pPr lvl="1"/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plug-and-play</a:t>
            </a:r>
            <a:r>
              <a:rPr lang="ja-JP" altLang="en-US" sz="2800" dirty="0">
                <a:ea typeface="ＭＳ Ｐゴシック" panose="020B0600070205080204" pitchFamily="34" charset="-128"/>
              </a:rPr>
              <a:t>”</a:t>
            </a:r>
            <a:r>
              <a:rPr lang="en-US" altLang="ja-JP" sz="2800" dirty="0">
                <a:ea typeface="ＭＳ Ｐゴシック" panose="020B0600070205080204" pitchFamily="34" charset="-128"/>
              </a:rPr>
              <a:t> 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  <a:p>
            <a:endParaRPr lang="en-US" altLang="zh-TW" sz="240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Footer Placeholder 4">
            <a:extLst>
              <a:ext uri="{FF2B5EF4-FFF2-40B4-BE49-F238E27FC236}">
                <a16:creationId xmlns:a16="http://schemas.microsoft.com/office/drawing/2014/main" id="{DFDDDB9A-C67B-48AA-B834-6DF3325BB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36195" name="Slide Number Placeholder 5">
            <a:extLst>
              <a:ext uri="{FF2B5EF4-FFF2-40B4-BE49-F238E27FC236}">
                <a16:creationId xmlns:a16="http://schemas.microsoft.com/office/drawing/2014/main" id="{EDDD61C1-36F6-42F3-834A-2DE304002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DDA91492-5248-435B-B0EA-5443DD26679A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36196" name="Picture 4" descr="underline_base">
            <a:extLst>
              <a:ext uri="{FF2B5EF4-FFF2-40B4-BE49-F238E27FC236}">
                <a16:creationId xmlns:a16="http://schemas.microsoft.com/office/drawing/2014/main" id="{D76E25C3-3126-4B75-9489-531BFEEE0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963" y="1025525"/>
            <a:ext cx="8228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5061" name="Rectangle 2">
            <a:extLst>
              <a:ext uri="{FF2B5EF4-FFF2-40B4-BE49-F238E27FC236}">
                <a16:creationId xmlns:a16="http://schemas.microsoft.com/office/drawing/2014/main" id="{8098270D-6256-4E27-A101-D19F935CED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7800" y="268288"/>
            <a:ext cx="8826500" cy="1143000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cs typeface="+mj-cs"/>
              </a:rPr>
              <a:t>DHCP: </a:t>
            </a:r>
            <a:r>
              <a:rPr lang="en-US" sz="3400" dirty="0">
                <a:cs typeface="+mj-cs"/>
              </a:rPr>
              <a:t>Dynamic Host Configuration Protocol</a:t>
            </a:r>
          </a:p>
        </p:txBody>
      </p:sp>
      <p:sp>
        <p:nvSpPr>
          <p:cNvPr id="136198" name="Rectangle 3">
            <a:extLst>
              <a:ext uri="{FF2B5EF4-FFF2-40B4-BE49-F238E27FC236}">
                <a16:creationId xmlns:a16="http://schemas.microsoft.com/office/drawing/2014/main" id="{EAC3B19F-B703-401F-9F30-4F572B3075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11175" y="1587500"/>
            <a:ext cx="8632825" cy="33591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goal:</a:t>
            </a:r>
            <a:r>
              <a:rPr lang="en-US" altLang="zh-TW" sz="2400" dirty="0">
                <a:ea typeface="ＭＳ Ｐゴシック" panose="020B0600070205080204" pitchFamily="34" charset="-128"/>
              </a:rPr>
              <a:t> allow host to </a:t>
            </a:r>
            <a:r>
              <a:rPr lang="en-US" altLang="zh-TW" sz="2400" i="1" u="sng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dynamically</a:t>
            </a:r>
            <a:r>
              <a:rPr lang="en-US" altLang="zh-TW" sz="2400" i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sz="24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obtain its IP address</a:t>
            </a:r>
            <a:r>
              <a:rPr lang="en-US" altLang="zh-TW" sz="2400" dirty="0">
                <a:ea typeface="ＭＳ Ｐゴシック" panose="020B0600070205080204" pitchFamily="34" charset="-128"/>
              </a:rPr>
              <a:t> from network server when it joins network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can renew its lease on address in use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allows reuse of addresses (only hold address while connected/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ea typeface="ＭＳ Ｐゴシック" panose="020B0600070205080204" pitchFamily="34" charset="-128"/>
              </a:rPr>
              <a:t>on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)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support for mobile users who want to join network (more shortly)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DHCP overview: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host broadcasts 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DHCP discover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msg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DHCP server responds with 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DHCP offer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msg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host requests IP address: 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DHCP request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msg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DHCP server sends address: 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DHCP ack</a:t>
            </a:r>
            <a:r>
              <a:rPr lang="ja-JP" altLang="en-US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”</a:t>
            </a:r>
            <a:r>
              <a:rPr lang="en-US" altLang="ja-JP" dirty="0">
                <a:ea typeface="ＭＳ Ｐゴシック" panose="020B0600070205080204" pitchFamily="34" charset="-128"/>
              </a:rPr>
              <a:t> msg </a:t>
            </a: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Footer Placeholder 4">
            <a:extLst>
              <a:ext uri="{FF2B5EF4-FFF2-40B4-BE49-F238E27FC236}">
                <a16:creationId xmlns:a16="http://schemas.microsoft.com/office/drawing/2014/main" id="{0C4ECFF4-5E52-416E-A23B-A42D57489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38243" name="Slide Number Placeholder 5">
            <a:extLst>
              <a:ext uri="{FF2B5EF4-FFF2-40B4-BE49-F238E27FC236}">
                <a16:creationId xmlns:a16="http://schemas.microsoft.com/office/drawing/2014/main" id="{7F12ABA2-D689-49DF-94A0-75ACB8ADC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A39EE38A-19F3-4BCD-9ABA-B8CC176E48A5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6084" name="Rectangle 2">
            <a:extLst>
              <a:ext uri="{FF2B5EF4-FFF2-40B4-BE49-F238E27FC236}">
                <a16:creationId xmlns:a16="http://schemas.microsoft.com/office/drawing/2014/main" id="{466ABEFB-B76A-4C2F-A12F-AABAD84318B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8150" y="255588"/>
            <a:ext cx="6824663" cy="898525"/>
          </a:xfrm>
        </p:spPr>
        <p:txBody>
          <a:bodyPr/>
          <a:lstStyle/>
          <a:p>
            <a:pPr>
              <a:defRPr/>
            </a:pPr>
            <a:r>
              <a:rPr lang="en-US" sz="4000" dirty="0">
                <a:cs typeface="+mj-cs"/>
              </a:rPr>
              <a:t>DHCP client-server scenario</a:t>
            </a:r>
          </a:p>
        </p:txBody>
      </p:sp>
      <p:sp>
        <p:nvSpPr>
          <p:cNvPr id="138245" name="Rectangle 3">
            <a:extLst>
              <a:ext uri="{FF2B5EF4-FFF2-40B4-BE49-F238E27FC236}">
                <a16:creationId xmlns:a16="http://schemas.microsoft.com/office/drawing/2014/main" id="{C561C2C1-8C47-481F-821C-2BDB249C38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8238" y="6037263"/>
            <a:ext cx="4978400" cy="3190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46" name="Rectangle 63">
            <a:extLst>
              <a:ext uri="{FF2B5EF4-FFF2-40B4-BE49-F238E27FC236}">
                <a16:creationId xmlns:a16="http://schemas.microsoft.com/office/drawing/2014/main" id="{592A4DE9-4ACE-4823-A217-FAE250B0D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0300" y="6770688"/>
            <a:ext cx="85725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47" name="Text Box 97">
            <a:extLst>
              <a:ext uri="{FF2B5EF4-FFF2-40B4-BE49-F238E27FC236}">
                <a16:creationId xmlns:a16="http://schemas.microsoft.com/office/drawing/2014/main" id="{F2A7AF4A-6930-46C8-96E5-2FD31ACFF5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9950" y="1903413"/>
            <a:ext cx="1314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223.1.1.0/24</a:t>
            </a:r>
          </a:p>
        </p:txBody>
      </p:sp>
      <p:sp>
        <p:nvSpPr>
          <p:cNvPr id="138248" name="Text Box 98">
            <a:extLst>
              <a:ext uri="{FF2B5EF4-FFF2-40B4-BE49-F238E27FC236}">
                <a16:creationId xmlns:a16="http://schemas.microsoft.com/office/drawing/2014/main" id="{BE36E290-786C-4283-AE60-F7A1802797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8163" y="4398963"/>
            <a:ext cx="1314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223.1.2.0/24</a:t>
            </a:r>
          </a:p>
        </p:txBody>
      </p:sp>
      <p:sp>
        <p:nvSpPr>
          <p:cNvPr id="138249" name="Text Box 99">
            <a:extLst>
              <a:ext uri="{FF2B5EF4-FFF2-40B4-BE49-F238E27FC236}">
                <a16:creationId xmlns:a16="http://schemas.microsoft.com/office/drawing/2014/main" id="{BB998036-C66C-484D-9260-EC04FBC672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125" y="5992813"/>
            <a:ext cx="1314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223.1.3.0/24</a:t>
            </a:r>
          </a:p>
        </p:txBody>
      </p:sp>
      <p:sp>
        <p:nvSpPr>
          <p:cNvPr id="138250" name="Rectangle 100">
            <a:extLst>
              <a:ext uri="{FF2B5EF4-FFF2-40B4-BE49-F238E27FC236}">
                <a16:creationId xmlns:a16="http://schemas.microsoft.com/office/drawing/2014/main" id="{8170DB0D-E70D-4061-9D85-A4E6750185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3700" y="4233863"/>
            <a:ext cx="847725" cy="180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1" name="Freeform 101">
            <a:extLst>
              <a:ext uri="{FF2B5EF4-FFF2-40B4-BE49-F238E27FC236}">
                <a16:creationId xmlns:a16="http://schemas.microsoft.com/office/drawing/2014/main" id="{59C9B16C-8C47-4555-8CDA-499042291490}"/>
              </a:ext>
            </a:extLst>
          </p:cNvPr>
          <p:cNvSpPr>
            <a:spLocks/>
          </p:cNvSpPr>
          <p:nvPr/>
        </p:nvSpPr>
        <p:spPr bwMode="auto">
          <a:xfrm>
            <a:off x="1076325" y="2173288"/>
            <a:ext cx="1941513" cy="2049462"/>
          </a:xfrm>
          <a:custGeom>
            <a:avLst/>
            <a:gdLst>
              <a:gd name="T0" fmla="*/ 2147483646 w 1223"/>
              <a:gd name="T1" fmla="*/ 2147483646 h 1291"/>
              <a:gd name="T2" fmla="*/ 2147483646 w 1223"/>
              <a:gd name="T3" fmla="*/ 2147483646 h 1291"/>
              <a:gd name="T4" fmla="*/ 2147483646 w 1223"/>
              <a:gd name="T5" fmla="*/ 2147483646 h 1291"/>
              <a:gd name="T6" fmla="*/ 2147483646 w 1223"/>
              <a:gd name="T7" fmla="*/ 2147483646 h 1291"/>
              <a:gd name="T8" fmla="*/ 2147483646 w 1223"/>
              <a:gd name="T9" fmla="*/ 2147483646 h 1291"/>
              <a:gd name="T10" fmla="*/ 2147483646 w 1223"/>
              <a:gd name="T11" fmla="*/ 2147483646 h 1291"/>
              <a:gd name="T12" fmla="*/ 2147483646 w 1223"/>
              <a:gd name="T13" fmla="*/ 2147483646 h 1291"/>
              <a:gd name="T14" fmla="*/ 2147483646 w 1223"/>
              <a:gd name="T15" fmla="*/ 2147483646 h 1291"/>
              <a:gd name="T16" fmla="*/ 2147483646 w 1223"/>
              <a:gd name="T17" fmla="*/ 2147483646 h 1291"/>
              <a:gd name="T18" fmla="*/ 2147483646 w 1223"/>
              <a:gd name="T19" fmla="*/ 2147483646 h 1291"/>
              <a:gd name="T20" fmla="*/ 2147483646 w 1223"/>
              <a:gd name="T21" fmla="*/ 2147483646 h 1291"/>
              <a:gd name="T22" fmla="*/ 2147483646 w 1223"/>
              <a:gd name="T23" fmla="*/ 2147483646 h 1291"/>
              <a:gd name="T24" fmla="*/ 2147483646 w 1223"/>
              <a:gd name="T25" fmla="*/ 2147483646 h 1291"/>
              <a:gd name="T26" fmla="*/ 2147483646 w 1223"/>
              <a:gd name="T27" fmla="*/ 2147483646 h 129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w 1223"/>
              <a:gd name="T43" fmla="*/ 0 h 1291"/>
              <a:gd name="T44" fmla="*/ 1223 w 1223"/>
              <a:gd name="T45" fmla="*/ 1291 h 1291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T42" t="T43" r="T44" b="T45"/>
            <a:pathLst>
              <a:path w="1223" h="1291">
                <a:moveTo>
                  <a:pt x="1201" y="756"/>
                </a:moveTo>
                <a:cubicBezTo>
                  <a:pt x="1180" y="640"/>
                  <a:pt x="798" y="744"/>
                  <a:pt x="702" y="670"/>
                </a:cubicBezTo>
                <a:cubicBezTo>
                  <a:pt x="603" y="561"/>
                  <a:pt x="669" y="206"/>
                  <a:pt x="608" y="103"/>
                </a:cubicBezTo>
                <a:cubicBezTo>
                  <a:pt x="547" y="0"/>
                  <a:pt x="425" y="55"/>
                  <a:pt x="335" y="52"/>
                </a:cubicBezTo>
                <a:cubicBezTo>
                  <a:pt x="245" y="49"/>
                  <a:pt x="114" y="0"/>
                  <a:pt x="65" y="82"/>
                </a:cubicBezTo>
                <a:cubicBezTo>
                  <a:pt x="16" y="164"/>
                  <a:pt x="45" y="433"/>
                  <a:pt x="41" y="544"/>
                </a:cubicBezTo>
                <a:cubicBezTo>
                  <a:pt x="37" y="655"/>
                  <a:pt x="41" y="685"/>
                  <a:pt x="38" y="751"/>
                </a:cubicBezTo>
                <a:cubicBezTo>
                  <a:pt x="35" y="817"/>
                  <a:pt x="26" y="880"/>
                  <a:pt x="23" y="940"/>
                </a:cubicBezTo>
                <a:cubicBezTo>
                  <a:pt x="20" y="1000"/>
                  <a:pt x="0" y="1068"/>
                  <a:pt x="17" y="1114"/>
                </a:cubicBezTo>
                <a:cubicBezTo>
                  <a:pt x="34" y="1160"/>
                  <a:pt x="31" y="1198"/>
                  <a:pt x="128" y="1219"/>
                </a:cubicBezTo>
                <a:cubicBezTo>
                  <a:pt x="225" y="1240"/>
                  <a:pt x="509" y="1291"/>
                  <a:pt x="602" y="1243"/>
                </a:cubicBezTo>
                <a:cubicBezTo>
                  <a:pt x="695" y="1195"/>
                  <a:pt x="590" y="984"/>
                  <a:pt x="686" y="930"/>
                </a:cubicBezTo>
                <a:cubicBezTo>
                  <a:pt x="782" y="876"/>
                  <a:pt x="1091" y="945"/>
                  <a:pt x="1177" y="916"/>
                </a:cubicBezTo>
                <a:cubicBezTo>
                  <a:pt x="1208" y="864"/>
                  <a:pt x="1223" y="871"/>
                  <a:pt x="1201" y="756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2" name="Freeform 102">
            <a:extLst>
              <a:ext uri="{FF2B5EF4-FFF2-40B4-BE49-F238E27FC236}">
                <a16:creationId xmlns:a16="http://schemas.microsoft.com/office/drawing/2014/main" id="{548CF948-EA2B-4168-8361-6128EDA2FB61}"/>
              </a:ext>
            </a:extLst>
          </p:cNvPr>
          <p:cNvSpPr>
            <a:spLocks/>
          </p:cNvSpPr>
          <p:nvPr/>
        </p:nvSpPr>
        <p:spPr bwMode="auto">
          <a:xfrm>
            <a:off x="3603625" y="2482850"/>
            <a:ext cx="1906588" cy="1958975"/>
          </a:xfrm>
          <a:custGeom>
            <a:avLst/>
            <a:gdLst>
              <a:gd name="T0" fmla="*/ 2147483646 w 1201"/>
              <a:gd name="T1" fmla="*/ 2147483646 h 1234"/>
              <a:gd name="T2" fmla="*/ 2147483646 w 1201"/>
              <a:gd name="T3" fmla="*/ 2147483646 h 1234"/>
              <a:gd name="T4" fmla="*/ 2147483646 w 1201"/>
              <a:gd name="T5" fmla="*/ 2147483646 h 1234"/>
              <a:gd name="T6" fmla="*/ 2147483646 w 1201"/>
              <a:gd name="T7" fmla="*/ 2147483646 h 1234"/>
              <a:gd name="T8" fmla="*/ 2147483646 w 1201"/>
              <a:gd name="T9" fmla="*/ 2147483646 h 1234"/>
              <a:gd name="T10" fmla="*/ 2147483646 w 1201"/>
              <a:gd name="T11" fmla="*/ 2147483646 h 1234"/>
              <a:gd name="T12" fmla="*/ 2147483646 w 1201"/>
              <a:gd name="T13" fmla="*/ 2147483646 h 1234"/>
              <a:gd name="T14" fmla="*/ 2147483646 w 1201"/>
              <a:gd name="T15" fmla="*/ 2147483646 h 1234"/>
              <a:gd name="T16" fmla="*/ 2147483646 w 1201"/>
              <a:gd name="T17" fmla="*/ 2147483646 h 1234"/>
              <a:gd name="T18" fmla="*/ 2147483646 w 1201"/>
              <a:gd name="T19" fmla="*/ 2147483646 h 1234"/>
              <a:gd name="T20" fmla="*/ 2147483646 w 1201"/>
              <a:gd name="T21" fmla="*/ 2147483646 h 1234"/>
              <a:gd name="T22" fmla="*/ 2147483646 w 1201"/>
              <a:gd name="T23" fmla="*/ 2147483646 h 1234"/>
              <a:gd name="T24" fmla="*/ 2147483646 w 1201"/>
              <a:gd name="T25" fmla="*/ 2147483646 h 1234"/>
              <a:gd name="T26" fmla="*/ 2147483646 w 1201"/>
              <a:gd name="T27" fmla="*/ 2147483646 h 1234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w 1201"/>
              <a:gd name="T43" fmla="*/ 0 h 1234"/>
              <a:gd name="T44" fmla="*/ 1201 w 1201"/>
              <a:gd name="T45" fmla="*/ 1234 h 1234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T42" t="T43" r="T44" b="T45"/>
            <a:pathLst>
              <a:path w="1201" h="1234">
                <a:moveTo>
                  <a:pt x="25" y="709"/>
                </a:moveTo>
                <a:cubicBezTo>
                  <a:pt x="49" y="824"/>
                  <a:pt x="428" y="709"/>
                  <a:pt x="526" y="780"/>
                </a:cubicBezTo>
                <a:cubicBezTo>
                  <a:pt x="624" y="851"/>
                  <a:pt x="543" y="1059"/>
                  <a:pt x="613" y="1134"/>
                </a:cubicBezTo>
                <a:cubicBezTo>
                  <a:pt x="683" y="1209"/>
                  <a:pt x="853" y="1234"/>
                  <a:pt x="946" y="1230"/>
                </a:cubicBezTo>
                <a:cubicBezTo>
                  <a:pt x="1039" y="1226"/>
                  <a:pt x="1141" y="1163"/>
                  <a:pt x="1171" y="1107"/>
                </a:cubicBezTo>
                <a:cubicBezTo>
                  <a:pt x="1201" y="1051"/>
                  <a:pt x="1135" y="963"/>
                  <a:pt x="1126" y="894"/>
                </a:cubicBezTo>
                <a:cubicBezTo>
                  <a:pt x="1117" y="825"/>
                  <a:pt x="1119" y="772"/>
                  <a:pt x="1114" y="693"/>
                </a:cubicBezTo>
                <a:cubicBezTo>
                  <a:pt x="1109" y="614"/>
                  <a:pt x="1095" y="502"/>
                  <a:pt x="1099" y="423"/>
                </a:cubicBezTo>
                <a:cubicBezTo>
                  <a:pt x="1103" y="344"/>
                  <a:pt x="1141" y="281"/>
                  <a:pt x="1141" y="216"/>
                </a:cubicBezTo>
                <a:cubicBezTo>
                  <a:pt x="1141" y="151"/>
                  <a:pt x="1185" y="56"/>
                  <a:pt x="1102" y="33"/>
                </a:cubicBezTo>
                <a:cubicBezTo>
                  <a:pt x="1019" y="10"/>
                  <a:pt x="740" y="0"/>
                  <a:pt x="646" y="81"/>
                </a:cubicBezTo>
                <a:cubicBezTo>
                  <a:pt x="552" y="162"/>
                  <a:pt x="635" y="441"/>
                  <a:pt x="535" y="519"/>
                </a:cubicBezTo>
                <a:cubicBezTo>
                  <a:pt x="435" y="597"/>
                  <a:pt x="129" y="516"/>
                  <a:pt x="44" y="548"/>
                </a:cubicBezTo>
                <a:cubicBezTo>
                  <a:pt x="15" y="601"/>
                  <a:pt x="0" y="594"/>
                  <a:pt x="25" y="709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3" name="Freeform 103">
            <a:extLst>
              <a:ext uri="{FF2B5EF4-FFF2-40B4-BE49-F238E27FC236}">
                <a16:creationId xmlns:a16="http://schemas.microsoft.com/office/drawing/2014/main" id="{EE5B22CF-8F76-4F32-A27C-FB522AA5458A}"/>
              </a:ext>
            </a:extLst>
          </p:cNvPr>
          <p:cNvSpPr>
            <a:spLocks/>
          </p:cNvSpPr>
          <p:nvPr/>
        </p:nvSpPr>
        <p:spPr bwMode="auto">
          <a:xfrm>
            <a:off x="2276475" y="3916363"/>
            <a:ext cx="2041525" cy="1979612"/>
          </a:xfrm>
          <a:custGeom>
            <a:avLst/>
            <a:gdLst>
              <a:gd name="T0" fmla="*/ 2147483646 w 1286"/>
              <a:gd name="T1" fmla="*/ 2147483646 h 1247"/>
              <a:gd name="T2" fmla="*/ 2147483646 w 1286"/>
              <a:gd name="T3" fmla="*/ 2147483646 h 1247"/>
              <a:gd name="T4" fmla="*/ 2147483646 w 1286"/>
              <a:gd name="T5" fmla="*/ 2147483646 h 1247"/>
              <a:gd name="T6" fmla="*/ 2147483646 w 1286"/>
              <a:gd name="T7" fmla="*/ 2147483646 h 1247"/>
              <a:gd name="T8" fmla="*/ 2147483646 w 1286"/>
              <a:gd name="T9" fmla="*/ 2147483646 h 1247"/>
              <a:gd name="T10" fmla="*/ 2147483646 w 1286"/>
              <a:gd name="T11" fmla="*/ 2147483646 h 1247"/>
              <a:gd name="T12" fmla="*/ 2147483646 w 1286"/>
              <a:gd name="T13" fmla="*/ 2147483646 h 1247"/>
              <a:gd name="T14" fmla="*/ 2147483646 w 1286"/>
              <a:gd name="T15" fmla="*/ 2147483646 h 1247"/>
              <a:gd name="T16" fmla="*/ 2147483646 w 1286"/>
              <a:gd name="T17" fmla="*/ 2147483646 h 1247"/>
              <a:gd name="T18" fmla="*/ 2147483646 w 1286"/>
              <a:gd name="T19" fmla="*/ 2147483646 h 1247"/>
              <a:gd name="T20" fmla="*/ 2147483646 w 1286"/>
              <a:gd name="T21" fmla="*/ 2147483646 h 1247"/>
              <a:gd name="T22" fmla="*/ 2147483646 w 1286"/>
              <a:gd name="T23" fmla="*/ 2147483646 h 1247"/>
              <a:gd name="T24" fmla="*/ 2147483646 w 1286"/>
              <a:gd name="T25" fmla="*/ 2147483646 h 1247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1286"/>
              <a:gd name="T40" fmla="*/ 0 h 1247"/>
              <a:gd name="T41" fmla="*/ 1286 w 1286"/>
              <a:gd name="T42" fmla="*/ 1247 h 1247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1286" h="1247">
                <a:moveTo>
                  <a:pt x="587" y="30"/>
                </a:moveTo>
                <a:cubicBezTo>
                  <a:pt x="473" y="60"/>
                  <a:pt x="601" y="475"/>
                  <a:pt x="509" y="618"/>
                </a:cubicBezTo>
                <a:cubicBezTo>
                  <a:pt x="424" y="765"/>
                  <a:pt x="154" y="830"/>
                  <a:pt x="77" y="909"/>
                </a:cubicBezTo>
                <a:cubicBezTo>
                  <a:pt x="0" y="988"/>
                  <a:pt x="37" y="1043"/>
                  <a:pt x="47" y="1095"/>
                </a:cubicBezTo>
                <a:cubicBezTo>
                  <a:pt x="57" y="1147"/>
                  <a:pt x="71" y="1205"/>
                  <a:pt x="140" y="1224"/>
                </a:cubicBezTo>
                <a:cubicBezTo>
                  <a:pt x="209" y="1243"/>
                  <a:pt x="369" y="1212"/>
                  <a:pt x="461" y="1209"/>
                </a:cubicBezTo>
                <a:cubicBezTo>
                  <a:pt x="553" y="1206"/>
                  <a:pt x="571" y="1206"/>
                  <a:pt x="692" y="1209"/>
                </a:cubicBezTo>
                <a:cubicBezTo>
                  <a:pt x="813" y="1212"/>
                  <a:pt x="1094" y="1247"/>
                  <a:pt x="1190" y="1227"/>
                </a:cubicBezTo>
                <a:cubicBezTo>
                  <a:pt x="1286" y="1207"/>
                  <a:pt x="1279" y="1170"/>
                  <a:pt x="1271" y="1089"/>
                </a:cubicBezTo>
                <a:cubicBezTo>
                  <a:pt x="1263" y="1008"/>
                  <a:pt x="1217" y="818"/>
                  <a:pt x="1139" y="741"/>
                </a:cubicBezTo>
                <a:cubicBezTo>
                  <a:pt x="1061" y="664"/>
                  <a:pt x="865" y="743"/>
                  <a:pt x="800" y="627"/>
                </a:cubicBezTo>
                <a:cubicBezTo>
                  <a:pt x="735" y="511"/>
                  <a:pt x="785" y="142"/>
                  <a:pt x="749" y="42"/>
                </a:cubicBezTo>
                <a:cubicBezTo>
                  <a:pt x="695" y="15"/>
                  <a:pt x="701" y="0"/>
                  <a:pt x="587" y="30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4" name="Line 104">
            <a:extLst>
              <a:ext uri="{FF2B5EF4-FFF2-40B4-BE49-F238E27FC236}">
                <a16:creationId xmlns:a16="http://schemas.microsoft.com/office/drawing/2014/main" id="{B13945A1-B594-4F07-9DF0-9DAC84BDBEA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25600" y="2695575"/>
            <a:ext cx="277813" cy="1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5" name="Line 106">
            <a:extLst>
              <a:ext uri="{FF2B5EF4-FFF2-40B4-BE49-F238E27FC236}">
                <a16:creationId xmlns:a16="http://schemas.microsoft.com/office/drawing/2014/main" id="{21B7CE4C-98EB-4188-BB56-68B81E82457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74813" y="3416300"/>
            <a:ext cx="277812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6" name="Line 107">
            <a:extLst>
              <a:ext uri="{FF2B5EF4-FFF2-40B4-BE49-F238E27FC236}">
                <a16:creationId xmlns:a16="http://schemas.microsoft.com/office/drawing/2014/main" id="{6B32BE12-BD0B-4895-A4AB-893245776F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5125" y="3967163"/>
            <a:ext cx="273050" cy="1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7" name="Line 108">
            <a:extLst>
              <a:ext uri="{FF2B5EF4-FFF2-40B4-BE49-F238E27FC236}">
                <a16:creationId xmlns:a16="http://schemas.microsoft.com/office/drawing/2014/main" id="{AD97123C-1686-467A-9EB5-33339B5C51D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78088" y="3544888"/>
            <a:ext cx="561975" cy="1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8" name="Text Box 109">
            <a:extLst>
              <a:ext uri="{FF2B5EF4-FFF2-40B4-BE49-F238E27FC236}">
                <a16:creationId xmlns:a16="http://schemas.microsoft.com/office/drawing/2014/main" id="{C8C038CA-ED70-4ED7-83E3-25207C609A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225" y="2370138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223.1.1.1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59" name="Text Box 111">
            <a:extLst>
              <a:ext uri="{FF2B5EF4-FFF2-40B4-BE49-F238E27FC236}">
                <a16:creationId xmlns:a16="http://schemas.microsoft.com/office/drawing/2014/main" id="{293D8DAF-F6DF-4894-90F9-1EAD07A24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8925" y="3995738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223.1.1.3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0" name="Text Box 112">
            <a:extLst>
              <a:ext uri="{FF2B5EF4-FFF2-40B4-BE49-F238E27FC236}">
                <a16:creationId xmlns:a16="http://schemas.microsoft.com/office/drawing/2014/main" id="{8E2F1658-4DE5-440C-BCC3-5D7D8E6E54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05050" y="3235325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223.1.1.4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1" name="Line 113">
            <a:extLst>
              <a:ext uri="{FF2B5EF4-FFF2-40B4-BE49-F238E27FC236}">
                <a16:creationId xmlns:a16="http://schemas.microsoft.com/office/drawing/2014/main" id="{A69DE634-C499-45E8-81EE-D7E0A704A71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52825" y="3546475"/>
            <a:ext cx="533400" cy="1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2" name="Text Box 114">
            <a:extLst>
              <a:ext uri="{FF2B5EF4-FFF2-40B4-BE49-F238E27FC236}">
                <a16:creationId xmlns:a16="http://schemas.microsoft.com/office/drawing/2014/main" id="{D69BC3FC-291C-4762-B418-4640A5ACD6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5825" y="3236913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223.1.2.9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3" name="Line 116">
            <a:extLst>
              <a:ext uri="{FF2B5EF4-FFF2-40B4-BE49-F238E27FC236}">
                <a16:creationId xmlns:a16="http://schemas.microsoft.com/office/drawing/2014/main" id="{CF85EAE4-83BE-44F8-BC3D-C053A727553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45038" y="2857500"/>
            <a:ext cx="234950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4" name="Line 117">
            <a:extLst>
              <a:ext uri="{FF2B5EF4-FFF2-40B4-BE49-F238E27FC236}">
                <a16:creationId xmlns:a16="http://schemas.microsoft.com/office/drawing/2014/main" id="{5B477648-4F2A-4E4C-8E9A-360739AE02A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9013" y="4133850"/>
            <a:ext cx="234950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5" name="Line 120">
            <a:extLst>
              <a:ext uri="{FF2B5EF4-FFF2-40B4-BE49-F238E27FC236}">
                <a16:creationId xmlns:a16="http://schemas.microsoft.com/office/drawing/2014/main" id="{2115ABF9-F880-48E3-854D-FD03E4AD58F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11525" y="3886200"/>
            <a:ext cx="3175" cy="7080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6" name="Line 122">
            <a:extLst>
              <a:ext uri="{FF2B5EF4-FFF2-40B4-BE49-F238E27FC236}">
                <a16:creationId xmlns:a16="http://schemas.microsoft.com/office/drawing/2014/main" id="{396322D7-017D-4D49-80A1-0C0D9EF6F12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36850" y="5230813"/>
            <a:ext cx="3175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7" name="Line 123">
            <a:extLst>
              <a:ext uri="{FF2B5EF4-FFF2-40B4-BE49-F238E27FC236}">
                <a16:creationId xmlns:a16="http://schemas.microsoft.com/office/drawing/2014/main" id="{E71F0403-1BFC-48B3-9D5B-400AAFE257B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878263" y="5164138"/>
            <a:ext cx="3175" cy="2413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8" name="Text Box 124">
            <a:extLst>
              <a:ext uri="{FF2B5EF4-FFF2-40B4-BE49-F238E27FC236}">
                <a16:creationId xmlns:a16="http://schemas.microsoft.com/office/drawing/2014/main" id="{1E621DE7-D3C9-4E70-96C9-DEEB99E006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9688" y="5041900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223.1.3.2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69" name="Text Box 127">
            <a:extLst>
              <a:ext uri="{FF2B5EF4-FFF2-40B4-BE49-F238E27FC236}">
                <a16:creationId xmlns:a16="http://schemas.microsoft.com/office/drawing/2014/main" id="{15A8B9CB-876B-4112-9D37-E871D4553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1800" y="5053013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223.1.3.1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38270" name="Group 129">
            <a:extLst>
              <a:ext uri="{FF2B5EF4-FFF2-40B4-BE49-F238E27FC236}">
                <a16:creationId xmlns:a16="http://schemas.microsoft.com/office/drawing/2014/main" id="{7DCDFE6C-786F-495A-A7BD-05B5D7D04391}"/>
              </a:ext>
            </a:extLst>
          </p:cNvPr>
          <p:cNvGrpSpPr>
            <a:grpSpLocks/>
          </p:cNvGrpSpPr>
          <p:nvPr/>
        </p:nvGrpSpPr>
        <p:grpSpPr bwMode="auto">
          <a:xfrm>
            <a:off x="1071563" y="2397125"/>
            <a:ext cx="641350" cy="558800"/>
            <a:chOff x="-44" y="1473"/>
            <a:chExt cx="981" cy="1105"/>
          </a:xfrm>
        </p:grpSpPr>
        <p:pic>
          <p:nvPicPr>
            <p:cNvPr id="138368" name="Picture 130" descr="desktop_computer_stylized_medium">
              <a:extLst>
                <a:ext uri="{FF2B5EF4-FFF2-40B4-BE49-F238E27FC236}">
                  <a16:creationId xmlns:a16="http://schemas.microsoft.com/office/drawing/2014/main" id="{EC07F7EC-2DEE-45C3-9789-7D9950689D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69" name="Freeform 131">
              <a:extLst>
                <a:ext uri="{FF2B5EF4-FFF2-40B4-BE49-F238E27FC236}">
                  <a16:creationId xmlns:a16="http://schemas.microsoft.com/office/drawing/2014/main" id="{2F3BBC2E-A213-4F07-9719-88209C3AA0E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1" name="Group 132">
            <a:extLst>
              <a:ext uri="{FF2B5EF4-FFF2-40B4-BE49-F238E27FC236}">
                <a16:creationId xmlns:a16="http://schemas.microsoft.com/office/drawing/2014/main" id="{FDD7D7A1-F5F9-4F07-BB4B-0E95E957A44B}"/>
              </a:ext>
            </a:extLst>
          </p:cNvPr>
          <p:cNvGrpSpPr>
            <a:grpSpLocks/>
          </p:cNvGrpSpPr>
          <p:nvPr/>
        </p:nvGrpSpPr>
        <p:grpSpPr bwMode="auto">
          <a:xfrm>
            <a:off x="1066800" y="3006725"/>
            <a:ext cx="641350" cy="558800"/>
            <a:chOff x="-44" y="1473"/>
            <a:chExt cx="981" cy="1105"/>
          </a:xfrm>
        </p:grpSpPr>
        <p:pic>
          <p:nvPicPr>
            <p:cNvPr id="138366" name="Picture 133" descr="desktop_computer_stylized_medium">
              <a:extLst>
                <a:ext uri="{FF2B5EF4-FFF2-40B4-BE49-F238E27FC236}">
                  <a16:creationId xmlns:a16="http://schemas.microsoft.com/office/drawing/2014/main" id="{D32DD5AB-FC6A-4CE3-B467-4DCF22B5CA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67" name="Freeform 134">
              <a:extLst>
                <a:ext uri="{FF2B5EF4-FFF2-40B4-BE49-F238E27FC236}">
                  <a16:creationId xmlns:a16="http://schemas.microsoft.com/office/drawing/2014/main" id="{BA6F1BCA-166C-485A-9090-8C0F2D0A1FE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2" name="Group 135">
            <a:extLst>
              <a:ext uri="{FF2B5EF4-FFF2-40B4-BE49-F238E27FC236}">
                <a16:creationId xmlns:a16="http://schemas.microsoft.com/office/drawing/2014/main" id="{EA775D65-1942-461E-8D66-A3536FF88C00}"/>
              </a:ext>
            </a:extLst>
          </p:cNvPr>
          <p:cNvGrpSpPr>
            <a:grpSpLocks/>
          </p:cNvGrpSpPr>
          <p:nvPr/>
        </p:nvGrpSpPr>
        <p:grpSpPr bwMode="auto">
          <a:xfrm>
            <a:off x="1095375" y="3616325"/>
            <a:ext cx="641350" cy="558800"/>
            <a:chOff x="-44" y="1473"/>
            <a:chExt cx="981" cy="1105"/>
          </a:xfrm>
        </p:grpSpPr>
        <p:pic>
          <p:nvPicPr>
            <p:cNvPr id="138364" name="Picture 136" descr="desktop_computer_stylized_medium">
              <a:extLst>
                <a:ext uri="{FF2B5EF4-FFF2-40B4-BE49-F238E27FC236}">
                  <a16:creationId xmlns:a16="http://schemas.microsoft.com/office/drawing/2014/main" id="{782C0E41-ABB6-46B5-A69F-D91A663452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65" name="Freeform 137">
              <a:extLst>
                <a:ext uri="{FF2B5EF4-FFF2-40B4-BE49-F238E27FC236}">
                  <a16:creationId xmlns:a16="http://schemas.microsoft.com/office/drawing/2014/main" id="{1C2ADD58-3BF0-4FD7-A099-0DF6C035A61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3" name="Group 138">
            <a:extLst>
              <a:ext uri="{FF2B5EF4-FFF2-40B4-BE49-F238E27FC236}">
                <a16:creationId xmlns:a16="http://schemas.microsoft.com/office/drawing/2014/main" id="{6859EC00-95EA-4459-9B1E-4FA83D6EE88B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803775" y="2565400"/>
            <a:ext cx="641350" cy="558800"/>
            <a:chOff x="-44" y="1473"/>
            <a:chExt cx="981" cy="1105"/>
          </a:xfrm>
        </p:grpSpPr>
        <p:pic>
          <p:nvPicPr>
            <p:cNvPr id="138362" name="Picture 139" descr="desktop_computer_stylized_medium">
              <a:extLst>
                <a:ext uri="{FF2B5EF4-FFF2-40B4-BE49-F238E27FC236}">
                  <a16:creationId xmlns:a16="http://schemas.microsoft.com/office/drawing/2014/main" id="{095B4DFB-1351-4E1D-8427-91E11CF9CE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63" name="Freeform 140">
              <a:extLst>
                <a:ext uri="{FF2B5EF4-FFF2-40B4-BE49-F238E27FC236}">
                  <a16:creationId xmlns:a16="http://schemas.microsoft.com/office/drawing/2014/main" id="{7B28599E-5A88-4675-8B59-0145D076AEE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4" name="Group 141">
            <a:extLst>
              <a:ext uri="{FF2B5EF4-FFF2-40B4-BE49-F238E27FC236}">
                <a16:creationId xmlns:a16="http://schemas.microsoft.com/office/drawing/2014/main" id="{AB3C7DDC-2E66-43E8-A4A1-9B895995A85F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4878388" y="3844925"/>
            <a:ext cx="641350" cy="558800"/>
            <a:chOff x="-44" y="1473"/>
            <a:chExt cx="981" cy="1105"/>
          </a:xfrm>
        </p:grpSpPr>
        <p:pic>
          <p:nvPicPr>
            <p:cNvPr id="138360" name="Picture 142" descr="desktop_computer_stylized_medium">
              <a:extLst>
                <a:ext uri="{FF2B5EF4-FFF2-40B4-BE49-F238E27FC236}">
                  <a16:creationId xmlns:a16="http://schemas.microsoft.com/office/drawing/2014/main" id="{3C2210E7-5937-4524-9710-194958449B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61" name="Freeform 143">
              <a:extLst>
                <a:ext uri="{FF2B5EF4-FFF2-40B4-BE49-F238E27FC236}">
                  <a16:creationId xmlns:a16="http://schemas.microsoft.com/office/drawing/2014/main" id="{2906793E-A041-4CDE-899C-5319F8AE42D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5" name="Group 144">
            <a:extLst>
              <a:ext uri="{FF2B5EF4-FFF2-40B4-BE49-F238E27FC236}">
                <a16:creationId xmlns:a16="http://schemas.microsoft.com/office/drawing/2014/main" id="{3EC6A8D9-CE62-497D-B9CF-1BB5667EFE4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3670300" y="5368925"/>
            <a:ext cx="641350" cy="558800"/>
            <a:chOff x="-44" y="1473"/>
            <a:chExt cx="981" cy="1105"/>
          </a:xfrm>
        </p:grpSpPr>
        <p:pic>
          <p:nvPicPr>
            <p:cNvPr id="138358" name="Picture 145" descr="desktop_computer_stylized_medium">
              <a:extLst>
                <a:ext uri="{FF2B5EF4-FFF2-40B4-BE49-F238E27FC236}">
                  <a16:creationId xmlns:a16="http://schemas.microsoft.com/office/drawing/2014/main" id="{3B2105EC-5103-4998-9881-364016CD70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59" name="Freeform 146">
              <a:extLst>
                <a:ext uri="{FF2B5EF4-FFF2-40B4-BE49-F238E27FC236}">
                  <a16:creationId xmlns:a16="http://schemas.microsoft.com/office/drawing/2014/main" id="{66AEF1F2-7A2A-42E7-812F-3EAD9285A86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6" name="Group 147">
            <a:extLst>
              <a:ext uri="{FF2B5EF4-FFF2-40B4-BE49-F238E27FC236}">
                <a16:creationId xmlns:a16="http://schemas.microsoft.com/office/drawing/2014/main" id="{39A80EAA-2B84-4022-B90F-32E8C4253F5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2506663" y="5410200"/>
            <a:ext cx="641350" cy="558800"/>
            <a:chOff x="-44" y="1473"/>
            <a:chExt cx="981" cy="1105"/>
          </a:xfrm>
        </p:grpSpPr>
        <p:pic>
          <p:nvPicPr>
            <p:cNvPr id="138356" name="Picture 148" descr="desktop_computer_stylized_medium">
              <a:extLst>
                <a:ext uri="{FF2B5EF4-FFF2-40B4-BE49-F238E27FC236}">
                  <a16:creationId xmlns:a16="http://schemas.microsoft.com/office/drawing/2014/main" id="{DBA03132-CCC0-493E-BC62-5169311EB3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8357" name="Freeform 149">
              <a:extLst>
                <a:ext uri="{FF2B5EF4-FFF2-40B4-BE49-F238E27FC236}">
                  <a16:creationId xmlns:a16="http://schemas.microsoft.com/office/drawing/2014/main" id="{027000EC-3227-4F46-A2D7-F7E34C428D1C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77" name="Group 150">
            <a:extLst>
              <a:ext uri="{FF2B5EF4-FFF2-40B4-BE49-F238E27FC236}">
                <a16:creationId xmlns:a16="http://schemas.microsoft.com/office/drawing/2014/main" id="{BDEE7E7E-93F9-4556-9D4C-C08589984C38}"/>
              </a:ext>
            </a:extLst>
          </p:cNvPr>
          <p:cNvGrpSpPr>
            <a:grpSpLocks/>
          </p:cNvGrpSpPr>
          <p:nvPr/>
        </p:nvGrpSpPr>
        <p:grpSpPr bwMode="auto">
          <a:xfrm>
            <a:off x="2935288" y="3503613"/>
            <a:ext cx="698500" cy="355600"/>
            <a:chOff x="4396" y="1245"/>
            <a:chExt cx="672" cy="248"/>
          </a:xfrm>
        </p:grpSpPr>
        <p:sp>
          <p:nvSpPr>
            <p:cNvPr id="138348" name="Oval 407">
              <a:extLst>
                <a:ext uri="{FF2B5EF4-FFF2-40B4-BE49-F238E27FC236}">
                  <a16:creationId xmlns:a16="http://schemas.microsoft.com/office/drawing/2014/main" id="{4B7CF917-E6B0-43E2-8A4D-E9D31EE4E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38349" name="Rectangle 410">
              <a:extLst>
                <a:ext uri="{FF2B5EF4-FFF2-40B4-BE49-F238E27FC236}">
                  <a16:creationId xmlns:a16="http://schemas.microsoft.com/office/drawing/2014/main" id="{24412E36-E9C9-40B6-B153-44023E317B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38350" name="Oval 411">
              <a:extLst>
                <a:ext uri="{FF2B5EF4-FFF2-40B4-BE49-F238E27FC236}">
                  <a16:creationId xmlns:a16="http://schemas.microsoft.com/office/drawing/2014/main" id="{DC014C07-AD23-42EB-A7D4-8DB832FC8C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38351" name="Group 154">
              <a:extLst>
                <a:ext uri="{FF2B5EF4-FFF2-40B4-BE49-F238E27FC236}">
                  <a16:creationId xmlns:a16="http://schemas.microsoft.com/office/drawing/2014/main" id="{015B815B-244F-4CC5-B4AC-66B43C4768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38354" name="Freeform 155">
                <a:extLst>
                  <a:ext uri="{FF2B5EF4-FFF2-40B4-BE49-F238E27FC236}">
                    <a16:creationId xmlns:a16="http://schemas.microsoft.com/office/drawing/2014/main" id="{F110979A-BDED-413E-A9CA-71A1DA9ED24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55" name="Freeform 156">
                <a:extLst>
                  <a:ext uri="{FF2B5EF4-FFF2-40B4-BE49-F238E27FC236}">
                    <a16:creationId xmlns:a16="http://schemas.microsoft.com/office/drawing/2014/main" id="{E37DA45E-FF2B-4147-8988-08EED52098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38352" name="Line 157">
              <a:extLst>
                <a:ext uri="{FF2B5EF4-FFF2-40B4-BE49-F238E27FC236}">
                  <a16:creationId xmlns:a16="http://schemas.microsoft.com/office/drawing/2014/main" id="{3E6EAA54-F093-4D9C-A5DD-3155EF94CA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53" name="Line 158">
              <a:extLst>
                <a:ext uri="{FF2B5EF4-FFF2-40B4-BE49-F238E27FC236}">
                  <a16:creationId xmlns:a16="http://schemas.microsoft.com/office/drawing/2014/main" id="{7B9F1ED0-689B-481A-9F18-6C12303EE2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38278" name="Rectangle 162">
            <a:extLst>
              <a:ext uri="{FF2B5EF4-FFF2-40B4-BE49-F238E27FC236}">
                <a16:creationId xmlns:a16="http://schemas.microsoft.com/office/drawing/2014/main" id="{5A013A86-EFD3-40F6-8C55-B1603817A6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9113" y="3119438"/>
            <a:ext cx="288925" cy="233362"/>
          </a:xfrm>
          <a:prstGeom prst="rect">
            <a:avLst/>
          </a:pr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79" name="Text Box 110">
            <a:extLst>
              <a:ext uri="{FF2B5EF4-FFF2-40B4-BE49-F238E27FC236}">
                <a16:creationId xmlns:a16="http://schemas.microsoft.com/office/drawing/2014/main" id="{F2687DD4-8047-4990-AD4E-6C32FB7616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24013" y="3025775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223.1.1.2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80" name="Rectangle 165">
            <a:extLst>
              <a:ext uri="{FF2B5EF4-FFF2-40B4-BE49-F238E27FC236}">
                <a16:creationId xmlns:a16="http://schemas.microsoft.com/office/drawing/2014/main" id="{F5B31E6A-2DDF-48E8-89A3-E8B99B6E62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30725" y="3829050"/>
            <a:ext cx="288925" cy="233363"/>
          </a:xfrm>
          <a:prstGeom prst="rect">
            <a:avLst/>
          </a:pr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81" name="Rectangle 166">
            <a:extLst>
              <a:ext uri="{FF2B5EF4-FFF2-40B4-BE49-F238E27FC236}">
                <a16:creationId xmlns:a16="http://schemas.microsoft.com/office/drawing/2014/main" id="{9F9E3783-1FBB-4D62-8CAB-4AD999330F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8175" y="4014788"/>
            <a:ext cx="288925" cy="233362"/>
          </a:xfrm>
          <a:prstGeom prst="rect">
            <a:avLst/>
          </a:pr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82" name="Text Box 128">
            <a:extLst>
              <a:ext uri="{FF2B5EF4-FFF2-40B4-BE49-F238E27FC236}">
                <a16:creationId xmlns:a16="http://schemas.microsoft.com/office/drawing/2014/main" id="{CFA6CF14-2AB7-4342-978E-D3D72AC6F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1938" y="3976688"/>
            <a:ext cx="10334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223.1.3.27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83" name="Text Box 118">
            <a:extLst>
              <a:ext uri="{FF2B5EF4-FFF2-40B4-BE49-F238E27FC236}">
                <a16:creationId xmlns:a16="http://schemas.microsoft.com/office/drawing/2014/main" id="{D5768AA3-52A7-4D2F-9EBD-114D10B722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3843338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223.1.2.2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84" name="Text Box 119">
            <a:extLst>
              <a:ext uri="{FF2B5EF4-FFF2-40B4-BE49-F238E27FC236}">
                <a16:creationId xmlns:a16="http://schemas.microsoft.com/office/drawing/2014/main" id="{C2A9EEE4-EE03-473D-9A21-AEBC3D816D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0" y="2327275"/>
            <a:ext cx="93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223.1.2.1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85" name="Text Box 168">
            <a:extLst>
              <a:ext uri="{FF2B5EF4-FFF2-40B4-BE49-F238E27FC236}">
                <a16:creationId xmlns:a16="http://schemas.microsoft.com/office/drawing/2014/main" id="{3F7F3840-FFA1-4E59-A559-EC8CFBB5ED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65513" y="1760538"/>
            <a:ext cx="906462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DHCP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server</a:t>
            </a:r>
          </a:p>
        </p:txBody>
      </p:sp>
      <p:sp>
        <p:nvSpPr>
          <p:cNvPr id="138286" name="Text Box 170">
            <a:extLst>
              <a:ext uri="{FF2B5EF4-FFF2-40B4-BE49-F238E27FC236}">
                <a16:creationId xmlns:a16="http://schemas.microsoft.com/office/drawing/2014/main" id="{B2AA5CA9-90E2-4752-B055-BED88996B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7813" y="3059113"/>
            <a:ext cx="1820862" cy="112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arriving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DHCP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client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needs 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address in this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network</a:t>
            </a:r>
          </a:p>
        </p:txBody>
      </p:sp>
      <p:grpSp>
        <p:nvGrpSpPr>
          <p:cNvPr id="138287" name="Group 195">
            <a:extLst>
              <a:ext uri="{FF2B5EF4-FFF2-40B4-BE49-F238E27FC236}">
                <a16:creationId xmlns:a16="http://schemas.microsoft.com/office/drawing/2014/main" id="{71107F02-73FF-41CC-8E1B-B00F9C8403E7}"/>
              </a:ext>
            </a:extLst>
          </p:cNvPr>
          <p:cNvGrpSpPr>
            <a:grpSpLocks/>
          </p:cNvGrpSpPr>
          <p:nvPr/>
        </p:nvGrpSpPr>
        <p:grpSpPr bwMode="auto">
          <a:xfrm>
            <a:off x="3873500" y="2395538"/>
            <a:ext cx="401638" cy="681037"/>
            <a:chOff x="4140" y="429"/>
            <a:chExt cx="1425" cy="2396"/>
          </a:xfrm>
        </p:grpSpPr>
        <p:sp>
          <p:nvSpPr>
            <p:cNvPr id="138316" name="Freeform 196">
              <a:extLst>
                <a:ext uri="{FF2B5EF4-FFF2-40B4-BE49-F238E27FC236}">
                  <a16:creationId xmlns:a16="http://schemas.microsoft.com/office/drawing/2014/main" id="{5D450695-BC3B-46AF-AC4F-5F390BE267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4 h 2742"/>
                <a:gd name="T6" fmla="*/ 0 w 354"/>
                <a:gd name="T7" fmla="*/ 4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17" name="Rectangle 197">
              <a:extLst>
                <a:ext uri="{FF2B5EF4-FFF2-40B4-BE49-F238E27FC236}">
                  <a16:creationId xmlns:a16="http://schemas.microsoft.com/office/drawing/2014/main" id="{8D9C5227-8FB3-4980-B9F2-564E1FD44F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8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18" name="Freeform 198">
              <a:extLst>
                <a:ext uri="{FF2B5EF4-FFF2-40B4-BE49-F238E27FC236}">
                  <a16:creationId xmlns:a16="http://schemas.microsoft.com/office/drawing/2014/main" id="{8D35462F-4719-4203-B357-2149CD2D5B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4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19" name="Freeform 199">
              <a:extLst>
                <a:ext uri="{FF2B5EF4-FFF2-40B4-BE49-F238E27FC236}">
                  <a16:creationId xmlns:a16="http://schemas.microsoft.com/office/drawing/2014/main" id="{AE0D1CA2-F780-4754-A9EA-6E17C18547A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20" name="Rectangle 200">
              <a:extLst>
                <a:ext uri="{FF2B5EF4-FFF2-40B4-BE49-F238E27FC236}">
                  <a16:creationId xmlns:a16="http://schemas.microsoft.com/office/drawing/2014/main" id="{2A8A4C00-D591-4820-A212-59AFF134DF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3" y="691"/>
              <a:ext cx="597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38321" name="Group 201">
              <a:extLst>
                <a:ext uri="{FF2B5EF4-FFF2-40B4-BE49-F238E27FC236}">
                  <a16:creationId xmlns:a16="http://schemas.microsoft.com/office/drawing/2014/main" id="{65022FBD-E4F6-4A34-BF7B-565C4800C3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38346" name="AutoShape 202">
                <a:extLst>
                  <a:ext uri="{FF2B5EF4-FFF2-40B4-BE49-F238E27FC236}">
                    <a16:creationId xmlns:a16="http://schemas.microsoft.com/office/drawing/2014/main" id="{6D25D9D1-0693-4BDD-9F8E-A0D424483D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9"/>
                <a:ext cx="724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47" name="AutoShape 203">
                <a:extLst>
                  <a:ext uri="{FF2B5EF4-FFF2-40B4-BE49-F238E27FC236}">
                    <a16:creationId xmlns:a16="http://schemas.microsoft.com/office/drawing/2014/main" id="{B2CC15F7-25DB-41D1-80D8-461AE6C0E4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89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38322" name="Rectangle 204">
              <a:extLst>
                <a:ext uri="{FF2B5EF4-FFF2-40B4-BE49-F238E27FC236}">
                  <a16:creationId xmlns:a16="http://schemas.microsoft.com/office/drawing/2014/main" id="{82557E6A-B1BE-40CD-A1B2-41881088BD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4" y="1021"/>
              <a:ext cx="597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38323" name="Group 205">
              <a:extLst>
                <a:ext uri="{FF2B5EF4-FFF2-40B4-BE49-F238E27FC236}">
                  <a16:creationId xmlns:a16="http://schemas.microsoft.com/office/drawing/2014/main" id="{112AE00F-CD0C-4B86-9533-01D6FFF4B95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38344" name="AutoShape 206">
                <a:extLst>
                  <a:ext uri="{FF2B5EF4-FFF2-40B4-BE49-F238E27FC236}">
                    <a16:creationId xmlns:a16="http://schemas.microsoft.com/office/drawing/2014/main" id="{03101D6E-E118-44A1-B3E2-AEF8F09582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7"/>
                <a:ext cx="724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45" name="AutoShape 207">
                <a:extLst>
                  <a:ext uri="{FF2B5EF4-FFF2-40B4-BE49-F238E27FC236}">
                    <a16:creationId xmlns:a16="http://schemas.microsoft.com/office/drawing/2014/main" id="{14AB70C9-16D0-4417-A300-89E766C954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9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38324" name="Rectangle 208">
              <a:extLst>
                <a:ext uri="{FF2B5EF4-FFF2-40B4-BE49-F238E27FC236}">
                  <a16:creationId xmlns:a16="http://schemas.microsoft.com/office/drawing/2014/main" id="{9E305D76-508C-4C1B-B6BC-1288D86333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9" y="1356"/>
              <a:ext cx="59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25" name="Rectangle 209">
              <a:extLst>
                <a:ext uri="{FF2B5EF4-FFF2-40B4-BE49-F238E27FC236}">
                  <a16:creationId xmlns:a16="http://schemas.microsoft.com/office/drawing/2014/main" id="{FA52CE59-2711-452A-B8D9-99D2E73F2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0" y="1658"/>
              <a:ext cx="591" cy="4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38326" name="Group 210">
              <a:extLst>
                <a:ext uri="{FF2B5EF4-FFF2-40B4-BE49-F238E27FC236}">
                  <a16:creationId xmlns:a16="http://schemas.microsoft.com/office/drawing/2014/main" id="{288689D7-F9E1-4DB7-84D5-F1C197E6FA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38342" name="AutoShape 211">
                <a:extLst>
                  <a:ext uri="{FF2B5EF4-FFF2-40B4-BE49-F238E27FC236}">
                    <a16:creationId xmlns:a16="http://schemas.microsoft.com/office/drawing/2014/main" id="{29815363-7B3D-4B8E-A0E6-0574AA77DA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76"/>
                <a:ext cx="723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43" name="AutoShape 212">
                <a:extLst>
                  <a:ext uri="{FF2B5EF4-FFF2-40B4-BE49-F238E27FC236}">
                    <a16:creationId xmlns:a16="http://schemas.microsoft.com/office/drawing/2014/main" id="{88BD3CD1-7AA1-4735-8886-0FC1A00C27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1" y="2586"/>
                <a:ext cx="68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38327" name="Freeform 213">
              <a:extLst>
                <a:ext uri="{FF2B5EF4-FFF2-40B4-BE49-F238E27FC236}">
                  <a16:creationId xmlns:a16="http://schemas.microsoft.com/office/drawing/2014/main" id="{CD581E09-FE14-4613-BFA4-3A181991D6E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38328" name="Group 214">
              <a:extLst>
                <a:ext uri="{FF2B5EF4-FFF2-40B4-BE49-F238E27FC236}">
                  <a16:creationId xmlns:a16="http://schemas.microsoft.com/office/drawing/2014/main" id="{7ABF97D1-F9DF-4C5A-B42F-B085B076216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38340" name="AutoShape 215">
                <a:extLst>
                  <a:ext uri="{FF2B5EF4-FFF2-40B4-BE49-F238E27FC236}">
                    <a16:creationId xmlns:a16="http://schemas.microsoft.com/office/drawing/2014/main" id="{3BE8996C-FC1B-4587-AE1D-D003050355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30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41" name="AutoShape 216">
                <a:extLst>
                  <a:ext uri="{FF2B5EF4-FFF2-40B4-BE49-F238E27FC236}">
                    <a16:creationId xmlns:a16="http://schemas.microsoft.com/office/drawing/2014/main" id="{531EF9A1-AC4A-4702-B6E2-2F805C18F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6"/>
                <a:ext cx="695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38329" name="Rectangle 217">
              <a:extLst>
                <a:ext uri="{FF2B5EF4-FFF2-40B4-BE49-F238E27FC236}">
                  <a16:creationId xmlns:a16="http://schemas.microsoft.com/office/drawing/2014/main" id="{8C714F9A-9854-4791-BA22-3C70A4600B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0" name="Freeform 218">
              <a:extLst>
                <a:ext uri="{FF2B5EF4-FFF2-40B4-BE49-F238E27FC236}">
                  <a16:creationId xmlns:a16="http://schemas.microsoft.com/office/drawing/2014/main" id="{D46A351E-5B41-4BFE-963C-B72FAD74E40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1" name="Freeform 219">
              <a:extLst>
                <a:ext uri="{FF2B5EF4-FFF2-40B4-BE49-F238E27FC236}">
                  <a16:creationId xmlns:a16="http://schemas.microsoft.com/office/drawing/2014/main" id="{0F90194B-0067-46D7-BDFE-32E60B7B7FD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2" name="Oval 220">
              <a:extLst>
                <a:ext uri="{FF2B5EF4-FFF2-40B4-BE49-F238E27FC236}">
                  <a16:creationId xmlns:a16="http://schemas.microsoft.com/office/drawing/2014/main" id="{482052BE-37C5-4B91-A9C2-6407513C55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4" y="2613"/>
              <a:ext cx="51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3" name="Freeform 221">
              <a:extLst>
                <a:ext uri="{FF2B5EF4-FFF2-40B4-BE49-F238E27FC236}">
                  <a16:creationId xmlns:a16="http://schemas.microsoft.com/office/drawing/2014/main" id="{A628A584-BC63-499A-95B6-A8771D202A92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4" name="AutoShape 222">
              <a:extLst>
                <a:ext uri="{FF2B5EF4-FFF2-40B4-BE49-F238E27FC236}">
                  <a16:creationId xmlns:a16="http://schemas.microsoft.com/office/drawing/2014/main" id="{A7C80720-2BFA-4593-A9CC-3290275639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80"/>
              <a:ext cx="1200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5" name="AutoShape 223">
              <a:extLst>
                <a:ext uri="{FF2B5EF4-FFF2-40B4-BE49-F238E27FC236}">
                  <a16:creationId xmlns:a16="http://schemas.microsoft.com/office/drawing/2014/main" id="{CC89A327-F296-4E4F-A3B0-07CF66FC49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3"/>
              <a:ext cx="1070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6" name="Oval 224">
              <a:extLst>
                <a:ext uri="{FF2B5EF4-FFF2-40B4-BE49-F238E27FC236}">
                  <a16:creationId xmlns:a16="http://schemas.microsoft.com/office/drawing/2014/main" id="{9636F707-01BF-4837-B9B9-0B1662236E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4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7" name="Oval 225">
              <a:extLst>
                <a:ext uri="{FF2B5EF4-FFF2-40B4-BE49-F238E27FC236}">
                  <a16:creationId xmlns:a16="http://schemas.microsoft.com/office/drawing/2014/main" id="{19DE4D1F-8F86-4A2C-8109-0D6F94A855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4" y="2384"/>
              <a:ext cx="163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38338" name="Oval 226">
              <a:extLst>
                <a:ext uri="{FF2B5EF4-FFF2-40B4-BE49-F238E27FC236}">
                  <a16:creationId xmlns:a16="http://schemas.microsoft.com/office/drawing/2014/main" id="{C940A599-C376-476F-8F22-C8D9233469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4" y="2384"/>
              <a:ext cx="158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38339" name="Rectangle 227">
              <a:extLst>
                <a:ext uri="{FF2B5EF4-FFF2-40B4-BE49-F238E27FC236}">
                  <a16:creationId xmlns:a16="http://schemas.microsoft.com/office/drawing/2014/main" id="{C15DB1B9-6354-4CBC-BCED-2EE93ABE4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4" y="1836"/>
              <a:ext cx="84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38288" name="Group 231">
            <a:extLst>
              <a:ext uri="{FF2B5EF4-FFF2-40B4-BE49-F238E27FC236}">
                <a16:creationId xmlns:a16="http://schemas.microsoft.com/office/drawing/2014/main" id="{D3B4916A-FF25-4DCC-ABB3-ACDE7A5820A5}"/>
              </a:ext>
            </a:extLst>
          </p:cNvPr>
          <p:cNvGrpSpPr>
            <a:grpSpLocks/>
          </p:cNvGrpSpPr>
          <p:nvPr/>
        </p:nvGrpSpPr>
        <p:grpSpPr bwMode="auto">
          <a:xfrm>
            <a:off x="5486400" y="3141663"/>
            <a:ext cx="1101725" cy="549275"/>
            <a:chOff x="3428" y="1798"/>
            <a:chExt cx="694" cy="346"/>
          </a:xfrm>
        </p:grpSpPr>
        <p:grpSp>
          <p:nvGrpSpPr>
            <p:cNvPr id="138292" name="Group 229">
              <a:extLst>
                <a:ext uri="{FF2B5EF4-FFF2-40B4-BE49-F238E27FC236}">
                  <a16:creationId xmlns:a16="http://schemas.microsoft.com/office/drawing/2014/main" id="{14F44B5D-FC24-4F64-88C2-0D60266FFC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28" y="1798"/>
              <a:ext cx="494" cy="346"/>
              <a:chOff x="4420" y="878"/>
              <a:chExt cx="614" cy="458"/>
            </a:xfrm>
          </p:grpSpPr>
          <p:pic>
            <p:nvPicPr>
              <p:cNvPr id="138294" name="Picture 173" descr="laptop_keyboard">
                <a:extLst>
                  <a:ext uri="{FF2B5EF4-FFF2-40B4-BE49-F238E27FC236}">
                    <a16:creationId xmlns:a16="http://schemas.microsoft.com/office/drawing/2014/main" id="{32F868C2-4188-4B77-9698-D065BD3C07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09064" flipH="1">
                <a:off x="4420" y="1108"/>
                <a:ext cx="527" cy="2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8295" name="Freeform 174">
                <a:extLst>
                  <a:ext uri="{FF2B5EF4-FFF2-40B4-BE49-F238E27FC236}">
                    <a16:creationId xmlns:a16="http://schemas.microsoft.com/office/drawing/2014/main" id="{8A9DCF6A-B7A0-42FD-94C7-34F8E21664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595" y="888"/>
                <a:ext cx="424" cy="297"/>
              </a:xfrm>
              <a:custGeom>
                <a:avLst/>
                <a:gdLst>
                  <a:gd name="T0" fmla="*/ 0 w 2982"/>
                  <a:gd name="T1" fmla="*/ 0 h 2442"/>
                  <a:gd name="T2" fmla="*/ 0 w 2982"/>
                  <a:gd name="T3" fmla="*/ 0 h 2442"/>
                  <a:gd name="T4" fmla="*/ 0 w 2982"/>
                  <a:gd name="T5" fmla="*/ 0 h 2442"/>
                  <a:gd name="T6" fmla="*/ 0 w 2982"/>
                  <a:gd name="T7" fmla="*/ 0 h 2442"/>
                  <a:gd name="T8" fmla="*/ 0 w 2982"/>
                  <a:gd name="T9" fmla="*/ 0 h 24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82"/>
                  <a:gd name="T16" fmla="*/ 0 h 2442"/>
                  <a:gd name="T17" fmla="*/ 2982 w 2982"/>
                  <a:gd name="T18" fmla="*/ 2442 h 24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82" h="2442">
                    <a:moveTo>
                      <a:pt x="540" y="0"/>
                    </a:moveTo>
                    <a:lnTo>
                      <a:pt x="0" y="1734"/>
                    </a:lnTo>
                    <a:lnTo>
                      <a:pt x="2394" y="2442"/>
                    </a:lnTo>
                    <a:lnTo>
                      <a:pt x="2982" y="318"/>
                    </a:lnTo>
                    <a:lnTo>
                      <a:pt x="540" y="0"/>
                    </a:lnTo>
                    <a:close/>
                  </a:path>
                </a:pathLst>
              </a:custGeom>
              <a:solidFill>
                <a:schemeClr val="tx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pic>
            <p:nvPicPr>
              <p:cNvPr id="138296" name="Picture 175" descr="screen">
                <a:extLst>
                  <a:ext uri="{FF2B5EF4-FFF2-40B4-BE49-F238E27FC236}">
                    <a16:creationId xmlns:a16="http://schemas.microsoft.com/office/drawing/2014/main" id="{5E2E0BBC-1CF3-4168-A3CD-8094A88A22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616" y="895"/>
                <a:ext cx="385" cy="2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38297" name="Freeform 176">
                <a:extLst>
                  <a:ext uri="{FF2B5EF4-FFF2-40B4-BE49-F238E27FC236}">
                    <a16:creationId xmlns:a16="http://schemas.microsoft.com/office/drawing/2014/main" id="{F80D00A9-4621-40C9-BE8B-253934B797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72" y="879"/>
                <a:ext cx="359" cy="55"/>
              </a:xfrm>
              <a:custGeom>
                <a:avLst/>
                <a:gdLst>
                  <a:gd name="T0" fmla="*/ 0 w 2528"/>
                  <a:gd name="T1" fmla="*/ 0 h 455"/>
                  <a:gd name="T2" fmla="*/ 0 w 2528"/>
                  <a:gd name="T3" fmla="*/ 0 h 455"/>
                  <a:gd name="T4" fmla="*/ 0 w 2528"/>
                  <a:gd name="T5" fmla="*/ 0 h 455"/>
                  <a:gd name="T6" fmla="*/ 0 w 2528"/>
                  <a:gd name="T7" fmla="*/ 0 h 455"/>
                  <a:gd name="T8" fmla="*/ 0 w 2528"/>
                  <a:gd name="T9" fmla="*/ 0 h 45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28"/>
                  <a:gd name="T16" fmla="*/ 0 h 455"/>
                  <a:gd name="T17" fmla="*/ 2528 w 2528"/>
                  <a:gd name="T18" fmla="*/ 455 h 45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28" h="455">
                    <a:moveTo>
                      <a:pt x="14" y="0"/>
                    </a:moveTo>
                    <a:lnTo>
                      <a:pt x="2528" y="341"/>
                    </a:lnTo>
                    <a:lnTo>
                      <a:pt x="2480" y="455"/>
                    </a:lnTo>
                    <a:lnTo>
                      <a:pt x="0" y="86"/>
                    </a:lnTo>
                    <a:lnTo>
                      <a:pt x="14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EAEAEA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298" name="Freeform 177">
                <a:extLst>
                  <a:ext uri="{FF2B5EF4-FFF2-40B4-BE49-F238E27FC236}">
                    <a16:creationId xmlns:a16="http://schemas.microsoft.com/office/drawing/2014/main" id="{2F5698F7-998F-483E-AE82-3018CDB1175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591" y="878"/>
                <a:ext cx="100" cy="230"/>
              </a:xfrm>
              <a:custGeom>
                <a:avLst/>
                <a:gdLst>
                  <a:gd name="T0" fmla="*/ 0 w 702"/>
                  <a:gd name="T1" fmla="*/ 0 h 1893"/>
                  <a:gd name="T2" fmla="*/ 0 w 702"/>
                  <a:gd name="T3" fmla="*/ 0 h 1893"/>
                  <a:gd name="T4" fmla="*/ 0 w 702"/>
                  <a:gd name="T5" fmla="*/ 0 h 1893"/>
                  <a:gd name="T6" fmla="*/ 0 w 702"/>
                  <a:gd name="T7" fmla="*/ 0 h 1893"/>
                  <a:gd name="T8" fmla="*/ 0 w 702"/>
                  <a:gd name="T9" fmla="*/ 0 h 189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02"/>
                  <a:gd name="T16" fmla="*/ 0 h 1893"/>
                  <a:gd name="T17" fmla="*/ 702 w 702"/>
                  <a:gd name="T18" fmla="*/ 1893 h 189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02" h="1893">
                    <a:moveTo>
                      <a:pt x="579" y="0"/>
                    </a:moveTo>
                    <a:lnTo>
                      <a:pt x="0" y="1869"/>
                    </a:lnTo>
                    <a:lnTo>
                      <a:pt x="114" y="1893"/>
                    </a:lnTo>
                    <a:lnTo>
                      <a:pt x="702" y="51"/>
                    </a:lnTo>
                    <a:lnTo>
                      <a:pt x="579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299" name="Freeform 178">
                <a:extLst>
                  <a:ext uri="{FF2B5EF4-FFF2-40B4-BE49-F238E27FC236}">
                    <a16:creationId xmlns:a16="http://schemas.microsoft.com/office/drawing/2014/main" id="{0F7A881E-B907-4019-B896-1F44AC8B25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21" y="920"/>
                <a:ext cx="108" cy="265"/>
              </a:xfrm>
              <a:custGeom>
                <a:avLst/>
                <a:gdLst>
                  <a:gd name="T0" fmla="*/ 0 w 756"/>
                  <a:gd name="T1" fmla="*/ 0 h 2184"/>
                  <a:gd name="T2" fmla="*/ 0 w 756"/>
                  <a:gd name="T3" fmla="*/ 0 h 2184"/>
                  <a:gd name="T4" fmla="*/ 0 w 756"/>
                  <a:gd name="T5" fmla="*/ 0 h 2184"/>
                  <a:gd name="T6" fmla="*/ 0 w 756"/>
                  <a:gd name="T7" fmla="*/ 0 h 2184"/>
                  <a:gd name="T8" fmla="*/ 0 w 756"/>
                  <a:gd name="T9" fmla="*/ 0 h 218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6"/>
                  <a:gd name="T16" fmla="*/ 0 h 2184"/>
                  <a:gd name="T17" fmla="*/ 756 w 756"/>
                  <a:gd name="T18" fmla="*/ 2184 h 218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6" h="2184">
                    <a:moveTo>
                      <a:pt x="756" y="0"/>
                    </a:moveTo>
                    <a:lnTo>
                      <a:pt x="138" y="2184"/>
                    </a:lnTo>
                    <a:lnTo>
                      <a:pt x="0" y="2148"/>
                    </a:lnTo>
                    <a:lnTo>
                      <a:pt x="606" y="78"/>
                    </a:lnTo>
                    <a:lnTo>
                      <a:pt x="756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chemeClr val="bg1"/>
                  </a:gs>
                </a:gsLst>
                <a:lin ang="54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0" name="Freeform 179">
                <a:extLst>
                  <a:ext uri="{FF2B5EF4-FFF2-40B4-BE49-F238E27FC236}">
                    <a16:creationId xmlns:a16="http://schemas.microsoft.com/office/drawing/2014/main" id="{4A05113A-7A70-4D33-AF55-39A9924309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590" y="1097"/>
                <a:ext cx="394" cy="89"/>
              </a:xfrm>
              <a:custGeom>
                <a:avLst/>
                <a:gdLst>
                  <a:gd name="T0" fmla="*/ 0 w 2773"/>
                  <a:gd name="T1" fmla="*/ 0 h 738"/>
                  <a:gd name="T2" fmla="*/ 0 w 2773"/>
                  <a:gd name="T3" fmla="*/ 0 h 738"/>
                  <a:gd name="T4" fmla="*/ 0 w 2773"/>
                  <a:gd name="T5" fmla="*/ 0 h 738"/>
                  <a:gd name="T6" fmla="*/ 0 w 2773"/>
                  <a:gd name="T7" fmla="*/ 0 h 738"/>
                  <a:gd name="T8" fmla="*/ 0 w 2773"/>
                  <a:gd name="T9" fmla="*/ 0 h 73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773"/>
                  <a:gd name="T16" fmla="*/ 0 h 738"/>
                  <a:gd name="T17" fmla="*/ 2773 w 2773"/>
                  <a:gd name="T18" fmla="*/ 738 h 73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773" h="738">
                    <a:moveTo>
                      <a:pt x="33" y="0"/>
                    </a:moveTo>
                    <a:lnTo>
                      <a:pt x="0" y="99"/>
                    </a:lnTo>
                    <a:lnTo>
                      <a:pt x="2436" y="738"/>
                    </a:lnTo>
                    <a:cubicBezTo>
                      <a:pt x="2499" y="501"/>
                      <a:pt x="2773" y="727"/>
                      <a:pt x="2373" y="603"/>
                    </a:cubicBezTo>
                    <a:lnTo>
                      <a:pt x="3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CC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1" name="Freeform 180">
                <a:extLst>
                  <a:ext uri="{FF2B5EF4-FFF2-40B4-BE49-F238E27FC236}">
                    <a16:creationId xmlns:a16="http://schemas.microsoft.com/office/drawing/2014/main" id="{B114CDE0-7599-4182-9276-5D04D32706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33" y="922"/>
                <a:ext cx="101" cy="266"/>
              </a:xfrm>
              <a:custGeom>
                <a:avLst/>
                <a:gdLst>
                  <a:gd name="T0" fmla="*/ 0 w 637"/>
                  <a:gd name="T1" fmla="*/ 0 h 1659"/>
                  <a:gd name="T2" fmla="*/ 0 w 637"/>
                  <a:gd name="T3" fmla="*/ 0 h 1659"/>
                  <a:gd name="T4" fmla="*/ 0 w 637"/>
                  <a:gd name="T5" fmla="*/ 0 h 1659"/>
                  <a:gd name="T6" fmla="*/ 0 w 637"/>
                  <a:gd name="T7" fmla="*/ 0 h 1659"/>
                  <a:gd name="T8" fmla="*/ 0 w 637"/>
                  <a:gd name="T9" fmla="*/ 0 h 165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37"/>
                  <a:gd name="T16" fmla="*/ 0 h 1659"/>
                  <a:gd name="T17" fmla="*/ 637 w 637"/>
                  <a:gd name="T18" fmla="*/ 1659 h 165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37" h="1659">
                    <a:moveTo>
                      <a:pt x="615" y="0"/>
                    </a:moveTo>
                    <a:lnTo>
                      <a:pt x="637" y="0"/>
                    </a:lnTo>
                    <a:lnTo>
                      <a:pt x="68" y="1659"/>
                    </a:lnTo>
                    <a:lnTo>
                      <a:pt x="0" y="1647"/>
                    </a:lnTo>
                    <a:lnTo>
                      <a:pt x="615" y="0"/>
                    </a:lnTo>
                    <a:close/>
                  </a:path>
                </a:pathLst>
              </a:custGeom>
              <a:solidFill>
                <a:srgbClr val="4D4D4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2" name="Freeform 181">
                <a:extLst>
                  <a:ext uri="{FF2B5EF4-FFF2-40B4-BE49-F238E27FC236}">
                    <a16:creationId xmlns:a16="http://schemas.microsoft.com/office/drawing/2014/main" id="{1127DA73-09BF-46E8-B6D3-78FDFD4B6B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590" y="1109"/>
                <a:ext cx="351" cy="88"/>
              </a:xfrm>
              <a:custGeom>
                <a:avLst/>
                <a:gdLst>
                  <a:gd name="T0" fmla="*/ 0 w 2216"/>
                  <a:gd name="T1" fmla="*/ 0 h 550"/>
                  <a:gd name="T2" fmla="*/ 0 w 2216"/>
                  <a:gd name="T3" fmla="*/ 0 h 550"/>
                  <a:gd name="T4" fmla="*/ 0 w 2216"/>
                  <a:gd name="T5" fmla="*/ 0 h 550"/>
                  <a:gd name="T6" fmla="*/ 0 w 2216"/>
                  <a:gd name="T7" fmla="*/ 0 h 550"/>
                  <a:gd name="T8" fmla="*/ 0 w 2216"/>
                  <a:gd name="T9" fmla="*/ 0 h 55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16"/>
                  <a:gd name="T16" fmla="*/ 0 h 550"/>
                  <a:gd name="T17" fmla="*/ 2216 w 2216"/>
                  <a:gd name="T18" fmla="*/ 550 h 55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16" h="550">
                    <a:moveTo>
                      <a:pt x="0" y="0"/>
                    </a:moveTo>
                    <a:lnTo>
                      <a:pt x="9" y="57"/>
                    </a:lnTo>
                    <a:lnTo>
                      <a:pt x="2164" y="550"/>
                    </a:lnTo>
                    <a:lnTo>
                      <a:pt x="2216" y="496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38303" name="Group 182">
                <a:extLst>
                  <a:ext uri="{FF2B5EF4-FFF2-40B4-BE49-F238E27FC236}">
                    <a16:creationId xmlns:a16="http://schemas.microsoft.com/office/drawing/2014/main" id="{C035F0C1-E7A6-4E7F-951D-0ADA2573B91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84" y="1203"/>
                <a:ext cx="119" cy="53"/>
                <a:chOff x="1740" y="2642"/>
                <a:chExt cx="752" cy="327"/>
              </a:xfrm>
            </p:grpSpPr>
            <p:sp>
              <p:nvSpPr>
                <p:cNvPr id="138310" name="Freeform 183">
                  <a:extLst>
                    <a:ext uri="{FF2B5EF4-FFF2-40B4-BE49-F238E27FC236}">
                      <a16:creationId xmlns:a16="http://schemas.microsoft.com/office/drawing/2014/main" id="{FB1EA481-5977-44DA-A294-B7DC134B8FB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40" y="2642"/>
                  <a:ext cx="752" cy="327"/>
                </a:xfrm>
                <a:custGeom>
                  <a:avLst/>
                  <a:gdLst>
                    <a:gd name="T0" fmla="*/ 293 w 752"/>
                    <a:gd name="T1" fmla="*/ 0 h 327"/>
                    <a:gd name="T2" fmla="*/ 752 w 752"/>
                    <a:gd name="T3" fmla="*/ 124 h 327"/>
                    <a:gd name="T4" fmla="*/ 470 w 752"/>
                    <a:gd name="T5" fmla="*/ 327 h 327"/>
                    <a:gd name="T6" fmla="*/ 0 w 752"/>
                    <a:gd name="T7" fmla="*/ 183 h 327"/>
                    <a:gd name="T8" fmla="*/ 293 w 752"/>
                    <a:gd name="T9" fmla="*/ 0 h 32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52"/>
                    <a:gd name="T16" fmla="*/ 0 h 327"/>
                    <a:gd name="T17" fmla="*/ 752 w 752"/>
                    <a:gd name="T18" fmla="*/ 327 h 32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52" h="327">
                      <a:moveTo>
                        <a:pt x="293" y="0"/>
                      </a:moveTo>
                      <a:lnTo>
                        <a:pt x="752" y="124"/>
                      </a:lnTo>
                      <a:lnTo>
                        <a:pt x="470" y="327"/>
                      </a:lnTo>
                      <a:lnTo>
                        <a:pt x="0" y="183"/>
                      </a:lnTo>
                      <a:lnTo>
                        <a:pt x="293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38311" name="Freeform 184">
                  <a:extLst>
                    <a:ext uri="{FF2B5EF4-FFF2-40B4-BE49-F238E27FC236}">
                      <a16:creationId xmlns:a16="http://schemas.microsoft.com/office/drawing/2014/main" id="{731EB288-9EA6-4BEF-B055-A2CE5AA0CD9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54" y="2649"/>
                  <a:ext cx="726" cy="311"/>
                </a:xfrm>
                <a:custGeom>
                  <a:avLst/>
                  <a:gdLst>
                    <a:gd name="T0" fmla="*/ 282 w 726"/>
                    <a:gd name="T1" fmla="*/ 0 h 311"/>
                    <a:gd name="T2" fmla="*/ 726 w 726"/>
                    <a:gd name="T3" fmla="*/ 119 h 311"/>
                    <a:gd name="T4" fmla="*/ 457 w 726"/>
                    <a:gd name="T5" fmla="*/ 311 h 311"/>
                    <a:gd name="T6" fmla="*/ 0 w 726"/>
                    <a:gd name="T7" fmla="*/ 173 h 311"/>
                    <a:gd name="T8" fmla="*/ 282 w 726"/>
                    <a:gd name="T9" fmla="*/ 0 h 31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726"/>
                    <a:gd name="T16" fmla="*/ 0 h 311"/>
                    <a:gd name="T17" fmla="*/ 726 w 726"/>
                    <a:gd name="T18" fmla="*/ 311 h 31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726" h="311">
                      <a:moveTo>
                        <a:pt x="282" y="0"/>
                      </a:moveTo>
                      <a:lnTo>
                        <a:pt x="726" y="119"/>
                      </a:lnTo>
                      <a:lnTo>
                        <a:pt x="457" y="311"/>
                      </a:lnTo>
                      <a:lnTo>
                        <a:pt x="0" y="173"/>
                      </a:lnTo>
                      <a:lnTo>
                        <a:pt x="282" y="0"/>
                      </a:lnTo>
                      <a:close/>
                    </a:path>
                  </a:pathLst>
                </a:custGeom>
                <a:gradFill rotWithShape="1">
                  <a:gsLst>
                    <a:gs pos="0">
                      <a:srgbClr val="4D4D4D"/>
                    </a:gs>
                    <a:gs pos="100000">
                      <a:srgbClr val="DDDDDD"/>
                    </a:gs>
                  </a:gsLst>
                  <a:lin ang="1890000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38312" name="Freeform 185">
                  <a:extLst>
                    <a:ext uri="{FF2B5EF4-FFF2-40B4-BE49-F238E27FC236}">
                      <a16:creationId xmlns:a16="http://schemas.microsoft.com/office/drawing/2014/main" id="{28834C29-F1D3-4281-BC65-FB6FD45B8F4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08" y="2770"/>
                  <a:ext cx="258" cy="100"/>
                </a:xfrm>
                <a:custGeom>
                  <a:avLst/>
                  <a:gdLst>
                    <a:gd name="T0" fmla="*/ 0 w 258"/>
                    <a:gd name="T1" fmla="*/ 44 h 100"/>
                    <a:gd name="T2" fmla="*/ 75 w 258"/>
                    <a:gd name="T3" fmla="*/ 0 h 100"/>
                    <a:gd name="T4" fmla="*/ 258 w 258"/>
                    <a:gd name="T5" fmla="*/ 50 h 100"/>
                    <a:gd name="T6" fmla="*/ 183 w 258"/>
                    <a:gd name="T7" fmla="*/ 100 h 100"/>
                    <a:gd name="T8" fmla="*/ 0 w 258"/>
                    <a:gd name="T9" fmla="*/ 44 h 10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0"/>
                    <a:gd name="T17" fmla="*/ 258 w 258"/>
                    <a:gd name="T18" fmla="*/ 100 h 10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0">
                      <a:moveTo>
                        <a:pt x="0" y="44"/>
                      </a:moveTo>
                      <a:lnTo>
                        <a:pt x="75" y="0"/>
                      </a:lnTo>
                      <a:lnTo>
                        <a:pt x="258" y="50"/>
                      </a:lnTo>
                      <a:lnTo>
                        <a:pt x="183" y="100"/>
                      </a:lnTo>
                      <a:lnTo>
                        <a:pt x="0" y="44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38313" name="Freeform 186">
                  <a:extLst>
                    <a:ext uri="{FF2B5EF4-FFF2-40B4-BE49-F238E27FC236}">
                      <a16:creationId xmlns:a16="http://schemas.microsoft.com/office/drawing/2014/main" id="{088D550E-3D74-4E53-976B-6EA19F1C51B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799" y="2816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38314" name="Freeform 187">
                  <a:extLst>
                    <a:ext uri="{FF2B5EF4-FFF2-40B4-BE49-F238E27FC236}">
                      <a16:creationId xmlns:a16="http://schemas.microsoft.com/office/drawing/2014/main" id="{63AE090A-73FE-4996-98DA-9A6E2104A38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20" y="2834"/>
                  <a:ext cx="258" cy="102"/>
                </a:xfrm>
                <a:custGeom>
                  <a:avLst/>
                  <a:gdLst>
                    <a:gd name="T0" fmla="*/ 0 w 258"/>
                    <a:gd name="T1" fmla="*/ 46 h 102"/>
                    <a:gd name="T2" fmla="*/ 71 w 258"/>
                    <a:gd name="T3" fmla="*/ 0 h 102"/>
                    <a:gd name="T4" fmla="*/ 258 w 258"/>
                    <a:gd name="T5" fmla="*/ 52 h 102"/>
                    <a:gd name="T6" fmla="*/ 183 w 258"/>
                    <a:gd name="T7" fmla="*/ 102 h 102"/>
                    <a:gd name="T8" fmla="*/ 0 w 258"/>
                    <a:gd name="T9" fmla="*/ 46 h 10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8"/>
                    <a:gd name="T16" fmla="*/ 0 h 102"/>
                    <a:gd name="T17" fmla="*/ 258 w 258"/>
                    <a:gd name="T18" fmla="*/ 102 h 10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8" h="102">
                      <a:moveTo>
                        <a:pt x="0" y="46"/>
                      </a:moveTo>
                      <a:lnTo>
                        <a:pt x="71" y="0"/>
                      </a:lnTo>
                      <a:lnTo>
                        <a:pt x="258" y="52"/>
                      </a:lnTo>
                      <a:lnTo>
                        <a:pt x="183" y="102"/>
                      </a:lnTo>
                      <a:lnTo>
                        <a:pt x="0" y="4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38315" name="Freeform 188">
                  <a:extLst>
                    <a:ext uri="{FF2B5EF4-FFF2-40B4-BE49-F238E27FC236}">
                      <a16:creationId xmlns:a16="http://schemas.microsoft.com/office/drawing/2014/main" id="{9A156649-5065-4027-84B6-833FD640A83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011" y="2882"/>
                  <a:ext cx="194" cy="63"/>
                </a:xfrm>
                <a:custGeom>
                  <a:avLst/>
                  <a:gdLst>
                    <a:gd name="T0" fmla="*/ 12 w 194"/>
                    <a:gd name="T1" fmla="*/ 0 h 63"/>
                    <a:gd name="T2" fmla="*/ 194 w 194"/>
                    <a:gd name="T3" fmla="*/ 53 h 63"/>
                    <a:gd name="T4" fmla="*/ 180 w 194"/>
                    <a:gd name="T5" fmla="*/ 63 h 63"/>
                    <a:gd name="T6" fmla="*/ 0 w 194"/>
                    <a:gd name="T7" fmla="*/ 9 h 63"/>
                    <a:gd name="T8" fmla="*/ 12 w 194"/>
                    <a:gd name="T9" fmla="*/ 0 h 6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94"/>
                    <a:gd name="T16" fmla="*/ 0 h 63"/>
                    <a:gd name="T17" fmla="*/ 194 w 194"/>
                    <a:gd name="T18" fmla="*/ 63 h 6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94" h="63">
                      <a:moveTo>
                        <a:pt x="12" y="0"/>
                      </a:moveTo>
                      <a:lnTo>
                        <a:pt x="194" y="53"/>
                      </a:lnTo>
                      <a:lnTo>
                        <a:pt x="180" y="63"/>
                      </a:lnTo>
                      <a:lnTo>
                        <a:pt x="0" y="9"/>
                      </a:lnTo>
                      <a:lnTo>
                        <a:pt x="12" y="0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38304" name="Freeform 189">
                <a:extLst>
                  <a:ext uri="{FF2B5EF4-FFF2-40B4-BE49-F238E27FC236}">
                    <a16:creationId xmlns:a16="http://schemas.microsoft.com/office/drawing/2014/main" id="{4FB7EB03-4DED-4D3E-B31B-FA4ED4BAFB4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788" y="1211"/>
                <a:ext cx="144" cy="116"/>
              </a:xfrm>
              <a:custGeom>
                <a:avLst/>
                <a:gdLst>
                  <a:gd name="T0" fmla="*/ 0 w 990"/>
                  <a:gd name="T1" fmla="*/ 0 h 792"/>
                  <a:gd name="T2" fmla="*/ 0 w 990"/>
                  <a:gd name="T3" fmla="*/ 0 h 792"/>
                  <a:gd name="T4" fmla="*/ 0 w 990"/>
                  <a:gd name="T5" fmla="*/ 0 h 792"/>
                  <a:gd name="T6" fmla="*/ 0 w 990"/>
                  <a:gd name="T7" fmla="*/ 0 h 792"/>
                  <a:gd name="T8" fmla="*/ 0 w 990"/>
                  <a:gd name="T9" fmla="*/ 0 h 79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990"/>
                  <a:gd name="T16" fmla="*/ 0 h 792"/>
                  <a:gd name="T17" fmla="*/ 990 w 990"/>
                  <a:gd name="T18" fmla="*/ 792 h 79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990" h="792">
                    <a:moveTo>
                      <a:pt x="3" y="738"/>
                    </a:moveTo>
                    <a:lnTo>
                      <a:pt x="990" y="0"/>
                    </a:lnTo>
                    <a:lnTo>
                      <a:pt x="987" y="60"/>
                    </a:lnTo>
                    <a:lnTo>
                      <a:pt x="0" y="792"/>
                    </a:lnTo>
                    <a:lnTo>
                      <a:pt x="3" y="738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5" name="Freeform 190">
                <a:extLst>
                  <a:ext uri="{FF2B5EF4-FFF2-40B4-BE49-F238E27FC236}">
                    <a16:creationId xmlns:a16="http://schemas.microsoft.com/office/drawing/2014/main" id="{A927EB38-F7B5-4A75-99D3-580BDBFFA6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20" y="1220"/>
                <a:ext cx="369" cy="106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6" name="Freeform 191">
                <a:extLst>
                  <a:ext uri="{FF2B5EF4-FFF2-40B4-BE49-F238E27FC236}">
                    <a16:creationId xmlns:a16="http://schemas.microsoft.com/office/drawing/2014/main" id="{D878EA00-C9AE-458E-B0FC-71A5144F3C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20" y="1201"/>
                <a:ext cx="4" cy="21"/>
              </a:xfrm>
              <a:custGeom>
                <a:avLst/>
                <a:gdLst>
                  <a:gd name="T0" fmla="*/ 0 w 26"/>
                  <a:gd name="T1" fmla="*/ 0 h 147"/>
                  <a:gd name="T2" fmla="*/ 0 w 26"/>
                  <a:gd name="T3" fmla="*/ 0 h 147"/>
                  <a:gd name="T4" fmla="*/ 0 w 26"/>
                  <a:gd name="T5" fmla="*/ 0 h 147"/>
                  <a:gd name="T6" fmla="*/ 0 w 26"/>
                  <a:gd name="T7" fmla="*/ 0 h 147"/>
                  <a:gd name="T8" fmla="*/ 0 w 26"/>
                  <a:gd name="T9" fmla="*/ 0 h 14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"/>
                  <a:gd name="T16" fmla="*/ 0 h 147"/>
                  <a:gd name="T17" fmla="*/ 26 w 26"/>
                  <a:gd name="T18" fmla="*/ 147 h 14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" h="147">
                    <a:moveTo>
                      <a:pt x="26" y="10"/>
                    </a:moveTo>
                    <a:lnTo>
                      <a:pt x="23" y="147"/>
                    </a:lnTo>
                    <a:lnTo>
                      <a:pt x="0" y="144"/>
                    </a:lnTo>
                    <a:lnTo>
                      <a:pt x="3" y="0"/>
                    </a:lnTo>
                    <a:lnTo>
                      <a:pt x="26" y="1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7" name="Freeform 192">
                <a:extLst>
                  <a:ext uri="{FF2B5EF4-FFF2-40B4-BE49-F238E27FC236}">
                    <a16:creationId xmlns:a16="http://schemas.microsoft.com/office/drawing/2014/main" id="{1C13C268-84D0-4EBC-A42B-C01D59975CA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21" y="1114"/>
                <a:ext cx="171" cy="88"/>
              </a:xfrm>
              <a:custGeom>
                <a:avLst/>
                <a:gdLst>
                  <a:gd name="T0" fmla="*/ 0 w 1176"/>
                  <a:gd name="T1" fmla="*/ 0 h 606"/>
                  <a:gd name="T2" fmla="*/ 0 w 1176"/>
                  <a:gd name="T3" fmla="*/ 0 h 606"/>
                  <a:gd name="T4" fmla="*/ 0 w 1176"/>
                  <a:gd name="T5" fmla="*/ 0 h 606"/>
                  <a:gd name="T6" fmla="*/ 0 w 1176"/>
                  <a:gd name="T7" fmla="*/ 0 h 606"/>
                  <a:gd name="T8" fmla="*/ 0 w 1176"/>
                  <a:gd name="T9" fmla="*/ 0 h 60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176"/>
                  <a:gd name="T16" fmla="*/ 0 h 606"/>
                  <a:gd name="T17" fmla="*/ 1176 w 1176"/>
                  <a:gd name="T18" fmla="*/ 606 h 60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176" h="606">
                    <a:moveTo>
                      <a:pt x="1170" y="0"/>
                    </a:moveTo>
                    <a:lnTo>
                      <a:pt x="0" y="597"/>
                    </a:lnTo>
                    <a:lnTo>
                      <a:pt x="30" y="606"/>
                    </a:lnTo>
                    <a:lnTo>
                      <a:pt x="1176" y="18"/>
                    </a:lnTo>
                    <a:lnTo>
                      <a:pt x="1170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8" name="Freeform 193">
                <a:extLst>
                  <a:ext uri="{FF2B5EF4-FFF2-40B4-BE49-F238E27FC236}">
                    <a16:creationId xmlns:a16="http://schemas.microsoft.com/office/drawing/2014/main" id="{F67D5246-D49A-47C6-A0BA-BCBFC196B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2" y="1205"/>
                <a:ext cx="350" cy="102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38309" name="Freeform 194">
                <a:extLst>
                  <a:ext uri="{FF2B5EF4-FFF2-40B4-BE49-F238E27FC236}">
                    <a16:creationId xmlns:a16="http://schemas.microsoft.com/office/drawing/2014/main" id="{0B689DDA-CE5F-46D4-BD68-A110369B7331}"/>
                  </a:ext>
                </a:extLst>
              </p:cNvPr>
              <p:cNvSpPr>
                <a:spLocks/>
              </p:cNvSpPr>
              <p:nvPr/>
            </p:nvSpPr>
            <p:spPr bwMode="auto">
              <a:xfrm flipV="1">
                <a:off x="4782" y="1198"/>
                <a:ext cx="142" cy="105"/>
              </a:xfrm>
              <a:custGeom>
                <a:avLst/>
                <a:gdLst>
                  <a:gd name="T0" fmla="*/ 0 w 2532"/>
                  <a:gd name="T1" fmla="*/ 0 h 723"/>
                  <a:gd name="T2" fmla="*/ 0 w 2532"/>
                  <a:gd name="T3" fmla="*/ 0 h 723"/>
                  <a:gd name="T4" fmla="*/ 0 w 2532"/>
                  <a:gd name="T5" fmla="*/ 0 h 723"/>
                  <a:gd name="T6" fmla="*/ 0 w 2532"/>
                  <a:gd name="T7" fmla="*/ 0 h 723"/>
                  <a:gd name="T8" fmla="*/ 0 w 2532"/>
                  <a:gd name="T9" fmla="*/ 0 h 723"/>
                  <a:gd name="T10" fmla="*/ 0 w 2532"/>
                  <a:gd name="T11" fmla="*/ 0 h 72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2532"/>
                  <a:gd name="T19" fmla="*/ 0 h 723"/>
                  <a:gd name="T20" fmla="*/ 2532 w 2532"/>
                  <a:gd name="T21" fmla="*/ 723 h 72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2532" h="723">
                    <a:moveTo>
                      <a:pt x="6" y="0"/>
                    </a:moveTo>
                    <a:cubicBezTo>
                      <a:pt x="16" y="0"/>
                      <a:pt x="26" y="0"/>
                      <a:pt x="36" y="0"/>
                    </a:cubicBezTo>
                    <a:lnTo>
                      <a:pt x="2532" y="678"/>
                    </a:lnTo>
                    <a:lnTo>
                      <a:pt x="2529" y="723"/>
                    </a:lnTo>
                    <a:lnTo>
                      <a:pt x="0" y="24"/>
                    </a:ln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38293" name="Line 230">
              <a:extLst>
                <a:ext uri="{FF2B5EF4-FFF2-40B4-BE49-F238E27FC236}">
                  <a16:creationId xmlns:a16="http://schemas.microsoft.com/office/drawing/2014/main" id="{6FE4D44F-E307-4E42-BFFA-241693C173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428" y="2002"/>
              <a:ext cx="27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38289" name="AutoShape 232">
            <a:extLst>
              <a:ext uri="{FF2B5EF4-FFF2-40B4-BE49-F238E27FC236}">
                <a16:creationId xmlns:a16="http://schemas.microsoft.com/office/drawing/2014/main" id="{05EAB747-7E0F-4625-9E7D-E09409A12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4688" y="3698875"/>
            <a:ext cx="976312" cy="374650"/>
          </a:xfrm>
          <a:prstGeom prst="leftArrow">
            <a:avLst>
              <a:gd name="adj1" fmla="val 50000"/>
              <a:gd name="adj2" fmla="val 65148"/>
            </a:avLst>
          </a:prstGeom>
          <a:gradFill rotWithShape="1">
            <a:gsLst>
              <a:gs pos="0">
                <a:srgbClr val="CC0000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38290" name="Line 233">
            <a:extLst>
              <a:ext uri="{FF2B5EF4-FFF2-40B4-BE49-F238E27FC236}">
                <a16:creationId xmlns:a16="http://schemas.microsoft.com/office/drawing/2014/main" id="{E8051BD8-8627-4337-8352-D7E7768191E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68788" y="2954338"/>
            <a:ext cx="314325" cy="47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38291" name="Picture 235" descr="underline_base">
            <a:extLst>
              <a:ext uri="{FF2B5EF4-FFF2-40B4-BE49-F238E27FC236}">
                <a16:creationId xmlns:a16="http://schemas.microsoft.com/office/drawing/2014/main" id="{BCBE791E-C39B-42C8-BC16-FD81F8312027}"/>
              </a:ext>
            </a:extLst>
          </p:cNvPr>
          <p:cNvPicPr>
            <a:picLocks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931863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86" grpId="0"/>
      <p:bldP spid="13828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Footer Placeholder 4">
            <a:extLst>
              <a:ext uri="{FF2B5EF4-FFF2-40B4-BE49-F238E27FC236}">
                <a16:creationId xmlns:a16="http://schemas.microsoft.com/office/drawing/2014/main" id="{415BC9E5-271B-46CF-892B-BDB0E76C4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0291" name="Slide Number Placeholder 5">
            <a:extLst>
              <a:ext uri="{FF2B5EF4-FFF2-40B4-BE49-F238E27FC236}">
                <a16:creationId xmlns:a16="http://schemas.microsoft.com/office/drawing/2014/main" id="{37FA92B3-EFBF-4C27-82D0-5989219F6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D185C46B-9CEB-44D3-B511-E217BFCA35F4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0292" name="Text Box 7">
            <a:extLst>
              <a:ext uri="{FF2B5EF4-FFF2-40B4-BE49-F238E27FC236}">
                <a16:creationId xmlns:a16="http://schemas.microsoft.com/office/drawing/2014/main" id="{4F501116-619F-4DDA-B768-541DAFDB4C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063" y="1270000"/>
            <a:ext cx="23415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DHCP server: 223.1.2.5</a:t>
            </a:r>
          </a:p>
        </p:txBody>
      </p:sp>
      <p:sp>
        <p:nvSpPr>
          <p:cNvPr id="140293" name="Text Box 8">
            <a:extLst>
              <a:ext uri="{FF2B5EF4-FFF2-40B4-BE49-F238E27FC236}">
                <a16:creationId xmlns:a16="http://schemas.microsoft.com/office/drawing/2014/main" id="{7750B883-013B-4A3F-8593-DD9A6ECA75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37263" y="1311275"/>
            <a:ext cx="849312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arriving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client</a:t>
            </a:r>
          </a:p>
        </p:txBody>
      </p:sp>
      <p:sp>
        <p:nvSpPr>
          <p:cNvPr id="140294" name="Line 10">
            <a:extLst>
              <a:ext uri="{FF2B5EF4-FFF2-40B4-BE49-F238E27FC236}">
                <a16:creationId xmlns:a16="http://schemas.microsoft.com/office/drawing/2014/main" id="{16A59C4E-F61B-44C0-8C5A-132F4C0C193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16100" y="2163763"/>
            <a:ext cx="11113" cy="4027487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0295" name="Line 11">
            <a:extLst>
              <a:ext uri="{FF2B5EF4-FFF2-40B4-BE49-F238E27FC236}">
                <a16:creationId xmlns:a16="http://schemas.microsoft.com/office/drawing/2014/main" id="{99604287-53EE-4B5C-A598-CA913AD72FF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42063" y="2239963"/>
            <a:ext cx="11112" cy="414020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" name="Group 5">
            <a:extLst>
              <a:ext uri="{FF2B5EF4-FFF2-40B4-BE49-F238E27FC236}">
                <a16:creationId xmlns:a16="http://schemas.microsoft.com/office/drawing/2014/main" id="{4B8002B8-859E-481D-B824-F5E8396ADD88}"/>
              </a:ext>
            </a:extLst>
          </p:cNvPr>
          <p:cNvGrpSpPr>
            <a:grpSpLocks/>
          </p:cNvGrpSpPr>
          <p:nvPr/>
        </p:nvGrpSpPr>
        <p:grpSpPr bwMode="auto">
          <a:xfrm>
            <a:off x="1860550" y="1343025"/>
            <a:ext cx="4395788" cy="1401763"/>
            <a:chOff x="1860550" y="1343025"/>
            <a:chExt cx="4395788" cy="1401763"/>
          </a:xfrm>
        </p:grpSpPr>
        <p:sp>
          <p:nvSpPr>
            <p:cNvPr id="140380" name="Line 9">
              <a:extLst>
                <a:ext uri="{FF2B5EF4-FFF2-40B4-BE49-F238E27FC236}">
                  <a16:creationId xmlns:a16="http://schemas.microsoft.com/office/drawing/2014/main" id="{4466E75C-1C8F-44CF-AC55-3B407DEEEF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860550" y="2208213"/>
              <a:ext cx="4395788" cy="536575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0381" name="Group 23">
              <a:extLst>
                <a:ext uri="{FF2B5EF4-FFF2-40B4-BE49-F238E27FC236}">
                  <a16:creationId xmlns:a16="http://schemas.microsoft.com/office/drawing/2014/main" id="{C833F70B-0F61-4D11-AE40-85532FBFF0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89313" y="1343025"/>
              <a:ext cx="2673350" cy="1116013"/>
              <a:chOff x="11865" y="3885"/>
              <a:chExt cx="3720" cy="1260"/>
            </a:xfrm>
          </p:grpSpPr>
          <p:sp>
            <p:nvSpPr>
              <p:cNvPr id="140382" name="Text Box 24">
                <a:extLst>
                  <a:ext uri="{FF2B5EF4-FFF2-40B4-BE49-F238E27FC236}">
                    <a16:creationId xmlns:a16="http://schemas.microsoft.com/office/drawing/2014/main" id="{122F33AF-9D52-48E9-B3B2-2DFB0517848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1865" y="3885"/>
                <a:ext cx="2062" cy="49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 discover</a:t>
                </a:r>
                <a:endParaRPr kumimoji="0" lang="en-US" altLang="zh-TW" sz="12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83" name="Text Box 25">
                <a:extLst>
                  <a:ext uri="{FF2B5EF4-FFF2-40B4-BE49-F238E27FC236}">
                    <a16:creationId xmlns:a16="http://schemas.microsoft.com/office/drawing/2014/main" id="{260AC44B-981E-4816-B580-0EB0A782B81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015" y="4231"/>
                <a:ext cx="3570" cy="914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 : 0.0.0.0, 68     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dest.: 255.255.255.255,67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yiaddr:    0.0.0.0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transaction ID: 654</a:t>
                </a:r>
                <a:endPara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mic Sans MS" panose="030F0702030302020204" pitchFamily="66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sp>
        <p:nvSpPr>
          <p:cNvPr id="34825" name="Line 26">
            <a:extLst>
              <a:ext uri="{FF2B5EF4-FFF2-40B4-BE49-F238E27FC236}">
                <a16:creationId xmlns:a16="http://schemas.microsoft.com/office/drawing/2014/main" id="{C5B19DD1-92BE-4084-96CB-ACC6EC31A45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3413" y="3194050"/>
            <a:ext cx="4395787" cy="53816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4" name="Group 6">
            <a:extLst>
              <a:ext uri="{FF2B5EF4-FFF2-40B4-BE49-F238E27FC236}">
                <a16:creationId xmlns:a16="http://schemas.microsoft.com/office/drawing/2014/main" id="{112B2127-A1F1-4FD6-AD4D-C7B5AFC57421}"/>
              </a:ext>
            </a:extLst>
          </p:cNvPr>
          <p:cNvGrpSpPr>
            <a:grpSpLocks/>
          </p:cNvGrpSpPr>
          <p:nvPr/>
        </p:nvGrpSpPr>
        <p:grpSpPr bwMode="auto">
          <a:xfrm>
            <a:off x="3562350" y="2579688"/>
            <a:ext cx="2520950" cy="1217612"/>
            <a:chOff x="3562350" y="2579688"/>
            <a:chExt cx="2520950" cy="1217612"/>
          </a:xfrm>
        </p:grpSpPr>
        <p:sp>
          <p:nvSpPr>
            <p:cNvPr id="140378" name="Text Box 27">
              <a:extLst>
                <a:ext uri="{FF2B5EF4-FFF2-40B4-BE49-F238E27FC236}">
                  <a16:creationId xmlns:a16="http://schemas.microsoft.com/office/drawing/2014/main" id="{20798EDB-FB5E-4755-A3FA-41AD2B025E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62350" y="2579688"/>
              <a:ext cx="1379538" cy="330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DHCP offer</a:t>
              </a:r>
              <a:endPara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79" name="Text Box 28">
              <a:extLst>
                <a:ext uri="{FF2B5EF4-FFF2-40B4-BE49-F238E27FC236}">
                  <a16:creationId xmlns:a16="http://schemas.microsoft.com/office/drawing/2014/main" id="{8117073E-6256-41F8-82E4-5A99D283E6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9188" y="2832100"/>
              <a:ext cx="2424112" cy="965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src: 223.1.2.5</a:t>
              </a: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, 67     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dest:  255.255.255.255, 68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yiaddrr: 223.1.2.4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transaction ID: 654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lifetime: 3600 secs</a:t>
              </a:r>
              <a:endParaRPr kumimoji="0" lang="en-US" altLang="zh-TW" sz="8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4828" name="Line 29">
            <a:extLst>
              <a:ext uri="{FF2B5EF4-FFF2-40B4-BE49-F238E27FC236}">
                <a16:creationId xmlns:a16="http://schemas.microsoft.com/office/drawing/2014/main" id="{D9F92075-3DFA-42F8-8CB0-B64F5FFC8D3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95463" y="4422775"/>
            <a:ext cx="4395787" cy="5365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5" name="Group 7">
            <a:extLst>
              <a:ext uri="{FF2B5EF4-FFF2-40B4-BE49-F238E27FC236}">
                <a16:creationId xmlns:a16="http://schemas.microsoft.com/office/drawing/2014/main" id="{84816B7B-E297-4308-B343-46D9320A6B0A}"/>
              </a:ext>
            </a:extLst>
          </p:cNvPr>
          <p:cNvGrpSpPr>
            <a:grpSpLocks/>
          </p:cNvGrpSpPr>
          <p:nvPr/>
        </p:nvGrpSpPr>
        <p:grpSpPr bwMode="auto">
          <a:xfrm>
            <a:off x="1966913" y="3765550"/>
            <a:ext cx="2887662" cy="1260475"/>
            <a:chOff x="1966913" y="3765550"/>
            <a:chExt cx="2887662" cy="1260475"/>
          </a:xfrm>
        </p:grpSpPr>
        <p:sp>
          <p:nvSpPr>
            <p:cNvPr id="140376" name="Text Box 30">
              <a:extLst>
                <a:ext uri="{FF2B5EF4-FFF2-40B4-BE49-F238E27FC236}">
                  <a16:creationId xmlns:a16="http://schemas.microsoft.com/office/drawing/2014/main" id="{A15B26DB-8A32-4D6D-9DA4-45F55566C4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66913" y="3765550"/>
              <a:ext cx="1379537" cy="3286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DHCP request</a:t>
              </a:r>
              <a:endPara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77" name="Text Box 31">
              <a:extLst>
                <a:ext uri="{FF2B5EF4-FFF2-40B4-BE49-F238E27FC236}">
                  <a16:creationId xmlns:a16="http://schemas.microsoft.com/office/drawing/2014/main" id="{A6B47947-3CC0-4DEC-8463-DF72DD30EB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97088" y="4027488"/>
              <a:ext cx="2757487" cy="9985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src:  0.0.0.0, 68    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dest::  255.255.255.255, 67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yiaddrr: 223.1.2.4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transaction ID: 655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lifetime: 3600 secs</a:t>
              </a:r>
              <a:endPara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34831" name="Line 32">
            <a:extLst>
              <a:ext uri="{FF2B5EF4-FFF2-40B4-BE49-F238E27FC236}">
                <a16:creationId xmlns:a16="http://schemas.microsoft.com/office/drawing/2014/main" id="{CAFBDCC0-E51C-4298-AB4E-A7D818AD7D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1188" y="5453063"/>
            <a:ext cx="4395787" cy="538162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6" name="Group 8">
            <a:extLst>
              <a:ext uri="{FF2B5EF4-FFF2-40B4-BE49-F238E27FC236}">
                <a16:creationId xmlns:a16="http://schemas.microsoft.com/office/drawing/2014/main" id="{23E6216E-7004-41F4-8BDD-15F18C71DF4C}"/>
              </a:ext>
            </a:extLst>
          </p:cNvPr>
          <p:cNvGrpSpPr>
            <a:grpSpLocks/>
          </p:cNvGrpSpPr>
          <p:nvPr/>
        </p:nvGrpSpPr>
        <p:grpSpPr bwMode="auto">
          <a:xfrm>
            <a:off x="3519488" y="5168900"/>
            <a:ext cx="2509837" cy="1271588"/>
            <a:chOff x="3519488" y="5168900"/>
            <a:chExt cx="2509837" cy="1271588"/>
          </a:xfrm>
        </p:grpSpPr>
        <p:sp>
          <p:nvSpPr>
            <p:cNvPr id="140374" name="Text Box 33">
              <a:extLst>
                <a:ext uri="{FF2B5EF4-FFF2-40B4-BE49-F238E27FC236}">
                  <a16:creationId xmlns:a16="http://schemas.microsoft.com/office/drawing/2014/main" id="{621E6AFE-3FF3-4296-9C96-1E457A799B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9488" y="5168900"/>
              <a:ext cx="1379537" cy="3286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DHCP ACK</a:t>
              </a:r>
              <a:endPara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75" name="Text Box 34">
              <a:extLst>
                <a:ext uri="{FF2B5EF4-FFF2-40B4-BE49-F238E27FC236}">
                  <a16:creationId xmlns:a16="http://schemas.microsoft.com/office/drawing/2014/main" id="{21765E0C-FC97-449A-8B3B-5E34F42658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6325" y="5421313"/>
              <a:ext cx="2413000" cy="101917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src: 223.1.2.5</a:t>
              </a: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, 67     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dest:  255.255.255.255, 68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yiaddrr: 223.1.2.4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transaction ID: 655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lifetime: 3600 secs</a:t>
              </a:r>
              <a:endParaRPr kumimoji="0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0303" name="Group 36">
            <a:extLst>
              <a:ext uri="{FF2B5EF4-FFF2-40B4-BE49-F238E27FC236}">
                <a16:creationId xmlns:a16="http://schemas.microsoft.com/office/drawing/2014/main" id="{6304D263-465A-44C2-9774-CC8CBCC0B1AF}"/>
              </a:ext>
            </a:extLst>
          </p:cNvPr>
          <p:cNvGrpSpPr>
            <a:grpSpLocks/>
          </p:cNvGrpSpPr>
          <p:nvPr/>
        </p:nvGrpSpPr>
        <p:grpSpPr bwMode="auto">
          <a:xfrm>
            <a:off x="6294438" y="1781175"/>
            <a:ext cx="784225" cy="549275"/>
            <a:chOff x="4420" y="878"/>
            <a:chExt cx="614" cy="458"/>
          </a:xfrm>
        </p:grpSpPr>
        <p:pic>
          <p:nvPicPr>
            <p:cNvPr id="140352" name="Picture 37" descr="laptop_keyboard">
              <a:extLst>
                <a:ext uri="{FF2B5EF4-FFF2-40B4-BE49-F238E27FC236}">
                  <a16:creationId xmlns:a16="http://schemas.microsoft.com/office/drawing/2014/main" id="{22C9491F-FB78-434A-A57F-378203A6C3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4420" y="1108"/>
              <a:ext cx="527" cy="2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0353" name="Freeform 38">
              <a:extLst>
                <a:ext uri="{FF2B5EF4-FFF2-40B4-BE49-F238E27FC236}">
                  <a16:creationId xmlns:a16="http://schemas.microsoft.com/office/drawing/2014/main" id="{38197AEA-6341-483D-AB45-B14F72EB9DE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5" y="888"/>
              <a:ext cx="424" cy="297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pic>
          <p:nvPicPr>
            <p:cNvPr id="140354" name="Picture 39" descr="screen">
              <a:extLst>
                <a:ext uri="{FF2B5EF4-FFF2-40B4-BE49-F238E27FC236}">
                  <a16:creationId xmlns:a16="http://schemas.microsoft.com/office/drawing/2014/main" id="{BA1AB052-64C9-475E-AB45-82FE6F713E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6" y="895"/>
              <a:ext cx="385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0355" name="Freeform 40">
              <a:extLst>
                <a:ext uri="{FF2B5EF4-FFF2-40B4-BE49-F238E27FC236}">
                  <a16:creationId xmlns:a16="http://schemas.microsoft.com/office/drawing/2014/main" id="{C4B00E73-3D09-4447-8C58-E1010E91B648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2" y="879"/>
              <a:ext cx="359" cy="5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56" name="Freeform 41">
              <a:extLst>
                <a:ext uri="{FF2B5EF4-FFF2-40B4-BE49-F238E27FC236}">
                  <a16:creationId xmlns:a16="http://schemas.microsoft.com/office/drawing/2014/main" id="{3183D9A3-0E10-4B93-BB13-45B4CEF4423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1" y="878"/>
              <a:ext cx="100" cy="230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57" name="Freeform 42">
              <a:extLst>
                <a:ext uri="{FF2B5EF4-FFF2-40B4-BE49-F238E27FC236}">
                  <a16:creationId xmlns:a16="http://schemas.microsoft.com/office/drawing/2014/main" id="{5E57341F-77A4-4416-9D25-68F082B4B89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1" y="920"/>
              <a:ext cx="108" cy="265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58" name="Freeform 43">
              <a:extLst>
                <a:ext uri="{FF2B5EF4-FFF2-40B4-BE49-F238E27FC236}">
                  <a16:creationId xmlns:a16="http://schemas.microsoft.com/office/drawing/2014/main" id="{120F26D2-C857-46FB-82CB-1CF90552EB0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0" y="1097"/>
              <a:ext cx="394" cy="89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59" name="Freeform 44">
              <a:extLst>
                <a:ext uri="{FF2B5EF4-FFF2-40B4-BE49-F238E27FC236}">
                  <a16:creationId xmlns:a16="http://schemas.microsoft.com/office/drawing/2014/main" id="{C65200E3-880E-4EE9-9FC9-F48E8C30942E}"/>
                </a:ext>
              </a:extLst>
            </p:cNvPr>
            <p:cNvSpPr>
              <a:spLocks/>
            </p:cNvSpPr>
            <p:nvPr/>
          </p:nvSpPr>
          <p:spPr bwMode="auto">
            <a:xfrm>
              <a:off x="4933" y="922"/>
              <a:ext cx="101" cy="266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60" name="Freeform 45">
              <a:extLst>
                <a:ext uri="{FF2B5EF4-FFF2-40B4-BE49-F238E27FC236}">
                  <a16:creationId xmlns:a16="http://schemas.microsoft.com/office/drawing/2014/main" id="{5A4F7823-2622-406E-BE7D-EEE5487B19A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0" y="1109"/>
              <a:ext cx="351" cy="88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0361" name="Group 46">
              <a:extLst>
                <a:ext uri="{FF2B5EF4-FFF2-40B4-BE49-F238E27FC236}">
                  <a16:creationId xmlns:a16="http://schemas.microsoft.com/office/drawing/2014/main" id="{37C12635-140F-4FEA-9887-FB9CB01C6F0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84" y="1203"/>
              <a:ext cx="119" cy="53"/>
              <a:chOff x="1740" y="2642"/>
              <a:chExt cx="752" cy="327"/>
            </a:xfrm>
          </p:grpSpPr>
          <p:sp>
            <p:nvSpPr>
              <p:cNvPr id="140368" name="Freeform 47">
                <a:extLst>
                  <a:ext uri="{FF2B5EF4-FFF2-40B4-BE49-F238E27FC236}">
                    <a16:creationId xmlns:a16="http://schemas.microsoft.com/office/drawing/2014/main" id="{E2409134-B811-4EB9-88C6-B1B5E1A287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69" name="Freeform 48">
                <a:extLst>
                  <a:ext uri="{FF2B5EF4-FFF2-40B4-BE49-F238E27FC236}">
                    <a16:creationId xmlns:a16="http://schemas.microsoft.com/office/drawing/2014/main" id="{C762D987-8F32-4D43-862E-780BA29BDB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70" name="Freeform 49">
                <a:extLst>
                  <a:ext uri="{FF2B5EF4-FFF2-40B4-BE49-F238E27FC236}">
                    <a16:creationId xmlns:a16="http://schemas.microsoft.com/office/drawing/2014/main" id="{C43BE6A2-8916-4BFE-B5B1-043A3709559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71" name="Freeform 50">
                <a:extLst>
                  <a:ext uri="{FF2B5EF4-FFF2-40B4-BE49-F238E27FC236}">
                    <a16:creationId xmlns:a16="http://schemas.microsoft.com/office/drawing/2014/main" id="{7CBD8EBC-4BFC-4C94-9D5E-D18206DBB7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72" name="Freeform 51">
                <a:extLst>
                  <a:ext uri="{FF2B5EF4-FFF2-40B4-BE49-F238E27FC236}">
                    <a16:creationId xmlns:a16="http://schemas.microsoft.com/office/drawing/2014/main" id="{3B37CF24-4054-4A82-BF0A-B03926410A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73" name="Freeform 52">
                <a:extLst>
                  <a:ext uri="{FF2B5EF4-FFF2-40B4-BE49-F238E27FC236}">
                    <a16:creationId xmlns:a16="http://schemas.microsoft.com/office/drawing/2014/main" id="{1BFEDD28-58BA-44D6-AA58-4A6C34EF4E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0362" name="Freeform 53">
              <a:extLst>
                <a:ext uri="{FF2B5EF4-FFF2-40B4-BE49-F238E27FC236}">
                  <a16:creationId xmlns:a16="http://schemas.microsoft.com/office/drawing/2014/main" id="{6E07CCD4-9A9A-40D5-9DE8-70AEB8A0A873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8" y="1211"/>
              <a:ext cx="144" cy="116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63" name="Freeform 54">
              <a:extLst>
                <a:ext uri="{FF2B5EF4-FFF2-40B4-BE49-F238E27FC236}">
                  <a16:creationId xmlns:a16="http://schemas.microsoft.com/office/drawing/2014/main" id="{97B938EA-9024-48CB-95A4-787AF3C5C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0" y="1220"/>
              <a:ext cx="369" cy="10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64" name="Freeform 55">
              <a:extLst>
                <a:ext uri="{FF2B5EF4-FFF2-40B4-BE49-F238E27FC236}">
                  <a16:creationId xmlns:a16="http://schemas.microsoft.com/office/drawing/2014/main" id="{9DDFB990-FF2E-4290-A2AA-DCDDF9D388A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0" y="1201"/>
              <a:ext cx="4" cy="21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65" name="Freeform 56">
              <a:extLst>
                <a:ext uri="{FF2B5EF4-FFF2-40B4-BE49-F238E27FC236}">
                  <a16:creationId xmlns:a16="http://schemas.microsoft.com/office/drawing/2014/main" id="{FD874345-D118-4E96-B2F2-213AEE9B179D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1" y="1114"/>
              <a:ext cx="171" cy="88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66" name="Freeform 57">
              <a:extLst>
                <a:ext uri="{FF2B5EF4-FFF2-40B4-BE49-F238E27FC236}">
                  <a16:creationId xmlns:a16="http://schemas.microsoft.com/office/drawing/2014/main" id="{D3485514-9488-47EC-9D73-D76C23BB5777}"/>
                </a:ext>
              </a:extLst>
            </p:cNvPr>
            <p:cNvSpPr>
              <a:spLocks/>
            </p:cNvSpPr>
            <p:nvPr/>
          </p:nvSpPr>
          <p:spPr bwMode="auto">
            <a:xfrm>
              <a:off x="4432" y="1205"/>
              <a:ext cx="350" cy="102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67" name="Freeform 58">
              <a:extLst>
                <a:ext uri="{FF2B5EF4-FFF2-40B4-BE49-F238E27FC236}">
                  <a16:creationId xmlns:a16="http://schemas.microsoft.com/office/drawing/2014/main" id="{3339A364-5D06-419C-872B-3B738B25507A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782" y="1198"/>
              <a:ext cx="142" cy="10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0304" name="Group 60">
            <a:extLst>
              <a:ext uri="{FF2B5EF4-FFF2-40B4-BE49-F238E27FC236}">
                <a16:creationId xmlns:a16="http://schemas.microsoft.com/office/drawing/2014/main" id="{A73D79CD-D8DD-4B89-850D-5AD6AC04938B}"/>
              </a:ext>
            </a:extLst>
          </p:cNvPr>
          <p:cNvGrpSpPr>
            <a:grpSpLocks/>
          </p:cNvGrpSpPr>
          <p:nvPr/>
        </p:nvGrpSpPr>
        <p:grpSpPr bwMode="auto">
          <a:xfrm>
            <a:off x="1717675" y="1590675"/>
            <a:ext cx="334963" cy="536575"/>
            <a:chOff x="4140" y="429"/>
            <a:chExt cx="1425" cy="2396"/>
          </a:xfrm>
        </p:grpSpPr>
        <p:sp>
          <p:nvSpPr>
            <p:cNvPr id="140320" name="Freeform 61">
              <a:extLst>
                <a:ext uri="{FF2B5EF4-FFF2-40B4-BE49-F238E27FC236}">
                  <a16:creationId xmlns:a16="http://schemas.microsoft.com/office/drawing/2014/main" id="{73A39B02-5224-4DFA-9228-F62545DFB1D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3 h 2742"/>
                <a:gd name="T6" fmla="*/ 0 w 354"/>
                <a:gd name="T7" fmla="*/ 3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21" name="Rectangle 62">
              <a:extLst>
                <a:ext uri="{FF2B5EF4-FFF2-40B4-BE49-F238E27FC236}">
                  <a16:creationId xmlns:a16="http://schemas.microsoft.com/office/drawing/2014/main" id="{44A1DF85-EB80-46C6-974A-BE7EDD2B97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429"/>
              <a:ext cx="1047" cy="2283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22" name="Freeform 63">
              <a:extLst>
                <a:ext uri="{FF2B5EF4-FFF2-40B4-BE49-F238E27FC236}">
                  <a16:creationId xmlns:a16="http://schemas.microsoft.com/office/drawing/2014/main" id="{E71A7748-3D17-4E01-BAE3-D015BB03DA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3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23" name="Freeform 64">
              <a:extLst>
                <a:ext uri="{FF2B5EF4-FFF2-40B4-BE49-F238E27FC236}">
                  <a16:creationId xmlns:a16="http://schemas.microsoft.com/office/drawing/2014/main" id="{964E1638-C3F5-431F-A51B-80089BB2690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24" name="Rectangle 65">
              <a:extLst>
                <a:ext uri="{FF2B5EF4-FFF2-40B4-BE49-F238E27FC236}">
                  <a16:creationId xmlns:a16="http://schemas.microsoft.com/office/drawing/2014/main" id="{FD445160-0C23-4AC0-B8B7-E2E2E5DFF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691"/>
              <a:ext cx="594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0325" name="Group 66">
              <a:extLst>
                <a:ext uri="{FF2B5EF4-FFF2-40B4-BE49-F238E27FC236}">
                  <a16:creationId xmlns:a16="http://schemas.microsoft.com/office/drawing/2014/main" id="{F62694C7-F1DA-473B-9767-75AD2C782A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40350" name="AutoShape 67">
                <a:extLst>
                  <a:ext uri="{FF2B5EF4-FFF2-40B4-BE49-F238E27FC236}">
                    <a16:creationId xmlns:a16="http://schemas.microsoft.com/office/drawing/2014/main" id="{DBA730B3-BC6D-4EA7-9BBA-521EC7351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0"/>
                <a:ext cx="725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51" name="AutoShape 68">
                <a:extLst>
                  <a:ext uri="{FF2B5EF4-FFF2-40B4-BE49-F238E27FC236}">
                    <a16:creationId xmlns:a16="http://schemas.microsoft.com/office/drawing/2014/main" id="{5B8927BA-EC0C-415E-AFAD-8E0AD45518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4"/>
                <a:ext cx="691" cy="10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0326" name="Rectangle 69">
              <a:extLst>
                <a:ext uri="{FF2B5EF4-FFF2-40B4-BE49-F238E27FC236}">
                  <a16:creationId xmlns:a16="http://schemas.microsoft.com/office/drawing/2014/main" id="{50D6A660-F715-48A2-8CE5-99FACC7218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1" y="1017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0327" name="Group 70">
              <a:extLst>
                <a:ext uri="{FF2B5EF4-FFF2-40B4-BE49-F238E27FC236}">
                  <a16:creationId xmlns:a16="http://schemas.microsoft.com/office/drawing/2014/main" id="{DDFE681D-2281-4B2A-A545-CFA3707BE2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40348" name="AutoShape 71">
                <a:extLst>
                  <a:ext uri="{FF2B5EF4-FFF2-40B4-BE49-F238E27FC236}">
                    <a16:creationId xmlns:a16="http://schemas.microsoft.com/office/drawing/2014/main" id="{DC10B7FA-3A63-489A-AAB1-72E25D5588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" y="2570"/>
                <a:ext cx="725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49" name="AutoShape 72">
                <a:extLst>
                  <a:ext uri="{FF2B5EF4-FFF2-40B4-BE49-F238E27FC236}">
                    <a16:creationId xmlns:a16="http://schemas.microsoft.com/office/drawing/2014/main" id="{9A82DFA8-043F-44AE-BA11-4FAACF97C7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2" y="2585"/>
                <a:ext cx="691" cy="110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0328" name="Rectangle 73">
              <a:extLst>
                <a:ext uri="{FF2B5EF4-FFF2-40B4-BE49-F238E27FC236}">
                  <a16:creationId xmlns:a16="http://schemas.microsoft.com/office/drawing/2014/main" id="{255D62EE-3D65-4587-B99A-93AC0ACF6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" y="1358"/>
              <a:ext cx="601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29" name="Rectangle 74">
              <a:extLst>
                <a:ext uri="{FF2B5EF4-FFF2-40B4-BE49-F238E27FC236}">
                  <a16:creationId xmlns:a16="http://schemas.microsoft.com/office/drawing/2014/main" id="{1E80AA13-8410-4DD6-850D-185492CA13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8" y="1655"/>
              <a:ext cx="594" cy="5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0330" name="Group 75">
              <a:extLst>
                <a:ext uri="{FF2B5EF4-FFF2-40B4-BE49-F238E27FC236}">
                  <a16:creationId xmlns:a16="http://schemas.microsoft.com/office/drawing/2014/main" id="{810D7D44-7E36-4A0D-BB0E-687D1EA1D2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40346" name="AutoShape 76">
                <a:extLst>
                  <a:ext uri="{FF2B5EF4-FFF2-40B4-BE49-F238E27FC236}">
                    <a16:creationId xmlns:a16="http://schemas.microsoft.com/office/drawing/2014/main" id="{C2D23887-1DF5-4826-8021-E3986F4FE4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68"/>
                <a:ext cx="724" cy="13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47" name="AutoShape 77">
                <a:extLst>
                  <a:ext uri="{FF2B5EF4-FFF2-40B4-BE49-F238E27FC236}">
                    <a16:creationId xmlns:a16="http://schemas.microsoft.com/office/drawing/2014/main" id="{6EB85CF0-8096-4430-9C02-52B354FD71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0" y="2581"/>
                <a:ext cx="690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0331" name="Freeform 78">
              <a:extLst>
                <a:ext uri="{FF2B5EF4-FFF2-40B4-BE49-F238E27FC236}">
                  <a16:creationId xmlns:a16="http://schemas.microsoft.com/office/drawing/2014/main" id="{81AD2616-559B-42E3-8258-54C0E0445596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0332" name="Group 79">
              <a:extLst>
                <a:ext uri="{FF2B5EF4-FFF2-40B4-BE49-F238E27FC236}">
                  <a16:creationId xmlns:a16="http://schemas.microsoft.com/office/drawing/2014/main" id="{CF73D5CC-7560-4D67-8838-990871C49E2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40344" name="AutoShape 80">
                <a:extLst>
                  <a:ext uri="{FF2B5EF4-FFF2-40B4-BE49-F238E27FC236}">
                    <a16:creationId xmlns:a16="http://schemas.microsoft.com/office/drawing/2014/main" id="{B375F1C8-A869-4D61-850D-8D3A42292F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7" y="2570"/>
                <a:ext cx="724" cy="135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0345" name="AutoShape 81">
                <a:extLst>
                  <a:ext uri="{FF2B5EF4-FFF2-40B4-BE49-F238E27FC236}">
                    <a16:creationId xmlns:a16="http://schemas.microsoft.com/office/drawing/2014/main" id="{F557925D-DC43-416A-A6E9-AA89BB59C9B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3" y="2584"/>
                <a:ext cx="690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32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0333" name="Rectangle 82">
              <a:extLst>
                <a:ext uri="{FF2B5EF4-FFF2-40B4-BE49-F238E27FC236}">
                  <a16:creationId xmlns:a16="http://schemas.microsoft.com/office/drawing/2014/main" id="{839AB032-FBCD-4B7E-B35F-FEAFFFD5AB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48" y="429"/>
              <a:ext cx="68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34" name="Freeform 83">
              <a:extLst>
                <a:ext uri="{FF2B5EF4-FFF2-40B4-BE49-F238E27FC236}">
                  <a16:creationId xmlns:a16="http://schemas.microsoft.com/office/drawing/2014/main" id="{9A38E10D-0134-4761-A1C8-C30A085288DA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35" name="Freeform 84">
              <a:extLst>
                <a:ext uri="{FF2B5EF4-FFF2-40B4-BE49-F238E27FC236}">
                  <a16:creationId xmlns:a16="http://schemas.microsoft.com/office/drawing/2014/main" id="{0B14E53F-D755-4611-8BC1-D38EEF7E22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36" name="Oval 85">
              <a:extLst>
                <a:ext uri="{FF2B5EF4-FFF2-40B4-BE49-F238E27FC236}">
                  <a16:creationId xmlns:a16="http://schemas.microsoft.com/office/drawing/2014/main" id="{ED61C08E-BB74-4E6D-A5E8-21C656B16E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8" y="2612"/>
              <a:ext cx="47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37" name="Freeform 86">
              <a:extLst>
                <a:ext uri="{FF2B5EF4-FFF2-40B4-BE49-F238E27FC236}">
                  <a16:creationId xmlns:a16="http://schemas.microsoft.com/office/drawing/2014/main" id="{E6290B70-3308-4315-9CCE-0CB4F82E3FB3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38" name="AutoShape 87">
              <a:extLst>
                <a:ext uri="{FF2B5EF4-FFF2-40B4-BE49-F238E27FC236}">
                  <a16:creationId xmlns:a16="http://schemas.microsoft.com/office/drawing/2014/main" id="{BB4470BE-EAFE-4D7A-AB43-2A3938B45B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6"/>
              <a:ext cx="1202" cy="149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39" name="AutoShape 88">
              <a:extLst>
                <a:ext uri="{FF2B5EF4-FFF2-40B4-BE49-F238E27FC236}">
                  <a16:creationId xmlns:a16="http://schemas.microsoft.com/office/drawing/2014/main" id="{0B529861-CBC2-496E-8DEE-2237AFC68C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8" y="2712"/>
              <a:ext cx="1067" cy="78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40" name="Oval 89">
              <a:extLst>
                <a:ext uri="{FF2B5EF4-FFF2-40B4-BE49-F238E27FC236}">
                  <a16:creationId xmlns:a16="http://schemas.microsoft.com/office/drawing/2014/main" id="{29CABFD0-9BEE-417A-85F0-2D7579EE13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9" y="2385"/>
              <a:ext cx="155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41" name="Oval 90">
              <a:extLst>
                <a:ext uri="{FF2B5EF4-FFF2-40B4-BE49-F238E27FC236}">
                  <a16:creationId xmlns:a16="http://schemas.microsoft.com/office/drawing/2014/main" id="{D452DD6E-F3EB-4756-A084-DF32A06502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4" y="2385"/>
              <a:ext cx="162" cy="142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0342" name="Oval 91">
              <a:extLst>
                <a:ext uri="{FF2B5EF4-FFF2-40B4-BE49-F238E27FC236}">
                  <a16:creationId xmlns:a16="http://schemas.microsoft.com/office/drawing/2014/main" id="{8A67C567-8984-4EAE-93A1-389835B268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" y="2378"/>
              <a:ext cx="162" cy="142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43" name="Rectangle 92">
              <a:extLst>
                <a:ext uri="{FF2B5EF4-FFF2-40B4-BE49-F238E27FC236}">
                  <a16:creationId xmlns:a16="http://schemas.microsoft.com/office/drawing/2014/main" id="{A5DB2E58-2F1B-4D43-B90D-10B513AEE9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5" y="1833"/>
              <a:ext cx="81" cy="766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47125" name="Rectangle 94">
            <a:extLst>
              <a:ext uri="{FF2B5EF4-FFF2-40B4-BE49-F238E27FC236}">
                <a16:creationId xmlns:a16="http://schemas.microsoft.com/office/drawing/2014/main" id="{364EF8B4-BA4D-419D-A077-21BBB070A6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8150" y="255588"/>
            <a:ext cx="6824663" cy="898525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DHCP client-server scenario</a:t>
            </a:r>
          </a:p>
        </p:txBody>
      </p:sp>
      <p:pic>
        <p:nvPicPr>
          <p:cNvPr id="140306" name="Picture 95" descr="underline_base">
            <a:extLst>
              <a:ext uri="{FF2B5EF4-FFF2-40B4-BE49-F238E27FC236}">
                <a16:creationId xmlns:a16="http://schemas.microsoft.com/office/drawing/2014/main" id="{6052CBEE-2916-4315-AB92-0C04F4A3476D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931863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" name="Group 4">
            <a:extLst>
              <a:ext uri="{FF2B5EF4-FFF2-40B4-BE49-F238E27FC236}">
                <a16:creationId xmlns:a16="http://schemas.microsoft.com/office/drawing/2014/main" id="{AF96FA2D-237D-4611-A839-E5D8A09A8DE4}"/>
              </a:ext>
            </a:extLst>
          </p:cNvPr>
          <p:cNvGrpSpPr>
            <a:grpSpLocks/>
          </p:cNvGrpSpPr>
          <p:nvPr/>
        </p:nvGrpSpPr>
        <p:grpSpPr bwMode="auto">
          <a:xfrm>
            <a:off x="3482975" y="1684338"/>
            <a:ext cx="2690813" cy="733425"/>
            <a:chOff x="11448199" y="2210642"/>
            <a:chExt cx="2690969" cy="733428"/>
          </a:xfrm>
        </p:grpSpPr>
        <p:sp>
          <p:nvSpPr>
            <p:cNvPr id="140318" name="Rectangle 2">
              <a:extLst>
                <a:ext uri="{FF2B5EF4-FFF2-40B4-BE49-F238E27FC236}">
                  <a16:creationId xmlns:a16="http://schemas.microsoft.com/office/drawing/2014/main" id="{6BE93F39-2F42-4223-967B-FA83D8089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17302" y="2210642"/>
              <a:ext cx="2521866" cy="73342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19" name="TextBox 1">
              <a:extLst>
                <a:ext uri="{FF2B5EF4-FFF2-40B4-BE49-F238E27FC236}">
                  <a16:creationId xmlns:a16="http://schemas.microsoft.com/office/drawing/2014/main" id="{7F709AB9-133F-4564-93B9-C47E94AD94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448199" y="2246961"/>
              <a:ext cx="2527923" cy="5847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Broadcast: is there a DHCP server out there?</a:t>
              </a:r>
            </a:p>
          </p:txBody>
        </p:sp>
      </p:grpSp>
      <p:grpSp>
        <p:nvGrpSpPr>
          <p:cNvPr id="15" name="Group 9">
            <a:extLst>
              <a:ext uri="{FF2B5EF4-FFF2-40B4-BE49-F238E27FC236}">
                <a16:creationId xmlns:a16="http://schemas.microsoft.com/office/drawing/2014/main" id="{CA3AA011-2C12-454B-B65E-2C44F1F60BC9}"/>
              </a:ext>
            </a:extLst>
          </p:cNvPr>
          <p:cNvGrpSpPr>
            <a:grpSpLocks/>
          </p:cNvGrpSpPr>
          <p:nvPr/>
        </p:nvGrpSpPr>
        <p:grpSpPr bwMode="auto">
          <a:xfrm>
            <a:off x="3656013" y="2871788"/>
            <a:ext cx="2530475" cy="900112"/>
            <a:chOff x="9130510" y="3218812"/>
            <a:chExt cx="2527923" cy="900810"/>
          </a:xfrm>
        </p:grpSpPr>
        <p:sp>
          <p:nvSpPr>
            <p:cNvPr id="140316" name="Rectangle 87">
              <a:extLst>
                <a:ext uri="{FF2B5EF4-FFF2-40B4-BE49-F238E27FC236}">
                  <a16:creationId xmlns:a16="http://schemas.microsoft.com/office/drawing/2014/main" id="{4ABD2EB4-2791-415C-A468-71A21B029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02413" y="3218812"/>
              <a:ext cx="2351575" cy="88513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17" name="TextBox 88">
              <a:extLst>
                <a:ext uri="{FF2B5EF4-FFF2-40B4-BE49-F238E27FC236}">
                  <a16:creationId xmlns:a16="http://schemas.microsoft.com/office/drawing/2014/main" id="{21A92059-09BB-45D2-A143-5CF152B38A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30510" y="3288625"/>
              <a:ext cx="2527923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Broadcast: I</a:t>
              </a:r>
              <a:r>
                <a:rPr kumimoji="0" lang="en-US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’</a:t>
              </a: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m a DHCP server! Here</a:t>
              </a:r>
              <a:r>
                <a:rPr kumimoji="0" lang="en-US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’</a:t>
              </a: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s an IP address you can use </a:t>
              </a:r>
            </a:p>
          </p:txBody>
        </p:sp>
      </p:grpSp>
      <p:grpSp>
        <p:nvGrpSpPr>
          <p:cNvPr id="16" name="Group 10">
            <a:extLst>
              <a:ext uri="{FF2B5EF4-FFF2-40B4-BE49-F238E27FC236}">
                <a16:creationId xmlns:a16="http://schemas.microsoft.com/office/drawing/2014/main" id="{B442A8A3-77C5-4E81-BB60-D576D4414D4B}"/>
              </a:ext>
            </a:extLst>
          </p:cNvPr>
          <p:cNvGrpSpPr>
            <a:grpSpLocks/>
          </p:cNvGrpSpPr>
          <p:nvPr/>
        </p:nvGrpSpPr>
        <p:grpSpPr bwMode="auto">
          <a:xfrm>
            <a:off x="2120900" y="4059238"/>
            <a:ext cx="2609850" cy="884237"/>
            <a:chOff x="6191798" y="4066500"/>
            <a:chExt cx="2610324" cy="885135"/>
          </a:xfrm>
        </p:grpSpPr>
        <p:sp>
          <p:nvSpPr>
            <p:cNvPr id="140314" name="Rectangle 89">
              <a:extLst>
                <a:ext uri="{FF2B5EF4-FFF2-40B4-BE49-F238E27FC236}">
                  <a16:creationId xmlns:a16="http://schemas.microsoft.com/office/drawing/2014/main" id="{EFC65EAE-BABD-40FE-97E8-0080DDCAD1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1798" y="4066500"/>
              <a:ext cx="2351575" cy="88513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15" name="TextBox 90">
              <a:extLst>
                <a:ext uri="{FF2B5EF4-FFF2-40B4-BE49-F238E27FC236}">
                  <a16:creationId xmlns:a16="http://schemas.microsoft.com/office/drawing/2014/main" id="{8EB612D3-FE12-47DF-B0B2-FAA9F020C5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74199" y="4242620"/>
              <a:ext cx="2527923" cy="584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Broadcast: OK.  I</a:t>
              </a:r>
              <a:r>
                <a:rPr kumimoji="0" lang="en-US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’</a:t>
              </a: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ll take that IP address!</a:t>
              </a:r>
            </a:p>
          </p:txBody>
        </p:sp>
      </p:grpSp>
      <p:grpSp>
        <p:nvGrpSpPr>
          <p:cNvPr id="17" name="Group 11">
            <a:extLst>
              <a:ext uri="{FF2B5EF4-FFF2-40B4-BE49-F238E27FC236}">
                <a16:creationId xmlns:a16="http://schemas.microsoft.com/office/drawing/2014/main" id="{55B30E27-F367-4F0C-BAB5-4F53561F348C}"/>
              </a:ext>
            </a:extLst>
          </p:cNvPr>
          <p:cNvGrpSpPr>
            <a:grpSpLocks/>
          </p:cNvGrpSpPr>
          <p:nvPr/>
        </p:nvGrpSpPr>
        <p:grpSpPr bwMode="auto">
          <a:xfrm>
            <a:off x="3482975" y="5483225"/>
            <a:ext cx="2528888" cy="885825"/>
            <a:chOff x="12855227" y="5587140"/>
            <a:chExt cx="2527923" cy="885135"/>
          </a:xfrm>
        </p:grpSpPr>
        <p:sp>
          <p:nvSpPr>
            <p:cNvPr id="140312" name="Rectangle 91">
              <a:extLst>
                <a:ext uri="{FF2B5EF4-FFF2-40B4-BE49-F238E27FC236}">
                  <a16:creationId xmlns:a16="http://schemas.microsoft.com/office/drawing/2014/main" id="{D51C0C85-4225-4DCF-AD7A-BB3A377042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28817" y="5587140"/>
              <a:ext cx="2351575" cy="88513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0313" name="TextBox 92">
              <a:extLst>
                <a:ext uri="{FF2B5EF4-FFF2-40B4-BE49-F238E27FC236}">
                  <a16:creationId xmlns:a16="http://schemas.microsoft.com/office/drawing/2014/main" id="{354EF6F3-6252-43F9-AF5C-01EE485DBFC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55227" y="5688186"/>
              <a:ext cx="2527923" cy="5847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32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Broadcast: OK.  You</a:t>
              </a:r>
              <a:r>
                <a:rPr kumimoji="0" lang="en-US" altLang="en-US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’</a:t>
              </a: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ＭＳ Ｐゴシック" panose="020B0600070205080204" pitchFamily="34" charset="-128"/>
                  <a:cs typeface="+mn-cs"/>
                </a:rPr>
                <a:t>ve got that IP address!</a:t>
              </a:r>
            </a:p>
          </p:txBody>
        </p:sp>
      </p:grpSp>
      <p:sp>
        <p:nvSpPr>
          <p:cNvPr id="3" name="Text Box 24">
            <a:extLst>
              <a:ext uri="{FF2B5EF4-FFF2-40B4-BE49-F238E27FC236}">
                <a16:creationId xmlns:a16="http://schemas.microsoft.com/office/drawing/2014/main" id="{822AF589-CCBB-4265-8F8C-E15FA1A5BB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0013" y="4176713"/>
            <a:ext cx="2560637" cy="433387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// </a:t>
            </a:r>
            <a:r>
              <a:rPr kumimoji="0" lang="en-US" altLang="zh-TW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yiaddr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: IP address for client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48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 nodeType="clickPar">
                      <p:stCondLst>
                        <p:cond delay="indefinite"/>
                      </p:stCondLst>
                      <p:childTnLst>
                        <p:par>
                          <p:cTn id="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348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348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Footer Placeholder 4">
            <a:extLst>
              <a:ext uri="{FF2B5EF4-FFF2-40B4-BE49-F238E27FC236}">
                <a16:creationId xmlns:a16="http://schemas.microsoft.com/office/drawing/2014/main" id="{DCE4C522-29D1-4500-BF39-9ADC717EA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2339" name="Slide Number Placeholder 5">
            <a:extLst>
              <a:ext uri="{FF2B5EF4-FFF2-40B4-BE49-F238E27FC236}">
                <a16:creationId xmlns:a16="http://schemas.microsoft.com/office/drawing/2014/main" id="{B84704CD-9894-48F9-AE2C-907D990D1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32A4B8C5-3B4E-437D-B566-D70B76D1AC2E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7125" name="Rectangle 94">
            <a:extLst>
              <a:ext uri="{FF2B5EF4-FFF2-40B4-BE49-F238E27FC236}">
                <a16:creationId xmlns:a16="http://schemas.microsoft.com/office/drawing/2014/main" id="{23D5677C-DEE3-44DC-A635-EC2CEC7AA5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38150" y="255588"/>
            <a:ext cx="6824663" cy="898525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DHCP client-server scenario</a:t>
            </a:r>
          </a:p>
        </p:txBody>
      </p:sp>
      <p:pic>
        <p:nvPicPr>
          <p:cNvPr id="142341" name="Picture 95" descr="underline_base">
            <a:extLst>
              <a:ext uri="{FF2B5EF4-FFF2-40B4-BE49-F238E27FC236}">
                <a16:creationId xmlns:a16="http://schemas.microsoft.com/office/drawing/2014/main" id="{7B15EDC5-ADD2-4AFF-8BEE-2C0956D9EFF7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" y="931863"/>
            <a:ext cx="6399213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2342" name="Picture 2">
            <a:extLst>
              <a:ext uri="{FF2B5EF4-FFF2-40B4-BE49-F238E27FC236}">
                <a16:creationId xmlns:a16="http://schemas.microsoft.com/office/drawing/2014/main" id="{07C8686C-EB91-42B2-BD27-C67180998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7475" y="1122363"/>
            <a:ext cx="4059238" cy="5553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Footer Placeholder 4">
            <a:extLst>
              <a:ext uri="{FF2B5EF4-FFF2-40B4-BE49-F238E27FC236}">
                <a16:creationId xmlns:a16="http://schemas.microsoft.com/office/drawing/2014/main" id="{8B278F64-8B92-4ADF-94D5-9E12F3343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4387" name="Slide Number Placeholder 5">
            <a:extLst>
              <a:ext uri="{FF2B5EF4-FFF2-40B4-BE49-F238E27FC236}">
                <a16:creationId xmlns:a16="http://schemas.microsoft.com/office/drawing/2014/main" id="{DE80C27F-1AE3-4AB4-9695-9D4682B50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2B8F5481-C934-4A2D-8AC1-5D4463686ADC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8132" name="Rectangle 2">
            <a:extLst>
              <a:ext uri="{FF2B5EF4-FFF2-40B4-BE49-F238E27FC236}">
                <a16:creationId xmlns:a16="http://schemas.microsoft.com/office/drawing/2014/main" id="{29CC3F25-40C7-4A81-8031-19ACBC3FAD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DHCP: more than IP addresses</a:t>
            </a:r>
          </a:p>
        </p:txBody>
      </p:sp>
      <p:sp>
        <p:nvSpPr>
          <p:cNvPr id="48133" name="Rectangle 3">
            <a:extLst>
              <a:ext uri="{FF2B5EF4-FFF2-40B4-BE49-F238E27FC236}">
                <a16:creationId xmlns:a16="http://schemas.microsoft.com/office/drawing/2014/main" id="{31FC2215-80BA-45CA-A80F-3D6853FF9B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dirty="0">
                <a:cs typeface="+mn-cs"/>
              </a:rPr>
              <a:t>DHCP can return more than just allocated IP address on subnet: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/>
              <a:t>address of </a:t>
            </a:r>
            <a:r>
              <a:rPr lang="en-US" dirty="0">
                <a:solidFill>
                  <a:srgbClr val="0070C0"/>
                </a:solidFill>
              </a:rPr>
              <a:t>first-hop router</a:t>
            </a:r>
            <a:r>
              <a:rPr lang="en-US" dirty="0"/>
              <a:t> for client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/>
              <a:t>name and IP address of </a:t>
            </a:r>
            <a:r>
              <a:rPr lang="en-US" dirty="0">
                <a:solidFill>
                  <a:srgbClr val="0070C0"/>
                </a:solidFill>
              </a:rPr>
              <a:t>DNS sever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dirty="0">
                <a:solidFill>
                  <a:srgbClr val="0070C0"/>
                </a:solidFill>
              </a:rPr>
              <a:t>network mask</a:t>
            </a:r>
            <a:r>
              <a:rPr lang="en-US" dirty="0"/>
              <a:t> (indicating network versus host portion of address)</a:t>
            </a:r>
          </a:p>
        </p:txBody>
      </p:sp>
      <p:pic>
        <p:nvPicPr>
          <p:cNvPr id="144390" name="Picture 4" descr="underline_base">
            <a:extLst>
              <a:ext uri="{FF2B5EF4-FFF2-40B4-BE49-F238E27FC236}">
                <a16:creationId xmlns:a16="http://schemas.microsoft.com/office/drawing/2014/main" id="{F11D6EC2-4C9B-48ED-85E6-A6E713773BC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47750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Footer Placeholder 4">
            <a:extLst>
              <a:ext uri="{FF2B5EF4-FFF2-40B4-BE49-F238E27FC236}">
                <a16:creationId xmlns:a16="http://schemas.microsoft.com/office/drawing/2014/main" id="{5B5E5247-7203-437C-948C-E52FF2315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5411" name="Slide Number Placeholder 5">
            <a:extLst>
              <a:ext uri="{FF2B5EF4-FFF2-40B4-BE49-F238E27FC236}">
                <a16:creationId xmlns:a16="http://schemas.microsoft.com/office/drawing/2014/main" id="{E28A6EEF-59CB-436A-A022-CC1215C47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32A91C14-6D64-493F-9144-F23BF153BED0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8195" name="Rectangle 3">
            <a:extLst>
              <a:ext uri="{FF2B5EF4-FFF2-40B4-BE49-F238E27FC236}">
                <a16:creationId xmlns:a16="http://schemas.microsoft.com/office/drawing/2014/main" id="{93A43612-CA46-4AF0-A2E7-022CB8978DD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37138" y="1284288"/>
            <a:ext cx="3421062" cy="1262062"/>
          </a:xfrm>
        </p:spPr>
        <p:txBody>
          <a:bodyPr/>
          <a:lstStyle/>
          <a:p>
            <a:pPr>
              <a:buFont typeface="Wingdings" charset="0"/>
              <a:buChar char="v"/>
              <a:defRPr/>
            </a:pPr>
            <a:r>
              <a:rPr lang="en-US" sz="2200" dirty="0">
                <a:cs typeface="+mn-cs"/>
              </a:rPr>
              <a:t>connecting laptop needs its IP address, addr of first-hop router, addr of DNS server: use DHCP</a:t>
            </a:r>
          </a:p>
        </p:txBody>
      </p:sp>
      <p:sp>
        <p:nvSpPr>
          <p:cNvPr id="145413" name="Freeform 3">
            <a:extLst>
              <a:ext uri="{FF2B5EF4-FFF2-40B4-BE49-F238E27FC236}">
                <a16:creationId xmlns:a16="http://schemas.microsoft.com/office/drawing/2014/main" id="{8C109856-7CF5-4FF1-B6C5-927974CDA2FD}"/>
              </a:ext>
            </a:extLst>
          </p:cNvPr>
          <p:cNvSpPr>
            <a:spLocks/>
          </p:cNvSpPr>
          <p:nvPr/>
        </p:nvSpPr>
        <p:spPr bwMode="auto">
          <a:xfrm>
            <a:off x="773113" y="1428750"/>
            <a:ext cx="3554412" cy="2754313"/>
          </a:xfrm>
          <a:custGeom>
            <a:avLst/>
            <a:gdLst>
              <a:gd name="T0" fmla="*/ 2147483646 w 2406"/>
              <a:gd name="T1" fmla="*/ 2147483646 h 958"/>
              <a:gd name="T2" fmla="*/ 2147483646 w 2406"/>
              <a:gd name="T3" fmla="*/ 2147483646 h 958"/>
              <a:gd name="T4" fmla="*/ 2147483646 w 2406"/>
              <a:gd name="T5" fmla="*/ 2147483646 h 958"/>
              <a:gd name="T6" fmla="*/ 2147483646 w 2406"/>
              <a:gd name="T7" fmla="*/ 2147483646 h 958"/>
              <a:gd name="T8" fmla="*/ 2147483646 w 2406"/>
              <a:gd name="T9" fmla="*/ 2147483646 h 958"/>
              <a:gd name="T10" fmla="*/ 2147483646 w 2406"/>
              <a:gd name="T11" fmla="*/ 2147483646 h 958"/>
              <a:gd name="T12" fmla="*/ 2147483646 w 2406"/>
              <a:gd name="T13" fmla="*/ 2147483646 h 958"/>
              <a:gd name="T14" fmla="*/ 2147483646 w 2406"/>
              <a:gd name="T15" fmla="*/ 2147483646 h 958"/>
              <a:gd name="T16" fmla="*/ 2147483646 w 2406"/>
              <a:gd name="T17" fmla="*/ 2147483646 h 958"/>
              <a:gd name="T18" fmla="*/ 2147483646 w 2406"/>
              <a:gd name="T19" fmla="*/ 2147483646 h 958"/>
              <a:gd name="T20" fmla="*/ 2147483646 w 2406"/>
              <a:gd name="T21" fmla="*/ 2147483646 h 958"/>
              <a:gd name="T22" fmla="*/ 2147483646 w 2406"/>
              <a:gd name="T23" fmla="*/ 2147483646 h 958"/>
              <a:gd name="T24" fmla="*/ 2147483646 w 2406"/>
              <a:gd name="T25" fmla="*/ 2147483646 h 958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2406"/>
              <a:gd name="T40" fmla="*/ 0 h 958"/>
              <a:gd name="T41" fmla="*/ 2406 w 2406"/>
              <a:gd name="T42" fmla="*/ 958 h 958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2406" h="958">
                <a:moveTo>
                  <a:pt x="2192" y="274"/>
                </a:moveTo>
                <a:cubicBezTo>
                  <a:pt x="1978" y="94"/>
                  <a:pt x="1990" y="122"/>
                  <a:pt x="1857" y="77"/>
                </a:cubicBezTo>
                <a:cubicBezTo>
                  <a:pt x="1724" y="32"/>
                  <a:pt x="1584" y="0"/>
                  <a:pt x="1393" y="7"/>
                </a:cubicBezTo>
                <a:cubicBezTo>
                  <a:pt x="1202" y="14"/>
                  <a:pt x="898" y="84"/>
                  <a:pt x="713" y="122"/>
                </a:cubicBezTo>
                <a:cubicBezTo>
                  <a:pt x="528" y="160"/>
                  <a:pt x="395" y="168"/>
                  <a:pt x="280" y="234"/>
                </a:cubicBezTo>
                <a:cubicBezTo>
                  <a:pt x="166" y="301"/>
                  <a:pt x="52" y="432"/>
                  <a:pt x="26" y="522"/>
                </a:cubicBezTo>
                <a:cubicBezTo>
                  <a:pt x="0" y="612"/>
                  <a:pt x="81" y="711"/>
                  <a:pt x="122" y="773"/>
                </a:cubicBezTo>
                <a:cubicBezTo>
                  <a:pt x="163" y="835"/>
                  <a:pt x="99" y="877"/>
                  <a:pt x="273" y="894"/>
                </a:cubicBezTo>
                <a:cubicBezTo>
                  <a:pt x="447" y="911"/>
                  <a:pt x="938" y="866"/>
                  <a:pt x="1169" y="876"/>
                </a:cubicBezTo>
                <a:cubicBezTo>
                  <a:pt x="1400" y="886"/>
                  <a:pt x="1499" y="950"/>
                  <a:pt x="1659" y="954"/>
                </a:cubicBezTo>
                <a:cubicBezTo>
                  <a:pt x="1819" y="958"/>
                  <a:pt x="2014" y="958"/>
                  <a:pt x="2129" y="897"/>
                </a:cubicBezTo>
                <a:cubicBezTo>
                  <a:pt x="2244" y="836"/>
                  <a:pt x="2327" y="856"/>
                  <a:pt x="2350" y="591"/>
                </a:cubicBezTo>
                <a:cubicBezTo>
                  <a:pt x="2373" y="326"/>
                  <a:pt x="2406" y="454"/>
                  <a:pt x="2192" y="274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5414" name="Line 36">
            <a:extLst>
              <a:ext uri="{FF2B5EF4-FFF2-40B4-BE49-F238E27FC236}">
                <a16:creationId xmlns:a16="http://schemas.microsoft.com/office/drawing/2014/main" id="{933EE387-B02C-4B7F-8C74-11D40AF7D51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75075" y="2500313"/>
            <a:ext cx="155575" cy="1428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5415" name="Line 43">
            <a:extLst>
              <a:ext uri="{FF2B5EF4-FFF2-40B4-BE49-F238E27FC236}">
                <a16:creationId xmlns:a16="http://schemas.microsoft.com/office/drawing/2014/main" id="{3C7A5797-A1F1-47DB-A97C-8C3E9A06AE8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65413" y="2673350"/>
            <a:ext cx="69532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5416" name="Line 44">
            <a:extLst>
              <a:ext uri="{FF2B5EF4-FFF2-40B4-BE49-F238E27FC236}">
                <a16:creationId xmlns:a16="http://schemas.microsoft.com/office/drawing/2014/main" id="{CA2713E4-6F8A-48FE-BF54-83A3C55444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4300" y="2357438"/>
            <a:ext cx="138113" cy="142875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5417" name="Line 48">
            <a:extLst>
              <a:ext uri="{FF2B5EF4-FFF2-40B4-BE49-F238E27FC236}">
                <a16:creationId xmlns:a16="http://schemas.microsoft.com/office/drawing/2014/main" id="{E7C148BE-9F99-4341-96CF-A1B0E9853E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9775" y="2892425"/>
            <a:ext cx="512763" cy="6127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5418" name="Text Box 44">
            <a:extLst>
              <a:ext uri="{FF2B5EF4-FFF2-40B4-BE49-F238E27FC236}">
                <a16:creationId xmlns:a16="http://schemas.microsoft.com/office/drawing/2014/main" id="{38763310-AD77-4BE6-B6FB-635A3CC7FD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2225" y="3967163"/>
            <a:ext cx="2025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router with DHCP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server built into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router</a:t>
            </a:r>
          </a:p>
        </p:txBody>
      </p:sp>
      <p:sp>
        <p:nvSpPr>
          <p:cNvPr id="648344" name="Rectangle 152">
            <a:extLst>
              <a:ext uri="{FF2B5EF4-FFF2-40B4-BE49-F238E27FC236}">
                <a16:creationId xmlns:a16="http://schemas.microsoft.com/office/drawing/2014/main" id="{C1B06B6C-DD01-4EF5-A3DB-F8530E6AD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7138" y="2574925"/>
            <a:ext cx="3892550" cy="1306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DHCP request </a:t>
            </a: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encapsulated in UDP, encapsulated in IP, encapsulated in 802.1 Ethernet</a:t>
            </a:r>
          </a:p>
          <a:p>
            <a:pPr marL="342900" marR="0" lvl="0" indent="-3429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 panose="020B0502020104020203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8345" name="Rectangle 153">
            <a:extLst>
              <a:ext uri="{FF2B5EF4-FFF2-40B4-BE49-F238E27FC236}">
                <a16:creationId xmlns:a16="http://schemas.microsoft.com/office/drawing/2014/main" id="{5D0CD47B-1929-4A8A-8F36-5227030C61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550" y="3821113"/>
            <a:ext cx="3924300" cy="156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Ethernet frame broadcast (dest: </a:t>
            </a: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FFFFFFFFFFFF</a:t>
            </a: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) on LAN, received at router running DHCP server</a:t>
            </a:r>
          </a:p>
        </p:txBody>
      </p:sp>
      <p:sp>
        <p:nvSpPr>
          <p:cNvPr id="648346" name="Rectangle 154">
            <a:extLst>
              <a:ext uri="{FF2B5EF4-FFF2-40B4-BE49-F238E27FC236}">
                <a16:creationId xmlns:a16="http://schemas.microsoft.com/office/drawing/2014/main" id="{6EE9FAC3-23FA-4E54-9BB5-3DDB81F87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3963" y="5157788"/>
            <a:ext cx="3802062" cy="1292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Ethernet demuxed to IP demuxed, UDP demuxed to DHCP </a:t>
            </a:r>
          </a:p>
        </p:txBody>
      </p:sp>
      <p:sp>
        <p:nvSpPr>
          <p:cNvPr id="145422" name="Text Box 155">
            <a:extLst>
              <a:ext uri="{FF2B5EF4-FFF2-40B4-BE49-F238E27FC236}">
                <a16:creationId xmlns:a16="http://schemas.microsoft.com/office/drawing/2014/main" id="{7F63261C-992F-4867-BC82-292E41B101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7400" y="3284538"/>
            <a:ext cx="1047750" cy="51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168.1.1.1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5423" name="Group 186">
            <a:extLst>
              <a:ext uri="{FF2B5EF4-FFF2-40B4-BE49-F238E27FC236}">
                <a16:creationId xmlns:a16="http://schemas.microsoft.com/office/drawing/2014/main" id="{D104210F-F959-4107-9472-926806848B59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2598738"/>
            <a:ext cx="963613" cy="300037"/>
            <a:chOff x="4410" y="1365"/>
            <a:chExt cx="663" cy="224"/>
          </a:xfrm>
        </p:grpSpPr>
        <p:sp>
          <p:nvSpPr>
            <p:cNvPr id="145599" name="Rectangle 187">
              <a:extLst>
                <a:ext uri="{FF2B5EF4-FFF2-40B4-BE49-F238E27FC236}">
                  <a16:creationId xmlns:a16="http://schemas.microsoft.com/office/drawing/2014/main" id="{AF9F54DF-10C9-4D4A-B0EC-0F54D05CFE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500"/>
              <a:ext cx="495" cy="87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600" name="AutoShape 188">
              <a:extLst>
                <a:ext uri="{FF2B5EF4-FFF2-40B4-BE49-F238E27FC236}">
                  <a16:creationId xmlns:a16="http://schemas.microsoft.com/office/drawing/2014/main" id="{8A611A01-231B-46EC-BA9E-CB6143443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369"/>
              <a:ext cx="663" cy="134"/>
            </a:xfrm>
            <a:prstGeom prst="parallelogram">
              <a:avLst>
                <a:gd name="adj" fmla="val 122778"/>
              </a:avLst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601" name="Freeform 189">
              <a:extLst>
                <a:ext uri="{FF2B5EF4-FFF2-40B4-BE49-F238E27FC236}">
                  <a16:creationId xmlns:a16="http://schemas.microsoft.com/office/drawing/2014/main" id="{8696B483-E8A7-40FF-BEF2-86AA28C53C14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4" y="1365"/>
              <a:ext cx="169" cy="224"/>
            </a:xfrm>
            <a:custGeom>
              <a:avLst/>
              <a:gdLst>
                <a:gd name="T0" fmla="*/ 0 w 169"/>
                <a:gd name="T1" fmla="*/ 138 h 224"/>
                <a:gd name="T2" fmla="*/ 0 w 169"/>
                <a:gd name="T3" fmla="*/ 224 h 224"/>
                <a:gd name="T4" fmla="*/ 169 w 169"/>
                <a:gd name="T5" fmla="*/ 77 h 224"/>
                <a:gd name="T6" fmla="*/ 169 w 169"/>
                <a:gd name="T7" fmla="*/ 0 h 224"/>
                <a:gd name="T8" fmla="*/ 0 w 169"/>
                <a:gd name="T9" fmla="*/ 138 h 2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9"/>
                <a:gd name="T16" fmla="*/ 0 h 224"/>
                <a:gd name="T17" fmla="*/ 169 w 169"/>
                <a:gd name="T18" fmla="*/ 224 h 2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9" h="224">
                  <a:moveTo>
                    <a:pt x="0" y="138"/>
                  </a:moveTo>
                  <a:lnTo>
                    <a:pt x="0" y="224"/>
                  </a:lnTo>
                  <a:lnTo>
                    <a:pt x="169" y="77"/>
                  </a:lnTo>
                  <a:lnTo>
                    <a:pt x="169" y="0"/>
                  </a:lnTo>
                  <a:lnTo>
                    <a:pt x="0" y="138"/>
                  </a:lnTo>
                  <a:close/>
                </a:path>
              </a:pathLst>
            </a:custGeom>
            <a:solidFill>
              <a:srgbClr val="BBE0E3"/>
            </a:solidFill>
            <a:ln w="6350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602" name="Freeform 190">
              <a:extLst>
                <a:ext uri="{FF2B5EF4-FFF2-40B4-BE49-F238E27FC236}">
                  <a16:creationId xmlns:a16="http://schemas.microsoft.com/office/drawing/2014/main" id="{DC6F5442-7F1E-48FB-8A5D-E0E3D016655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5" y="1395"/>
              <a:ext cx="506" cy="80"/>
            </a:xfrm>
            <a:custGeom>
              <a:avLst/>
              <a:gdLst>
                <a:gd name="T0" fmla="*/ 0 w 280"/>
                <a:gd name="T1" fmla="*/ 345204 h 63"/>
                <a:gd name="T2" fmla="*/ 2147483646 w 280"/>
                <a:gd name="T3" fmla="*/ 335721 h 63"/>
                <a:gd name="T4" fmla="*/ 2147483646 w 280"/>
                <a:gd name="T5" fmla="*/ 0 h 63"/>
                <a:gd name="T6" fmla="*/ 2147483646 w 280"/>
                <a:gd name="T7" fmla="*/ 0 h 6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0"/>
                <a:gd name="T13" fmla="*/ 0 h 63"/>
                <a:gd name="T14" fmla="*/ 280 w 280"/>
                <a:gd name="T15" fmla="*/ 63 h 6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0" h="63">
                  <a:moveTo>
                    <a:pt x="0" y="63"/>
                  </a:moveTo>
                  <a:lnTo>
                    <a:pt x="37" y="62"/>
                  </a:lnTo>
                  <a:lnTo>
                    <a:pt x="219" y="0"/>
                  </a:lnTo>
                  <a:lnTo>
                    <a:pt x="280" y="0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603" name="Freeform 191">
              <a:extLst>
                <a:ext uri="{FF2B5EF4-FFF2-40B4-BE49-F238E27FC236}">
                  <a16:creationId xmlns:a16="http://schemas.microsoft.com/office/drawing/2014/main" id="{A4C5FC79-9E3D-4DA3-8A6F-0BA81FD34721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3" y="1391"/>
              <a:ext cx="293" cy="93"/>
            </a:xfrm>
            <a:custGeom>
              <a:avLst/>
              <a:gdLst>
                <a:gd name="T0" fmla="*/ 0 w 293"/>
                <a:gd name="T1" fmla="*/ 0 h 93"/>
                <a:gd name="T2" fmla="*/ 67 w 293"/>
                <a:gd name="T3" fmla="*/ 1 h 93"/>
                <a:gd name="T4" fmla="*/ 195 w 293"/>
                <a:gd name="T5" fmla="*/ 93 h 93"/>
                <a:gd name="T6" fmla="*/ 293 w 293"/>
                <a:gd name="T7" fmla="*/ 93 h 9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3"/>
                <a:gd name="T13" fmla="*/ 0 h 93"/>
                <a:gd name="T14" fmla="*/ 293 w 293"/>
                <a:gd name="T15" fmla="*/ 93 h 9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3" h="93">
                  <a:moveTo>
                    <a:pt x="0" y="0"/>
                  </a:moveTo>
                  <a:lnTo>
                    <a:pt x="67" y="1"/>
                  </a:lnTo>
                  <a:lnTo>
                    <a:pt x="195" y="93"/>
                  </a:lnTo>
                  <a:lnTo>
                    <a:pt x="293" y="93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5424" name="Group 192">
            <a:extLst>
              <a:ext uri="{FF2B5EF4-FFF2-40B4-BE49-F238E27FC236}">
                <a16:creationId xmlns:a16="http://schemas.microsoft.com/office/drawing/2014/main" id="{311D3AEA-B59D-4941-9642-F624D8AD40AE}"/>
              </a:ext>
            </a:extLst>
          </p:cNvPr>
          <p:cNvGrpSpPr>
            <a:grpSpLocks/>
          </p:cNvGrpSpPr>
          <p:nvPr/>
        </p:nvGrpSpPr>
        <p:grpSpPr bwMode="auto">
          <a:xfrm>
            <a:off x="2674938" y="3525838"/>
            <a:ext cx="1066800" cy="406400"/>
            <a:chOff x="4396" y="1245"/>
            <a:chExt cx="672" cy="248"/>
          </a:xfrm>
        </p:grpSpPr>
        <p:sp>
          <p:nvSpPr>
            <p:cNvPr id="145591" name="Oval 407">
              <a:extLst>
                <a:ext uri="{FF2B5EF4-FFF2-40B4-BE49-F238E27FC236}">
                  <a16:creationId xmlns:a16="http://schemas.microsoft.com/office/drawing/2014/main" id="{A314C125-B013-413C-A661-9440DB9D39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5592" name="Rectangle 410">
              <a:extLst>
                <a:ext uri="{FF2B5EF4-FFF2-40B4-BE49-F238E27FC236}">
                  <a16:creationId xmlns:a16="http://schemas.microsoft.com/office/drawing/2014/main" id="{8D25948C-9B18-4460-9440-BFD5A9C178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5593" name="Oval 411">
              <a:extLst>
                <a:ext uri="{FF2B5EF4-FFF2-40B4-BE49-F238E27FC236}">
                  <a16:creationId xmlns:a16="http://schemas.microsoft.com/office/drawing/2014/main" id="{645EE49C-925B-4495-9288-CF9619D278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45594" name="Group 196">
              <a:extLst>
                <a:ext uri="{FF2B5EF4-FFF2-40B4-BE49-F238E27FC236}">
                  <a16:creationId xmlns:a16="http://schemas.microsoft.com/office/drawing/2014/main" id="{C80D8495-E584-4FE9-885B-0815A164930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45597" name="Freeform 197">
                <a:extLst>
                  <a:ext uri="{FF2B5EF4-FFF2-40B4-BE49-F238E27FC236}">
                    <a16:creationId xmlns:a16="http://schemas.microsoft.com/office/drawing/2014/main" id="{71D6B9E4-C92C-436B-AD60-F294BAF30F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98" name="Freeform 198">
                <a:extLst>
                  <a:ext uri="{FF2B5EF4-FFF2-40B4-BE49-F238E27FC236}">
                    <a16:creationId xmlns:a16="http://schemas.microsoft.com/office/drawing/2014/main" id="{A8762C0B-FF69-438E-9FD7-00CC51DDB2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595" name="Line 199">
              <a:extLst>
                <a:ext uri="{FF2B5EF4-FFF2-40B4-BE49-F238E27FC236}">
                  <a16:creationId xmlns:a16="http://schemas.microsoft.com/office/drawing/2014/main" id="{09999863-C7AC-4AA3-A817-A245FD44E2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96" name="Line 200">
              <a:extLst>
                <a:ext uri="{FF2B5EF4-FFF2-40B4-BE49-F238E27FC236}">
                  <a16:creationId xmlns:a16="http://schemas.microsoft.com/office/drawing/2014/main" id="{37636FF0-17E3-4DE7-99C2-D845378A69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5425" name="Group 201">
            <a:extLst>
              <a:ext uri="{FF2B5EF4-FFF2-40B4-BE49-F238E27FC236}">
                <a16:creationId xmlns:a16="http://schemas.microsoft.com/office/drawing/2014/main" id="{9490C2CF-BCA4-44E3-9AE1-232D654E0E86}"/>
              </a:ext>
            </a:extLst>
          </p:cNvPr>
          <p:cNvGrpSpPr>
            <a:grpSpLocks/>
          </p:cNvGrpSpPr>
          <p:nvPr/>
        </p:nvGrpSpPr>
        <p:grpSpPr bwMode="auto">
          <a:xfrm>
            <a:off x="2706688" y="3330575"/>
            <a:ext cx="423862" cy="647700"/>
            <a:chOff x="4140" y="429"/>
            <a:chExt cx="1425" cy="2396"/>
          </a:xfrm>
        </p:grpSpPr>
        <p:sp>
          <p:nvSpPr>
            <p:cNvPr id="145559" name="Freeform 202">
              <a:extLst>
                <a:ext uri="{FF2B5EF4-FFF2-40B4-BE49-F238E27FC236}">
                  <a16:creationId xmlns:a16="http://schemas.microsoft.com/office/drawing/2014/main" id="{9C65220A-F25F-4B71-9B76-5CADDDF28D7A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4 h 2742"/>
                <a:gd name="T6" fmla="*/ 0 w 354"/>
                <a:gd name="T7" fmla="*/ 4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60" name="Rectangle 203">
              <a:extLst>
                <a:ext uri="{FF2B5EF4-FFF2-40B4-BE49-F238E27FC236}">
                  <a16:creationId xmlns:a16="http://schemas.microsoft.com/office/drawing/2014/main" id="{1A988540-E72D-4860-9438-DAC8866239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51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61" name="Freeform 204">
              <a:extLst>
                <a:ext uri="{FF2B5EF4-FFF2-40B4-BE49-F238E27FC236}">
                  <a16:creationId xmlns:a16="http://schemas.microsoft.com/office/drawing/2014/main" id="{BF97E7B9-CF00-40EB-827E-ED589AECC09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4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62" name="Freeform 205">
              <a:extLst>
                <a:ext uri="{FF2B5EF4-FFF2-40B4-BE49-F238E27FC236}">
                  <a16:creationId xmlns:a16="http://schemas.microsoft.com/office/drawing/2014/main" id="{AA24C151-C7F7-4DD6-B354-B3A1DFF9026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63" name="Rectangle 206">
              <a:extLst>
                <a:ext uri="{FF2B5EF4-FFF2-40B4-BE49-F238E27FC236}">
                  <a16:creationId xmlns:a16="http://schemas.microsoft.com/office/drawing/2014/main" id="{646B0102-E990-4A02-A590-45FCEAFE03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3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564" name="Group 207">
              <a:extLst>
                <a:ext uri="{FF2B5EF4-FFF2-40B4-BE49-F238E27FC236}">
                  <a16:creationId xmlns:a16="http://schemas.microsoft.com/office/drawing/2014/main" id="{51CDE678-3D7A-4820-99E9-98785A7DC2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45589" name="AutoShape 208">
                <a:extLst>
                  <a:ext uri="{FF2B5EF4-FFF2-40B4-BE49-F238E27FC236}">
                    <a16:creationId xmlns:a16="http://schemas.microsoft.com/office/drawing/2014/main" id="{36A5AD60-EDEC-4464-8226-B9740C4F3C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0"/>
                <a:ext cx="726" cy="135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90" name="AutoShape 209">
                <a:extLst>
                  <a:ext uri="{FF2B5EF4-FFF2-40B4-BE49-F238E27FC236}">
                    <a16:creationId xmlns:a16="http://schemas.microsoft.com/office/drawing/2014/main" id="{8F352E9B-F52F-44B4-A9C5-F51E0C728F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7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565" name="Rectangle 210">
              <a:extLst>
                <a:ext uri="{FF2B5EF4-FFF2-40B4-BE49-F238E27FC236}">
                  <a16:creationId xmlns:a16="http://schemas.microsoft.com/office/drawing/2014/main" id="{97DF7E55-5436-439A-A349-0DFB658CA3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6"/>
              <a:ext cx="592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566" name="Group 211">
              <a:extLst>
                <a:ext uri="{FF2B5EF4-FFF2-40B4-BE49-F238E27FC236}">
                  <a16:creationId xmlns:a16="http://schemas.microsoft.com/office/drawing/2014/main" id="{FA288ADC-0660-4CCC-A4AF-3D924BDAB3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45587" name="AutoShape 212">
                <a:extLst>
                  <a:ext uri="{FF2B5EF4-FFF2-40B4-BE49-F238E27FC236}">
                    <a16:creationId xmlns:a16="http://schemas.microsoft.com/office/drawing/2014/main" id="{5648DED4-FEB3-4081-A8E1-DC8836548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7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88" name="AutoShape 213">
                <a:extLst>
                  <a:ext uri="{FF2B5EF4-FFF2-40B4-BE49-F238E27FC236}">
                    <a16:creationId xmlns:a16="http://schemas.microsoft.com/office/drawing/2014/main" id="{FB04E531-46BB-4CFB-B349-724F11FED7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567" name="Rectangle 214">
              <a:extLst>
                <a:ext uri="{FF2B5EF4-FFF2-40B4-BE49-F238E27FC236}">
                  <a16:creationId xmlns:a16="http://schemas.microsoft.com/office/drawing/2014/main" id="{FC1B76CC-5FBB-4D27-B2A0-8411265371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7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68" name="Rectangle 215">
              <a:extLst>
                <a:ext uri="{FF2B5EF4-FFF2-40B4-BE49-F238E27FC236}">
                  <a16:creationId xmlns:a16="http://schemas.microsoft.com/office/drawing/2014/main" id="{633BE14D-82DC-435D-95A7-FDBD1A2006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6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569" name="Group 216">
              <a:extLst>
                <a:ext uri="{FF2B5EF4-FFF2-40B4-BE49-F238E27FC236}">
                  <a16:creationId xmlns:a16="http://schemas.microsoft.com/office/drawing/2014/main" id="{C24F3B5E-05D4-4C81-A224-FC0F5EC5E37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45585" name="AutoShape 217">
                <a:extLst>
                  <a:ext uri="{FF2B5EF4-FFF2-40B4-BE49-F238E27FC236}">
                    <a16:creationId xmlns:a16="http://schemas.microsoft.com/office/drawing/2014/main" id="{60594FFA-4D9D-4DEC-BD45-CF57C55DD9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86" name="AutoShape 218">
                <a:extLst>
                  <a:ext uri="{FF2B5EF4-FFF2-40B4-BE49-F238E27FC236}">
                    <a16:creationId xmlns:a16="http://schemas.microsoft.com/office/drawing/2014/main" id="{4C66858D-4473-4A4A-A52E-AD07F49A59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84"/>
                <a:ext cx="69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570" name="Freeform 219">
              <a:extLst>
                <a:ext uri="{FF2B5EF4-FFF2-40B4-BE49-F238E27FC236}">
                  <a16:creationId xmlns:a16="http://schemas.microsoft.com/office/drawing/2014/main" id="{485667E4-9B27-4690-B845-CAE4A2F6C90D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571" name="Group 220">
              <a:extLst>
                <a:ext uri="{FF2B5EF4-FFF2-40B4-BE49-F238E27FC236}">
                  <a16:creationId xmlns:a16="http://schemas.microsoft.com/office/drawing/2014/main" id="{80B086FB-06D4-4C65-AC05-4DEE94D6323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45583" name="AutoShape 221">
                <a:extLst>
                  <a:ext uri="{FF2B5EF4-FFF2-40B4-BE49-F238E27FC236}">
                    <a16:creationId xmlns:a16="http://schemas.microsoft.com/office/drawing/2014/main" id="{4A33A054-9968-47A5-AF5C-13E265B1E1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5" cy="14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84" name="AutoShape 222">
                <a:extLst>
                  <a:ext uri="{FF2B5EF4-FFF2-40B4-BE49-F238E27FC236}">
                    <a16:creationId xmlns:a16="http://schemas.microsoft.com/office/drawing/2014/main" id="{B8CCDA47-1936-4899-9EB7-D957427AE4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6"/>
                <a:ext cx="691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572" name="Rectangle 223">
              <a:extLst>
                <a:ext uri="{FF2B5EF4-FFF2-40B4-BE49-F238E27FC236}">
                  <a16:creationId xmlns:a16="http://schemas.microsoft.com/office/drawing/2014/main" id="{CBD87842-A7A5-4AEE-A44A-3ACCC0582F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3" name="Freeform 224">
              <a:extLst>
                <a:ext uri="{FF2B5EF4-FFF2-40B4-BE49-F238E27FC236}">
                  <a16:creationId xmlns:a16="http://schemas.microsoft.com/office/drawing/2014/main" id="{97BE4D4B-3045-47D1-AFDB-DD3A1B6E6834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4" name="Freeform 225">
              <a:extLst>
                <a:ext uri="{FF2B5EF4-FFF2-40B4-BE49-F238E27FC236}">
                  <a16:creationId xmlns:a16="http://schemas.microsoft.com/office/drawing/2014/main" id="{7BE6399A-F9F8-4356-B946-0F8C1C5552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5" name="Oval 226">
              <a:extLst>
                <a:ext uri="{FF2B5EF4-FFF2-40B4-BE49-F238E27FC236}">
                  <a16:creationId xmlns:a16="http://schemas.microsoft.com/office/drawing/2014/main" id="{A5B6383D-3BCA-493F-BB0B-28A1338D1D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4"/>
              <a:ext cx="48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6" name="Freeform 227">
              <a:extLst>
                <a:ext uri="{FF2B5EF4-FFF2-40B4-BE49-F238E27FC236}">
                  <a16:creationId xmlns:a16="http://schemas.microsoft.com/office/drawing/2014/main" id="{487214E9-F582-4211-9DB3-F977ABC80FDF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7" name="AutoShape 228">
              <a:extLst>
                <a:ext uri="{FF2B5EF4-FFF2-40B4-BE49-F238E27FC236}">
                  <a16:creationId xmlns:a16="http://schemas.microsoft.com/office/drawing/2014/main" id="{773AE0A5-118B-49BC-9F99-9FA94EDBD9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8" name="AutoShape 229">
              <a:extLst>
                <a:ext uri="{FF2B5EF4-FFF2-40B4-BE49-F238E27FC236}">
                  <a16:creationId xmlns:a16="http://schemas.microsoft.com/office/drawing/2014/main" id="{3268DC1D-C543-495F-94A4-F48A772DC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3"/>
              <a:ext cx="1073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79" name="Oval 230">
              <a:extLst>
                <a:ext uri="{FF2B5EF4-FFF2-40B4-BE49-F238E27FC236}">
                  <a16:creationId xmlns:a16="http://schemas.microsoft.com/office/drawing/2014/main" id="{10EC0AC8-2495-4489-BD34-1FACB89E7A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5" y="2385"/>
              <a:ext cx="160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80" name="Oval 231">
              <a:extLst>
                <a:ext uri="{FF2B5EF4-FFF2-40B4-BE49-F238E27FC236}">
                  <a16:creationId xmlns:a16="http://schemas.microsoft.com/office/drawing/2014/main" id="{B05DC20A-09FF-4BEB-8C51-8017D04432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5"/>
              <a:ext cx="160" cy="14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5581" name="Oval 232">
              <a:extLst>
                <a:ext uri="{FF2B5EF4-FFF2-40B4-BE49-F238E27FC236}">
                  <a16:creationId xmlns:a16="http://schemas.microsoft.com/office/drawing/2014/main" id="{9D2F459F-B307-4EAB-BD57-D4C75956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79"/>
              <a:ext cx="155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82" name="Rectangle 233">
              <a:extLst>
                <a:ext uri="{FF2B5EF4-FFF2-40B4-BE49-F238E27FC236}">
                  <a16:creationId xmlns:a16="http://schemas.microsoft.com/office/drawing/2014/main" id="{958C8958-8526-4494-9D38-AE6742FDF0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5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5426" name="Group 234">
            <a:extLst>
              <a:ext uri="{FF2B5EF4-FFF2-40B4-BE49-F238E27FC236}">
                <a16:creationId xmlns:a16="http://schemas.microsoft.com/office/drawing/2014/main" id="{213138B7-FFE2-4EE9-8551-E8AF531AD3FD}"/>
              </a:ext>
            </a:extLst>
          </p:cNvPr>
          <p:cNvGrpSpPr>
            <a:grpSpLocks/>
          </p:cNvGrpSpPr>
          <p:nvPr/>
        </p:nvGrpSpPr>
        <p:grpSpPr bwMode="auto">
          <a:xfrm>
            <a:off x="1978025" y="2295525"/>
            <a:ext cx="850900" cy="615950"/>
            <a:chOff x="4420" y="878"/>
            <a:chExt cx="614" cy="458"/>
          </a:xfrm>
        </p:grpSpPr>
        <p:pic>
          <p:nvPicPr>
            <p:cNvPr id="145537" name="Picture 235" descr="laptop_keyboard">
              <a:extLst>
                <a:ext uri="{FF2B5EF4-FFF2-40B4-BE49-F238E27FC236}">
                  <a16:creationId xmlns:a16="http://schemas.microsoft.com/office/drawing/2014/main" id="{4B2C07A2-1A11-4BDE-BCD7-F37434968F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4420" y="1108"/>
              <a:ext cx="527" cy="2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5538" name="Freeform 236">
              <a:extLst>
                <a:ext uri="{FF2B5EF4-FFF2-40B4-BE49-F238E27FC236}">
                  <a16:creationId xmlns:a16="http://schemas.microsoft.com/office/drawing/2014/main" id="{58F02374-E035-4FD3-BD17-5AF6FFCBC88F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5" y="888"/>
              <a:ext cx="424" cy="297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pic>
          <p:nvPicPr>
            <p:cNvPr id="145539" name="Picture 237" descr="screen">
              <a:extLst>
                <a:ext uri="{FF2B5EF4-FFF2-40B4-BE49-F238E27FC236}">
                  <a16:creationId xmlns:a16="http://schemas.microsoft.com/office/drawing/2014/main" id="{C7CA9668-FB11-4F1F-8A25-0536984B2A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6" y="895"/>
              <a:ext cx="385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5540" name="Freeform 238">
              <a:extLst>
                <a:ext uri="{FF2B5EF4-FFF2-40B4-BE49-F238E27FC236}">
                  <a16:creationId xmlns:a16="http://schemas.microsoft.com/office/drawing/2014/main" id="{C71A0D96-3A3E-45EB-A1DB-8A6065BA45BA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2" y="879"/>
              <a:ext cx="359" cy="5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1" name="Freeform 239">
              <a:extLst>
                <a:ext uri="{FF2B5EF4-FFF2-40B4-BE49-F238E27FC236}">
                  <a16:creationId xmlns:a16="http://schemas.microsoft.com/office/drawing/2014/main" id="{6DE8C13B-CB8A-4C39-9245-8F08765776A0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1" y="878"/>
              <a:ext cx="100" cy="230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2" name="Freeform 240">
              <a:extLst>
                <a:ext uri="{FF2B5EF4-FFF2-40B4-BE49-F238E27FC236}">
                  <a16:creationId xmlns:a16="http://schemas.microsoft.com/office/drawing/2014/main" id="{5F6E41EB-4086-46E3-938E-384E85B19979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1" y="920"/>
              <a:ext cx="108" cy="265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3" name="Freeform 241">
              <a:extLst>
                <a:ext uri="{FF2B5EF4-FFF2-40B4-BE49-F238E27FC236}">
                  <a16:creationId xmlns:a16="http://schemas.microsoft.com/office/drawing/2014/main" id="{4EAEA099-FC39-4702-8867-FD489B826A6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0" y="1097"/>
              <a:ext cx="394" cy="89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4" name="Freeform 242">
              <a:extLst>
                <a:ext uri="{FF2B5EF4-FFF2-40B4-BE49-F238E27FC236}">
                  <a16:creationId xmlns:a16="http://schemas.microsoft.com/office/drawing/2014/main" id="{40EA4419-DB25-4047-8CF9-C5E0AFC2D9C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33" y="922"/>
              <a:ext cx="101" cy="266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5" name="Freeform 243">
              <a:extLst>
                <a:ext uri="{FF2B5EF4-FFF2-40B4-BE49-F238E27FC236}">
                  <a16:creationId xmlns:a16="http://schemas.microsoft.com/office/drawing/2014/main" id="{CC2C456A-7BB4-41EF-A7E6-8CB35643068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0" y="1109"/>
              <a:ext cx="351" cy="88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546" name="Group 244">
              <a:extLst>
                <a:ext uri="{FF2B5EF4-FFF2-40B4-BE49-F238E27FC236}">
                  <a16:creationId xmlns:a16="http://schemas.microsoft.com/office/drawing/2014/main" id="{F6D76487-F1C6-4B70-86B5-CCA4C413EE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84" y="1203"/>
              <a:ext cx="119" cy="53"/>
              <a:chOff x="1740" y="2642"/>
              <a:chExt cx="752" cy="327"/>
            </a:xfrm>
          </p:grpSpPr>
          <p:sp>
            <p:nvSpPr>
              <p:cNvPr id="145553" name="Freeform 245">
                <a:extLst>
                  <a:ext uri="{FF2B5EF4-FFF2-40B4-BE49-F238E27FC236}">
                    <a16:creationId xmlns:a16="http://schemas.microsoft.com/office/drawing/2014/main" id="{3E7D4F55-7789-4E9E-A04C-A43611042C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54" name="Freeform 246">
                <a:extLst>
                  <a:ext uri="{FF2B5EF4-FFF2-40B4-BE49-F238E27FC236}">
                    <a16:creationId xmlns:a16="http://schemas.microsoft.com/office/drawing/2014/main" id="{52DB6D4F-9272-4F75-B92D-17887B1DCF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55" name="Freeform 247">
                <a:extLst>
                  <a:ext uri="{FF2B5EF4-FFF2-40B4-BE49-F238E27FC236}">
                    <a16:creationId xmlns:a16="http://schemas.microsoft.com/office/drawing/2014/main" id="{EAB98803-4414-442A-9B43-D43FD97538C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56" name="Freeform 248">
                <a:extLst>
                  <a:ext uri="{FF2B5EF4-FFF2-40B4-BE49-F238E27FC236}">
                    <a16:creationId xmlns:a16="http://schemas.microsoft.com/office/drawing/2014/main" id="{BC1E3B90-1E7F-4C35-8BA8-2280831CAE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57" name="Freeform 249">
                <a:extLst>
                  <a:ext uri="{FF2B5EF4-FFF2-40B4-BE49-F238E27FC236}">
                    <a16:creationId xmlns:a16="http://schemas.microsoft.com/office/drawing/2014/main" id="{96F79A9B-EDE9-42B9-8816-BAF50C0EE6D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58" name="Freeform 250">
                <a:extLst>
                  <a:ext uri="{FF2B5EF4-FFF2-40B4-BE49-F238E27FC236}">
                    <a16:creationId xmlns:a16="http://schemas.microsoft.com/office/drawing/2014/main" id="{24A2F6ED-3F8C-43D4-901C-31B377F87F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547" name="Freeform 251">
              <a:extLst>
                <a:ext uri="{FF2B5EF4-FFF2-40B4-BE49-F238E27FC236}">
                  <a16:creationId xmlns:a16="http://schemas.microsoft.com/office/drawing/2014/main" id="{C43C593C-353D-438E-8CEE-AC06B2BE8E4F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8" y="1211"/>
              <a:ext cx="144" cy="116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8" name="Freeform 252">
              <a:extLst>
                <a:ext uri="{FF2B5EF4-FFF2-40B4-BE49-F238E27FC236}">
                  <a16:creationId xmlns:a16="http://schemas.microsoft.com/office/drawing/2014/main" id="{BB875483-744E-4671-ABF6-DF1DB4B96467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0" y="1220"/>
              <a:ext cx="369" cy="10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49" name="Freeform 253">
              <a:extLst>
                <a:ext uri="{FF2B5EF4-FFF2-40B4-BE49-F238E27FC236}">
                  <a16:creationId xmlns:a16="http://schemas.microsoft.com/office/drawing/2014/main" id="{4A4808A3-7A08-4E5E-9F30-AD3EFB7932BF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0" y="1201"/>
              <a:ext cx="4" cy="21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50" name="Freeform 254">
              <a:extLst>
                <a:ext uri="{FF2B5EF4-FFF2-40B4-BE49-F238E27FC236}">
                  <a16:creationId xmlns:a16="http://schemas.microsoft.com/office/drawing/2014/main" id="{EE4D3A37-5BD7-4519-9468-270A68A31720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1" y="1114"/>
              <a:ext cx="171" cy="88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51" name="Freeform 255">
              <a:extLst>
                <a:ext uri="{FF2B5EF4-FFF2-40B4-BE49-F238E27FC236}">
                  <a16:creationId xmlns:a16="http://schemas.microsoft.com/office/drawing/2014/main" id="{1DDCC1AE-B285-46EB-AC60-97FE4EEE5E6A}"/>
                </a:ext>
              </a:extLst>
            </p:cNvPr>
            <p:cNvSpPr>
              <a:spLocks/>
            </p:cNvSpPr>
            <p:nvPr/>
          </p:nvSpPr>
          <p:spPr bwMode="auto">
            <a:xfrm>
              <a:off x="4432" y="1205"/>
              <a:ext cx="350" cy="102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52" name="Freeform 256">
              <a:extLst>
                <a:ext uri="{FF2B5EF4-FFF2-40B4-BE49-F238E27FC236}">
                  <a16:creationId xmlns:a16="http://schemas.microsoft.com/office/drawing/2014/main" id="{8C6341C1-7089-4C4C-8702-719D8544829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782" y="1198"/>
              <a:ext cx="142" cy="10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648226" name="AutoShape 34">
            <a:extLst>
              <a:ext uri="{FF2B5EF4-FFF2-40B4-BE49-F238E27FC236}">
                <a16:creationId xmlns:a16="http://schemas.microsoft.com/office/drawing/2014/main" id="{4F81A75B-B4C2-4D0F-A4AE-941F73AF8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263" y="2422525"/>
            <a:ext cx="976312" cy="485775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2" name="Group 45">
            <a:extLst>
              <a:ext uri="{FF2B5EF4-FFF2-40B4-BE49-F238E27FC236}">
                <a16:creationId xmlns:a16="http://schemas.microsoft.com/office/drawing/2014/main" id="{B75655C4-5420-406D-9FDA-D87E06566C6E}"/>
              </a:ext>
            </a:extLst>
          </p:cNvPr>
          <p:cNvGrpSpPr>
            <a:grpSpLocks/>
          </p:cNvGrpSpPr>
          <p:nvPr/>
        </p:nvGrpSpPr>
        <p:grpSpPr bwMode="auto">
          <a:xfrm>
            <a:off x="1195388" y="1258888"/>
            <a:ext cx="976312" cy="1460500"/>
            <a:chOff x="651" y="681"/>
            <a:chExt cx="615" cy="920"/>
          </a:xfrm>
        </p:grpSpPr>
        <p:sp>
          <p:nvSpPr>
            <p:cNvPr id="145529" name="Freeform 46">
              <a:extLst>
                <a:ext uri="{FF2B5EF4-FFF2-40B4-BE49-F238E27FC236}">
                  <a16:creationId xmlns:a16="http://schemas.microsoft.com/office/drawing/2014/main" id="{C5CA891B-F4B4-4502-9886-76ACDF39A95B}"/>
                </a:ext>
              </a:extLst>
            </p:cNvPr>
            <p:cNvSpPr>
              <a:spLocks/>
            </p:cNvSpPr>
            <p:nvPr/>
          </p:nvSpPr>
          <p:spPr bwMode="auto">
            <a:xfrm>
              <a:off x="662" y="698"/>
              <a:ext cx="604" cy="903"/>
            </a:xfrm>
            <a:custGeom>
              <a:avLst/>
              <a:gdLst>
                <a:gd name="T0" fmla="*/ 496 w 604"/>
                <a:gd name="T1" fmla="*/ 0 h 903"/>
                <a:gd name="T2" fmla="*/ 604 w 604"/>
                <a:gd name="T3" fmla="*/ 903 h 903"/>
                <a:gd name="T4" fmla="*/ 0 w 604"/>
                <a:gd name="T5" fmla="*/ 788 h 903"/>
                <a:gd name="T6" fmla="*/ 456 w 604"/>
                <a:gd name="T7" fmla="*/ 750 h 903"/>
                <a:gd name="T8" fmla="*/ 496 w 604"/>
                <a:gd name="T9" fmla="*/ 0 h 9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04"/>
                <a:gd name="T16" fmla="*/ 0 h 903"/>
                <a:gd name="T17" fmla="*/ 604 w 604"/>
                <a:gd name="T18" fmla="*/ 903 h 9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04" h="903">
                  <a:moveTo>
                    <a:pt x="496" y="0"/>
                  </a:moveTo>
                  <a:lnTo>
                    <a:pt x="604" y="903"/>
                  </a:lnTo>
                  <a:lnTo>
                    <a:pt x="0" y="788"/>
                  </a:lnTo>
                  <a:lnTo>
                    <a:pt x="456" y="750"/>
                  </a:lnTo>
                  <a:lnTo>
                    <a:pt x="496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alpha val="65999"/>
                  </a:schemeClr>
                </a:gs>
                <a:gs pos="100000">
                  <a:srgbClr val="000099">
                    <a:alpha val="67000"/>
                  </a:srgbClr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530" name="Group 47">
              <a:extLst>
                <a:ext uri="{FF2B5EF4-FFF2-40B4-BE49-F238E27FC236}">
                  <a16:creationId xmlns:a16="http://schemas.microsoft.com/office/drawing/2014/main" id="{2903EB05-7EFF-4C79-A5D6-0FEBDF69EB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1" y="681"/>
              <a:ext cx="501" cy="828"/>
              <a:chOff x="569" y="2954"/>
              <a:chExt cx="501" cy="828"/>
            </a:xfrm>
          </p:grpSpPr>
          <p:sp>
            <p:nvSpPr>
              <p:cNvPr id="145531" name="Rectangle 48">
                <a:extLst>
                  <a:ext uri="{FF2B5EF4-FFF2-40B4-BE49-F238E27FC236}">
                    <a16:creationId xmlns:a16="http://schemas.microsoft.com/office/drawing/2014/main" id="{1BE55FB1-390C-4565-9792-A1A7A8A1D8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2973"/>
                <a:ext cx="493" cy="79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32" name="Text Box 49">
                <a:extLst>
                  <a:ext uri="{FF2B5EF4-FFF2-40B4-BE49-F238E27FC236}">
                    <a16:creationId xmlns:a16="http://schemas.microsoft.com/office/drawing/2014/main" id="{2F85E1D7-B734-47E3-AE99-19D00CC686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3" y="2954"/>
                <a:ext cx="477" cy="8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UDP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Eth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Phy</a:t>
                </a:r>
              </a:p>
            </p:txBody>
          </p:sp>
          <p:sp>
            <p:nvSpPr>
              <p:cNvPr id="145533" name="Line 50">
                <a:extLst>
                  <a:ext uri="{FF2B5EF4-FFF2-40B4-BE49-F238E27FC236}">
                    <a16:creationId xmlns:a16="http://schemas.microsoft.com/office/drawing/2014/main" id="{619FFF4C-FF0E-4BE7-893C-EFA2036C57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8" y="3130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34" name="Line 51">
                <a:extLst>
                  <a:ext uri="{FF2B5EF4-FFF2-40B4-BE49-F238E27FC236}">
                    <a16:creationId xmlns:a16="http://schemas.microsoft.com/office/drawing/2014/main" id="{0008BAA9-DB31-4F82-B781-DC41A94810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5" y="3289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35" name="Line 52">
                <a:extLst>
                  <a:ext uri="{FF2B5EF4-FFF2-40B4-BE49-F238E27FC236}">
                    <a16:creationId xmlns:a16="http://schemas.microsoft.com/office/drawing/2014/main" id="{B4A3D94E-9A81-417F-8648-3BDCE65266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2" y="3448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536" name="Line 53">
                <a:extLst>
                  <a:ext uri="{FF2B5EF4-FFF2-40B4-BE49-F238E27FC236}">
                    <a16:creationId xmlns:a16="http://schemas.microsoft.com/office/drawing/2014/main" id="{6C158A37-89FD-4BB7-B54C-225178BBFB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9" y="3607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4" name="Group 54">
            <a:extLst>
              <a:ext uri="{FF2B5EF4-FFF2-40B4-BE49-F238E27FC236}">
                <a16:creationId xmlns:a16="http://schemas.microsoft.com/office/drawing/2014/main" id="{08A53A70-1F8D-4B66-B9BA-B509C5A13ED7}"/>
              </a:ext>
            </a:extLst>
          </p:cNvPr>
          <p:cNvGrpSpPr>
            <a:grpSpLocks/>
          </p:cNvGrpSpPr>
          <p:nvPr/>
        </p:nvGrpSpPr>
        <p:grpSpPr bwMode="auto">
          <a:xfrm>
            <a:off x="520700" y="1317625"/>
            <a:ext cx="544513" cy="244475"/>
            <a:chOff x="844" y="3337"/>
            <a:chExt cx="343" cy="154"/>
          </a:xfrm>
        </p:grpSpPr>
        <p:sp>
          <p:nvSpPr>
            <p:cNvPr id="145527" name="Rectangle 55">
              <a:extLst>
                <a:ext uri="{FF2B5EF4-FFF2-40B4-BE49-F238E27FC236}">
                  <a16:creationId xmlns:a16="http://schemas.microsoft.com/office/drawing/2014/main" id="{2707DEF8-1A4B-483C-8EE6-C85FAF7DA7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9" y="3370"/>
              <a:ext cx="245" cy="86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528" name="Text Box 56">
              <a:extLst>
                <a:ext uri="{FF2B5EF4-FFF2-40B4-BE49-F238E27FC236}">
                  <a16:creationId xmlns:a16="http://schemas.microsoft.com/office/drawing/2014/main" id="{C2ABBA0E-36B8-4D20-BD7E-228BB04725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4" y="3337"/>
              <a:ext cx="343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DHCP</a:t>
              </a:r>
            </a:p>
          </p:txBody>
        </p:sp>
      </p:grpSp>
      <p:grpSp>
        <p:nvGrpSpPr>
          <p:cNvPr id="15" name="Group 57">
            <a:extLst>
              <a:ext uri="{FF2B5EF4-FFF2-40B4-BE49-F238E27FC236}">
                <a16:creationId xmlns:a16="http://schemas.microsoft.com/office/drawing/2014/main" id="{39067DDE-B39F-483D-B93B-7185257D0DFC}"/>
              </a:ext>
            </a:extLst>
          </p:cNvPr>
          <p:cNvGrpSpPr>
            <a:grpSpLocks/>
          </p:cNvGrpSpPr>
          <p:nvPr/>
        </p:nvGrpSpPr>
        <p:grpSpPr bwMode="auto">
          <a:xfrm>
            <a:off x="66675" y="1336675"/>
            <a:ext cx="1081088" cy="1166813"/>
            <a:chOff x="42" y="744"/>
            <a:chExt cx="681" cy="735"/>
          </a:xfrm>
        </p:grpSpPr>
        <p:grpSp>
          <p:nvGrpSpPr>
            <p:cNvPr id="145495" name="Group 58">
              <a:extLst>
                <a:ext uri="{FF2B5EF4-FFF2-40B4-BE49-F238E27FC236}">
                  <a16:creationId xmlns:a16="http://schemas.microsoft.com/office/drawing/2014/main" id="{B2645A16-D0A0-4201-B057-22FEEB0F2B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" y="886"/>
              <a:ext cx="681" cy="468"/>
              <a:chOff x="42" y="886"/>
              <a:chExt cx="681" cy="468"/>
            </a:xfrm>
          </p:grpSpPr>
          <p:grpSp>
            <p:nvGrpSpPr>
              <p:cNvPr id="145497" name="Group 59">
                <a:extLst>
                  <a:ext uri="{FF2B5EF4-FFF2-40B4-BE49-F238E27FC236}">
                    <a16:creationId xmlns:a16="http://schemas.microsoft.com/office/drawing/2014/main" id="{168B7D23-70F0-4F6B-862E-ED3758A3C2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886"/>
                <a:ext cx="397" cy="154"/>
                <a:chOff x="740" y="3209"/>
                <a:chExt cx="397" cy="154"/>
              </a:xfrm>
            </p:grpSpPr>
            <p:grpSp>
              <p:nvGrpSpPr>
                <p:cNvPr id="145522" name="Group 60">
                  <a:extLst>
                    <a:ext uri="{FF2B5EF4-FFF2-40B4-BE49-F238E27FC236}">
                      <a16:creationId xmlns:a16="http://schemas.microsoft.com/office/drawing/2014/main" id="{304936F6-C3D0-4F8E-A9F1-6D2C77FC000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94" y="3209"/>
                  <a:ext cx="343" cy="154"/>
                  <a:chOff x="844" y="3337"/>
                  <a:chExt cx="343" cy="154"/>
                </a:xfrm>
              </p:grpSpPr>
              <p:sp>
                <p:nvSpPr>
                  <p:cNvPr id="145525" name="Rectangle 61">
                    <a:extLst>
                      <a:ext uri="{FF2B5EF4-FFF2-40B4-BE49-F238E27FC236}">
                        <a16:creationId xmlns:a16="http://schemas.microsoft.com/office/drawing/2014/main" id="{D654F813-903E-419A-84DE-AF023FC0FA2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526" name="Text Box 62">
                    <a:extLst>
                      <a:ext uri="{FF2B5EF4-FFF2-40B4-BE49-F238E27FC236}">
                        <a16:creationId xmlns:a16="http://schemas.microsoft.com/office/drawing/2014/main" id="{4C0A7421-6E44-41FB-B5C5-993A8814C1B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sp>
              <p:nvSpPr>
                <p:cNvPr id="145523" name="Rectangle 63">
                  <a:extLst>
                    <a:ext uri="{FF2B5EF4-FFF2-40B4-BE49-F238E27FC236}">
                      <a16:creationId xmlns:a16="http://schemas.microsoft.com/office/drawing/2014/main" id="{98639619-F23C-4134-B295-C964CEDB55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3244"/>
                  <a:ext cx="88" cy="82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524" name="Rectangle 64">
                  <a:extLst>
                    <a:ext uri="{FF2B5EF4-FFF2-40B4-BE49-F238E27FC236}">
                      <a16:creationId xmlns:a16="http://schemas.microsoft.com/office/drawing/2014/main" id="{2C493A4F-9151-4178-AB7B-05B6A2114D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0" y="3238"/>
                  <a:ext cx="354" cy="94"/>
                </a:xfrm>
                <a:prstGeom prst="rect">
                  <a:avLst/>
                </a:prstGeom>
                <a:noFill/>
                <a:ln w="9525">
                  <a:solidFill>
                    <a:schemeClr val="accent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5498" name="Group 65">
                <a:extLst>
                  <a:ext uri="{FF2B5EF4-FFF2-40B4-BE49-F238E27FC236}">
                    <a16:creationId xmlns:a16="http://schemas.microsoft.com/office/drawing/2014/main" id="{A666A719-962F-415B-AA66-92503F98A1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1034"/>
                <a:ext cx="397" cy="154"/>
                <a:chOff x="836" y="3305"/>
                <a:chExt cx="397" cy="154"/>
              </a:xfrm>
            </p:grpSpPr>
            <p:grpSp>
              <p:nvGrpSpPr>
                <p:cNvPr id="145516" name="Group 66">
                  <a:extLst>
                    <a:ext uri="{FF2B5EF4-FFF2-40B4-BE49-F238E27FC236}">
                      <a16:creationId xmlns:a16="http://schemas.microsoft.com/office/drawing/2014/main" id="{4E250026-B464-45A3-9C8D-E0F5F03787C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0" y="3305"/>
                  <a:ext cx="343" cy="154"/>
                  <a:chOff x="844" y="3337"/>
                  <a:chExt cx="343" cy="154"/>
                </a:xfrm>
              </p:grpSpPr>
              <p:sp>
                <p:nvSpPr>
                  <p:cNvPr id="145520" name="Rectangle 67">
                    <a:extLst>
                      <a:ext uri="{FF2B5EF4-FFF2-40B4-BE49-F238E27FC236}">
                        <a16:creationId xmlns:a16="http://schemas.microsoft.com/office/drawing/2014/main" id="{F13A8877-FF9D-4F2F-A702-725C8AE80A6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521" name="Text Box 68">
                    <a:extLst>
                      <a:ext uri="{FF2B5EF4-FFF2-40B4-BE49-F238E27FC236}">
                        <a16:creationId xmlns:a16="http://schemas.microsoft.com/office/drawing/2014/main" id="{E38F175A-9146-4854-96A4-60C05DCCCFB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grpSp>
              <p:nvGrpSpPr>
                <p:cNvPr id="145517" name="Group 69">
                  <a:extLst>
                    <a:ext uri="{FF2B5EF4-FFF2-40B4-BE49-F238E27FC236}">
                      <a16:creationId xmlns:a16="http://schemas.microsoft.com/office/drawing/2014/main" id="{52873F8C-F233-4033-80EE-A293EA954C1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6" y="3334"/>
                  <a:ext cx="354" cy="94"/>
                  <a:chOff x="836" y="3334"/>
                  <a:chExt cx="354" cy="94"/>
                </a:xfrm>
              </p:grpSpPr>
              <p:sp>
                <p:nvSpPr>
                  <p:cNvPr id="145518" name="Rectangle 70">
                    <a:extLst>
                      <a:ext uri="{FF2B5EF4-FFF2-40B4-BE49-F238E27FC236}">
                        <a16:creationId xmlns:a16="http://schemas.microsoft.com/office/drawing/2014/main" id="{74235B4E-F694-4DE5-8DDF-F4B8653B74A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46" y="3340"/>
                    <a:ext cx="88" cy="82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519" name="Rectangle 71">
                    <a:extLst>
                      <a:ext uri="{FF2B5EF4-FFF2-40B4-BE49-F238E27FC236}">
                        <a16:creationId xmlns:a16="http://schemas.microsoft.com/office/drawing/2014/main" id="{DB4C23F7-FBFB-4236-BFDD-2167AE69D33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36" y="3334"/>
                    <a:ext cx="354" cy="94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145499" name="Group 72">
                <a:extLst>
                  <a:ext uri="{FF2B5EF4-FFF2-40B4-BE49-F238E27FC236}">
                    <a16:creationId xmlns:a16="http://schemas.microsoft.com/office/drawing/2014/main" id="{105F3CC3-CB1E-4200-9E64-CDA08133F6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5" y="1054"/>
                <a:ext cx="480" cy="112"/>
                <a:chOff x="627" y="3377"/>
                <a:chExt cx="480" cy="112"/>
              </a:xfrm>
            </p:grpSpPr>
            <p:sp>
              <p:nvSpPr>
                <p:cNvPr id="145514" name="Rectangle 73">
                  <a:extLst>
                    <a:ext uri="{FF2B5EF4-FFF2-40B4-BE49-F238E27FC236}">
                      <a16:creationId xmlns:a16="http://schemas.microsoft.com/office/drawing/2014/main" id="{135663C9-FDA4-4ACA-AF8F-A6466BF3FA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6" y="3388"/>
                  <a:ext cx="96" cy="93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515" name="Rectangle 74">
                  <a:extLst>
                    <a:ext uri="{FF2B5EF4-FFF2-40B4-BE49-F238E27FC236}">
                      <a16:creationId xmlns:a16="http://schemas.microsoft.com/office/drawing/2014/main" id="{F7CBD9E0-D96B-4613-9EDB-1DA0D48A52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3377"/>
                  <a:ext cx="480" cy="11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5500" name="Group 75">
                <a:extLst>
                  <a:ext uri="{FF2B5EF4-FFF2-40B4-BE49-F238E27FC236}">
                    <a16:creationId xmlns:a16="http://schemas.microsoft.com/office/drawing/2014/main" id="{09DDE899-9493-4FE2-87EE-32595201D1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" y="1200"/>
                <a:ext cx="681" cy="154"/>
                <a:chOff x="504" y="3523"/>
                <a:chExt cx="681" cy="154"/>
              </a:xfrm>
            </p:grpSpPr>
            <p:grpSp>
              <p:nvGrpSpPr>
                <p:cNvPr id="145501" name="Group 76">
                  <a:extLst>
                    <a:ext uri="{FF2B5EF4-FFF2-40B4-BE49-F238E27FC236}">
                      <a16:creationId xmlns:a16="http://schemas.microsoft.com/office/drawing/2014/main" id="{C11B60D3-35EE-44CA-A102-59FB6B952B5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23" y="3523"/>
                  <a:ext cx="510" cy="154"/>
                  <a:chOff x="723" y="3453"/>
                  <a:chExt cx="510" cy="154"/>
                </a:xfrm>
              </p:grpSpPr>
              <p:grpSp>
                <p:nvGrpSpPr>
                  <p:cNvPr id="145505" name="Group 77">
                    <a:extLst>
                      <a:ext uri="{FF2B5EF4-FFF2-40B4-BE49-F238E27FC236}">
                        <a16:creationId xmlns:a16="http://schemas.microsoft.com/office/drawing/2014/main" id="{D40C8C5B-B1B3-4731-ACA3-B06AA462428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36" y="3453"/>
                    <a:ext cx="397" cy="154"/>
                    <a:chOff x="836" y="3305"/>
                    <a:chExt cx="397" cy="154"/>
                  </a:xfrm>
                </p:grpSpPr>
                <p:grpSp>
                  <p:nvGrpSpPr>
                    <p:cNvPr id="145508" name="Group 78">
                      <a:extLst>
                        <a:ext uri="{FF2B5EF4-FFF2-40B4-BE49-F238E27FC236}">
                          <a16:creationId xmlns:a16="http://schemas.microsoft.com/office/drawing/2014/main" id="{EF2D1DF2-FB87-4324-A617-F0CB709895E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90" y="3305"/>
                      <a:ext cx="343" cy="154"/>
                      <a:chOff x="844" y="3337"/>
                      <a:chExt cx="343" cy="154"/>
                    </a:xfrm>
                  </p:grpSpPr>
                  <p:sp>
                    <p:nvSpPr>
                      <p:cNvPr id="145512" name="Rectangle 79">
                        <a:extLst>
                          <a:ext uri="{FF2B5EF4-FFF2-40B4-BE49-F238E27FC236}">
                            <a16:creationId xmlns:a16="http://schemas.microsoft.com/office/drawing/2014/main" id="{5BA60011-E829-495A-80A0-7442ED7722F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89" y="3370"/>
                        <a:ext cx="245" cy="8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5513" name="Text Box 80">
                        <a:extLst>
                          <a:ext uri="{FF2B5EF4-FFF2-40B4-BE49-F238E27FC236}">
                            <a16:creationId xmlns:a16="http://schemas.microsoft.com/office/drawing/2014/main" id="{B8ADBB8D-0FE8-438B-8DD2-AB2ACEBB2A88}"/>
                          </a:ext>
                        </a:extLst>
                      </p:cNvPr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844" y="3337"/>
                        <a:ext cx="343" cy="15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>
                        <a:spAutoFit/>
                      </a:bodyPr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altLang="zh-TW" sz="1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ea typeface="ＭＳ Ｐゴシック" panose="020B0600070205080204" pitchFamily="34" charset="-128"/>
                            <a:cs typeface="+mn-cs"/>
                          </a:rPr>
                          <a:t>DHCP</a:t>
                        </a:r>
                      </a:p>
                    </p:txBody>
                  </p:sp>
                </p:grpSp>
                <p:grpSp>
                  <p:nvGrpSpPr>
                    <p:cNvPr id="145509" name="Group 81">
                      <a:extLst>
                        <a:ext uri="{FF2B5EF4-FFF2-40B4-BE49-F238E27FC236}">
                          <a16:creationId xmlns:a16="http://schemas.microsoft.com/office/drawing/2014/main" id="{2E836685-EB67-40F4-BB73-0D58F3D1304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36" y="3334"/>
                      <a:ext cx="354" cy="94"/>
                      <a:chOff x="836" y="3334"/>
                      <a:chExt cx="354" cy="94"/>
                    </a:xfrm>
                  </p:grpSpPr>
                  <p:sp>
                    <p:nvSpPr>
                      <p:cNvPr id="145510" name="Rectangle 82">
                        <a:extLst>
                          <a:ext uri="{FF2B5EF4-FFF2-40B4-BE49-F238E27FC236}">
                            <a16:creationId xmlns:a16="http://schemas.microsoft.com/office/drawing/2014/main" id="{3FA660C9-715F-413D-B23F-CAA847A14E2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46" y="3340"/>
                        <a:ext cx="88" cy="8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5511" name="Rectangle 83">
                        <a:extLst>
                          <a:ext uri="{FF2B5EF4-FFF2-40B4-BE49-F238E27FC236}">
                            <a16:creationId xmlns:a16="http://schemas.microsoft.com/office/drawing/2014/main" id="{8E814D08-90A6-49D6-BCBD-8350F8A8F62E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36" y="3334"/>
                        <a:ext cx="354" cy="94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45506" name="Rectangle 84">
                    <a:extLst>
                      <a:ext uri="{FF2B5EF4-FFF2-40B4-BE49-F238E27FC236}">
                        <a16:creationId xmlns:a16="http://schemas.microsoft.com/office/drawing/2014/main" id="{F09E812D-AD0C-40D3-89BC-48F28F93591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32" y="3484"/>
                    <a:ext cx="96" cy="93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507" name="Rectangle 85">
                    <a:extLst>
                      <a:ext uri="{FF2B5EF4-FFF2-40B4-BE49-F238E27FC236}">
                        <a16:creationId xmlns:a16="http://schemas.microsoft.com/office/drawing/2014/main" id="{6353E9C3-4853-4552-BF78-B65B6236D90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23" y="3473"/>
                    <a:ext cx="480" cy="112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2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45502" name="Rectangle 86">
                  <a:extLst>
                    <a:ext uri="{FF2B5EF4-FFF2-40B4-BE49-F238E27FC236}">
                      <a16:creationId xmlns:a16="http://schemas.microsoft.com/office/drawing/2014/main" id="{1E2B8733-431F-44F8-8F98-CD9B286490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17" y="3545"/>
                  <a:ext cx="94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503" name="Rectangle 87">
                  <a:extLst>
                    <a:ext uri="{FF2B5EF4-FFF2-40B4-BE49-F238E27FC236}">
                      <a16:creationId xmlns:a16="http://schemas.microsoft.com/office/drawing/2014/main" id="{C3E23A08-D7E7-4EDA-B8C2-2E6DA65E5D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5" y="3544"/>
                  <a:ext cx="60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504" name="Rectangle 88">
                  <a:extLst>
                    <a:ext uri="{FF2B5EF4-FFF2-40B4-BE49-F238E27FC236}">
                      <a16:creationId xmlns:a16="http://schemas.microsoft.com/office/drawing/2014/main" id="{ED3698B1-83E3-4CA9-B2C1-3D98223D0CE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4" y="3529"/>
                  <a:ext cx="681" cy="138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45496" name="AutoShape 89">
              <a:extLst>
                <a:ext uri="{FF2B5EF4-FFF2-40B4-BE49-F238E27FC236}">
                  <a16:creationId xmlns:a16="http://schemas.microsoft.com/office/drawing/2014/main" id="{33DECA9D-783B-46D8-92B9-869E3BEF2A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744"/>
              <a:ext cx="240" cy="735"/>
            </a:xfrm>
            <a:prstGeom prst="downArrow">
              <a:avLst>
                <a:gd name="adj1" fmla="val 54167"/>
                <a:gd name="adj2" fmla="val 49170"/>
              </a:avLst>
            </a:prstGeom>
            <a:gradFill rotWithShape="1">
              <a:gsLst>
                <a:gs pos="0">
                  <a:srgbClr val="FF0000">
                    <a:alpha val="25000"/>
                  </a:srgbClr>
                </a:gs>
                <a:gs pos="100000">
                  <a:srgbClr val="FF0000">
                    <a:alpha val="25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28" name="Group 90">
            <a:extLst>
              <a:ext uri="{FF2B5EF4-FFF2-40B4-BE49-F238E27FC236}">
                <a16:creationId xmlns:a16="http://schemas.microsoft.com/office/drawing/2014/main" id="{D4147B72-C7D5-4BDD-963B-1E38B2273ACA}"/>
              </a:ext>
            </a:extLst>
          </p:cNvPr>
          <p:cNvGrpSpPr>
            <a:grpSpLocks/>
          </p:cNvGrpSpPr>
          <p:nvPr/>
        </p:nvGrpSpPr>
        <p:grpSpPr bwMode="auto">
          <a:xfrm>
            <a:off x="650875" y="2544763"/>
            <a:ext cx="1081088" cy="244475"/>
            <a:chOff x="504" y="3523"/>
            <a:chExt cx="681" cy="154"/>
          </a:xfrm>
        </p:grpSpPr>
        <p:grpSp>
          <p:nvGrpSpPr>
            <p:cNvPr id="145482" name="Group 91">
              <a:extLst>
                <a:ext uri="{FF2B5EF4-FFF2-40B4-BE49-F238E27FC236}">
                  <a16:creationId xmlns:a16="http://schemas.microsoft.com/office/drawing/2014/main" id="{54A6C254-F388-422E-A44A-4647DA8E748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3" y="3523"/>
              <a:ext cx="510" cy="154"/>
              <a:chOff x="723" y="3453"/>
              <a:chExt cx="510" cy="154"/>
            </a:xfrm>
          </p:grpSpPr>
          <p:grpSp>
            <p:nvGrpSpPr>
              <p:cNvPr id="145486" name="Group 92">
                <a:extLst>
                  <a:ext uri="{FF2B5EF4-FFF2-40B4-BE49-F238E27FC236}">
                    <a16:creationId xmlns:a16="http://schemas.microsoft.com/office/drawing/2014/main" id="{26E8C375-106B-47C7-ABAA-C21B1646C3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6" y="3453"/>
                <a:ext cx="397" cy="154"/>
                <a:chOff x="836" y="3305"/>
                <a:chExt cx="397" cy="154"/>
              </a:xfrm>
            </p:grpSpPr>
            <p:grpSp>
              <p:nvGrpSpPr>
                <p:cNvPr id="145489" name="Group 93">
                  <a:extLst>
                    <a:ext uri="{FF2B5EF4-FFF2-40B4-BE49-F238E27FC236}">
                      <a16:creationId xmlns:a16="http://schemas.microsoft.com/office/drawing/2014/main" id="{C325BB0A-74F8-490E-88DE-96331083C1B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0" y="3305"/>
                  <a:ext cx="343" cy="154"/>
                  <a:chOff x="844" y="3337"/>
                  <a:chExt cx="343" cy="154"/>
                </a:xfrm>
              </p:grpSpPr>
              <p:sp>
                <p:nvSpPr>
                  <p:cNvPr id="145493" name="Rectangle 94">
                    <a:extLst>
                      <a:ext uri="{FF2B5EF4-FFF2-40B4-BE49-F238E27FC236}">
                        <a16:creationId xmlns:a16="http://schemas.microsoft.com/office/drawing/2014/main" id="{BCEC8C8F-1AE8-482A-96B8-053651A6F92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494" name="Text Box 95">
                    <a:extLst>
                      <a:ext uri="{FF2B5EF4-FFF2-40B4-BE49-F238E27FC236}">
                        <a16:creationId xmlns:a16="http://schemas.microsoft.com/office/drawing/2014/main" id="{DAFD2963-59A3-4A54-BFC8-D1F7EA31F58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grpSp>
              <p:nvGrpSpPr>
                <p:cNvPr id="145490" name="Group 96">
                  <a:extLst>
                    <a:ext uri="{FF2B5EF4-FFF2-40B4-BE49-F238E27FC236}">
                      <a16:creationId xmlns:a16="http://schemas.microsoft.com/office/drawing/2014/main" id="{BAB56223-5B7A-4886-8F03-C58E5D256CB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6" y="3334"/>
                  <a:ext cx="354" cy="94"/>
                  <a:chOff x="836" y="3334"/>
                  <a:chExt cx="354" cy="94"/>
                </a:xfrm>
              </p:grpSpPr>
              <p:sp>
                <p:nvSpPr>
                  <p:cNvPr id="145491" name="Rectangle 97">
                    <a:extLst>
                      <a:ext uri="{FF2B5EF4-FFF2-40B4-BE49-F238E27FC236}">
                        <a16:creationId xmlns:a16="http://schemas.microsoft.com/office/drawing/2014/main" id="{9D0F6704-4D31-4C28-BA6F-598A3017969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46" y="3340"/>
                    <a:ext cx="88" cy="82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492" name="Rectangle 98">
                    <a:extLst>
                      <a:ext uri="{FF2B5EF4-FFF2-40B4-BE49-F238E27FC236}">
                        <a16:creationId xmlns:a16="http://schemas.microsoft.com/office/drawing/2014/main" id="{660CA08B-E57C-46E1-820E-9BA15F6DB6B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36" y="3334"/>
                    <a:ext cx="354" cy="94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sp>
            <p:nvSpPr>
              <p:cNvPr id="145487" name="Rectangle 99">
                <a:extLst>
                  <a:ext uri="{FF2B5EF4-FFF2-40B4-BE49-F238E27FC236}">
                    <a16:creationId xmlns:a16="http://schemas.microsoft.com/office/drawing/2014/main" id="{C0D4BBB8-68B2-4311-89D5-A30D9778E7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32" y="3484"/>
                <a:ext cx="96" cy="93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488" name="Rectangle 100">
                <a:extLst>
                  <a:ext uri="{FF2B5EF4-FFF2-40B4-BE49-F238E27FC236}">
                    <a16:creationId xmlns:a16="http://schemas.microsoft.com/office/drawing/2014/main" id="{36530D18-4E74-423C-BF20-A01697CF79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3" y="3473"/>
                <a:ext cx="480" cy="112"/>
              </a:xfrm>
              <a:prstGeom prst="rect">
                <a:avLst/>
              </a:prstGeom>
              <a:noFill/>
              <a:ln w="9525">
                <a:solidFill>
                  <a:schemeClr val="accent2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5483" name="Rectangle 101">
              <a:extLst>
                <a:ext uri="{FF2B5EF4-FFF2-40B4-BE49-F238E27FC236}">
                  <a16:creationId xmlns:a16="http://schemas.microsoft.com/office/drawing/2014/main" id="{B8D290B5-79AE-416F-BA45-5578C5B094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545"/>
              <a:ext cx="94" cy="10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484" name="Rectangle 102">
              <a:extLst>
                <a:ext uri="{FF2B5EF4-FFF2-40B4-BE49-F238E27FC236}">
                  <a16:creationId xmlns:a16="http://schemas.microsoft.com/office/drawing/2014/main" id="{01342E98-9282-4196-9F53-AA89B811F9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" y="3544"/>
              <a:ext cx="60" cy="10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485" name="Rectangle 103">
              <a:extLst>
                <a:ext uri="{FF2B5EF4-FFF2-40B4-BE49-F238E27FC236}">
                  <a16:creationId xmlns:a16="http://schemas.microsoft.com/office/drawing/2014/main" id="{4253805E-CDCA-472C-AB58-C3DE9CEDDC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" y="3529"/>
              <a:ext cx="681" cy="1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22916" name="Group 104">
            <a:extLst>
              <a:ext uri="{FF2B5EF4-FFF2-40B4-BE49-F238E27FC236}">
                <a16:creationId xmlns:a16="http://schemas.microsoft.com/office/drawing/2014/main" id="{9CD242E6-143E-4E18-92A0-6349AB4B3573}"/>
              </a:ext>
            </a:extLst>
          </p:cNvPr>
          <p:cNvGrpSpPr>
            <a:grpSpLocks/>
          </p:cNvGrpSpPr>
          <p:nvPr/>
        </p:nvGrpSpPr>
        <p:grpSpPr bwMode="auto">
          <a:xfrm>
            <a:off x="1477963" y="3236913"/>
            <a:ext cx="1316037" cy="1314450"/>
            <a:chOff x="931" y="1941"/>
            <a:chExt cx="829" cy="828"/>
          </a:xfrm>
        </p:grpSpPr>
        <p:sp>
          <p:nvSpPr>
            <p:cNvPr id="145474" name="Freeform 105">
              <a:extLst>
                <a:ext uri="{FF2B5EF4-FFF2-40B4-BE49-F238E27FC236}">
                  <a16:creationId xmlns:a16="http://schemas.microsoft.com/office/drawing/2014/main" id="{6E106E4C-B1E6-4616-BBE1-2A654C93D5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24" y="1965"/>
              <a:ext cx="336" cy="801"/>
            </a:xfrm>
            <a:custGeom>
              <a:avLst/>
              <a:gdLst>
                <a:gd name="T0" fmla="*/ 1 w 551"/>
                <a:gd name="T1" fmla="*/ 0 h 801"/>
                <a:gd name="T2" fmla="*/ 1 w 551"/>
                <a:gd name="T3" fmla="*/ 402 h 801"/>
                <a:gd name="T4" fmla="*/ 1 w 551"/>
                <a:gd name="T5" fmla="*/ 801 h 801"/>
                <a:gd name="T6" fmla="*/ 1 w 551"/>
                <a:gd name="T7" fmla="*/ 535 h 801"/>
                <a:gd name="T8" fmla="*/ 0 w 551"/>
                <a:gd name="T9" fmla="*/ 371 h 801"/>
                <a:gd name="T10" fmla="*/ 1 w 551"/>
                <a:gd name="T11" fmla="*/ 0 h 801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551"/>
                <a:gd name="T19" fmla="*/ 0 h 801"/>
                <a:gd name="T20" fmla="*/ 551 w 551"/>
                <a:gd name="T21" fmla="*/ 801 h 801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551" h="801">
                  <a:moveTo>
                    <a:pt x="14" y="0"/>
                  </a:moveTo>
                  <a:lnTo>
                    <a:pt x="551" y="402"/>
                  </a:lnTo>
                  <a:lnTo>
                    <a:pt x="6" y="801"/>
                  </a:lnTo>
                  <a:lnTo>
                    <a:pt x="13" y="535"/>
                  </a:lnTo>
                  <a:lnTo>
                    <a:pt x="0" y="371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alpha val="64998"/>
                  </a:schemeClr>
                </a:gs>
                <a:gs pos="100000">
                  <a:srgbClr val="000099">
                    <a:alpha val="64998"/>
                  </a:srgbClr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475" name="Group 106">
              <a:extLst>
                <a:ext uri="{FF2B5EF4-FFF2-40B4-BE49-F238E27FC236}">
                  <a16:creationId xmlns:a16="http://schemas.microsoft.com/office/drawing/2014/main" id="{DFCBDA5F-D6F9-4BDE-B849-27FA391760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1" y="1941"/>
              <a:ext cx="501" cy="828"/>
              <a:chOff x="569" y="2954"/>
              <a:chExt cx="501" cy="828"/>
            </a:xfrm>
          </p:grpSpPr>
          <p:sp>
            <p:nvSpPr>
              <p:cNvPr id="145476" name="Rectangle 107">
                <a:extLst>
                  <a:ext uri="{FF2B5EF4-FFF2-40B4-BE49-F238E27FC236}">
                    <a16:creationId xmlns:a16="http://schemas.microsoft.com/office/drawing/2014/main" id="{1A01E2FF-4121-4BB1-82CF-9DA92F798B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2973"/>
                <a:ext cx="493" cy="79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477" name="Text Box 108">
                <a:extLst>
                  <a:ext uri="{FF2B5EF4-FFF2-40B4-BE49-F238E27FC236}">
                    <a16:creationId xmlns:a16="http://schemas.microsoft.com/office/drawing/2014/main" id="{F1EC6347-676D-43B3-939C-EC323F9E89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3" y="2954"/>
                <a:ext cx="477" cy="8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UDP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Eth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Phy</a:t>
                </a:r>
              </a:p>
            </p:txBody>
          </p:sp>
          <p:sp>
            <p:nvSpPr>
              <p:cNvPr id="145478" name="Line 109">
                <a:extLst>
                  <a:ext uri="{FF2B5EF4-FFF2-40B4-BE49-F238E27FC236}">
                    <a16:creationId xmlns:a16="http://schemas.microsoft.com/office/drawing/2014/main" id="{94E53C93-0236-4586-8D0D-8043B53ECD6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8" y="3130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479" name="Line 110">
                <a:extLst>
                  <a:ext uri="{FF2B5EF4-FFF2-40B4-BE49-F238E27FC236}">
                    <a16:creationId xmlns:a16="http://schemas.microsoft.com/office/drawing/2014/main" id="{AA175F19-7C49-4863-8670-9A93C0AE686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5" y="3289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480" name="Line 111">
                <a:extLst>
                  <a:ext uri="{FF2B5EF4-FFF2-40B4-BE49-F238E27FC236}">
                    <a16:creationId xmlns:a16="http://schemas.microsoft.com/office/drawing/2014/main" id="{8D22DDFD-BC31-4787-BE6B-E78D6AA099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2" y="3448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481" name="Line 112">
                <a:extLst>
                  <a:ext uri="{FF2B5EF4-FFF2-40B4-BE49-F238E27FC236}">
                    <a16:creationId xmlns:a16="http://schemas.microsoft.com/office/drawing/2014/main" id="{80E839A4-EA27-42D4-BFC5-27F2C06CA5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9" y="3607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22918" name="Group 113">
            <a:extLst>
              <a:ext uri="{FF2B5EF4-FFF2-40B4-BE49-F238E27FC236}">
                <a16:creationId xmlns:a16="http://schemas.microsoft.com/office/drawing/2014/main" id="{BAB27AEA-9F28-43A1-A971-2F01B77CC2F2}"/>
              </a:ext>
            </a:extLst>
          </p:cNvPr>
          <p:cNvGrpSpPr>
            <a:grpSpLocks/>
          </p:cNvGrpSpPr>
          <p:nvPr/>
        </p:nvGrpSpPr>
        <p:grpSpPr bwMode="auto">
          <a:xfrm>
            <a:off x="339725" y="3136900"/>
            <a:ext cx="1081088" cy="1217613"/>
            <a:chOff x="1404" y="3105"/>
            <a:chExt cx="681" cy="767"/>
          </a:xfrm>
        </p:grpSpPr>
        <p:grpSp>
          <p:nvGrpSpPr>
            <p:cNvPr id="145439" name="Group 114">
              <a:extLst>
                <a:ext uri="{FF2B5EF4-FFF2-40B4-BE49-F238E27FC236}">
                  <a16:creationId xmlns:a16="http://schemas.microsoft.com/office/drawing/2014/main" id="{C690D039-8A98-4310-BA1F-7241CBCF54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04" y="3355"/>
              <a:ext cx="681" cy="468"/>
              <a:chOff x="42" y="886"/>
              <a:chExt cx="681" cy="468"/>
            </a:xfrm>
          </p:grpSpPr>
          <p:grpSp>
            <p:nvGrpSpPr>
              <p:cNvPr id="145444" name="Group 115">
                <a:extLst>
                  <a:ext uri="{FF2B5EF4-FFF2-40B4-BE49-F238E27FC236}">
                    <a16:creationId xmlns:a16="http://schemas.microsoft.com/office/drawing/2014/main" id="{4DA42982-35CA-4BF9-BB5B-5D5A13C43E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886"/>
                <a:ext cx="397" cy="154"/>
                <a:chOff x="740" y="3209"/>
                <a:chExt cx="397" cy="154"/>
              </a:xfrm>
            </p:grpSpPr>
            <p:grpSp>
              <p:nvGrpSpPr>
                <p:cNvPr id="145469" name="Group 116">
                  <a:extLst>
                    <a:ext uri="{FF2B5EF4-FFF2-40B4-BE49-F238E27FC236}">
                      <a16:creationId xmlns:a16="http://schemas.microsoft.com/office/drawing/2014/main" id="{7442FA78-C5A3-42CC-879A-0A471505591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94" y="3209"/>
                  <a:ext cx="343" cy="154"/>
                  <a:chOff x="844" y="3337"/>
                  <a:chExt cx="343" cy="154"/>
                </a:xfrm>
              </p:grpSpPr>
              <p:sp>
                <p:nvSpPr>
                  <p:cNvPr id="145472" name="Rectangle 117">
                    <a:extLst>
                      <a:ext uri="{FF2B5EF4-FFF2-40B4-BE49-F238E27FC236}">
                        <a16:creationId xmlns:a16="http://schemas.microsoft.com/office/drawing/2014/main" id="{FF4C5FC4-BBEE-4B4F-A938-11CB90D36E7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473" name="Text Box 118">
                    <a:extLst>
                      <a:ext uri="{FF2B5EF4-FFF2-40B4-BE49-F238E27FC236}">
                        <a16:creationId xmlns:a16="http://schemas.microsoft.com/office/drawing/2014/main" id="{E04054B6-968C-4C7E-8989-46AE32D3BF9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sp>
              <p:nvSpPr>
                <p:cNvPr id="145470" name="Rectangle 119">
                  <a:extLst>
                    <a:ext uri="{FF2B5EF4-FFF2-40B4-BE49-F238E27FC236}">
                      <a16:creationId xmlns:a16="http://schemas.microsoft.com/office/drawing/2014/main" id="{8AC02AA5-F70F-4920-9B87-A8C5332575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3244"/>
                  <a:ext cx="88" cy="82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471" name="Rectangle 120">
                  <a:extLst>
                    <a:ext uri="{FF2B5EF4-FFF2-40B4-BE49-F238E27FC236}">
                      <a16:creationId xmlns:a16="http://schemas.microsoft.com/office/drawing/2014/main" id="{E4CB6E3B-244E-4CFA-846A-A4D5AA0332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0" y="3238"/>
                  <a:ext cx="354" cy="94"/>
                </a:xfrm>
                <a:prstGeom prst="rect">
                  <a:avLst/>
                </a:prstGeom>
                <a:noFill/>
                <a:ln w="9525">
                  <a:solidFill>
                    <a:schemeClr val="accent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5445" name="Group 121">
                <a:extLst>
                  <a:ext uri="{FF2B5EF4-FFF2-40B4-BE49-F238E27FC236}">
                    <a16:creationId xmlns:a16="http://schemas.microsoft.com/office/drawing/2014/main" id="{821948D3-FFCB-4584-BB56-3F574AF058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1034"/>
                <a:ext cx="397" cy="154"/>
                <a:chOff x="836" y="3305"/>
                <a:chExt cx="397" cy="154"/>
              </a:xfrm>
            </p:grpSpPr>
            <p:grpSp>
              <p:nvGrpSpPr>
                <p:cNvPr id="145463" name="Group 122">
                  <a:extLst>
                    <a:ext uri="{FF2B5EF4-FFF2-40B4-BE49-F238E27FC236}">
                      <a16:creationId xmlns:a16="http://schemas.microsoft.com/office/drawing/2014/main" id="{486ACD63-E7C4-4DBC-A067-7FDF55D8BF7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0" y="3305"/>
                  <a:ext cx="343" cy="154"/>
                  <a:chOff x="844" y="3337"/>
                  <a:chExt cx="343" cy="154"/>
                </a:xfrm>
              </p:grpSpPr>
              <p:sp>
                <p:nvSpPr>
                  <p:cNvPr id="145467" name="Rectangle 123">
                    <a:extLst>
                      <a:ext uri="{FF2B5EF4-FFF2-40B4-BE49-F238E27FC236}">
                        <a16:creationId xmlns:a16="http://schemas.microsoft.com/office/drawing/2014/main" id="{9D8CD1FA-53EA-4679-AB93-4B78159323B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468" name="Text Box 124">
                    <a:extLst>
                      <a:ext uri="{FF2B5EF4-FFF2-40B4-BE49-F238E27FC236}">
                        <a16:creationId xmlns:a16="http://schemas.microsoft.com/office/drawing/2014/main" id="{CDAC4CCD-27B5-4324-8D41-D6872AA83C8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grpSp>
              <p:nvGrpSpPr>
                <p:cNvPr id="145464" name="Group 125">
                  <a:extLst>
                    <a:ext uri="{FF2B5EF4-FFF2-40B4-BE49-F238E27FC236}">
                      <a16:creationId xmlns:a16="http://schemas.microsoft.com/office/drawing/2014/main" id="{7AC330EA-799A-4946-9666-43E7D7F98B4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6" y="3334"/>
                  <a:ext cx="354" cy="94"/>
                  <a:chOff x="836" y="3334"/>
                  <a:chExt cx="354" cy="94"/>
                </a:xfrm>
              </p:grpSpPr>
              <p:sp>
                <p:nvSpPr>
                  <p:cNvPr id="145465" name="Rectangle 126">
                    <a:extLst>
                      <a:ext uri="{FF2B5EF4-FFF2-40B4-BE49-F238E27FC236}">
                        <a16:creationId xmlns:a16="http://schemas.microsoft.com/office/drawing/2014/main" id="{9BFC98F6-EE24-4828-96AF-CDAB3FE0DFE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46" y="3340"/>
                    <a:ext cx="88" cy="82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466" name="Rectangle 127">
                    <a:extLst>
                      <a:ext uri="{FF2B5EF4-FFF2-40B4-BE49-F238E27FC236}">
                        <a16:creationId xmlns:a16="http://schemas.microsoft.com/office/drawing/2014/main" id="{437EBB7E-4203-415C-BA6C-891669EA282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36" y="3334"/>
                    <a:ext cx="354" cy="94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145446" name="Group 128">
                <a:extLst>
                  <a:ext uri="{FF2B5EF4-FFF2-40B4-BE49-F238E27FC236}">
                    <a16:creationId xmlns:a16="http://schemas.microsoft.com/office/drawing/2014/main" id="{C0E0A08A-D7FF-4A78-A770-340753C24D5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5" y="1054"/>
                <a:ext cx="480" cy="112"/>
                <a:chOff x="627" y="3377"/>
                <a:chExt cx="480" cy="112"/>
              </a:xfrm>
            </p:grpSpPr>
            <p:sp>
              <p:nvSpPr>
                <p:cNvPr id="145461" name="Rectangle 129">
                  <a:extLst>
                    <a:ext uri="{FF2B5EF4-FFF2-40B4-BE49-F238E27FC236}">
                      <a16:creationId xmlns:a16="http://schemas.microsoft.com/office/drawing/2014/main" id="{752E61C9-0992-4A97-8A58-1F9978B2C2C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6" y="3388"/>
                  <a:ext cx="96" cy="93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462" name="Rectangle 130">
                  <a:extLst>
                    <a:ext uri="{FF2B5EF4-FFF2-40B4-BE49-F238E27FC236}">
                      <a16:creationId xmlns:a16="http://schemas.microsoft.com/office/drawing/2014/main" id="{02B042DD-751D-4A3F-A6A3-0DB3602919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3377"/>
                  <a:ext cx="480" cy="11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5447" name="Group 131">
                <a:extLst>
                  <a:ext uri="{FF2B5EF4-FFF2-40B4-BE49-F238E27FC236}">
                    <a16:creationId xmlns:a16="http://schemas.microsoft.com/office/drawing/2014/main" id="{117E8C82-944A-4AE9-8DA9-E8B8B6FD29E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" y="1200"/>
                <a:ext cx="681" cy="154"/>
                <a:chOff x="504" y="3523"/>
                <a:chExt cx="681" cy="154"/>
              </a:xfrm>
            </p:grpSpPr>
            <p:grpSp>
              <p:nvGrpSpPr>
                <p:cNvPr id="145448" name="Group 132">
                  <a:extLst>
                    <a:ext uri="{FF2B5EF4-FFF2-40B4-BE49-F238E27FC236}">
                      <a16:creationId xmlns:a16="http://schemas.microsoft.com/office/drawing/2014/main" id="{8EF66F31-2645-4AC2-9F3B-268152585D2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23" y="3523"/>
                  <a:ext cx="510" cy="154"/>
                  <a:chOff x="723" y="3453"/>
                  <a:chExt cx="510" cy="154"/>
                </a:xfrm>
              </p:grpSpPr>
              <p:grpSp>
                <p:nvGrpSpPr>
                  <p:cNvPr id="145452" name="Group 133">
                    <a:extLst>
                      <a:ext uri="{FF2B5EF4-FFF2-40B4-BE49-F238E27FC236}">
                        <a16:creationId xmlns:a16="http://schemas.microsoft.com/office/drawing/2014/main" id="{BD1D3C5A-D917-4CFA-9649-8DD77D0A9A9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36" y="3453"/>
                    <a:ext cx="397" cy="154"/>
                    <a:chOff x="836" y="3305"/>
                    <a:chExt cx="397" cy="154"/>
                  </a:xfrm>
                </p:grpSpPr>
                <p:grpSp>
                  <p:nvGrpSpPr>
                    <p:cNvPr id="145455" name="Group 134">
                      <a:extLst>
                        <a:ext uri="{FF2B5EF4-FFF2-40B4-BE49-F238E27FC236}">
                          <a16:creationId xmlns:a16="http://schemas.microsoft.com/office/drawing/2014/main" id="{B981F1E7-02EF-4697-82C4-4D59426FC244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90" y="3305"/>
                      <a:ext cx="343" cy="154"/>
                      <a:chOff x="844" y="3337"/>
                      <a:chExt cx="343" cy="154"/>
                    </a:xfrm>
                  </p:grpSpPr>
                  <p:sp>
                    <p:nvSpPr>
                      <p:cNvPr id="145459" name="Rectangle 135">
                        <a:extLst>
                          <a:ext uri="{FF2B5EF4-FFF2-40B4-BE49-F238E27FC236}">
                            <a16:creationId xmlns:a16="http://schemas.microsoft.com/office/drawing/2014/main" id="{402C78E1-3DA9-448A-9879-658840B6C64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89" y="3370"/>
                        <a:ext cx="245" cy="8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5460" name="Text Box 136">
                        <a:extLst>
                          <a:ext uri="{FF2B5EF4-FFF2-40B4-BE49-F238E27FC236}">
                            <a16:creationId xmlns:a16="http://schemas.microsoft.com/office/drawing/2014/main" id="{BFE07D36-D2F1-444B-9C5E-CD60FABBE98E}"/>
                          </a:ext>
                        </a:extLst>
                      </p:cNvPr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844" y="3337"/>
                        <a:ext cx="343" cy="15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>
                        <a:spAutoFit/>
                      </a:bodyPr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altLang="zh-TW" sz="1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ea typeface="ＭＳ Ｐゴシック" panose="020B0600070205080204" pitchFamily="34" charset="-128"/>
                            <a:cs typeface="+mn-cs"/>
                          </a:rPr>
                          <a:t>DHCP</a:t>
                        </a:r>
                      </a:p>
                    </p:txBody>
                  </p:sp>
                </p:grpSp>
                <p:grpSp>
                  <p:nvGrpSpPr>
                    <p:cNvPr id="145456" name="Group 137">
                      <a:extLst>
                        <a:ext uri="{FF2B5EF4-FFF2-40B4-BE49-F238E27FC236}">
                          <a16:creationId xmlns:a16="http://schemas.microsoft.com/office/drawing/2014/main" id="{49261481-32ED-49A2-BA65-99CFF5ECC035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36" y="3334"/>
                      <a:ext cx="354" cy="94"/>
                      <a:chOff x="836" y="3334"/>
                      <a:chExt cx="354" cy="94"/>
                    </a:xfrm>
                  </p:grpSpPr>
                  <p:sp>
                    <p:nvSpPr>
                      <p:cNvPr id="145457" name="Rectangle 138">
                        <a:extLst>
                          <a:ext uri="{FF2B5EF4-FFF2-40B4-BE49-F238E27FC236}">
                            <a16:creationId xmlns:a16="http://schemas.microsoft.com/office/drawing/2014/main" id="{9F952603-FFF7-485C-8831-72D698976570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46" y="3340"/>
                        <a:ext cx="88" cy="8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5458" name="Rectangle 139">
                        <a:extLst>
                          <a:ext uri="{FF2B5EF4-FFF2-40B4-BE49-F238E27FC236}">
                            <a16:creationId xmlns:a16="http://schemas.microsoft.com/office/drawing/2014/main" id="{C2302737-7BE0-4F7C-BD96-1C8D5606682D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36" y="3334"/>
                        <a:ext cx="354" cy="94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45453" name="Rectangle 140">
                    <a:extLst>
                      <a:ext uri="{FF2B5EF4-FFF2-40B4-BE49-F238E27FC236}">
                        <a16:creationId xmlns:a16="http://schemas.microsoft.com/office/drawing/2014/main" id="{5A3033BE-CB41-45DE-9D42-373C3FAC429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32" y="3484"/>
                    <a:ext cx="96" cy="93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5454" name="Rectangle 141">
                    <a:extLst>
                      <a:ext uri="{FF2B5EF4-FFF2-40B4-BE49-F238E27FC236}">
                        <a16:creationId xmlns:a16="http://schemas.microsoft.com/office/drawing/2014/main" id="{45A1A8F2-821C-4197-9516-D1621DB3DF6F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23" y="3473"/>
                    <a:ext cx="480" cy="112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2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45449" name="Rectangle 142">
                  <a:extLst>
                    <a:ext uri="{FF2B5EF4-FFF2-40B4-BE49-F238E27FC236}">
                      <a16:creationId xmlns:a16="http://schemas.microsoft.com/office/drawing/2014/main" id="{3B8FEA0E-419C-4ED5-9D1A-17CAF69B6AE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17" y="3545"/>
                  <a:ext cx="94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450" name="Rectangle 143">
                  <a:extLst>
                    <a:ext uri="{FF2B5EF4-FFF2-40B4-BE49-F238E27FC236}">
                      <a16:creationId xmlns:a16="http://schemas.microsoft.com/office/drawing/2014/main" id="{35CEC7CC-2273-4FBB-B9CB-870D1DB138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5" y="3544"/>
                  <a:ext cx="60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5451" name="Rectangle 144">
                  <a:extLst>
                    <a:ext uri="{FF2B5EF4-FFF2-40B4-BE49-F238E27FC236}">
                      <a16:creationId xmlns:a16="http://schemas.microsoft.com/office/drawing/2014/main" id="{911CF92C-667E-468C-8C82-63DBFC57A28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4" y="3529"/>
                  <a:ext cx="681" cy="138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45440" name="AutoShape 145">
              <a:extLst>
                <a:ext uri="{FF2B5EF4-FFF2-40B4-BE49-F238E27FC236}">
                  <a16:creationId xmlns:a16="http://schemas.microsoft.com/office/drawing/2014/main" id="{1249228F-BBD5-4AA0-9347-EC63CF810071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1727" y="3105"/>
              <a:ext cx="240" cy="767"/>
            </a:xfrm>
            <a:prstGeom prst="downArrow">
              <a:avLst>
                <a:gd name="adj1" fmla="val 54167"/>
                <a:gd name="adj2" fmla="val 51311"/>
              </a:avLst>
            </a:prstGeom>
            <a:gradFill rotWithShape="1">
              <a:gsLst>
                <a:gs pos="0">
                  <a:srgbClr val="FF0000">
                    <a:alpha val="25000"/>
                  </a:srgbClr>
                </a:gs>
                <a:gs pos="100000">
                  <a:srgbClr val="FF0000">
                    <a:alpha val="25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5441" name="Group 146">
              <a:extLst>
                <a:ext uri="{FF2B5EF4-FFF2-40B4-BE49-F238E27FC236}">
                  <a16:creationId xmlns:a16="http://schemas.microsoft.com/office/drawing/2014/main" id="{5AA12BA4-A848-476B-BE4D-637B747CABB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95" y="3227"/>
              <a:ext cx="343" cy="154"/>
              <a:chOff x="844" y="3337"/>
              <a:chExt cx="343" cy="154"/>
            </a:xfrm>
          </p:grpSpPr>
          <p:sp>
            <p:nvSpPr>
              <p:cNvPr id="145442" name="Rectangle 147">
                <a:extLst>
                  <a:ext uri="{FF2B5EF4-FFF2-40B4-BE49-F238E27FC236}">
                    <a16:creationId xmlns:a16="http://schemas.microsoft.com/office/drawing/2014/main" id="{7693EBB1-DD37-4A7A-8DA7-C2F43B732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9" y="3370"/>
                <a:ext cx="245" cy="86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bg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5443" name="Text Box 148">
                <a:extLst>
                  <a:ext uri="{FF2B5EF4-FFF2-40B4-BE49-F238E27FC236}">
                    <a16:creationId xmlns:a16="http://schemas.microsoft.com/office/drawing/2014/main" id="{6C461471-9D26-46CD-A41F-837819CF44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4" y="3337"/>
                <a:ext cx="34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</a:t>
                </a:r>
              </a:p>
            </p:txBody>
          </p:sp>
        </p:grpSp>
      </p:grpSp>
      <p:grpSp>
        <p:nvGrpSpPr>
          <p:cNvPr id="122967" name="Group 149">
            <a:extLst>
              <a:ext uri="{FF2B5EF4-FFF2-40B4-BE49-F238E27FC236}">
                <a16:creationId xmlns:a16="http://schemas.microsoft.com/office/drawing/2014/main" id="{B5E58346-96C1-479F-8642-505C8B912A21}"/>
              </a:ext>
            </a:extLst>
          </p:cNvPr>
          <p:cNvGrpSpPr>
            <a:grpSpLocks/>
          </p:cNvGrpSpPr>
          <p:nvPr/>
        </p:nvGrpSpPr>
        <p:grpSpPr bwMode="auto">
          <a:xfrm>
            <a:off x="803275" y="3333750"/>
            <a:ext cx="544513" cy="244475"/>
            <a:chOff x="844" y="3337"/>
            <a:chExt cx="343" cy="154"/>
          </a:xfrm>
        </p:grpSpPr>
        <p:sp>
          <p:nvSpPr>
            <p:cNvPr id="145437" name="Rectangle 150">
              <a:extLst>
                <a:ext uri="{FF2B5EF4-FFF2-40B4-BE49-F238E27FC236}">
                  <a16:creationId xmlns:a16="http://schemas.microsoft.com/office/drawing/2014/main" id="{B32449EE-C4DC-479F-B6E4-4FCFFC1EA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9" y="3370"/>
              <a:ext cx="245" cy="86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5438" name="Text Box 151">
              <a:extLst>
                <a:ext uri="{FF2B5EF4-FFF2-40B4-BE49-F238E27FC236}">
                  <a16:creationId xmlns:a16="http://schemas.microsoft.com/office/drawing/2014/main" id="{E2355218-9C3F-4777-8F45-95D5D02B1E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4" y="3337"/>
              <a:ext cx="343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DHCP</a:t>
              </a:r>
            </a:p>
          </p:txBody>
        </p:sp>
      </p:grpSp>
      <p:pic>
        <p:nvPicPr>
          <p:cNvPr id="145435" name="Picture 258" descr="underline_base">
            <a:extLst>
              <a:ext uri="{FF2B5EF4-FFF2-40B4-BE49-F238E27FC236}">
                <a16:creationId xmlns:a16="http://schemas.microsoft.com/office/drawing/2014/main" id="{FC955C47-6327-46FB-8102-21D98410A886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63" y="722313"/>
            <a:ext cx="3198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180" name="Rectangle 259">
            <a:extLst>
              <a:ext uri="{FF2B5EF4-FFF2-40B4-BE49-F238E27FC236}">
                <a16:creationId xmlns:a16="http://schemas.microsoft.com/office/drawing/2014/main" id="{7E445831-090F-4343-887C-AB55FE103F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23850" y="77788"/>
            <a:ext cx="4354513" cy="94297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cs typeface="+mj-cs"/>
              </a:rPr>
              <a:t>DHCP: example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48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" dur="500"/>
                                        <p:tgtEl>
                                          <p:spTgt spid="648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8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1.81144E-6 L 0.26823 -0.00139 L 0.10833 0.27287 L -0.01806 0.27125 " pathEditMode="relative" rAng="0" ptsTypes="AAAA">
                                      <p:cBhvr>
                                        <p:cTn id="43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357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122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1000"/>
                                        <p:tgtEl>
                                          <p:spTgt spid="122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" presetClass="exit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8195" grpId="0" build="p"/>
      <p:bldP spid="648344" grpId="0"/>
      <p:bldP spid="648345" grpId="0"/>
      <p:bldP spid="64834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Footer Placeholder 4">
            <a:extLst>
              <a:ext uri="{FF2B5EF4-FFF2-40B4-BE49-F238E27FC236}">
                <a16:creationId xmlns:a16="http://schemas.microsoft.com/office/drawing/2014/main" id="{EC179E25-8E2A-41A5-A803-1CE575F02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6435" name="Slide Number Placeholder 5">
            <a:extLst>
              <a:ext uri="{FF2B5EF4-FFF2-40B4-BE49-F238E27FC236}">
                <a16:creationId xmlns:a16="http://schemas.microsoft.com/office/drawing/2014/main" id="{27AB3E6E-E746-48B6-9CF5-CCD146C7D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69628A05-6898-4868-B1F9-5B3E67D1F2C5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46436" name="Picture 227" descr="underline_base">
            <a:extLst>
              <a:ext uri="{FF2B5EF4-FFF2-40B4-BE49-F238E27FC236}">
                <a16:creationId xmlns:a16="http://schemas.microsoft.com/office/drawing/2014/main" id="{739AA50D-27C9-4840-8316-DD2BC8BF848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63" y="722313"/>
            <a:ext cx="31988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9219" name="Rectangle 3">
            <a:extLst>
              <a:ext uri="{FF2B5EF4-FFF2-40B4-BE49-F238E27FC236}">
                <a16:creationId xmlns:a16="http://schemas.microsoft.com/office/drawing/2014/main" id="{8B898FA4-7261-4FDD-A18A-72FB068F07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037138" y="1158875"/>
            <a:ext cx="3430587" cy="1573213"/>
          </a:xfrm>
        </p:spPr>
        <p:txBody>
          <a:bodyPr/>
          <a:lstStyle/>
          <a:p>
            <a:r>
              <a:rPr lang="en-US" altLang="zh-TW" sz="2200" dirty="0">
                <a:ea typeface="ＭＳ Ｐゴシック" panose="020B0600070205080204" pitchFamily="34" charset="-128"/>
              </a:rPr>
              <a:t>DCP server formulates </a:t>
            </a:r>
            <a:r>
              <a:rPr lang="en-US" altLang="zh-TW" sz="22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DHCP ACK </a:t>
            </a:r>
            <a:r>
              <a:rPr lang="en-US" altLang="zh-TW" sz="2200" dirty="0">
                <a:ea typeface="ＭＳ Ｐゴシック" panose="020B0600070205080204" pitchFamily="34" charset="-128"/>
              </a:rPr>
              <a:t>containing </a:t>
            </a:r>
            <a:r>
              <a:rPr lang="en-US" altLang="zh-TW" sz="2200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client</a:t>
            </a:r>
            <a:r>
              <a:rPr lang="ja-JP" altLang="en-US" sz="2200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ja-JP" sz="2200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s IP address, IP address of first-hop router for client, name &amp; IP address of DNS server</a:t>
            </a:r>
          </a:p>
          <a:p>
            <a:endParaRPr lang="en-US" altLang="zh-TW" sz="1800" dirty="0">
              <a:ea typeface="ＭＳ Ｐゴシック" panose="020B0600070205080204" pitchFamily="34" charset="-128"/>
            </a:endParaRPr>
          </a:p>
        </p:txBody>
      </p:sp>
      <p:sp>
        <p:nvSpPr>
          <p:cNvPr id="146438" name="Freeform 3">
            <a:extLst>
              <a:ext uri="{FF2B5EF4-FFF2-40B4-BE49-F238E27FC236}">
                <a16:creationId xmlns:a16="http://schemas.microsoft.com/office/drawing/2014/main" id="{888C639A-C65C-4239-B750-99B49F9D608D}"/>
              </a:ext>
            </a:extLst>
          </p:cNvPr>
          <p:cNvSpPr>
            <a:spLocks/>
          </p:cNvSpPr>
          <p:nvPr/>
        </p:nvSpPr>
        <p:spPr bwMode="auto">
          <a:xfrm>
            <a:off x="773113" y="1428750"/>
            <a:ext cx="3554412" cy="2754313"/>
          </a:xfrm>
          <a:custGeom>
            <a:avLst/>
            <a:gdLst>
              <a:gd name="T0" fmla="*/ 2147483646 w 2406"/>
              <a:gd name="T1" fmla="*/ 2147483646 h 958"/>
              <a:gd name="T2" fmla="*/ 2147483646 w 2406"/>
              <a:gd name="T3" fmla="*/ 2147483646 h 958"/>
              <a:gd name="T4" fmla="*/ 2147483646 w 2406"/>
              <a:gd name="T5" fmla="*/ 2147483646 h 958"/>
              <a:gd name="T6" fmla="*/ 2147483646 w 2406"/>
              <a:gd name="T7" fmla="*/ 2147483646 h 958"/>
              <a:gd name="T8" fmla="*/ 2147483646 w 2406"/>
              <a:gd name="T9" fmla="*/ 2147483646 h 958"/>
              <a:gd name="T10" fmla="*/ 2147483646 w 2406"/>
              <a:gd name="T11" fmla="*/ 2147483646 h 958"/>
              <a:gd name="T12" fmla="*/ 2147483646 w 2406"/>
              <a:gd name="T13" fmla="*/ 2147483646 h 958"/>
              <a:gd name="T14" fmla="*/ 2147483646 w 2406"/>
              <a:gd name="T15" fmla="*/ 2147483646 h 958"/>
              <a:gd name="T16" fmla="*/ 2147483646 w 2406"/>
              <a:gd name="T17" fmla="*/ 2147483646 h 958"/>
              <a:gd name="T18" fmla="*/ 2147483646 w 2406"/>
              <a:gd name="T19" fmla="*/ 2147483646 h 958"/>
              <a:gd name="T20" fmla="*/ 2147483646 w 2406"/>
              <a:gd name="T21" fmla="*/ 2147483646 h 958"/>
              <a:gd name="T22" fmla="*/ 2147483646 w 2406"/>
              <a:gd name="T23" fmla="*/ 2147483646 h 958"/>
              <a:gd name="T24" fmla="*/ 2147483646 w 2406"/>
              <a:gd name="T25" fmla="*/ 2147483646 h 958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w 2406"/>
              <a:gd name="T40" fmla="*/ 0 h 958"/>
              <a:gd name="T41" fmla="*/ 2406 w 2406"/>
              <a:gd name="T42" fmla="*/ 958 h 958"/>
            </a:gdLst>
            <a:ahLst/>
            <a:cxnLst>
              <a:cxn ang="T26">
                <a:pos x="T0" y="T1"/>
              </a:cxn>
              <a:cxn ang="T27">
                <a:pos x="T2" y="T3"/>
              </a:cxn>
              <a:cxn ang="T28">
                <a:pos x="T4" y="T5"/>
              </a:cxn>
              <a:cxn ang="T29">
                <a:pos x="T6" y="T7"/>
              </a:cxn>
              <a:cxn ang="T30">
                <a:pos x="T8" y="T9"/>
              </a:cxn>
              <a:cxn ang="T31">
                <a:pos x="T10" y="T11"/>
              </a:cxn>
              <a:cxn ang="T32">
                <a:pos x="T12" y="T13"/>
              </a:cxn>
              <a:cxn ang="T33">
                <a:pos x="T14" y="T15"/>
              </a:cxn>
              <a:cxn ang="T34">
                <a:pos x="T16" y="T17"/>
              </a:cxn>
              <a:cxn ang="T35">
                <a:pos x="T18" y="T19"/>
              </a:cxn>
              <a:cxn ang="T36">
                <a:pos x="T20" y="T21"/>
              </a:cxn>
              <a:cxn ang="T37">
                <a:pos x="T22" y="T23"/>
              </a:cxn>
              <a:cxn ang="T38">
                <a:pos x="T24" y="T25"/>
              </a:cxn>
            </a:cxnLst>
            <a:rect l="T39" t="T40" r="T41" b="T42"/>
            <a:pathLst>
              <a:path w="2406" h="958">
                <a:moveTo>
                  <a:pt x="2192" y="274"/>
                </a:moveTo>
                <a:cubicBezTo>
                  <a:pt x="1978" y="94"/>
                  <a:pt x="1990" y="122"/>
                  <a:pt x="1857" y="77"/>
                </a:cubicBezTo>
                <a:cubicBezTo>
                  <a:pt x="1724" y="32"/>
                  <a:pt x="1584" y="0"/>
                  <a:pt x="1393" y="7"/>
                </a:cubicBezTo>
                <a:cubicBezTo>
                  <a:pt x="1202" y="14"/>
                  <a:pt x="898" y="84"/>
                  <a:pt x="713" y="122"/>
                </a:cubicBezTo>
                <a:cubicBezTo>
                  <a:pt x="528" y="160"/>
                  <a:pt x="395" y="168"/>
                  <a:pt x="280" y="234"/>
                </a:cubicBezTo>
                <a:cubicBezTo>
                  <a:pt x="166" y="301"/>
                  <a:pt x="52" y="432"/>
                  <a:pt x="26" y="522"/>
                </a:cubicBezTo>
                <a:cubicBezTo>
                  <a:pt x="0" y="612"/>
                  <a:pt x="81" y="711"/>
                  <a:pt x="122" y="773"/>
                </a:cubicBezTo>
                <a:cubicBezTo>
                  <a:pt x="163" y="835"/>
                  <a:pt x="99" y="877"/>
                  <a:pt x="273" y="894"/>
                </a:cubicBezTo>
                <a:cubicBezTo>
                  <a:pt x="447" y="911"/>
                  <a:pt x="938" y="866"/>
                  <a:pt x="1169" y="876"/>
                </a:cubicBezTo>
                <a:cubicBezTo>
                  <a:pt x="1400" y="886"/>
                  <a:pt x="1499" y="950"/>
                  <a:pt x="1659" y="954"/>
                </a:cubicBezTo>
                <a:cubicBezTo>
                  <a:pt x="1819" y="958"/>
                  <a:pt x="2014" y="958"/>
                  <a:pt x="2129" y="897"/>
                </a:cubicBezTo>
                <a:cubicBezTo>
                  <a:pt x="2244" y="836"/>
                  <a:pt x="2327" y="856"/>
                  <a:pt x="2350" y="591"/>
                </a:cubicBezTo>
                <a:cubicBezTo>
                  <a:pt x="2373" y="326"/>
                  <a:pt x="2406" y="454"/>
                  <a:pt x="2192" y="274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6439" name="Line 36">
            <a:extLst>
              <a:ext uri="{FF2B5EF4-FFF2-40B4-BE49-F238E27FC236}">
                <a16:creationId xmlns:a16="http://schemas.microsoft.com/office/drawing/2014/main" id="{465DF9C9-843B-412A-952D-4C5BAACB68B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75075" y="2511425"/>
            <a:ext cx="155575" cy="1428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6440" name="Line 43">
            <a:extLst>
              <a:ext uri="{FF2B5EF4-FFF2-40B4-BE49-F238E27FC236}">
                <a16:creationId xmlns:a16="http://schemas.microsoft.com/office/drawing/2014/main" id="{22B5C317-5D0F-4B66-B734-6DD44E702DD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665413" y="2673350"/>
            <a:ext cx="695325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6441" name="Line 44">
            <a:extLst>
              <a:ext uri="{FF2B5EF4-FFF2-40B4-BE49-F238E27FC236}">
                <a16:creationId xmlns:a16="http://schemas.microsoft.com/office/drawing/2014/main" id="{54DA1DF5-F035-4ECA-9BC0-C525240743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24300" y="2368550"/>
            <a:ext cx="138113" cy="142875"/>
          </a:xfrm>
          <a:prstGeom prst="line">
            <a:avLst/>
          </a:prstGeom>
          <a:noFill/>
          <a:ln w="9525">
            <a:solidFill>
              <a:srgbClr val="0000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6442" name="Line 48">
            <a:extLst>
              <a:ext uri="{FF2B5EF4-FFF2-40B4-BE49-F238E27FC236}">
                <a16:creationId xmlns:a16="http://schemas.microsoft.com/office/drawing/2014/main" id="{DF9CF19B-9577-4D86-B850-3C66655EFB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9775" y="2903538"/>
            <a:ext cx="512763" cy="6127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49364" name="Rectangle 148">
            <a:extLst>
              <a:ext uri="{FF2B5EF4-FFF2-40B4-BE49-F238E27FC236}">
                <a16:creationId xmlns:a16="http://schemas.microsoft.com/office/drawing/2014/main" id="{CB9CA84F-9095-43F8-AD62-993705CC5E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0788" y="2930525"/>
            <a:ext cx="3421062" cy="136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encapsulation of DHCP server, frame forwarded to client, demuxing up to DHCP at client</a:t>
            </a:r>
          </a:p>
        </p:txBody>
      </p:sp>
      <p:sp>
        <p:nvSpPr>
          <p:cNvPr id="50188" name="Rectangle 152">
            <a:extLst>
              <a:ext uri="{FF2B5EF4-FFF2-40B4-BE49-F238E27FC236}">
                <a16:creationId xmlns:a16="http://schemas.microsoft.com/office/drawing/2014/main" id="{0408D36D-06EE-43E2-8B82-D43AAEB230C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23850" y="77788"/>
            <a:ext cx="4354513" cy="942975"/>
          </a:xfrm>
        </p:spPr>
        <p:txBody>
          <a:bodyPr/>
          <a:lstStyle/>
          <a:p>
            <a:pPr>
              <a:defRPr/>
            </a:pPr>
            <a:r>
              <a:rPr lang="en-US" sz="3600" dirty="0">
                <a:cs typeface="+mj-cs"/>
              </a:rPr>
              <a:t>DHCP: example</a:t>
            </a:r>
          </a:p>
        </p:txBody>
      </p:sp>
      <p:grpSp>
        <p:nvGrpSpPr>
          <p:cNvPr id="146445" name="Group 153">
            <a:extLst>
              <a:ext uri="{FF2B5EF4-FFF2-40B4-BE49-F238E27FC236}">
                <a16:creationId xmlns:a16="http://schemas.microsoft.com/office/drawing/2014/main" id="{DB62FA4E-2C6D-4185-BC7C-1FEE5ED7C833}"/>
              </a:ext>
            </a:extLst>
          </p:cNvPr>
          <p:cNvGrpSpPr>
            <a:grpSpLocks/>
          </p:cNvGrpSpPr>
          <p:nvPr/>
        </p:nvGrpSpPr>
        <p:grpSpPr bwMode="auto">
          <a:xfrm>
            <a:off x="1978025" y="2295525"/>
            <a:ext cx="850900" cy="615950"/>
            <a:chOff x="4420" y="878"/>
            <a:chExt cx="614" cy="458"/>
          </a:xfrm>
        </p:grpSpPr>
        <p:pic>
          <p:nvPicPr>
            <p:cNvPr id="146601" name="Picture 154" descr="laptop_keyboard">
              <a:extLst>
                <a:ext uri="{FF2B5EF4-FFF2-40B4-BE49-F238E27FC236}">
                  <a16:creationId xmlns:a16="http://schemas.microsoft.com/office/drawing/2014/main" id="{FC4D25ED-8BB2-4E6E-A942-820D9CE30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9064" flipH="1">
              <a:off x="4420" y="1108"/>
              <a:ext cx="527" cy="2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6602" name="Freeform 155">
              <a:extLst>
                <a:ext uri="{FF2B5EF4-FFF2-40B4-BE49-F238E27FC236}">
                  <a16:creationId xmlns:a16="http://schemas.microsoft.com/office/drawing/2014/main" id="{09E60CCE-1E55-4BEC-B1A7-6A8462A4E27D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5" y="888"/>
              <a:ext cx="424" cy="297"/>
            </a:xfrm>
            <a:custGeom>
              <a:avLst/>
              <a:gdLst>
                <a:gd name="T0" fmla="*/ 0 w 2982"/>
                <a:gd name="T1" fmla="*/ 0 h 2442"/>
                <a:gd name="T2" fmla="*/ 0 w 2982"/>
                <a:gd name="T3" fmla="*/ 0 h 2442"/>
                <a:gd name="T4" fmla="*/ 0 w 2982"/>
                <a:gd name="T5" fmla="*/ 0 h 2442"/>
                <a:gd name="T6" fmla="*/ 0 w 2982"/>
                <a:gd name="T7" fmla="*/ 0 h 2442"/>
                <a:gd name="T8" fmla="*/ 0 w 2982"/>
                <a:gd name="T9" fmla="*/ 0 h 24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82"/>
                <a:gd name="T16" fmla="*/ 0 h 2442"/>
                <a:gd name="T17" fmla="*/ 2982 w 2982"/>
                <a:gd name="T18" fmla="*/ 2442 h 24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82" h="2442">
                  <a:moveTo>
                    <a:pt x="540" y="0"/>
                  </a:moveTo>
                  <a:lnTo>
                    <a:pt x="0" y="1734"/>
                  </a:lnTo>
                  <a:lnTo>
                    <a:pt x="2394" y="2442"/>
                  </a:lnTo>
                  <a:lnTo>
                    <a:pt x="2982" y="318"/>
                  </a:lnTo>
                  <a:lnTo>
                    <a:pt x="540" y="0"/>
                  </a:lnTo>
                  <a:close/>
                </a:path>
              </a:pathLst>
            </a:cu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pic>
          <p:nvPicPr>
            <p:cNvPr id="146603" name="Picture 156" descr="screen">
              <a:extLst>
                <a:ext uri="{FF2B5EF4-FFF2-40B4-BE49-F238E27FC236}">
                  <a16:creationId xmlns:a16="http://schemas.microsoft.com/office/drawing/2014/main" id="{2476128A-64BF-4F5F-BFE5-5BC55175C9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16" y="895"/>
              <a:ext cx="385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6604" name="Freeform 157">
              <a:extLst>
                <a:ext uri="{FF2B5EF4-FFF2-40B4-BE49-F238E27FC236}">
                  <a16:creationId xmlns:a16="http://schemas.microsoft.com/office/drawing/2014/main" id="{43E9508C-D2E8-4FAC-B6FF-921F0A6E9F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672" y="879"/>
              <a:ext cx="359" cy="55"/>
            </a:xfrm>
            <a:custGeom>
              <a:avLst/>
              <a:gdLst>
                <a:gd name="T0" fmla="*/ 0 w 2528"/>
                <a:gd name="T1" fmla="*/ 0 h 455"/>
                <a:gd name="T2" fmla="*/ 0 w 2528"/>
                <a:gd name="T3" fmla="*/ 0 h 455"/>
                <a:gd name="T4" fmla="*/ 0 w 2528"/>
                <a:gd name="T5" fmla="*/ 0 h 455"/>
                <a:gd name="T6" fmla="*/ 0 w 2528"/>
                <a:gd name="T7" fmla="*/ 0 h 455"/>
                <a:gd name="T8" fmla="*/ 0 w 2528"/>
                <a:gd name="T9" fmla="*/ 0 h 4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528"/>
                <a:gd name="T16" fmla="*/ 0 h 455"/>
                <a:gd name="T17" fmla="*/ 2528 w 2528"/>
                <a:gd name="T18" fmla="*/ 455 h 45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528" h="455">
                  <a:moveTo>
                    <a:pt x="14" y="0"/>
                  </a:moveTo>
                  <a:lnTo>
                    <a:pt x="2528" y="341"/>
                  </a:lnTo>
                  <a:lnTo>
                    <a:pt x="2480" y="455"/>
                  </a:lnTo>
                  <a:lnTo>
                    <a:pt x="0" y="86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EAEAEA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05" name="Freeform 158">
              <a:extLst>
                <a:ext uri="{FF2B5EF4-FFF2-40B4-BE49-F238E27FC236}">
                  <a16:creationId xmlns:a16="http://schemas.microsoft.com/office/drawing/2014/main" id="{142DD136-646E-465E-BAFA-0904AAF7B92A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1" y="878"/>
              <a:ext cx="100" cy="230"/>
            </a:xfrm>
            <a:custGeom>
              <a:avLst/>
              <a:gdLst>
                <a:gd name="T0" fmla="*/ 0 w 702"/>
                <a:gd name="T1" fmla="*/ 0 h 1893"/>
                <a:gd name="T2" fmla="*/ 0 w 702"/>
                <a:gd name="T3" fmla="*/ 0 h 1893"/>
                <a:gd name="T4" fmla="*/ 0 w 702"/>
                <a:gd name="T5" fmla="*/ 0 h 1893"/>
                <a:gd name="T6" fmla="*/ 0 w 702"/>
                <a:gd name="T7" fmla="*/ 0 h 1893"/>
                <a:gd name="T8" fmla="*/ 0 w 702"/>
                <a:gd name="T9" fmla="*/ 0 h 189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02"/>
                <a:gd name="T16" fmla="*/ 0 h 1893"/>
                <a:gd name="T17" fmla="*/ 702 w 702"/>
                <a:gd name="T18" fmla="*/ 1893 h 189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02" h="1893">
                  <a:moveTo>
                    <a:pt x="579" y="0"/>
                  </a:moveTo>
                  <a:lnTo>
                    <a:pt x="0" y="1869"/>
                  </a:lnTo>
                  <a:lnTo>
                    <a:pt x="114" y="1893"/>
                  </a:lnTo>
                  <a:lnTo>
                    <a:pt x="702" y="51"/>
                  </a:lnTo>
                  <a:lnTo>
                    <a:pt x="579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06" name="Freeform 159">
              <a:extLst>
                <a:ext uri="{FF2B5EF4-FFF2-40B4-BE49-F238E27FC236}">
                  <a16:creationId xmlns:a16="http://schemas.microsoft.com/office/drawing/2014/main" id="{624CF1AA-E1D4-4347-8DCA-D4E104351CB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21" y="920"/>
              <a:ext cx="108" cy="265"/>
            </a:xfrm>
            <a:custGeom>
              <a:avLst/>
              <a:gdLst>
                <a:gd name="T0" fmla="*/ 0 w 756"/>
                <a:gd name="T1" fmla="*/ 0 h 2184"/>
                <a:gd name="T2" fmla="*/ 0 w 756"/>
                <a:gd name="T3" fmla="*/ 0 h 2184"/>
                <a:gd name="T4" fmla="*/ 0 w 756"/>
                <a:gd name="T5" fmla="*/ 0 h 2184"/>
                <a:gd name="T6" fmla="*/ 0 w 756"/>
                <a:gd name="T7" fmla="*/ 0 h 2184"/>
                <a:gd name="T8" fmla="*/ 0 w 756"/>
                <a:gd name="T9" fmla="*/ 0 h 218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56"/>
                <a:gd name="T16" fmla="*/ 0 h 2184"/>
                <a:gd name="T17" fmla="*/ 756 w 756"/>
                <a:gd name="T18" fmla="*/ 2184 h 218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56" h="2184">
                  <a:moveTo>
                    <a:pt x="756" y="0"/>
                  </a:moveTo>
                  <a:lnTo>
                    <a:pt x="138" y="2184"/>
                  </a:lnTo>
                  <a:lnTo>
                    <a:pt x="0" y="2148"/>
                  </a:lnTo>
                  <a:lnTo>
                    <a:pt x="606" y="78"/>
                  </a:lnTo>
                  <a:lnTo>
                    <a:pt x="756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07" name="Freeform 160">
              <a:extLst>
                <a:ext uri="{FF2B5EF4-FFF2-40B4-BE49-F238E27FC236}">
                  <a16:creationId xmlns:a16="http://schemas.microsoft.com/office/drawing/2014/main" id="{F27C02EC-DA8C-451A-80B0-F016C348A74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0" y="1097"/>
              <a:ext cx="394" cy="89"/>
            </a:xfrm>
            <a:custGeom>
              <a:avLst/>
              <a:gdLst>
                <a:gd name="T0" fmla="*/ 0 w 2773"/>
                <a:gd name="T1" fmla="*/ 0 h 738"/>
                <a:gd name="T2" fmla="*/ 0 w 2773"/>
                <a:gd name="T3" fmla="*/ 0 h 738"/>
                <a:gd name="T4" fmla="*/ 0 w 2773"/>
                <a:gd name="T5" fmla="*/ 0 h 738"/>
                <a:gd name="T6" fmla="*/ 0 w 2773"/>
                <a:gd name="T7" fmla="*/ 0 h 738"/>
                <a:gd name="T8" fmla="*/ 0 w 2773"/>
                <a:gd name="T9" fmla="*/ 0 h 7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73"/>
                <a:gd name="T16" fmla="*/ 0 h 738"/>
                <a:gd name="T17" fmla="*/ 2773 w 2773"/>
                <a:gd name="T18" fmla="*/ 738 h 73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73" h="738">
                  <a:moveTo>
                    <a:pt x="33" y="0"/>
                  </a:moveTo>
                  <a:lnTo>
                    <a:pt x="0" y="99"/>
                  </a:lnTo>
                  <a:lnTo>
                    <a:pt x="2436" y="738"/>
                  </a:lnTo>
                  <a:cubicBezTo>
                    <a:pt x="2499" y="501"/>
                    <a:pt x="2773" y="727"/>
                    <a:pt x="2373" y="603"/>
                  </a:cubicBezTo>
                  <a:lnTo>
                    <a:pt x="33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CC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08" name="Freeform 161">
              <a:extLst>
                <a:ext uri="{FF2B5EF4-FFF2-40B4-BE49-F238E27FC236}">
                  <a16:creationId xmlns:a16="http://schemas.microsoft.com/office/drawing/2014/main" id="{A1871183-FAB7-4404-B9B9-528BB7ACCD1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33" y="922"/>
              <a:ext cx="101" cy="266"/>
            </a:xfrm>
            <a:custGeom>
              <a:avLst/>
              <a:gdLst>
                <a:gd name="T0" fmla="*/ 0 w 637"/>
                <a:gd name="T1" fmla="*/ 0 h 1659"/>
                <a:gd name="T2" fmla="*/ 0 w 637"/>
                <a:gd name="T3" fmla="*/ 0 h 1659"/>
                <a:gd name="T4" fmla="*/ 0 w 637"/>
                <a:gd name="T5" fmla="*/ 0 h 1659"/>
                <a:gd name="T6" fmla="*/ 0 w 637"/>
                <a:gd name="T7" fmla="*/ 0 h 1659"/>
                <a:gd name="T8" fmla="*/ 0 w 637"/>
                <a:gd name="T9" fmla="*/ 0 h 16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7"/>
                <a:gd name="T16" fmla="*/ 0 h 1659"/>
                <a:gd name="T17" fmla="*/ 637 w 637"/>
                <a:gd name="T18" fmla="*/ 1659 h 16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7" h="1659">
                  <a:moveTo>
                    <a:pt x="615" y="0"/>
                  </a:moveTo>
                  <a:lnTo>
                    <a:pt x="637" y="0"/>
                  </a:lnTo>
                  <a:lnTo>
                    <a:pt x="68" y="1659"/>
                  </a:lnTo>
                  <a:lnTo>
                    <a:pt x="0" y="1647"/>
                  </a:lnTo>
                  <a:lnTo>
                    <a:pt x="615" y="0"/>
                  </a:lnTo>
                  <a:close/>
                </a:path>
              </a:pathLst>
            </a:cu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09" name="Freeform 162">
              <a:extLst>
                <a:ext uri="{FF2B5EF4-FFF2-40B4-BE49-F238E27FC236}">
                  <a16:creationId xmlns:a16="http://schemas.microsoft.com/office/drawing/2014/main" id="{03B15157-5E71-4EE4-B092-FEC2BDB25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0" y="1109"/>
              <a:ext cx="351" cy="88"/>
            </a:xfrm>
            <a:custGeom>
              <a:avLst/>
              <a:gdLst>
                <a:gd name="T0" fmla="*/ 0 w 2216"/>
                <a:gd name="T1" fmla="*/ 0 h 550"/>
                <a:gd name="T2" fmla="*/ 0 w 2216"/>
                <a:gd name="T3" fmla="*/ 0 h 550"/>
                <a:gd name="T4" fmla="*/ 0 w 2216"/>
                <a:gd name="T5" fmla="*/ 0 h 550"/>
                <a:gd name="T6" fmla="*/ 0 w 2216"/>
                <a:gd name="T7" fmla="*/ 0 h 550"/>
                <a:gd name="T8" fmla="*/ 0 w 2216"/>
                <a:gd name="T9" fmla="*/ 0 h 55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216"/>
                <a:gd name="T16" fmla="*/ 0 h 550"/>
                <a:gd name="T17" fmla="*/ 2216 w 2216"/>
                <a:gd name="T18" fmla="*/ 550 h 55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216" h="550">
                  <a:moveTo>
                    <a:pt x="0" y="0"/>
                  </a:moveTo>
                  <a:lnTo>
                    <a:pt x="9" y="57"/>
                  </a:lnTo>
                  <a:lnTo>
                    <a:pt x="2164" y="550"/>
                  </a:lnTo>
                  <a:lnTo>
                    <a:pt x="2216" y="496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610" name="Group 163">
              <a:extLst>
                <a:ext uri="{FF2B5EF4-FFF2-40B4-BE49-F238E27FC236}">
                  <a16:creationId xmlns:a16="http://schemas.microsoft.com/office/drawing/2014/main" id="{85EFD75B-1278-4176-9A5F-21B642B138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84" y="1203"/>
              <a:ext cx="119" cy="53"/>
              <a:chOff x="1740" y="2642"/>
              <a:chExt cx="752" cy="327"/>
            </a:xfrm>
          </p:grpSpPr>
          <p:sp>
            <p:nvSpPr>
              <p:cNvPr id="146617" name="Freeform 164">
                <a:extLst>
                  <a:ext uri="{FF2B5EF4-FFF2-40B4-BE49-F238E27FC236}">
                    <a16:creationId xmlns:a16="http://schemas.microsoft.com/office/drawing/2014/main" id="{C0D9453E-F53F-446F-A799-E55C0373AD2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40" y="2642"/>
                <a:ext cx="752" cy="327"/>
              </a:xfrm>
              <a:custGeom>
                <a:avLst/>
                <a:gdLst>
                  <a:gd name="T0" fmla="*/ 293 w 752"/>
                  <a:gd name="T1" fmla="*/ 0 h 327"/>
                  <a:gd name="T2" fmla="*/ 752 w 752"/>
                  <a:gd name="T3" fmla="*/ 124 h 327"/>
                  <a:gd name="T4" fmla="*/ 470 w 752"/>
                  <a:gd name="T5" fmla="*/ 327 h 327"/>
                  <a:gd name="T6" fmla="*/ 0 w 752"/>
                  <a:gd name="T7" fmla="*/ 183 h 327"/>
                  <a:gd name="T8" fmla="*/ 293 w 752"/>
                  <a:gd name="T9" fmla="*/ 0 h 32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52"/>
                  <a:gd name="T16" fmla="*/ 0 h 327"/>
                  <a:gd name="T17" fmla="*/ 752 w 752"/>
                  <a:gd name="T18" fmla="*/ 327 h 32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52" h="327">
                    <a:moveTo>
                      <a:pt x="293" y="0"/>
                    </a:moveTo>
                    <a:lnTo>
                      <a:pt x="752" y="124"/>
                    </a:lnTo>
                    <a:lnTo>
                      <a:pt x="470" y="327"/>
                    </a:lnTo>
                    <a:lnTo>
                      <a:pt x="0" y="183"/>
                    </a:lnTo>
                    <a:lnTo>
                      <a:pt x="293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618" name="Freeform 165">
                <a:extLst>
                  <a:ext uri="{FF2B5EF4-FFF2-40B4-BE49-F238E27FC236}">
                    <a16:creationId xmlns:a16="http://schemas.microsoft.com/office/drawing/2014/main" id="{D5181078-78D2-42F3-B63D-0299294982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54" y="2649"/>
                <a:ext cx="726" cy="311"/>
              </a:xfrm>
              <a:custGeom>
                <a:avLst/>
                <a:gdLst>
                  <a:gd name="T0" fmla="*/ 282 w 726"/>
                  <a:gd name="T1" fmla="*/ 0 h 311"/>
                  <a:gd name="T2" fmla="*/ 726 w 726"/>
                  <a:gd name="T3" fmla="*/ 119 h 311"/>
                  <a:gd name="T4" fmla="*/ 457 w 726"/>
                  <a:gd name="T5" fmla="*/ 311 h 311"/>
                  <a:gd name="T6" fmla="*/ 0 w 726"/>
                  <a:gd name="T7" fmla="*/ 173 h 311"/>
                  <a:gd name="T8" fmla="*/ 282 w 726"/>
                  <a:gd name="T9" fmla="*/ 0 h 31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26"/>
                  <a:gd name="T16" fmla="*/ 0 h 311"/>
                  <a:gd name="T17" fmla="*/ 726 w 726"/>
                  <a:gd name="T18" fmla="*/ 311 h 31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26" h="311">
                    <a:moveTo>
                      <a:pt x="282" y="0"/>
                    </a:moveTo>
                    <a:lnTo>
                      <a:pt x="726" y="119"/>
                    </a:lnTo>
                    <a:lnTo>
                      <a:pt x="457" y="311"/>
                    </a:lnTo>
                    <a:lnTo>
                      <a:pt x="0" y="173"/>
                    </a:lnTo>
                    <a:lnTo>
                      <a:pt x="28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4D4D4D"/>
                  </a:gs>
                  <a:gs pos="100000">
                    <a:srgbClr val="DDDDDD"/>
                  </a:gs>
                </a:gsLst>
                <a:lin ang="1890000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619" name="Freeform 166">
                <a:extLst>
                  <a:ext uri="{FF2B5EF4-FFF2-40B4-BE49-F238E27FC236}">
                    <a16:creationId xmlns:a16="http://schemas.microsoft.com/office/drawing/2014/main" id="{821C4196-7385-4CDB-97DE-84FEFAFBD80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08" y="2770"/>
                <a:ext cx="258" cy="100"/>
              </a:xfrm>
              <a:custGeom>
                <a:avLst/>
                <a:gdLst>
                  <a:gd name="T0" fmla="*/ 0 w 258"/>
                  <a:gd name="T1" fmla="*/ 44 h 100"/>
                  <a:gd name="T2" fmla="*/ 75 w 258"/>
                  <a:gd name="T3" fmla="*/ 0 h 100"/>
                  <a:gd name="T4" fmla="*/ 258 w 258"/>
                  <a:gd name="T5" fmla="*/ 50 h 100"/>
                  <a:gd name="T6" fmla="*/ 183 w 258"/>
                  <a:gd name="T7" fmla="*/ 100 h 100"/>
                  <a:gd name="T8" fmla="*/ 0 w 258"/>
                  <a:gd name="T9" fmla="*/ 44 h 10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0"/>
                  <a:gd name="T17" fmla="*/ 258 w 258"/>
                  <a:gd name="T18" fmla="*/ 100 h 10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0">
                    <a:moveTo>
                      <a:pt x="0" y="44"/>
                    </a:moveTo>
                    <a:lnTo>
                      <a:pt x="75" y="0"/>
                    </a:lnTo>
                    <a:lnTo>
                      <a:pt x="258" y="50"/>
                    </a:lnTo>
                    <a:lnTo>
                      <a:pt x="183" y="100"/>
                    </a:lnTo>
                    <a:lnTo>
                      <a:pt x="0" y="44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620" name="Freeform 167">
                <a:extLst>
                  <a:ext uri="{FF2B5EF4-FFF2-40B4-BE49-F238E27FC236}">
                    <a16:creationId xmlns:a16="http://schemas.microsoft.com/office/drawing/2014/main" id="{754CF535-F9E7-4342-9532-C6120FD436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799" y="2816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621" name="Freeform 168">
                <a:extLst>
                  <a:ext uri="{FF2B5EF4-FFF2-40B4-BE49-F238E27FC236}">
                    <a16:creationId xmlns:a16="http://schemas.microsoft.com/office/drawing/2014/main" id="{225D576D-356B-481B-BC21-2F99DF7D23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20" y="2834"/>
                <a:ext cx="258" cy="102"/>
              </a:xfrm>
              <a:custGeom>
                <a:avLst/>
                <a:gdLst>
                  <a:gd name="T0" fmla="*/ 0 w 258"/>
                  <a:gd name="T1" fmla="*/ 46 h 102"/>
                  <a:gd name="T2" fmla="*/ 71 w 258"/>
                  <a:gd name="T3" fmla="*/ 0 h 102"/>
                  <a:gd name="T4" fmla="*/ 258 w 258"/>
                  <a:gd name="T5" fmla="*/ 52 h 102"/>
                  <a:gd name="T6" fmla="*/ 183 w 258"/>
                  <a:gd name="T7" fmla="*/ 102 h 102"/>
                  <a:gd name="T8" fmla="*/ 0 w 258"/>
                  <a:gd name="T9" fmla="*/ 46 h 10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8"/>
                  <a:gd name="T16" fmla="*/ 0 h 102"/>
                  <a:gd name="T17" fmla="*/ 258 w 258"/>
                  <a:gd name="T18" fmla="*/ 102 h 10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8" h="102">
                    <a:moveTo>
                      <a:pt x="0" y="46"/>
                    </a:moveTo>
                    <a:lnTo>
                      <a:pt x="71" y="0"/>
                    </a:lnTo>
                    <a:lnTo>
                      <a:pt x="258" y="52"/>
                    </a:lnTo>
                    <a:lnTo>
                      <a:pt x="183" y="102"/>
                    </a:lnTo>
                    <a:lnTo>
                      <a:pt x="0" y="4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622" name="Freeform 169">
                <a:extLst>
                  <a:ext uri="{FF2B5EF4-FFF2-40B4-BE49-F238E27FC236}">
                    <a16:creationId xmlns:a16="http://schemas.microsoft.com/office/drawing/2014/main" id="{1BB345DD-20EC-41B2-B474-CCB6AA0C1C2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1" y="2882"/>
                <a:ext cx="194" cy="63"/>
              </a:xfrm>
              <a:custGeom>
                <a:avLst/>
                <a:gdLst>
                  <a:gd name="T0" fmla="*/ 12 w 194"/>
                  <a:gd name="T1" fmla="*/ 0 h 63"/>
                  <a:gd name="T2" fmla="*/ 194 w 194"/>
                  <a:gd name="T3" fmla="*/ 53 h 63"/>
                  <a:gd name="T4" fmla="*/ 180 w 194"/>
                  <a:gd name="T5" fmla="*/ 63 h 63"/>
                  <a:gd name="T6" fmla="*/ 0 w 194"/>
                  <a:gd name="T7" fmla="*/ 9 h 63"/>
                  <a:gd name="T8" fmla="*/ 12 w 194"/>
                  <a:gd name="T9" fmla="*/ 0 h 6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4"/>
                  <a:gd name="T16" fmla="*/ 0 h 63"/>
                  <a:gd name="T17" fmla="*/ 194 w 194"/>
                  <a:gd name="T18" fmla="*/ 63 h 6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4" h="63">
                    <a:moveTo>
                      <a:pt x="12" y="0"/>
                    </a:moveTo>
                    <a:lnTo>
                      <a:pt x="194" y="53"/>
                    </a:lnTo>
                    <a:lnTo>
                      <a:pt x="180" y="63"/>
                    </a:lnTo>
                    <a:lnTo>
                      <a:pt x="0" y="9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611" name="Freeform 170">
              <a:extLst>
                <a:ext uri="{FF2B5EF4-FFF2-40B4-BE49-F238E27FC236}">
                  <a16:creationId xmlns:a16="http://schemas.microsoft.com/office/drawing/2014/main" id="{0E1957DC-684A-4859-85E9-503199E3BE4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8" y="1211"/>
              <a:ext cx="144" cy="116"/>
            </a:xfrm>
            <a:custGeom>
              <a:avLst/>
              <a:gdLst>
                <a:gd name="T0" fmla="*/ 0 w 990"/>
                <a:gd name="T1" fmla="*/ 0 h 792"/>
                <a:gd name="T2" fmla="*/ 0 w 990"/>
                <a:gd name="T3" fmla="*/ 0 h 792"/>
                <a:gd name="T4" fmla="*/ 0 w 990"/>
                <a:gd name="T5" fmla="*/ 0 h 792"/>
                <a:gd name="T6" fmla="*/ 0 w 990"/>
                <a:gd name="T7" fmla="*/ 0 h 792"/>
                <a:gd name="T8" fmla="*/ 0 w 990"/>
                <a:gd name="T9" fmla="*/ 0 h 7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90"/>
                <a:gd name="T16" fmla="*/ 0 h 792"/>
                <a:gd name="T17" fmla="*/ 990 w 990"/>
                <a:gd name="T18" fmla="*/ 792 h 7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90" h="792">
                  <a:moveTo>
                    <a:pt x="3" y="738"/>
                  </a:moveTo>
                  <a:lnTo>
                    <a:pt x="990" y="0"/>
                  </a:lnTo>
                  <a:lnTo>
                    <a:pt x="987" y="60"/>
                  </a:lnTo>
                  <a:lnTo>
                    <a:pt x="0" y="792"/>
                  </a:lnTo>
                  <a:lnTo>
                    <a:pt x="3" y="738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12" name="Freeform 171">
              <a:extLst>
                <a:ext uri="{FF2B5EF4-FFF2-40B4-BE49-F238E27FC236}">
                  <a16:creationId xmlns:a16="http://schemas.microsoft.com/office/drawing/2014/main" id="{18172B57-551D-4D16-9007-CC28DBFF7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0" y="1220"/>
              <a:ext cx="369" cy="106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13" name="Freeform 172">
              <a:extLst>
                <a:ext uri="{FF2B5EF4-FFF2-40B4-BE49-F238E27FC236}">
                  <a16:creationId xmlns:a16="http://schemas.microsoft.com/office/drawing/2014/main" id="{DEAB61BE-2FCE-4C91-B432-16B69F1FF7E7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0" y="1201"/>
              <a:ext cx="4" cy="21"/>
            </a:xfrm>
            <a:custGeom>
              <a:avLst/>
              <a:gdLst>
                <a:gd name="T0" fmla="*/ 0 w 26"/>
                <a:gd name="T1" fmla="*/ 0 h 147"/>
                <a:gd name="T2" fmla="*/ 0 w 26"/>
                <a:gd name="T3" fmla="*/ 0 h 147"/>
                <a:gd name="T4" fmla="*/ 0 w 26"/>
                <a:gd name="T5" fmla="*/ 0 h 147"/>
                <a:gd name="T6" fmla="*/ 0 w 26"/>
                <a:gd name="T7" fmla="*/ 0 h 147"/>
                <a:gd name="T8" fmla="*/ 0 w 26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"/>
                <a:gd name="T16" fmla="*/ 0 h 147"/>
                <a:gd name="T17" fmla="*/ 26 w 26"/>
                <a:gd name="T18" fmla="*/ 147 h 14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" h="147">
                  <a:moveTo>
                    <a:pt x="26" y="10"/>
                  </a:moveTo>
                  <a:lnTo>
                    <a:pt x="23" y="147"/>
                  </a:lnTo>
                  <a:lnTo>
                    <a:pt x="0" y="144"/>
                  </a:lnTo>
                  <a:lnTo>
                    <a:pt x="3" y="0"/>
                  </a:lnTo>
                  <a:lnTo>
                    <a:pt x="26" y="1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14" name="Freeform 173">
              <a:extLst>
                <a:ext uri="{FF2B5EF4-FFF2-40B4-BE49-F238E27FC236}">
                  <a16:creationId xmlns:a16="http://schemas.microsoft.com/office/drawing/2014/main" id="{3E5BC120-2939-475D-A5CC-4D863AEF05CB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1" y="1114"/>
              <a:ext cx="171" cy="88"/>
            </a:xfrm>
            <a:custGeom>
              <a:avLst/>
              <a:gdLst>
                <a:gd name="T0" fmla="*/ 0 w 1176"/>
                <a:gd name="T1" fmla="*/ 0 h 606"/>
                <a:gd name="T2" fmla="*/ 0 w 1176"/>
                <a:gd name="T3" fmla="*/ 0 h 606"/>
                <a:gd name="T4" fmla="*/ 0 w 1176"/>
                <a:gd name="T5" fmla="*/ 0 h 606"/>
                <a:gd name="T6" fmla="*/ 0 w 1176"/>
                <a:gd name="T7" fmla="*/ 0 h 606"/>
                <a:gd name="T8" fmla="*/ 0 w 1176"/>
                <a:gd name="T9" fmla="*/ 0 h 6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76"/>
                <a:gd name="T16" fmla="*/ 0 h 606"/>
                <a:gd name="T17" fmla="*/ 1176 w 1176"/>
                <a:gd name="T18" fmla="*/ 606 h 6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76" h="606">
                  <a:moveTo>
                    <a:pt x="1170" y="0"/>
                  </a:moveTo>
                  <a:lnTo>
                    <a:pt x="0" y="597"/>
                  </a:lnTo>
                  <a:lnTo>
                    <a:pt x="30" y="606"/>
                  </a:lnTo>
                  <a:lnTo>
                    <a:pt x="1176" y="18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15" name="Freeform 174">
              <a:extLst>
                <a:ext uri="{FF2B5EF4-FFF2-40B4-BE49-F238E27FC236}">
                  <a16:creationId xmlns:a16="http://schemas.microsoft.com/office/drawing/2014/main" id="{145FD2EF-BA90-47D9-A578-88396F6FD44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32" y="1205"/>
              <a:ext cx="350" cy="102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616" name="Freeform 175">
              <a:extLst>
                <a:ext uri="{FF2B5EF4-FFF2-40B4-BE49-F238E27FC236}">
                  <a16:creationId xmlns:a16="http://schemas.microsoft.com/office/drawing/2014/main" id="{763ACAB3-8CA0-4E06-BB14-CE8609C1FA0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4782" y="1198"/>
              <a:ext cx="142" cy="105"/>
            </a:xfrm>
            <a:custGeom>
              <a:avLst/>
              <a:gdLst>
                <a:gd name="T0" fmla="*/ 0 w 2532"/>
                <a:gd name="T1" fmla="*/ 0 h 723"/>
                <a:gd name="T2" fmla="*/ 0 w 2532"/>
                <a:gd name="T3" fmla="*/ 0 h 723"/>
                <a:gd name="T4" fmla="*/ 0 w 2532"/>
                <a:gd name="T5" fmla="*/ 0 h 723"/>
                <a:gd name="T6" fmla="*/ 0 w 2532"/>
                <a:gd name="T7" fmla="*/ 0 h 723"/>
                <a:gd name="T8" fmla="*/ 0 w 2532"/>
                <a:gd name="T9" fmla="*/ 0 h 723"/>
                <a:gd name="T10" fmla="*/ 0 w 2532"/>
                <a:gd name="T11" fmla="*/ 0 h 723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532"/>
                <a:gd name="T19" fmla="*/ 0 h 723"/>
                <a:gd name="T20" fmla="*/ 2532 w 2532"/>
                <a:gd name="T21" fmla="*/ 723 h 723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532" h="723">
                  <a:moveTo>
                    <a:pt x="6" y="0"/>
                  </a:moveTo>
                  <a:cubicBezTo>
                    <a:pt x="16" y="0"/>
                    <a:pt x="26" y="0"/>
                    <a:pt x="36" y="0"/>
                  </a:cubicBezTo>
                  <a:lnTo>
                    <a:pt x="2532" y="678"/>
                  </a:lnTo>
                  <a:lnTo>
                    <a:pt x="2529" y="723"/>
                  </a:lnTo>
                  <a:lnTo>
                    <a:pt x="0" y="24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46446" name="Text Box 176">
            <a:extLst>
              <a:ext uri="{FF2B5EF4-FFF2-40B4-BE49-F238E27FC236}">
                <a16:creationId xmlns:a16="http://schemas.microsoft.com/office/drawing/2014/main" id="{9CD1E660-0AAD-40B0-8EFC-42A599E808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2225" y="3967163"/>
            <a:ext cx="2025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router with DHCP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server built into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router</a:t>
            </a:r>
          </a:p>
        </p:txBody>
      </p:sp>
      <p:grpSp>
        <p:nvGrpSpPr>
          <p:cNvPr id="146447" name="Group 177">
            <a:extLst>
              <a:ext uri="{FF2B5EF4-FFF2-40B4-BE49-F238E27FC236}">
                <a16:creationId xmlns:a16="http://schemas.microsoft.com/office/drawing/2014/main" id="{0991660D-2FCB-4E84-BC02-71E0AD14144B}"/>
              </a:ext>
            </a:extLst>
          </p:cNvPr>
          <p:cNvGrpSpPr>
            <a:grpSpLocks/>
          </p:cNvGrpSpPr>
          <p:nvPr/>
        </p:nvGrpSpPr>
        <p:grpSpPr bwMode="auto">
          <a:xfrm>
            <a:off x="2674938" y="3525838"/>
            <a:ext cx="1066800" cy="406400"/>
            <a:chOff x="4396" y="1245"/>
            <a:chExt cx="672" cy="248"/>
          </a:xfrm>
        </p:grpSpPr>
        <p:sp>
          <p:nvSpPr>
            <p:cNvPr id="146593" name="Oval 407">
              <a:extLst>
                <a:ext uri="{FF2B5EF4-FFF2-40B4-BE49-F238E27FC236}">
                  <a16:creationId xmlns:a16="http://schemas.microsoft.com/office/drawing/2014/main" id="{4F9170EC-609E-48F4-B9D4-54C3CAD76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6594" name="Rectangle 410">
              <a:extLst>
                <a:ext uri="{FF2B5EF4-FFF2-40B4-BE49-F238E27FC236}">
                  <a16:creationId xmlns:a16="http://schemas.microsoft.com/office/drawing/2014/main" id="{19FC3F77-7F14-4F6D-9BC7-F84E363698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6595" name="Oval 411">
              <a:extLst>
                <a:ext uri="{FF2B5EF4-FFF2-40B4-BE49-F238E27FC236}">
                  <a16:creationId xmlns:a16="http://schemas.microsoft.com/office/drawing/2014/main" id="{5BC206F5-968D-4269-AAE6-BA08F571C1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46596" name="Group 181">
              <a:extLst>
                <a:ext uri="{FF2B5EF4-FFF2-40B4-BE49-F238E27FC236}">
                  <a16:creationId xmlns:a16="http://schemas.microsoft.com/office/drawing/2014/main" id="{837A2F3E-9B16-4DBC-814D-E6595429C9D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46599" name="Freeform 182">
                <a:extLst>
                  <a:ext uri="{FF2B5EF4-FFF2-40B4-BE49-F238E27FC236}">
                    <a16:creationId xmlns:a16="http://schemas.microsoft.com/office/drawing/2014/main" id="{E0A5FA76-A51A-4078-AE03-F1DD8A903F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600" name="Freeform 183">
                <a:extLst>
                  <a:ext uri="{FF2B5EF4-FFF2-40B4-BE49-F238E27FC236}">
                    <a16:creationId xmlns:a16="http://schemas.microsoft.com/office/drawing/2014/main" id="{0E1962E7-A0BB-492D-B660-06EF8E663E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597" name="Line 184">
              <a:extLst>
                <a:ext uri="{FF2B5EF4-FFF2-40B4-BE49-F238E27FC236}">
                  <a16:creationId xmlns:a16="http://schemas.microsoft.com/office/drawing/2014/main" id="{9091016D-D4A4-4517-B553-20B58BC1B9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98" name="Line 185">
              <a:extLst>
                <a:ext uri="{FF2B5EF4-FFF2-40B4-BE49-F238E27FC236}">
                  <a16:creationId xmlns:a16="http://schemas.microsoft.com/office/drawing/2014/main" id="{D8359E17-4FEE-4F5B-BFAD-69C4E892AB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6448" name="Group 186">
            <a:extLst>
              <a:ext uri="{FF2B5EF4-FFF2-40B4-BE49-F238E27FC236}">
                <a16:creationId xmlns:a16="http://schemas.microsoft.com/office/drawing/2014/main" id="{6ED5089D-9D5B-459C-852C-DCF7815BB380}"/>
              </a:ext>
            </a:extLst>
          </p:cNvPr>
          <p:cNvGrpSpPr>
            <a:grpSpLocks/>
          </p:cNvGrpSpPr>
          <p:nvPr/>
        </p:nvGrpSpPr>
        <p:grpSpPr bwMode="auto">
          <a:xfrm>
            <a:off x="2706688" y="3330575"/>
            <a:ext cx="423862" cy="647700"/>
            <a:chOff x="4140" y="429"/>
            <a:chExt cx="1425" cy="2396"/>
          </a:xfrm>
        </p:grpSpPr>
        <p:sp>
          <p:nvSpPr>
            <p:cNvPr id="146561" name="Freeform 187">
              <a:extLst>
                <a:ext uri="{FF2B5EF4-FFF2-40B4-BE49-F238E27FC236}">
                  <a16:creationId xmlns:a16="http://schemas.microsoft.com/office/drawing/2014/main" id="{E69EF586-BB54-4852-A883-D57ECFB1CB8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 w 354"/>
                <a:gd name="T1" fmla="*/ 0 h 2742"/>
                <a:gd name="T2" fmla="*/ 2 w 354"/>
                <a:gd name="T3" fmla="*/ 3 h 2742"/>
                <a:gd name="T4" fmla="*/ 2 w 354"/>
                <a:gd name="T5" fmla="*/ 4 h 2742"/>
                <a:gd name="T6" fmla="*/ 0 w 354"/>
                <a:gd name="T7" fmla="*/ 4 h 2742"/>
                <a:gd name="T8" fmla="*/ 2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4"/>
                <a:gd name="T16" fmla="*/ 0 h 2742"/>
                <a:gd name="T17" fmla="*/ 354 w 354"/>
                <a:gd name="T18" fmla="*/ 2742 h 274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62" name="Rectangle 188">
              <a:extLst>
                <a:ext uri="{FF2B5EF4-FFF2-40B4-BE49-F238E27FC236}">
                  <a16:creationId xmlns:a16="http://schemas.microsoft.com/office/drawing/2014/main" id="{6FB78657-5E1B-495F-96AC-FDB6075099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429"/>
              <a:ext cx="1051" cy="2284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63" name="Freeform 189">
              <a:extLst>
                <a:ext uri="{FF2B5EF4-FFF2-40B4-BE49-F238E27FC236}">
                  <a16:creationId xmlns:a16="http://schemas.microsoft.com/office/drawing/2014/main" id="{4DEB0A74-AEE0-4629-AC22-260CA9537BA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2 w 211"/>
                <a:gd name="T1" fmla="*/ 0 h 2537"/>
                <a:gd name="T2" fmla="*/ 2 w 211"/>
                <a:gd name="T3" fmla="*/ 3 h 2537"/>
                <a:gd name="T4" fmla="*/ 2 w 211"/>
                <a:gd name="T5" fmla="*/ 4 h 2537"/>
                <a:gd name="T6" fmla="*/ 2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11"/>
                <a:gd name="T13" fmla="*/ 0 h 2537"/>
                <a:gd name="T14" fmla="*/ 211 w 211"/>
                <a:gd name="T15" fmla="*/ 2537 h 2537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64" name="Freeform 190">
              <a:extLst>
                <a:ext uri="{FF2B5EF4-FFF2-40B4-BE49-F238E27FC236}">
                  <a16:creationId xmlns:a16="http://schemas.microsoft.com/office/drawing/2014/main" id="{19DA25C7-E685-423E-BE97-FA8C1E4B6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3 h 226"/>
                <a:gd name="T4" fmla="*/ 2 w 328"/>
                <a:gd name="T5" fmla="*/ 3 h 226"/>
                <a:gd name="T6" fmla="*/ 0 w 328"/>
                <a:gd name="T7" fmla="*/ 3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65" name="Rectangle 191">
              <a:extLst>
                <a:ext uri="{FF2B5EF4-FFF2-40B4-BE49-F238E27FC236}">
                  <a16:creationId xmlns:a16="http://schemas.microsoft.com/office/drawing/2014/main" id="{64AB321A-9EEF-40EC-B9DA-E4E0A9EEFC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9" y="693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566" name="Group 192">
              <a:extLst>
                <a:ext uri="{FF2B5EF4-FFF2-40B4-BE49-F238E27FC236}">
                  <a16:creationId xmlns:a16="http://schemas.microsoft.com/office/drawing/2014/main" id="{533DAF46-EE12-46CF-851F-BB6731AB50C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46591" name="AutoShape 193">
                <a:extLst>
                  <a:ext uri="{FF2B5EF4-FFF2-40B4-BE49-F238E27FC236}">
                    <a16:creationId xmlns:a16="http://schemas.microsoft.com/office/drawing/2014/main" id="{28AA057E-C0BC-4047-99B7-B834C3ADEF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3" y="2570"/>
                <a:ext cx="726" cy="135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92" name="AutoShape 194">
                <a:extLst>
                  <a:ext uri="{FF2B5EF4-FFF2-40B4-BE49-F238E27FC236}">
                    <a16:creationId xmlns:a16="http://schemas.microsoft.com/office/drawing/2014/main" id="{405E84CC-BEC0-432E-A036-3B5EDA5A32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7" y="2587"/>
                <a:ext cx="693" cy="101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567" name="Rectangle 195">
              <a:extLst>
                <a:ext uri="{FF2B5EF4-FFF2-40B4-BE49-F238E27FC236}">
                  <a16:creationId xmlns:a16="http://schemas.microsoft.com/office/drawing/2014/main" id="{E2D080DB-878C-48CD-996C-86EC10FC4B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016"/>
              <a:ext cx="592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568" name="Group 196">
              <a:extLst>
                <a:ext uri="{FF2B5EF4-FFF2-40B4-BE49-F238E27FC236}">
                  <a16:creationId xmlns:a16="http://schemas.microsoft.com/office/drawing/2014/main" id="{DB755235-9D38-4DD4-B678-E7F76DD170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46589" name="AutoShape 197">
                <a:extLst>
                  <a:ext uri="{FF2B5EF4-FFF2-40B4-BE49-F238E27FC236}">
                    <a16:creationId xmlns:a16="http://schemas.microsoft.com/office/drawing/2014/main" id="{28D47B0E-D8FC-41F1-AD46-F19EA1E473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6" y="2567"/>
                <a:ext cx="726" cy="140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90" name="AutoShape 198">
                <a:extLst>
                  <a:ext uri="{FF2B5EF4-FFF2-40B4-BE49-F238E27FC236}">
                    <a16:creationId xmlns:a16="http://schemas.microsoft.com/office/drawing/2014/main" id="{7CB655E9-BB1B-4D4F-B0A4-869401BFE3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9" y="2585"/>
                <a:ext cx="693" cy="104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569" name="Rectangle 199">
              <a:extLst>
                <a:ext uri="{FF2B5EF4-FFF2-40B4-BE49-F238E27FC236}">
                  <a16:creationId xmlns:a16="http://schemas.microsoft.com/office/drawing/2014/main" id="{5DEF5690-3A7A-4052-BD63-82DBEF1C9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5" y="1357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70" name="Rectangle 200">
              <a:extLst>
                <a:ext uri="{FF2B5EF4-FFF2-40B4-BE49-F238E27FC236}">
                  <a16:creationId xmlns:a16="http://schemas.microsoft.com/office/drawing/2014/main" id="{1E1BC783-4FA2-4F5C-9E2B-25D98CC4EC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5" y="1656"/>
              <a:ext cx="598" cy="47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571" name="Group 201">
              <a:extLst>
                <a:ext uri="{FF2B5EF4-FFF2-40B4-BE49-F238E27FC236}">
                  <a16:creationId xmlns:a16="http://schemas.microsoft.com/office/drawing/2014/main" id="{8FC04C2D-2839-4A3B-A3C9-741E7098557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46587" name="AutoShape 202">
                <a:extLst>
                  <a:ext uri="{FF2B5EF4-FFF2-40B4-BE49-F238E27FC236}">
                    <a16:creationId xmlns:a16="http://schemas.microsoft.com/office/drawing/2014/main" id="{A1595690-1F0E-46FF-BFF2-B0B31E2C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1" y="2568"/>
                <a:ext cx="731" cy="141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88" name="AutoShape 203">
                <a:extLst>
                  <a:ext uri="{FF2B5EF4-FFF2-40B4-BE49-F238E27FC236}">
                    <a16:creationId xmlns:a16="http://schemas.microsoft.com/office/drawing/2014/main" id="{18F1B35A-09FE-4D34-B18A-BEDC833BF5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4" y="2584"/>
                <a:ext cx="698" cy="108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572" name="Freeform 204">
              <a:extLst>
                <a:ext uri="{FF2B5EF4-FFF2-40B4-BE49-F238E27FC236}">
                  <a16:creationId xmlns:a16="http://schemas.microsoft.com/office/drawing/2014/main" id="{EFB3F5AE-D9C0-4A5D-8B4A-5D51BEF8B7D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2 w 328"/>
                <a:gd name="T3" fmla="*/ 2 h 226"/>
                <a:gd name="T4" fmla="*/ 2 w 328"/>
                <a:gd name="T5" fmla="*/ 2 h 226"/>
                <a:gd name="T6" fmla="*/ 0 w 328"/>
                <a:gd name="T7" fmla="*/ 2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28"/>
                <a:gd name="T16" fmla="*/ 0 h 226"/>
                <a:gd name="T17" fmla="*/ 328 w 328"/>
                <a:gd name="T18" fmla="*/ 226 h 22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573" name="Group 205">
              <a:extLst>
                <a:ext uri="{FF2B5EF4-FFF2-40B4-BE49-F238E27FC236}">
                  <a16:creationId xmlns:a16="http://schemas.microsoft.com/office/drawing/2014/main" id="{3390FE0D-5CB3-4B68-A5B0-5F347B1E32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46585" name="AutoShape 206">
                <a:extLst>
                  <a:ext uri="{FF2B5EF4-FFF2-40B4-BE49-F238E27FC236}">
                    <a16:creationId xmlns:a16="http://schemas.microsoft.com/office/drawing/2014/main" id="{6140F299-98E7-48DE-8E9D-053AED426F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2" y="2569"/>
                <a:ext cx="725" cy="147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86" name="AutoShape 207">
                <a:extLst>
                  <a:ext uri="{FF2B5EF4-FFF2-40B4-BE49-F238E27FC236}">
                    <a16:creationId xmlns:a16="http://schemas.microsoft.com/office/drawing/2014/main" id="{B7DE0D5F-B2E1-4AC5-9C48-51B77749D9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" y="2586"/>
                <a:ext cx="691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574" name="Rectangle 208">
              <a:extLst>
                <a:ext uri="{FF2B5EF4-FFF2-40B4-BE49-F238E27FC236}">
                  <a16:creationId xmlns:a16="http://schemas.microsoft.com/office/drawing/2014/main" id="{1AC57B8A-A5E3-4A7D-8D91-C8B278E0DA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50" y="429"/>
              <a:ext cx="69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75" name="Freeform 209">
              <a:extLst>
                <a:ext uri="{FF2B5EF4-FFF2-40B4-BE49-F238E27FC236}">
                  <a16:creationId xmlns:a16="http://schemas.microsoft.com/office/drawing/2014/main" id="{8D0701E9-7321-480E-BCAF-617E29ECFB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2 w 296"/>
                <a:gd name="T3" fmla="*/ 2 h 256"/>
                <a:gd name="T4" fmla="*/ 2 w 296"/>
                <a:gd name="T5" fmla="*/ 2 h 256"/>
                <a:gd name="T6" fmla="*/ 0 w 296"/>
                <a:gd name="T7" fmla="*/ 2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6"/>
                <a:gd name="T16" fmla="*/ 0 h 256"/>
                <a:gd name="T17" fmla="*/ 296 w 296"/>
                <a:gd name="T18" fmla="*/ 256 h 25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76" name="Freeform 210">
              <a:extLst>
                <a:ext uri="{FF2B5EF4-FFF2-40B4-BE49-F238E27FC236}">
                  <a16:creationId xmlns:a16="http://schemas.microsoft.com/office/drawing/2014/main" id="{FB565ED3-58AF-4EE5-BE42-C7BDC02616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2 w 304"/>
                <a:gd name="T3" fmla="*/ 2 h 288"/>
                <a:gd name="T4" fmla="*/ 2 w 304"/>
                <a:gd name="T5" fmla="*/ 2 h 288"/>
                <a:gd name="T6" fmla="*/ 2 w 304"/>
                <a:gd name="T7" fmla="*/ 2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4"/>
                <a:gd name="T16" fmla="*/ 0 h 288"/>
                <a:gd name="T17" fmla="*/ 304 w 304"/>
                <a:gd name="T18" fmla="*/ 288 h 28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77" name="Oval 211">
              <a:extLst>
                <a:ext uri="{FF2B5EF4-FFF2-40B4-BE49-F238E27FC236}">
                  <a16:creationId xmlns:a16="http://schemas.microsoft.com/office/drawing/2014/main" id="{B24F59B7-40A3-4283-8EEE-6C51CC24C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17" y="2614"/>
              <a:ext cx="48" cy="9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78" name="Freeform 212">
              <a:extLst>
                <a:ext uri="{FF2B5EF4-FFF2-40B4-BE49-F238E27FC236}">
                  <a16:creationId xmlns:a16="http://schemas.microsoft.com/office/drawing/2014/main" id="{587FCD09-01D3-45AF-BF21-90CEC7BBC9C1}"/>
                </a:ext>
              </a:extLst>
            </p:cNvPr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3 h 240"/>
                <a:gd name="T2" fmla="*/ 2 w 306"/>
                <a:gd name="T3" fmla="*/ 3 h 240"/>
                <a:gd name="T4" fmla="*/ 2 w 306"/>
                <a:gd name="T5" fmla="*/ 3 h 240"/>
                <a:gd name="T6" fmla="*/ 2 w 306"/>
                <a:gd name="T7" fmla="*/ 0 h 240"/>
                <a:gd name="T8" fmla="*/ 0 w 306"/>
                <a:gd name="T9" fmla="*/ 3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06"/>
                <a:gd name="T16" fmla="*/ 0 h 240"/>
                <a:gd name="T17" fmla="*/ 306 w 306"/>
                <a:gd name="T18" fmla="*/ 240 h 240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79" name="AutoShape 213">
              <a:extLst>
                <a:ext uri="{FF2B5EF4-FFF2-40B4-BE49-F238E27FC236}">
                  <a16:creationId xmlns:a16="http://schemas.microsoft.com/office/drawing/2014/main" id="{306FEFE6-AA26-431E-ABBD-684E4FCCBA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40" y="2678"/>
              <a:ext cx="1201" cy="147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80" name="AutoShape 214">
              <a:extLst>
                <a:ext uri="{FF2B5EF4-FFF2-40B4-BE49-F238E27FC236}">
                  <a16:creationId xmlns:a16="http://schemas.microsoft.com/office/drawing/2014/main" id="{5969A5D2-AEB3-406A-ABF1-5140324F70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4" y="2713"/>
              <a:ext cx="1073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81" name="Oval 215">
              <a:extLst>
                <a:ext uri="{FF2B5EF4-FFF2-40B4-BE49-F238E27FC236}">
                  <a16:creationId xmlns:a16="http://schemas.microsoft.com/office/drawing/2014/main" id="{B5B6D3E9-0B53-497B-90C6-7B381C1FFA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05" y="2385"/>
              <a:ext cx="160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82" name="Oval 216">
              <a:extLst>
                <a:ext uri="{FF2B5EF4-FFF2-40B4-BE49-F238E27FC236}">
                  <a16:creationId xmlns:a16="http://schemas.microsoft.com/office/drawing/2014/main" id="{AEF9CB5E-D5FE-4421-84E3-428D91D505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" y="2385"/>
              <a:ext cx="160" cy="14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46583" name="Oval 217">
              <a:extLst>
                <a:ext uri="{FF2B5EF4-FFF2-40B4-BE49-F238E27FC236}">
                  <a16:creationId xmlns:a16="http://schemas.microsoft.com/office/drawing/2014/main" id="{A0C7ECB4-170B-4622-9121-C0368AE6D7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3" y="2379"/>
              <a:ext cx="155" cy="141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84" name="Rectangle 218">
              <a:extLst>
                <a:ext uri="{FF2B5EF4-FFF2-40B4-BE49-F238E27FC236}">
                  <a16:creationId xmlns:a16="http://schemas.microsoft.com/office/drawing/2014/main" id="{4F9E0E86-D895-435E-B2EB-C16900938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3" y="1833"/>
              <a:ext cx="85" cy="763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46449" name="Line 36">
            <a:extLst>
              <a:ext uri="{FF2B5EF4-FFF2-40B4-BE49-F238E27FC236}">
                <a16:creationId xmlns:a16="http://schemas.microsoft.com/office/drawing/2014/main" id="{B9AB27F4-BF41-46EC-95E2-CA2D8B1DC8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75075" y="2500313"/>
            <a:ext cx="155575" cy="142875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6450" name="Group 220">
            <a:extLst>
              <a:ext uri="{FF2B5EF4-FFF2-40B4-BE49-F238E27FC236}">
                <a16:creationId xmlns:a16="http://schemas.microsoft.com/office/drawing/2014/main" id="{78A125FB-52D8-4975-BD6D-A1DBD09829AC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2598738"/>
            <a:ext cx="963613" cy="300037"/>
            <a:chOff x="4410" y="1365"/>
            <a:chExt cx="663" cy="224"/>
          </a:xfrm>
        </p:grpSpPr>
        <p:sp>
          <p:nvSpPr>
            <p:cNvPr id="146556" name="Rectangle 221">
              <a:extLst>
                <a:ext uri="{FF2B5EF4-FFF2-40B4-BE49-F238E27FC236}">
                  <a16:creationId xmlns:a16="http://schemas.microsoft.com/office/drawing/2014/main" id="{15DEB061-E239-4206-9625-5A65411C3D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500"/>
              <a:ext cx="495" cy="87"/>
            </a:xfrm>
            <a:prstGeom prst="rect">
              <a:avLst/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57" name="AutoShape 222">
              <a:extLst>
                <a:ext uri="{FF2B5EF4-FFF2-40B4-BE49-F238E27FC236}">
                  <a16:creationId xmlns:a16="http://schemas.microsoft.com/office/drawing/2014/main" id="{0B955F90-9403-4445-9C41-1E26C9F1F6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0" y="1369"/>
              <a:ext cx="663" cy="134"/>
            </a:xfrm>
            <a:prstGeom prst="parallelogram">
              <a:avLst>
                <a:gd name="adj" fmla="val 122778"/>
              </a:avLst>
            </a:prstGeom>
            <a:gradFill rotWithShape="1">
              <a:gsLst>
                <a:gs pos="0">
                  <a:srgbClr val="009999"/>
                </a:gs>
                <a:gs pos="100000">
                  <a:srgbClr val="FFFFFF"/>
                </a:gs>
              </a:gsLst>
              <a:lin ang="0" scaled="1"/>
            </a:gra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58" name="Freeform 223">
              <a:extLst>
                <a:ext uri="{FF2B5EF4-FFF2-40B4-BE49-F238E27FC236}">
                  <a16:creationId xmlns:a16="http://schemas.microsoft.com/office/drawing/2014/main" id="{F8BDC3FB-7A80-422D-ABD9-FA74A6BC522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04" y="1365"/>
              <a:ext cx="169" cy="224"/>
            </a:xfrm>
            <a:custGeom>
              <a:avLst/>
              <a:gdLst>
                <a:gd name="T0" fmla="*/ 0 w 169"/>
                <a:gd name="T1" fmla="*/ 138 h 224"/>
                <a:gd name="T2" fmla="*/ 0 w 169"/>
                <a:gd name="T3" fmla="*/ 224 h 224"/>
                <a:gd name="T4" fmla="*/ 169 w 169"/>
                <a:gd name="T5" fmla="*/ 77 h 224"/>
                <a:gd name="T6" fmla="*/ 169 w 169"/>
                <a:gd name="T7" fmla="*/ 0 h 224"/>
                <a:gd name="T8" fmla="*/ 0 w 169"/>
                <a:gd name="T9" fmla="*/ 138 h 2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69"/>
                <a:gd name="T16" fmla="*/ 0 h 224"/>
                <a:gd name="T17" fmla="*/ 169 w 169"/>
                <a:gd name="T18" fmla="*/ 224 h 2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69" h="224">
                  <a:moveTo>
                    <a:pt x="0" y="138"/>
                  </a:moveTo>
                  <a:lnTo>
                    <a:pt x="0" y="224"/>
                  </a:lnTo>
                  <a:lnTo>
                    <a:pt x="169" y="77"/>
                  </a:lnTo>
                  <a:lnTo>
                    <a:pt x="169" y="0"/>
                  </a:lnTo>
                  <a:lnTo>
                    <a:pt x="0" y="138"/>
                  </a:lnTo>
                  <a:close/>
                </a:path>
              </a:pathLst>
            </a:custGeom>
            <a:solidFill>
              <a:srgbClr val="BBE0E3"/>
            </a:solidFill>
            <a:ln w="6350" cmpd="sng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59" name="Freeform 224">
              <a:extLst>
                <a:ext uri="{FF2B5EF4-FFF2-40B4-BE49-F238E27FC236}">
                  <a16:creationId xmlns:a16="http://schemas.microsoft.com/office/drawing/2014/main" id="{268E16A4-E6CA-4C78-BB8E-3DC40A7AD24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5" y="1395"/>
              <a:ext cx="506" cy="80"/>
            </a:xfrm>
            <a:custGeom>
              <a:avLst/>
              <a:gdLst>
                <a:gd name="T0" fmla="*/ 0 w 280"/>
                <a:gd name="T1" fmla="*/ 345204 h 63"/>
                <a:gd name="T2" fmla="*/ 2147483646 w 280"/>
                <a:gd name="T3" fmla="*/ 335721 h 63"/>
                <a:gd name="T4" fmla="*/ 2147483646 w 280"/>
                <a:gd name="T5" fmla="*/ 0 h 63"/>
                <a:gd name="T6" fmla="*/ 2147483646 w 280"/>
                <a:gd name="T7" fmla="*/ 0 h 6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80"/>
                <a:gd name="T13" fmla="*/ 0 h 63"/>
                <a:gd name="T14" fmla="*/ 280 w 280"/>
                <a:gd name="T15" fmla="*/ 63 h 6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80" h="63">
                  <a:moveTo>
                    <a:pt x="0" y="63"/>
                  </a:moveTo>
                  <a:lnTo>
                    <a:pt x="37" y="62"/>
                  </a:lnTo>
                  <a:lnTo>
                    <a:pt x="219" y="0"/>
                  </a:lnTo>
                  <a:lnTo>
                    <a:pt x="280" y="0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60" name="Freeform 225">
              <a:extLst>
                <a:ext uri="{FF2B5EF4-FFF2-40B4-BE49-F238E27FC236}">
                  <a16:creationId xmlns:a16="http://schemas.microsoft.com/office/drawing/2014/main" id="{9242C346-69D4-4696-BD62-D1A68AD72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93" y="1391"/>
              <a:ext cx="293" cy="93"/>
            </a:xfrm>
            <a:custGeom>
              <a:avLst/>
              <a:gdLst>
                <a:gd name="T0" fmla="*/ 0 w 293"/>
                <a:gd name="T1" fmla="*/ 0 h 93"/>
                <a:gd name="T2" fmla="*/ 67 w 293"/>
                <a:gd name="T3" fmla="*/ 1 h 93"/>
                <a:gd name="T4" fmla="*/ 195 w 293"/>
                <a:gd name="T5" fmla="*/ 93 h 93"/>
                <a:gd name="T6" fmla="*/ 293 w 293"/>
                <a:gd name="T7" fmla="*/ 93 h 93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293"/>
                <a:gd name="T13" fmla="*/ 0 h 93"/>
                <a:gd name="T14" fmla="*/ 293 w 293"/>
                <a:gd name="T15" fmla="*/ 93 h 93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93" h="93">
                  <a:moveTo>
                    <a:pt x="0" y="0"/>
                  </a:moveTo>
                  <a:lnTo>
                    <a:pt x="67" y="1"/>
                  </a:lnTo>
                  <a:lnTo>
                    <a:pt x="195" y="93"/>
                  </a:lnTo>
                  <a:lnTo>
                    <a:pt x="293" y="93"/>
                  </a:lnTo>
                </a:path>
              </a:pathLst>
            </a:custGeom>
            <a:noFill/>
            <a:ln w="19050" cap="flat" cmpd="sng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2" name="Group 53">
            <a:extLst>
              <a:ext uri="{FF2B5EF4-FFF2-40B4-BE49-F238E27FC236}">
                <a16:creationId xmlns:a16="http://schemas.microsoft.com/office/drawing/2014/main" id="{6C228EAF-58BC-4B94-8899-92ACEE6F0AFE}"/>
              </a:ext>
            </a:extLst>
          </p:cNvPr>
          <p:cNvGrpSpPr>
            <a:grpSpLocks/>
          </p:cNvGrpSpPr>
          <p:nvPr/>
        </p:nvGrpSpPr>
        <p:grpSpPr bwMode="auto">
          <a:xfrm>
            <a:off x="352425" y="3319463"/>
            <a:ext cx="1081088" cy="1166812"/>
            <a:chOff x="42" y="744"/>
            <a:chExt cx="681" cy="735"/>
          </a:xfrm>
        </p:grpSpPr>
        <p:grpSp>
          <p:nvGrpSpPr>
            <p:cNvPr id="146524" name="Group 54">
              <a:extLst>
                <a:ext uri="{FF2B5EF4-FFF2-40B4-BE49-F238E27FC236}">
                  <a16:creationId xmlns:a16="http://schemas.microsoft.com/office/drawing/2014/main" id="{FBD0922B-5119-4D74-B590-5D3273B661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" y="886"/>
              <a:ext cx="681" cy="468"/>
              <a:chOff x="42" y="886"/>
              <a:chExt cx="681" cy="468"/>
            </a:xfrm>
          </p:grpSpPr>
          <p:grpSp>
            <p:nvGrpSpPr>
              <p:cNvPr id="146526" name="Group 55">
                <a:extLst>
                  <a:ext uri="{FF2B5EF4-FFF2-40B4-BE49-F238E27FC236}">
                    <a16:creationId xmlns:a16="http://schemas.microsoft.com/office/drawing/2014/main" id="{8E53EDED-82A1-4A20-9EC0-0244AF57A6D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886"/>
                <a:ext cx="397" cy="154"/>
                <a:chOff x="740" y="3209"/>
                <a:chExt cx="397" cy="154"/>
              </a:xfrm>
            </p:grpSpPr>
            <p:grpSp>
              <p:nvGrpSpPr>
                <p:cNvPr id="146551" name="Group 56">
                  <a:extLst>
                    <a:ext uri="{FF2B5EF4-FFF2-40B4-BE49-F238E27FC236}">
                      <a16:creationId xmlns:a16="http://schemas.microsoft.com/office/drawing/2014/main" id="{2DB4F321-90C9-4847-BC8E-5255F7F684E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94" y="3209"/>
                  <a:ext cx="343" cy="154"/>
                  <a:chOff x="844" y="3337"/>
                  <a:chExt cx="343" cy="154"/>
                </a:xfrm>
              </p:grpSpPr>
              <p:sp>
                <p:nvSpPr>
                  <p:cNvPr id="146554" name="Rectangle 57">
                    <a:extLst>
                      <a:ext uri="{FF2B5EF4-FFF2-40B4-BE49-F238E27FC236}">
                        <a16:creationId xmlns:a16="http://schemas.microsoft.com/office/drawing/2014/main" id="{0AFDDD9C-1715-4B67-A268-6D567E7A6D9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555" name="Text Box 58">
                    <a:extLst>
                      <a:ext uri="{FF2B5EF4-FFF2-40B4-BE49-F238E27FC236}">
                        <a16:creationId xmlns:a16="http://schemas.microsoft.com/office/drawing/2014/main" id="{8E47F370-5B6E-4396-8405-231F8F6DA12C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sp>
              <p:nvSpPr>
                <p:cNvPr id="146552" name="Rectangle 59">
                  <a:extLst>
                    <a:ext uri="{FF2B5EF4-FFF2-40B4-BE49-F238E27FC236}">
                      <a16:creationId xmlns:a16="http://schemas.microsoft.com/office/drawing/2014/main" id="{CDA6AB2D-F0B0-4580-89B1-6C8C6B4650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3244"/>
                  <a:ext cx="88" cy="82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553" name="Rectangle 60">
                  <a:extLst>
                    <a:ext uri="{FF2B5EF4-FFF2-40B4-BE49-F238E27FC236}">
                      <a16:creationId xmlns:a16="http://schemas.microsoft.com/office/drawing/2014/main" id="{C633B7DF-2841-4594-9415-F10BC5D5F1E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0" y="3238"/>
                  <a:ext cx="354" cy="94"/>
                </a:xfrm>
                <a:prstGeom prst="rect">
                  <a:avLst/>
                </a:prstGeom>
                <a:noFill/>
                <a:ln w="9525">
                  <a:solidFill>
                    <a:schemeClr val="accent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6527" name="Group 61">
                <a:extLst>
                  <a:ext uri="{FF2B5EF4-FFF2-40B4-BE49-F238E27FC236}">
                    <a16:creationId xmlns:a16="http://schemas.microsoft.com/office/drawing/2014/main" id="{311CF08C-C149-4CEF-B3E1-4311399D3F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1034"/>
                <a:ext cx="397" cy="154"/>
                <a:chOff x="836" y="3305"/>
                <a:chExt cx="397" cy="154"/>
              </a:xfrm>
            </p:grpSpPr>
            <p:grpSp>
              <p:nvGrpSpPr>
                <p:cNvPr id="146545" name="Group 62">
                  <a:extLst>
                    <a:ext uri="{FF2B5EF4-FFF2-40B4-BE49-F238E27FC236}">
                      <a16:creationId xmlns:a16="http://schemas.microsoft.com/office/drawing/2014/main" id="{B8C86F57-80F3-40A4-B779-93A0898295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0" y="3305"/>
                  <a:ext cx="343" cy="154"/>
                  <a:chOff x="844" y="3337"/>
                  <a:chExt cx="343" cy="154"/>
                </a:xfrm>
              </p:grpSpPr>
              <p:sp>
                <p:nvSpPr>
                  <p:cNvPr id="146549" name="Rectangle 63">
                    <a:extLst>
                      <a:ext uri="{FF2B5EF4-FFF2-40B4-BE49-F238E27FC236}">
                        <a16:creationId xmlns:a16="http://schemas.microsoft.com/office/drawing/2014/main" id="{54BBB9F2-ADF3-4A3C-8942-B7764A1956F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550" name="Text Box 64">
                    <a:extLst>
                      <a:ext uri="{FF2B5EF4-FFF2-40B4-BE49-F238E27FC236}">
                        <a16:creationId xmlns:a16="http://schemas.microsoft.com/office/drawing/2014/main" id="{24012D57-CF90-45D2-BDF5-664A7D8E55C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grpSp>
              <p:nvGrpSpPr>
                <p:cNvPr id="146546" name="Group 65">
                  <a:extLst>
                    <a:ext uri="{FF2B5EF4-FFF2-40B4-BE49-F238E27FC236}">
                      <a16:creationId xmlns:a16="http://schemas.microsoft.com/office/drawing/2014/main" id="{FED70CA8-8AB2-4910-8D5A-3D2D651FF94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6" y="3334"/>
                  <a:ext cx="354" cy="94"/>
                  <a:chOff x="836" y="3334"/>
                  <a:chExt cx="354" cy="94"/>
                </a:xfrm>
              </p:grpSpPr>
              <p:sp>
                <p:nvSpPr>
                  <p:cNvPr id="146547" name="Rectangle 66">
                    <a:extLst>
                      <a:ext uri="{FF2B5EF4-FFF2-40B4-BE49-F238E27FC236}">
                        <a16:creationId xmlns:a16="http://schemas.microsoft.com/office/drawing/2014/main" id="{BC66330C-D2E2-43B4-A883-091097C6B14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46" y="3340"/>
                    <a:ext cx="88" cy="82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548" name="Rectangle 67">
                    <a:extLst>
                      <a:ext uri="{FF2B5EF4-FFF2-40B4-BE49-F238E27FC236}">
                        <a16:creationId xmlns:a16="http://schemas.microsoft.com/office/drawing/2014/main" id="{1C9BA5FE-D2D3-414D-84F3-08A66A093AE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36" y="3334"/>
                    <a:ext cx="354" cy="94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146528" name="Group 68">
                <a:extLst>
                  <a:ext uri="{FF2B5EF4-FFF2-40B4-BE49-F238E27FC236}">
                    <a16:creationId xmlns:a16="http://schemas.microsoft.com/office/drawing/2014/main" id="{29F12416-2C56-4D3C-BA52-DE869219AD4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5" y="1054"/>
                <a:ext cx="480" cy="112"/>
                <a:chOff x="627" y="3377"/>
                <a:chExt cx="480" cy="112"/>
              </a:xfrm>
            </p:grpSpPr>
            <p:sp>
              <p:nvSpPr>
                <p:cNvPr id="146543" name="Rectangle 69">
                  <a:extLst>
                    <a:ext uri="{FF2B5EF4-FFF2-40B4-BE49-F238E27FC236}">
                      <a16:creationId xmlns:a16="http://schemas.microsoft.com/office/drawing/2014/main" id="{018F6266-3D72-4001-877E-DBBF46CBBDD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6" y="3388"/>
                  <a:ext cx="96" cy="93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544" name="Rectangle 70">
                  <a:extLst>
                    <a:ext uri="{FF2B5EF4-FFF2-40B4-BE49-F238E27FC236}">
                      <a16:creationId xmlns:a16="http://schemas.microsoft.com/office/drawing/2014/main" id="{A758E37B-3A92-4286-BB5F-5F3399613A1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3377"/>
                  <a:ext cx="480" cy="11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6529" name="Group 71">
                <a:extLst>
                  <a:ext uri="{FF2B5EF4-FFF2-40B4-BE49-F238E27FC236}">
                    <a16:creationId xmlns:a16="http://schemas.microsoft.com/office/drawing/2014/main" id="{69C3535A-090B-4435-8955-2879A0BBDE4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" y="1200"/>
                <a:ext cx="681" cy="154"/>
                <a:chOff x="504" y="3523"/>
                <a:chExt cx="681" cy="154"/>
              </a:xfrm>
            </p:grpSpPr>
            <p:grpSp>
              <p:nvGrpSpPr>
                <p:cNvPr id="146530" name="Group 72">
                  <a:extLst>
                    <a:ext uri="{FF2B5EF4-FFF2-40B4-BE49-F238E27FC236}">
                      <a16:creationId xmlns:a16="http://schemas.microsoft.com/office/drawing/2014/main" id="{A7F3ED3B-0DD6-48F9-A6E2-B25F1E53459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23" y="3523"/>
                  <a:ext cx="510" cy="154"/>
                  <a:chOff x="723" y="3453"/>
                  <a:chExt cx="510" cy="154"/>
                </a:xfrm>
              </p:grpSpPr>
              <p:grpSp>
                <p:nvGrpSpPr>
                  <p:cNvPr id="146534" name="Group 73">
                    <a:extLst>
                      <a:ext uri="{FF2B5EF4-FFF2-40B4-BE49-F238E27FC236}">
                        <a16:creationId xmlns:a16="http://schemas.microsoft.com/office/drawing/2014/main" id="{0D0CE085-3974-4BC5-A4C9-498FDE1E53A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36" y="3453"/>
                    <a:ext cx="397" cy="154"/>
                    <a:chOff x="836" y="3305"/>
                    <a:chExt cx="397" cy="154"/>
                  </a:xfrm>
                </p:grpSpPr>
                <p:grpSp>
                  <p:nvGrpSpPr>
                    <p:cNvPr id="146537" name="Group 74">
                      <a:extLst>
                        <a:ext uri="{FF2B5EF4-FFF2-40B4-BE49-F238E27FC236}">
                          <a16:creationId xmlns:a16="http://schemas.microsoft.com/office/drawing/2014/main" id="{6458AF2E-76E7-4205-956E-8F6D5AF9F813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90" y="3305"/>
                      <a:ext cx="343" cy="154"/>
                      <a:chOff x="844" y="3337"/>
                      <a:chExt cx="343" cy="154"/>
                    </a:xfrm>
                  </p:grpSpPr>
                  <p:sp>
                    <p:nvSpPr>
                      <p:cNvPr id="146541" name="Rectangle 75">
                        <a:extLst>
                          <a:ext uri="{FF2B5EF4-FFF2-40B4-BE49-F238E27FC236}">
                            <a16:creationId xmlns:a16="http://schemas.microsoft.com/office/drawing/2014/main" id="{222A6B28-AA25-495C-B50A-C4DB08F169AF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89" y="3370"/>
                        <a:ext cx="245" cy="8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6542" name="Text Box 76">
                        <a:extLst>
                          <a:ext uri="{FF2B5EF4-FFF2-40B4-BE49-F238E27FC236}">
                            <a16:creationId xmlns:a16="http://schemas.microsoft.com/office/drawing/2014/main" id="{C21698D8-C401-46D9-9B7F-35247FB9E8C0}"/>
                          </a:ext>
                        </a:extLst>
                      </p:cNvPr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844" y="3337"/>
                        <a:ext cx="343" cy="15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>
                        <a:spAutoFit/>
                      </a:bodyPr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altLang="zh-TW" sz="1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ea typeface="ＭＳ Ｐゴシック" panose="020B0600070205080204" pitchFamily="34" charset="-128"/>
                            <a:cs typeface="+mn-cs"/>
                          </a:rPr>
                          <a:t>DHCP</a:t>
                        </a:r>
                      </a:p>
                    </p:txBody>
                  </p:sp>
                </p:grpSp>
                <p:grpSp>
                  <p:nvGrpSpPr>
                    <p:cNvPr id="146538" name="Group 77">
                      <a:extLst>
                        <a:ext uri="{FF2B5EF4-FFF2-40B4-BE49-F238E27FC236}">
                          <a16:creationId xmlns:a16="http://schemas.microsoft.com/office/drawing/2014/main" id="{351BB11B-CACD-4F66-92FA-CDAED5002FF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36" y="3334"/>
                      <a:ext cx="354" cy="94"/>
                      <a:chOff x="836" y="3334"/>
                      <a:chExt cx="354" cy="94"/>
                    </a:xfrm>
                  </p:grpSpPr>
                  <p:sp>
                    <p:nvSpPr>
                      <p:cNvPr id="146539" name="Rectangle 78">
                        <a:extLst>
                          <a:ext uri="{FF2B5EF4-FFF2-40B4-BE49-F238E27FC236}">
                            <a16:creationId xmlns:a16="http://schemas.microsoft.com/office/drawing/2014/main" id="{6C475CEB-39A6-43E6-AE79-A896AC77D1A2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46" y="3340"/>
                        <a:ext cx="88" cy="8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6540" name="Rectangle 79">
                        <a:extLst>
                          <a:ext uri="{FF2B5EF4-FFF2-40B4-BE49-F238E27FC236}">
                            <a16:creationId xmlns:a16="http://schemas.microsoft.com/office/drawing/2014/main" id="{86859F80-2B59-4DCC-BA4A-1425DF88400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36" y="3334"/>
                        <a:ext cx="354" cy="94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46535" name="Rectangle 80">
                    <a:extLst>
                      <a:ext uri="{FF2B5EF4-FFF2-40B4-BE49-F238E27FC236}">
                        <a16:creationId xmlns:a16="http://schemas.microsoft.com/office/drawing/2014/main" id="{D90B1F2C-645E-42ED-BE3B-9F6E42F2051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32" y="3484"/>
                    <a:ext cx="96" cy="93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536" name="Rectangle 81">
                    <a:extLst>
                      <a:ext uri="{FF2B5EF4-FFF2-40B4-BE49-F238E27FC236}">
                        <a16:creationId xmlns:a16="http://schemas.microsoft.com/office/drawing/2014/main" id="{B08A6E5D-17B7-4370-B057-093C95048F0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23" y="3473"/>
                    <a:ext cx="480" cy="112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2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46531" name="Rectangle 82">
                  <a:extLst>
                    <a:ext uri="{FF2B5EF4-FFF2-40B4-BE49-F238E27FC236}">
                      <a16:creationId xmlns:a16="http://schemas.microsoft.com/office/drawing/2014/main" id="{FA6D5213-6C9F-4974-AAF3-BB838EB342D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17" y="3545"/>
                  <a:ext cx="94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532" name="Rectangle 83">
                  <a:extLst>
                    <a:ext uri="{FF2B5EF4-FFF2-40B4-BE49-F238E27FC236}">
                      <a16:creationId xmlns:a16="http://schemas.microsoft.com/office/drawing/2014/main" id="{DEAA4AC1-2FD9-4BA0-98B4-170A11B2E4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5" y="3544"/>
                  <a:ext cx="60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533" name="Rectangle 84">
                  <a:extLst>
                    <a:ext uri="{FF2B5EF4-FFF2-40B4-BE49-F238E27FC236}">
                      <a16:creationId xmlns:a16="http://schemas.microsoft.com/office/drawing/2014/main" id="{33D725F2-24F7-4DD0-A3BF-29A444B73F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4" y="3529"/>
                  <a:ext cx="681" cy="138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46525" name="AutoShape 85">
              <a:extLst>
                <a:ext uri="{FF2B5EF4-FFF2-40B4-BE49-F238E27FC236}">
                  <a16:creationId xmlns:a16="http://schemas.microsoft.com/office/drawing/2014/main" id="{D21DE149-4A29-4473-9BB1-6875AB19F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744"/>
              <a:ext cx="240" cy="735"/>
            </a:xfrm>
            <a:prstGeom prst="downArrow">
              <a:avLst>
                <a:gd name="adj1" fmla="val 54167"/>
                <a:gd name="adj2" fmla="val 49170"/>
              </a:avLst>
            </a:prstGeom>
            <a:gradFill rotWithShape="1">
              <a:gsLst>
                <a:gs pos="0">
                  <a:srgbClr val="FF0000">
                    <a:alpha val="25000"/>
                  </a:srgbClr>
                </a:gs>
                <a:gs pos="100000">
                  <a:srgbClr val="FF0000">
                    <a:alpha val="25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25" name="Group 86">
            <a:extLst>
              <a:ext uri="{FF2B5EF4-FFF2-40B4-BE49-F238E27FC236}">
                <a16:creationId xmlns:a16="http://schemas.microsoft.com/office/drawing/2014/main" id="{2DF68711-705B-41EA-B4A7-94A851548D77}"/>
              </a:ext>
            </a:extLst>
          </p:cNvPr>
          <p:cNvGrpSpPr>
            <a:grpSpLocks/>
          </p:cNvGrpSpPr>
          <p:nvPr/>
        </p:nvGrpSpPr>
        <p:grpSpPr bwMode="auto">
          <a:xfrm>
            <a:off x="449263" y="4405313"/>
            <a:ext cx="1081087" cy="244475"/>
            <a:chOff x="504" y="3523"/>
            <a:chExt cx="681" cy="154"/>
          </a:xfrm>
        </p:grpSpPr>
        <p:grpSp>
          <p:nvGrpSpPr>
            <p:cNvPr id="146511" name="Group 87">
              <a:extLst>
                <a:ext uri="{FF2B5EF4-FFF2-40B4-BE49-F238E27FC236}">
                  <a16:creationId xmlns:a16="http://schemas.microsoft.com/office/drawing/2014/main" id="{847F87D4-9527-4493-92AF-B7FF7AAA76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23" y="3523"/>
              <a:ext cx="510" cy="154"/>
              <a:chOff x="723" y="3453"/>
              <a:chExt cx="510" cy="154"/>
            </a:xfrm>
          </p:grpSpPr>
          <p:grpSp>
            <p:nvGrpSpPr>
              <p:cNvPr id="146515" name="Group 88">
                <a:extLst>
                  <a:ext uri="{FF2B5EF4-FFF2-40B4-BE49-F238E27FC236}">
                    <a16:creationId xmlns:a16="http://schemas.microsoft.com/office/drawing/2014/main" id="{7711A96D-5222-4413-B4FC-54DE836F143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836" y="3453"/>
                <a:ext cx="397" cy="154"/>
                <a:chOff x="836" y="3305"/>
                <a:chExt cx="397" cy="154"/>
              </a:xfrm>
            </p:grpSpPr>
            <p:grpSp>
              <p:nvGrpSpPr>
                <p:cNvPr id="146518" name="Group 89">
                  <a:extLst>
                    <a:ext uri="{FF2B5EF4-FFF2-40B4-BE49-F238E27FC236}">
                      <a16:creationId xmlns:a16="http://schemas.microsoft.com/office/drawing/2014/main" id="{8C18E5BC-90C6-4995-9C95-94703759CD2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0" y="3305"/>
                  <a:ext cx="343" cy="154"/>
                  <a:chOff x="844" y="3337"/>
                  <a:chExt cx="343" cy="154"/>
                </a:xfrm>
              </p:grpSpPr>
              <p:sp>
                <p:nvSpPr>
                  <p:cNvPr id="146522" name="Rectangle 90">
                    <a:extLst>
                      <a:ext uri="{FF2B5EF4-FFF2-40B4-BE49-F238E27FC236}">
                        <a16:creationId xmlns:a16="http://schemas.microsoft.com/office/drawing/2014/main" id="{446F559F-EFBE-4F1D-B21A-573ADE30337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523" name="Text Box 91">
                    <a:extLst>
                      <a:ext uri="{FF2B5EF4-FFF2-40B4-BE49-F238E27FC236}">
                        <a16:creationId xmlns:a16="http://schemas.microsoft.com/office/drawing/2014/main" id="{394AE0D1-4C9E-45C3-A7A5-CBCA4C1A974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grpSp>
              <p:nvGrpSpPr>
                <p:cNvPr id="146519" name="Group 92">
                  <a:extLst>
                    <a:ext uri="{FF2B5EF4-FFF2-40B4-BE49-F238E27FC236}">
                      <a16:creationId xmlns:a16="http://schemas.microsoft.com/office/drawing/2014/main" id="{C1797266-A442-47CA-8583-4352787BCA8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6" y="3334"/>
                  <a:ext cx="354" cy="94"/>
                  <a:chOff x="836" y="3334"/>
                  <a:chExt cx="354" cy="94"/>
                </a:xfrm>
              </p:grpSpPr>
              <p:sp>
                <p:nvSpPr>
                  <p:cNvPr id="146520" name="Rectangle 93">
                    <a:extLst>
                      <a:ext uri="{FF2B5EF4-FFF2-40B4-BE49-F238E27FC236}">
                        <a16:creationId xmlns:a16="http://schemas.microsoft.com/office/drawing/2014/main" id="{422550D2-F7E8-4C07-841E-1391C86842D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46" y="3340"/>
                    <a:ext cx="88" cy="82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521" name="Rectangle 94">
                    <a:extLst>
                      <a:ext uri="{FF2B5EF4-FFF2-40B4-BE49-F238E27FC236}">
                        <a16:creationId xmlns:a16="http://schemas.microsoft.com/office/drawing/2014/main" id="{39B2046C-EDC1-432B-ADA7-578EB24B9BE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36" y="3334"/>
                    <a:ext cx="354" cy="94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sp>
            <p:nvSpPr>
              <p:cNvPr id="146516" name="Rectangle 95">
                <a:extLst>
                  <a:ext uri="{FF2B5EF4-FFF2-40B4-BE49-F238E27FC236}">
                    <a16:creationId xmlns:a16="http://schemas.microsoft.com/office/drawing/2014/main" id="{6D706DA5-2F89-42C1-B722-6723126F0D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32" y="3484"/>
                <a:ext cx="96" cy="93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17" name="Rectangle 96">
                <a:extLst>
                  <a:ext uri="{FF2B5EF4-FFF2-40B4-BE49-F238E27FC236}">
                    <a16:creationId xmlns:a16="http://schemas.microsoft.com/office/drawing/2014/main" id="{27ACF9D9-CCEB-4AFB-B7D6-4B9A2AF274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3" y="3473"/>
                <a:ext cx="480" cy="112"/>
              </a:xfrm>
              <a:prstGeom prst="rect">
                <a:avLst/>
              </a:prstGeom>
              <a:noFill/>
              <a:ln w="9525">
                <a:solidFill>
                  <a:schemeClr val="accent2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46512" name="Rectangle 97">
              <a:extLst>
                <a:ext uri="{FF2B5EF4-FFF2-40B4-BE49-F238E27FC236}">
                  <a16:creationId xmlns:a16="http://schemas.microsoft.com/office/drawing/2014/main" id="{8129D787-B2AD-4C3F-A69A-511D9EF73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" y="3545"/>
              <a:ext cx="94" cy="10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13" name="Rectangle 98">
              <a:extLst>
                <a:ext uri="{FF2B5EF4-FFF2-40B4-BE49-F238E27FC236}">
                  <a16:creationId xmlns:a16="http://schemas.microsoft.com/office/drawing/2014/main" id="{76E32A8E-F96B-4855-9E6A-4DD69A6C8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5" y="3544"/>
              <a:ext cx="60" cy="10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14" name="Rectangle 99">
              <a:extLst>
                <a:ext uri="{FF2B5EF4-FFF2-40B4-BE49-F238E27FC236}">
                  <a16:creationId xmlns:a16="http://schemas.microsoft.com/office/drawing/2014/main" id="{E15C4461-361B-41A9-8E99-26EB6A7D83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" y="3529"/>
              <a:ext cx="681" cy="138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30" name="Group 100">
            <a:extLst>
              <a:ext uri="{FF2B5EF4-FFF2-40B4-BE49-F238E27FC236}">
                <a16:creationId xmlns:a16="http://schemas.microsoft.com/office/drawing/2014/main" id="{FAF18C7D-CDB6-4900-AFB3-17C96A593B8C}"/>
              </a:ext>
            </a:extLst>
          </p:cNvPr>
          <p:cNvGrpSpPr>
            <a:grpSpLocks/>
          </p:cNvGrpSpPr>
          <p:nvPr/>
        </p:nvGrpSpPr>
        <p:grpSpPr bwMode="auto">
          <a:xfrm>
            <a:off x="1477963" y="3236913"/>
            <a:ext cx="1316037" cy="1314450"/>
            <a:chOff x="931" y="1941"/>
            <a:chExt cx="829" cy="828"/>
          </a:xfrm>
        </p:grpSpPr>
        <p:sp>
          <p:nvSpPr>
            <p:cNvPr id="146503" name="Freeform 101">
              <a:extLst>
                <a:ext uri="{FF2B5EF4-FFF2-40B4-BE49-F238E27FC236}">
                  <a16:creationId xmlns:a16="http://schemas.microsoft.com/office/drawing/2014/main" id="{5EB61778-C701-49ED-A464-CC04B0F478EA}"/>
                </a:ext>
              </a:extLst>
            </p:cNvPr>
            <p:cNvSpPr>
              <a:spLocks/>
            </p:cNvSpPr>
            <p:nvPr/>
          </p:nvSpPr>
          <p:spPr bwMode="auto">
            <a:xfrm>
              <a:off x="1424" y="1965"/>
              <a:ext cx="336" cy="801"/>
            </a:xfrm>
            <a:custGeom>
              <a:avLst/>
              <a:gdLst>
                <a:gd name="T0" fmla="*/ 1 w 551"/>
                <a:gd name="T1" fmla="*/ 0 h 801"/>
                <a:gd name="T2" fmla="*/ 1 w 551"/>
                <a:gd name="T3" fmla="*/ 402 h 801"/>
                <a:gd name="T4" fmla="*/ 1 w 551"/>
                <a:gd name="T5" fmla="*/ 801 h 801"/>
                <a:gd name="T6" fmla="*/ 1 w 551"/>
                <a:gd name="T7" fmla="*/ 535 h 801"/>
                <a:gd name="T8" fmla="*/ 0 w 551"/>
                <a:gd name="T9" fmla="*/ 371 h 801"/>
                <a:gd name="T10" fmla="*/ 1 w 551"/>
                <a:gd name="T11" fmla="*/ 0 h 801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551"/>
                <a:gd name="T19" fmla="*/ 0 h 801"/>
                <a:gd name="T20" fmla="*/ 551 w 551"/>
                <a:gd name="T21" fmla="*/ 801 h 801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551" h="801">
                  <a:moveTo>
                    <a:pt x="14" y="0"/>
                  </a:moveTo>
                  <a:lnTo>
                    <a:pt x="551" y="402"/>
                  </a:lnTo>
                  <a:lnTo>
                    <a:pt x="6" y="801"/>
                  </a:lnTo>
                  <a:lnTo>
                    <a:pt x="13" y="535"/>
                  </a:lnTo>
                  <a:lnTo>
                    <a:pt x="0" y="371"/>
                  </a:lnTo>
                  <a:lnTo>
                    <a:pt x="14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alpha val="65999"/>
                  </a:schemeClr>
                </a:gs>
                <a:gs pos="100000">
                  <a:srgbClr val="000099">
                    <a:alpha val="65999"/>
                  </a:srgbClr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504" name="Group 102">
              <a:extLst>
                <a:ext uri="{FF2B5EF4-FFF2-40B4-BE49-F238E27FC236}">
                  <a16:creationId xmlns:a16="http://schemas.microsoft.com/office/drawing/2014/main" id="{EAB1FC4E-002D-4C55-A9B3-9DF3725C6B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31" y="1941"/>
              <a:ext cx="501" cy="828"/>
              <a:chOff x="569" y="2954"/>
              <a:chExt cx="501" cy="828"/>
            </a:xfrm>
          </p:grpSpPr>
          <p:sp>
            <p:nvSpPr>
              <p:cNvPr id="146505" name="Rectangle 103">
                <a:extLst>
                  <a:ext uri="{FF2B5EF4-FFF2-40B4-BE49-F238E27FC236}">
                    <a16:creationId xmlns:a16="http://schemas.microsoft.com/office/drawing/2014/main" id="{ED6603C5-4CC5-494B-AD1D-AF6DEA1748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2973"/>
                <a:ext cx="493" cy="79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06" name="Text Box 104">
                <a:extLst>
                  <a:ext uri="{FF2B5EF4-FFF2-40B4-BE49-F238E27FC236}">
                    <a16:creationId xmlns:a16="http://schemas.microsoft.com/office/drawing/2014/main" id="{D1BF58E3-DD1E-40C7-89D5-D370697545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3" y="2954"/>
                <a:ext cx="477" cy="8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UDP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Eth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Phy</a:t>
                </a:r>
              </a:p>
            </p:txBody>
          </p:sp>
          <p:sp>
            <p:nvSpPr>
              <p:cNvPr id="146507" name="Line 105">
                <a:extLst>
                  <a:ext uri="{FF2B5EF4-FFF2-40B4-BE49-F238E27FC236}">
                    <a16:creationId xmlns:a16="http://schemas.microsoft.com/office/drawing/2014/main" id="{6454F8F7-E91F-49C1-B50C-8473189509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8" y="3130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08" name="Line 106">
                <a:extLst>
                  <a:ext uri="{FF2B5EF4-FFF2-40B4-BE49-F238E27FC236}">
                    <a16:creationId xmlns:a16="http://schemas.microsoft.com/office/drawing/2014/main" id="{9E373803-EFD8-442D-BCCD-60087FD91E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5" y="3289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09" name="Line 107">
                <a:extLst>
                  <a:ext uri="{FF2B5EF4-FFF2-40B4-BE49-F238E27FC236}">
                    <a16:creationId xmlns:a16="http://schemas.microsoft.com/office/drawing/2014/main" id="{494AC6A2-F8AE-402B-8A66-2A8AD25E2B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2" y="3448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10" name="Line 108">
                <a:extLst>
                  <a:ext uri="{FF2B5EF4-FFF2-40B4-BE49-F238E27FC236}">
                    <a16:creationId xmlns:a16="http://schemas.microsoft.com/office/drawing/2014/main" id="{0BA1E4E1-7CC1-4BD4-9D2A-1C65CDD065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9" y="3607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649216" name="Group 145">
            <a:extLst>
              <a:ext uri="{FF2B5EF4-FFF2-40B4-BE49-F238E27FC236}">
                <a16:creationId xmlns:a16="http://schemas.microsoft.com/office/drawing/2014/main" id="{C58F160B-ED1E-4FBA-9893-CD1FD6F9F37B}"/>
              </a:ext>
            </a:extLst>
          </p:cNvPr>
          <p:cNvGrpSpPr>
            <a:grpSpLocks/>
          </p:cNvGrpSpPr>
          <p:nvPr/>
        </p:nvGrpSpPr>
        <p:grpSpPr bwMode="auto">
          <a:xfrm>
            <a:off x="803275" y="3344863"/>
            <a:ext cx="544513" cy="244475"/>
            <a:chOff x="844" y="3337"/>
            <a:chExt cx="343" cy="154"/>
          </a:xfrm>
        </p:grpSpPr>
        <p:sp>
          <p:nvSpPr>
            <p:cNvPr id="146501" name="Rectangle 146">
              <a:extLst>
                <a:ext uri="{FF2B5EF4-FFF2-40B4-BE49-F238E27FC236}">
                  <a16:creationId xmlns:a16="http://schemas.microsoft.com/office/drawing/2014/main" id="{19EF7466-172E-43BA-B4B8-794F6DA345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9" y="3370"/>
              <a:ext cx="245" cy="86"/>
            </a:xfrm>
            <a:prstGeom prst="rect">
              <a:avLst/>
            </a:prstGeom>
            <a:solidFill>
              <a:srgbClr val="FF0000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6502" name="Text Box 147">
              <a:extLst>
                <a:ext uri="{FF2B5EF4-FFF2-40B4-BE49-F238E27FC236}">
                  <a16:creationId xmlns:a16="http://schemas.microsoft.com/office/drawing/2014/main" id="{758F56CA-8D8C-4462-9D63-FF4B1D73F0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44" y="3337"/>
              <a:ext cx="343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DHCP</a:t>
              </a:r>
            </a:p>
          </p:txBody>
        </p:sp>
      </p:grpSp>
      <p:grpSp>
        <p:nvGrpSpPr>
          <p:cNvPr id="649217" name="Group 44">
            <a:extLst>
              <a:ext uri="{FF2B5EF4-FFF2-40B4-BE49-F238E27FC236}">
                <a16:creationId xmlns:a16="http://schemas.microsoft.com/office/drawing/2014/main" id="{64243507-E7E3-462F-AF60-82A19B4D6203}"/>
              </a:ext>
            </a:extLst>
          </p:cNvPr>
          <p:cNvGrpSpPr>
            <a:grpSpLocks/>
          </p:cNvGrpSpPr>
          <p:nvPr/>
        </p:nvGrpSpPr>
        <p:grpSpPr bwMode="auto">
          <a:xfrm>
            <a:off x="1195388" y="1247775"/>
            <a:ext cx="976312" cy="1460500"/>
            <a:chOff x="651" y="681"/>
            <a:chExt cx="615" cy="920"/>
          </a:xfrm>
        </p:grpSpPr>
        <p:sp>
          <p:nvSpPr>
            <p:cNvPr id="146493" name="Freeform 45">
              <a:extLst>
                <a:ext uri="{FF2B5EF4-FFF2-40B4-BE49-F238E27FC236}">
                  <a16:creationId xmlns:a16="http://schemas.microsoft.com/office/drawing/2014/main" id="{DC1B6F2C-0FED-428A-8D35-1F7F67DAFAEA}"/>
                </a:ext>
              </a:extLst>
            </p:cNvPr>
            <p:cNvSpPr>
              <a:spLocks/>
            </p:cNvSpPr>
            <p:nvPr/>
          </p:nvSpPr>
          <p:spPr bwMode="auto">
            <a:xfrm>
              <a:off x="662" y="698"/>
              <a:ext cx="604" cy="903"/>
            </a:xfrm>
            <a:custGeom>
              <a:avLst/>
              <a:gdLst>
                <a:gd name="T0" fmla="*/ 496 w 604"/>
                <a:gd name="T1" fmla="*/ 0 h 903"/>
                <a:gd name="T2" fmla="*/ 604 w 604"/>
                <a:gd name="T3" fmla="*/ 903 h 903"/>
                <a:gd name="T4" fmla="*/ 0 w 604"/>
                <a:gd name="T5" fmla="*/ 788 h 903"/>
                <a:gd name="T6" fmla="*/ 456 w 604"/>
                <a:gd name="T7" fmla="*/ 750 h 903"/>
                <a:gd name="T8" fmla="*/ 496 w 604"/>
                <a:gd name="T9" fmla="*/ 0 h 90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04"/>
                <a:gd name="T16" fmla="*/ 0 h 903"/>
                <a:gd name="T17" fmla="*/ 604 w 604"/>
                <a:gd name="T18" fmla="*/ 903 h 903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04" h="903">
                  <a:moveTo>
                    <a:pt x="496" y="0"/>
                  </a:moveTo>
                  <a:lnTo>
                    <a:pt x="604" y="903"/>
                  </a:lnTo>
                  <a:lnTo>
                    <a:pt x="0" y="788"/>
                  </a:lnTo>
                  <a:lnTo>
                    <a:pt x="456" y="750"/>
                  </a:lnTo>
                  <a:lnTo>
                    <a:pt x="496" y="0"/>
                  </a:lnTo>
                  <a:close/>
                </a:path>
              </a:pathLst>
            </a:custGeom>
            <a:gradFill rotWithShape="1">
              <a:gsLst>
                <a:gs pos="0">
                  <a:schemeClr val="bg1">
                    <a:alpha val="65999"/>
                  </a:schemeClr>
                </a:gs>
                <a:gs pos="100000">
                  <a:srgbClr val="000099">
                    <a:alpha val="65999"/>
                  </a:srgbClr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494" name="Group 46">
              <a:extLst>
                <a:ext uri="{FF2B5EF4-FFF2-40B4-BE49-F238E27FC236}">
                  <a16:creationId xmlns:a16="http://schemas.microsoft.com/office/drawing/2014/main" id="{9B8420CB-F044-4F86-96C0-DE03EB4F1F4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1" y="681"/>
              <a:ext cx="501" cy="828"/>
              <a:chOff x="569" y="2954"/>
              <a:chExt cx="501" cy="828"/>
            </a:xfrm>
          </p:grpSpPr>
          <p:sp>
            <p:nvSpPr>
              <p:cNvPr id="146495" name="Rectangle 47">
                <a:extLst>
                  <a:ext uri="{FF2B5EF4-FFF2-40B4-BE49-F238E27FC236}">
                    <a16:creationId xmlns:a16="http://schemas.microsoft.com/office/drawing/2014/main" id="{45FD99EC-4F1D-4D09-9908-E553960B9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6" y="2973"/>
                <a:ext cx="493" cy="790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496" name="Text Box 48">
                <a:extLst>
                  <a:ext uri="{FF2B5EF4-FFF2-40B4-BE49-F238E27FC236}">
                    <a16:creationId xmlns:a16="http://schemas.microsoft.com/office/drawing/2014/main" id="{58D001E4-1D99-4C82-8453-64ADC12DD01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3" y="2954"/>
                <a:ext cx="477" cy="82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UDP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Eth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Phy</a:t>
                </a:r>
              </a:p>
            </p:txBody>
          </p:sp>
          <p:sp>
            <p:nvSpPr>
              <p:cNvPr id="146497" name="Line 49">
                <a:extLst>
                  <a:ext uri="{FF2B5EF4-FFF2-40B4-BE49-F238E27FC236}">
                    <a16:creationId xmlns:a16="http://schemas.microsoft.com/office/drawing/2014/main" id="{6A897332-F7AD-4612-9F22-FC890F7794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8" y="3130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498" name="Line 50">
                <a:extLst>
                  <a:ext uri="{FF2B5EF4-FFF2-40B4-BE49-F238E27FC236}">
                    <a16:creationId xmlns:a16="http://schemas.microsoft.com/office/drawing/2014/main" id="{2C950E06-3156-4361-885E-107590BA65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5" y="3289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499" name="Line 51">
                <a:extLst>
                  <a:ext uri="{FF2B5EF4-FFF2-40B4-BE49-F238E27FC236}">
                    <a16:creationId xmlns:a16="http://schemas.microsoft.com/office/drawing/2014/main" id="{661A77DA-F7A1-4DB5-A327-5B399E289A1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2" y="3448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500" name="Line 52">
                <a:extLst>
                  <a:ext uri="{FF2B5EF4-FFF2-40B4-BE49-F238E27FC236}">
                    <a16:creationId xmlns:a16="http://schemas.microsoft.com/office/drawing/2014/main" id="{6B960DB6-C5B6-4DA3-97F0-4D51486621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9" y="3607"/>
                <a:ext cx="48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649220" name="Group 109">
            <a:extLst>
              <a:ext uri="{FF2B5EF4-FFF2-40B4-BE49-F238E27FC236}">
                <a16:creationId xmlns:a16="http://schemas.microsoft.com/office/drawing/2014/main" id="{340FC3D1-F727-4B6B-A1BC-DA0D3BBD46E0}"/>
              </a:ext>
            </a:extLst>
          </p:cNvPr>
          <p:cNvGrpSpPr>
            <a:grpSpLocks/>
          </p:cNvGrpSpPr>
          <p:nvPr/>
        </p:nvGrpSpPr>
        <p:grpSpPr bwMode="auto">
          <a:xfrm>
            <a:off x="71438" y="1136650"/>
            <a:ext cx="1081087" cy="1217613"/>
            <a:chOff x="1404" y="3105"/>
            <a:chExt cx="681" cy="767"/>
          </a:xfrm>
        </p:grpSpPr>
        <p:grpSp>
          <p:nvGrpSpPr>
            <p:cNvPr id="146458" name="Group 110">
              <a:extLst>
                <a:ext uri="{FF2B5EF4-FFF2-40B4-BE49-F238E27FC236}">
                  <a16:creationId xmlns:a16="http://schemas.microsoft.com/office/drawing/2014/main" id="{70DA7DB6-0C02-4E41-A8A3-7BDFBE3E1E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04" y="3355"/>
              <a:ext cx="681" cy="468"/>
              <a:chOff x="42" y="886"/>
              <a:chExt cx="681" cy="468"/>
            </a:xfrm>
          </p:grpSpPr>
          <p:grpSp>
            <p:nvGrpSpPr>
              <p:cNvPr id="146463" name="Group 111">
                <a:extLst>
                  <a:ext uri="{FF2B5EF4-FFF2-40B4-BE49-F238E27FC236}">
                    <a16:creationId xmlns:a16="http://schemas.microsoft.com/office/drawing/2014/main" id="{67517567-B7AB-4048-B9D0-F8DBB2E66F2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886"/>
                <a:ext cx="397" cy="154"/>
                <a:chOff x="740" y="3209"/>
                <a:chExt cx="397" cy="154"/>
              </a:xfrm>
            </p:grpSpPr>
            <p:grpSp>
              <p:nvGrpSpPr>
                <p:cNvPr id="146488" name="Group 112">
                  <a:extLst>
                    <a:ext uri="{FF2B5EF4-FFF2-40B4-BE49-F238E27FC236}">
                      <a16:creationId xmlns:a16="http://schemas.microsoft.com/office/drawing/2014/main" id="{EAF82E8F-B37E-4909-AB5F-AC8234D7611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94" y="3209"/>
                  <a:ext cx="343" cy="154"/>
                  <a:chOff x="844" y="3337"/>
                  <a:chExt cx="343" cy="154"/>
                </a:xfrm>
              </p:grpSpPr>
              <p:sp>
                <p:nvSpPr>
                  <p:cNvPr id="146491" name="Rectangle 113">
                    <a:extLst>
                      <a:ext uri="{FF2B5EF4-FFF2-40B4-BE49-F238E27FC236}">
                        <a16:creationId xmlns:a16="http://schemas.microsoft.com/office/drawing/2014/main" id="{F221A028-B9D7-475B-B1B1-EFB809434776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492" name="Text Box 114">
                    <a:extLst>
                      <a:ext uri="{FF2B5EF4-FFF2-40B4-BE49-F238E27FC236}">
                        <a16:creationId xmlns:a16="http://schemas.microsoft.com/office/drawing/2014/main" id="{E60CF49F-46CD-4EFA-83BB-2B6E195EEEC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sp>
              <p:nvSpPr>
                <p:cNvPr id="146489" name="Rectangle 115">
                  <a:extLst>
                    <a:ext uri="{FF2B5EF4-FFF2-40B4-BE49-F238E27FC236}">
                      <a16:creationId xmlns:a16="http://schemas.microsoft.com/office/drawing/2014/main" id="{5621261E-D0D8-4EF0-B69C-17B4CC7462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50" y="3244"/>
                  <a:ext cx="88" cy="82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bg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490" name="Rectangle 116">
                  <a:extLst>
                    <a:ext uri="{FF2B5EF4-FFF2-40B4-BE49-F238E27FC236}">
                      <a16:creationId xmlns:a16="http://schemas.microsoft.com/office/drawing/2014/main" id="{9FF18A29-7DF2-4CE2-8DF5-91E7DE2121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0" y="3238"/>
                  <a:ext cx="354" cy="94"/>
                </a:xfrm>
                <a:prstGeom prst="rect">
                  <a:avLst/>
                </a:prstGeom>
                <a:noFill/>
                <a:ln w="9525">
                  <a:solidFill>
                    <a:schemeClr val="accent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6464" name="Group 117">
                <a:extLst>
                  <a:ext uri="{FF2B5EF4-FFF2-40B4-BE49-F238E27FC236}">
                    <a16:creationId xmlns:a16="http://schemas.microsoft.com/office/drawing/2014/main" id="{035C4365-6A88-4C74-B56A-B6D93BBF0A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8" y="1034"/>
                <a:ext cx="397" cy="154"/>
                <a:chOff x="836" y="3305"/>
                <a:chExt cx="397" cy="154"/>
              </a:xfrm>
            </p:grpSpPr>
            <p:grpSp>
              <p:nvGrpSpPr>
                <p:cNvPr id="146482" name="Group 118">
                  <a:extLst>
                    <a:ext uri="{FF2B5EF4-FFF2-40B4-BE49-F238E27FC236}">
                      <a16:creationId xmlns:a16="http://schemas.microsoft.com/office/drawing/2014/main" id="{E1653F59-D87E-4927-BE3C-52E0ED14DBA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0" y="3305"/>
                  <a:ext cx="343" cy="154"/>
                  <a:chOff x="844" y="3337"/>
                  <a:chExt cx="343" cy="154"/>
                </a:xfrm>
              </p:grpSpPr>
              <p:sp>
                <p:nvSpPr>
                  <p:cNvPr id="146486" name="Rectangle 119">
                    <a:extLst>
                      <a:ext uri="{FF2B5EF4-FFF2-40B4-BE49-F238E27FC236}">
                        <a16:creationId xmlns:a16="http://schemas.microsoft.com/office/drawing/2014/main" id="{9EA48625-C786-4C30-B300-EEFAB9A6440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89" y="3370"/>
                    <a:ext cx="245" cy="86"/>
                  </a:xfrm>
                  <a:prstGeom prst="rect">
                    <a:avLst/>
                  </a:prstGeom>
                  <a:solidFill>
                    <a:srgbClr val="FF0000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487" name="Text Box 120">
                    <a:extLst>
                      <a:ext uri="{FF2B5EF4-FFF2-40B4-BE49-F238E27FC236}">
                        <a16:creationId xmlns:a16="http://schemas.microsoft.com/office/drawing/2014/main" id="{DAA708C6-964F-4347-9915-F16D2EC506B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44" y="3337"/>
                    <a:ext cx="343" cy="15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TW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ＭＳ Ｐゴシック" panose="020B0600070205080204" pitchFamily="34" charset="-128"/>
                        <a:cs typeface="+mn-cs"/>
                      </a:rPr>
                      <a:t>DHCP</a:t>
                    </a:r>
                  </a:p>
                </p:txBody>
              </p:sp>
            </p:grpSp>
            <p:grpSp>
              <p:nvGrpSpPr>
                <p:cNvPr id="146483" name="Group 121">
                  <a:extLst>
                    <a:ext uri="{FF2B5EF4-FFF2-40B4-BE49-F238E27FC236}">
                      <a16:creationId xmlns:a16="http://schemas.microsoft.com/office/drawing/2014/main" id="{09F155A8-E62A-409B-9803-91E7342F461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36" y="3334"/>
                  <a:ext cx="354" cy="94"/>
                  <a:chOff x="836" y="3334"/>
                  <a:chExt cx="354" cy="94"/>
                </a:xfrm>
              </p:grpSpPr>
              <p:sp>
                <p:nvSpPr>
                  <p:cNvPr id="146484" name="Rectangle 122">
                    <a:extLst>
                      <a:ext uri="{FF2B5EF4-FFF2-40B4-BE49-F238E27FC236}">
                        <a16:creationId xmlns:a16="http://schemas.microsoft.com/office/drawing/2014/main" id="{33158055-94C7-4BEE-9396-45FA2370CE3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46" y="3340"/>
                    <a:ext cx="88" cy="82"/>
                  </a:xfrm>
                  <a:prstGeom prst="rect">
                    <a:avLst/>
                  </a:prstGeom>
                  <a:solidFill>
                    <a:schemeClr val="accent1"/>
                  </a:solidFill>
                  <a:ln w="9525">
                    <a:solidFill>
                      <a:schemeClr val="bg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485" name="Rectangle 123">
                    <a:extLst>
                      <a:ext uri="{FF2B5EF4-FFF2-40B4-BE49-F238E27FC236}">
                        <a16:creationId xmlns:a16="http://schemas.microsoft.com/office/drawing/2014/main" id="{C71DD11C-DD56-400D-9B6E-16EF68FF0A1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36" y="3334"/>
                    <a:ext cx="354" cy="94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1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</p:grpSp>
          <p:grpSp>
            <p:nvGrpSpPr>
              <p:cNvPr id="146465" name="Group 124">
                <a:extLst>
                  <a:ext uri="{FF2B5EF4-FFF2-40B4-BE49-F238E27FC236}">
                    <a16:creationId xmlns:a16="http://schemas.microsoft.com/office/drawing/2014/main" id="{656CD295-1DF5-432D-B941-42866380595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5" y="1054"/>
                <a:ext cx="480" cy="112"/>
                <a:chOff x="627" y="3377"/>
                <a:chExt cx="480" cy="112"/>
              </a:xfrm>
            </p:grpSpPr>
            <p:sp>
              <p:nvSpPr>
                <p:cNvPr id="146480" name="Rectangle 125">
                  <a:extLst>
                    <a:ext uri="{FF2B5EF4-FFF2-40B4-BE49-F238E27FC236}">
                      <a16:creationId xmlns:a16="http://schemas.microsoft.com/office/drawing/2014/main" id="{10F33E3F-3131-4AAF-949C-4B82E47E0E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6" y="3388"/>
                  <a:ext cx="96" cy="93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481" name="Rectangle 126">
                  <a:extLst>
                    <a:ext uri="{FF2B5EF4-FFF2-40B4-BE49-F238E27FC236}">
                      <a16:creationId xmlns:a16="http://schemas.microsoft.com/office/drawing/2014/main" id="{01A2F787-1991-4FC3-9DA7-E2B8AD96B9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3377"/>
                  <a:ext cx="480" cy="112"/>
                </a:xfrm>
                <a:prstGeom prst="rect">
                  <a:avLst/>
                </a:prstGeom>
                <a:noFill/>
                <a:ln w="9525">
                  <a:solidFill>
                    <a:schemeClr val="accent2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46466" name="Group 127">
                <a:extLst>
                  <a:ext uri="{FF2B5EF4-FFF2-40B4-BE49-F238E27FC236}">
                    <a16:creationId xmlns:a16="http://schemas.microsoft.com/office/drawing/2014/main" id="{A1D2E839-8024-4302-9A08-0840AE552A3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" y="1200"/>
                <a:ext cx="681" cy="154"/>
                <a:chOff x="504" y="3523"/>
                <a:chExt cx="681" cy="154"/>
              </a:xfrm>
            </p:grpSpPr>
            <p:grpSp>
              <p:nvGrpSpPr>
                <p:cNvPr id="146467" name="Group 128">
                  <a:extLst>
                    <a:ext uri="{FF2B5EF4-FFF2-40B4-BE49-F238E27FC236}">
                      <a16:creationId xmlns:a16="http://schemas.microsoft.com/office/drawing/2014/main" id="{DC2BBCBF-A5BF-49E0-A420-5D80016AAE5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23" y="3523"/>
                  <a:ext cx="510" cy="154"/>
                  <a:chOff x="723" y="3453"/>
                  <a:chExt cx="510" cy="154"/>
                </a:xfrm>
              </p:grpSpPr>
              <p:grpSp>
                <p:nvGrpSpPr>
                  <p:cNvPr id="146471" name="Group 129">
                    <a:extLst>
                      <a:ext uri="{FF2B5EF4-FFF2-40B4-BE49-F238E27FC236}">
                        <a16:creationId xmlns:a16="http://schemas.microsoft.com/office/drawing/2014/main" id="{5A9CDD35-D013-4214-B447-ADDF6F66055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36" y="3453"/>
                    <a:ext cx="397" cy="154"/>
                    <a:chOff x="836" y="3305"/>
                    <a:chExt cx="397" cy="154"/>
                  </a:xfrm>
                </p:grpSpPr>
                <p:grpSp>
                  <p:nvGrpSpPr>
                    <p:cNvPr id="146474" name="Group 130">
                      <a:extLst>
                        <a:ext uri="{FF2B5EF4-FFF2-40B4-BE49-F238E27FC236}">
                          <a16:creationId xmlns:a16="http://schemas.microsoft.com/office/drawing/2014/main" id="{97F84213-4DE7-4B32-9AAC-38AC015EE72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90" y="3305"/>
                      <a:ext cx="343" cy="154"/>
                      <a:chOff x="844" y="3337"/>
                      <a:chExt cx="343" cy="154"/>
                    </a:xfrm>
                  </p:grpSpPr>
                  <p:sp>
                    <p:nvSpPr>
                      <p:cNvPr id="146478" name="Rectangle 131">
                        <a:extLst>
                          <a:ext uri="{FF2B5EF4-FFF2-40B4-BE49-F238E27FC236}">
                            <a16:creationId xmlns:a16="http://schemas.microsoft.com/office/drawing/2014/main" id="{60FCC435-6AB2-4711-8434-7D9245053316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89" y="3370"/>
                        <a:ext cx="245" cy="86"/>
                      </a:xfrm>
                      <a:prstGeom prst="rect">
                        <a:avLst/>
                      </a:prstGeom>
                      <a:solidFill>
                        <a:srgbClr val="FF0000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6479" name="Text Box 132">
                        <a:extLst>
                          <a:ext uri="{FF2B5EF4-FFF2-40B4-BE49-F238E27FC236}">
                            <a16:creationId xmlns:a16="http://schemas.microsoft.com/office/drawing/2014/main" id="{12276F21-6306-4C24-8246-19A42A1C998F}"/>
                          </a:ext>
                        </a:extLst>
                      </p:cNvPr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844" y="3337"/>
                        <a:ext cx="343" cy="15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>
                        <a:spAutoFit/>
                      </a:bodyPr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altLang="zh-TW" sz="1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FFFFFF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ea typeface="ＭＳ Ｐゴシック" panose="020B0600070205080204" pitchFamily="34" charset="-128"/>
                            <a:cs typeface="+mn-cs"/>
                          </a:rPr>
                          <a:t>DHCP</a:t>
                        </a:r>
                      </a:p>
                    </p:txBody>
                  </p:sp>
                </p:grpSp>
                <p:grpSp>
                  <p:nvGrpSpPr>
                    <p:cNvPr id="146475" name="Group 133">
                      <a:extLst>
                        <a:ext uri="{FF2B5EF4-FFF2-40B4-BE49-F238E27FC236}">
                          <a16:creationId xmlns:a16="http://schemas.microsoft.com/office/drawing/2014/main" id="{2005F14E-4FDC-49EA-8702-BE9D27B65A3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36" y="3334"/>
                      <a:ext cx="354" cy="94"/>
                      <a:chOff x="836" y="3334"/>
                      <a:chExt cx="354" cy="94"/>
                    </a:xfrm>
                  </p:grpSpPr>
                  <p:sp>
                    <p:nvSpPr>
                      <p:cNvPr id="146476" name="Rectangle 134">
                        <a:extLst>
                          <a:ext uri="{FF2B5EF4-FFF2-40B4-BE49-F238E27FC236}">
                            <a16:creationId xmlns:a16="http://schemas.microsoft.com/office/drawing/2014/main" id="{9C3972F7-89AE-4A62-BA5B-6D62D4B2FCD5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46" y="3340"/>
                        <a:ext cx="88" cy="8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 w="9525">
                        <a:solidFill>
                          <a:schemeClr val="bg1"/>
                        </a:solidFill>
                        <a:miter lim="800000"/>
                        <a:headEnd/>
                        <a:tailEnd/>
                      </a:ln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  <p:sp>
                    <p:nvSpPr>
                      <p:cNvPr id="146477" name="Rectangle 135">
                        <a:extLst>
                          <a:ext uri="{FF2B5EF4-FFF2-40B4-BE49-F238E27FC236}">
                            <a16:creationId xmlns:a16="http://schemas.microsoft.com/office/drawing/2014/main" id="{DDDE5689-4B03-483D-AE98-16F8146E6C39}"/>
                          </a:ext>
                        </a:extLst>
                      </p:cNvPr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836" y="3334"/>
                        <a:ext cx="354" cy="94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accent1"/>
                        </a:solidFill>
                        <a:miter lim="800000"/>
                        <a:headEnd/>
                        <a:tailEnd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  <p:txBody>
                      <a:bodyPr wrap="none" anchor="ctr"/>
                      <a:lstStyle>
                        <a:lvl1pPr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SzPct val="65000"/>
                          <a:buFont typeface="Wingdings" panose="05000000000000000000" pitchFamily="2" charset="2"/>
                          <a:buChar char="v"/>
                          <a:defRPr sz="28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1pPr>
                        <a:lvl2pPr marL="742950" indent="-285750">
                          <a:lnSpc>
                            <a:spcPct val="85000"/>
                          </a:lnSpc>
                          <a:spcBef>
                            <a:spcPct val="20000"/>
                          </a:spcBef>
                          <a:buClr>
                            <a:srgbClr val="000099"/>
                          </a:buClr>
                          <a:buFont typeface="Wingdings" panose="05000000000000000000" pitchFamily="2" charset="2"/>
                          <a:buChar char="§"/>
                          <a:defRPr sz="2400">
                            <a:solidFill>
                              <a:schemeClr val="tx1"/>
                            </a:solidFill>
                            <a:latin typeface="Gill Sans MT" panose="020B0502020104020203" pitchFamily="34" charset="0"/>
                            <a:ea typeface="ＭＳ Ｐゴシック" panose="020B0600070205080204" pitchFamily="34" charset="-128"/>
                          </a:defRPr>
                        </a:lvl2pPr>
                        <a:lvl3pPr marL="1143000" indent="-22860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anose="030F0702030302020204" pitchFamily="66" charset="0"/>
                            <a:ea typeface="ＭＳ Ｐゴシック" panose="020B0600070205080204" pitchFamily="34" charset="-128"/>
                          </a:defRPr>
                        </a:lvl3pPr>
                        <a:lvl4pPr marL="1600200" indent="-22860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4pPr>
                        <a:lvl5pPr marL="2057400" indent="-22860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ＭＳ Ｐゴシック" panose="020B0600070205080204" pitchFamily="34" charset="-128"/>
                          </a:defRPr>
                        </a:lvl9pPr>
                      </a:lstStyle>
                      <a:p>
                        <a:pPr marL="0" marR="0" lvl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zh-TW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ＭＳ Ｐゴシック" panose="020B0600070205080204" pitchFamily="34" charset="-128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146472" name="Rectangle 136">
                    <a:extLst>
                      <a:ext uri="{FF2B5EF4-FFF2-40B4-BE49-F238E27FC236}">
                        <a16:creationId xmlns:a16="http://schemas.microsoft.com/office/drawing/2014/main" id="{BDA79E07-8D96-4F38-9F34-20322EAE6E9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32" y="3484"/>
                    <a:ext cx="96" cy="93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46473" name="Rectangle 137">
                    <a:extLst>
                      <a:ext uri="{FF2B5EF4-FFF2-40B4-BE49-F238E27FC236}">
                        <a16:creationId xmlns:a16="http://schemas.microsoft.com/office/drawing/2014/main" id="{5458615A-F0CC-4AD9-9833-2CF516261AB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23" y="3473"/>
                    <a:ext cx="480" cy="112"/>
                  </a:xfrm>
                  <a:prstGeom prst="rect">
                    <a:avLst/>
                  </a:prstGeom>
                  <a:noFill/>
                  <a:ln w="9525">
                    <a:solidFill>
                      <a:schemeClr val="accent2"/>
                    </a:solidFill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 wrap="none" anchor="ctr"/>
                  <a:lstStyle>
                    <a:lvl1pPr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SzPct val="65000"/>
                      <a:buFont typeface="Wingdings" panose="05000000000000000000" pitchFamily="2" charset="2"/>
                      <a:buChar char="v"/>
                      <a:defRPr sz="28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1pPr>
                    <a:lvl2pPr marL="742950" indent="-285750">
                      <a:lnSpc>
                        <a:spcPct val="85000"/>
                      </a:lnSpc>
                      <a:spcBef>
                        <a:spcPct val="20000"/>
                      </a:spcBef>
                      <a:buClr>
                        <a:srgbClr val="000099"/>
                      </a:buClr>
                      <a:buFont typeface="Wingdings" panose="05000000000000000000" pitchFamily="2" charset="2"/>
                      <a:buChar char="§"/>
                      <a:defRPr sz="2400">
                        <a:solidFill>
                          <a:schemeClr val="tx1"/>
                        </a:solidFill>
                        <a:latin typeface="Gill Sans MT" panose="020B0502020104020203" pitchFamily="34" charset="0"/>
                        <a:ea typeface="ＭＳ Ｐゴシック" panose="020B0600070205080204" pitchFamily="34" charset="-128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anose="030F0702030302020204" pitchFamily="66" charset="0"/>
                        <a:ea typeface="ＭＳ Ｐゴシック" panose="020B0600070205080204" pitchFamily="34" charset="-128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ＭＳ Ｐゴシック" panose="020B0600070205080204" pitchFamily="34" charset="-128"/>
                      </a:defRPr>
                    </a:lvl9pPr>
                  </a:lstStyle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TW" altLang="zh-TW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46468" name="Rectangle 138">
                  <a:extLst>
                    <a:ext uri="{FF2B5EF4-FFF2-40B4-BE49-F238E27FC236}">
                      <a16:creationId xmlns:a16="http://schemas.microsoft.com/office/drawing/2014/main" id="{DF923CEA-1F75-4F57-A78D-106826B341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17" y="3545"/>
                  <a:ext cx="94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469" name="Rectangle 139">
                  <a:extLst>
                    <a:ext uri="{FF2B5EF4-FFF2-40B4-BE49-F238E27FC236}">
                      <a16:creationId xmlns:a16="http://schemas.microsoft.com/office/drawing/2014/main" id="{CFF8D74F-B679-477E-9C02-F0F0D50FCC7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115" y="3544"/>
                  <a:ext cx="60" cy="108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46470" name="Rectangle 140">
                  <a:extLst>
                    <a:ext uri="{FF2B5EF4-FFF2-40B4-BE49-F238E27FC236}">
                      <a16:creationId xmlns:a16="http://schemas.microsoft.com/office/drawing/2014/main" id="{8B2B0CEE-226D-4A77-92B8-F147A580500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04" y="3529"/>
                  <a:ext cx="681" cy="138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46459" name="AutoShape 141">
              <a:extLst>
                <a:ext uri="{FF2B5EF4-FFF2-40B4-BE49-F238E27FC236}">
                  <a16:creationId xmlns:a16="http://schemas.microsoft.com/office/drawing/2014/main" id="{95B97722-6117-4893-995B-DA07F0E5F5C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1727" y="3105"/>
              <a:ext cx="240" cy="767"/>
            </a:xfrm>
            <a:prstGeom prst="downArrow">
              <a:avLst>
                <a:gd name="adj1" fmla="val 54167"/>
                <a:gd name="adj2" fmla="val 51311"/>
              </a:avLst>
            </a:prstGeom>
            <a:gradFill rotWithShape="1">
              <a:gsLst>
                <a:gs pos="0">
                  <a:srgbClr val="FF0000">
                    <a:alpha val="25000"/>
                  </a:srgbClr>
                </a:gs>
                <a:gs pos="100000">
                  <a:srgbClr val="FF0000">
                    <a:alpha val="25000"/>
                  </a:srgbClr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46460" name="Group 142">
              <a:extLst>
                <a:ext uri="{FF2B5EF4-FFF2-40B4-BE49-F238E27FC236}">
                  <a16:creationId xmlns:a16="http://schemas.microsoft.com/office/drawing/2014/main" id="{846E43A4-AEC4-4FA5-811C-F3DDD49568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95" y="3227"/>
              <a:ext cx="343" cy="154"/>
              <a:chOff x="844" y="3337"/>
              <a:chExt cx="343" cy="154"/>
            </a:xfrm>
          </p:grpSpPr>
          <p:sp>
            <p:nvSpPr>
              <p:cNvPr id="146461" name="Rectangle 143">
                <a:extLst>
                  <a:ext uri="{FF2B5EF4-FFF2-40B4-BE49-F238E27FC236}">
                    <a16:creationId xmlns:a16="http://schemas.microsoft.com/office/drawing/2014/main" id="{CC1985D8-7AA2-407D-B3B8-397D28D86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89" y="3370"/>
                <a:ext cx="245" cy="86"/>
              </a:xfrm>
              <a:prstGeom prst="rect">
                <a:avLst/>
              </a:prstGeom>
              <a:solidFill>
                <a:srgbClr val="FF0000"/>
              </a:solidFill>
              <a:ln w="9525">
                <a:solidFill>
                  <a:schemeClr val="bg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46462" name="Text Box 144">
                <a:extLst>
                  <a:ext uri="{FF2B5EF4-FFF2-40B4-BE49-F238E27FC236}">
                    <a16:creationId xmlns:a16="http://schemas.microsoft.com/office/drawing/2014/main" id="{F1FA6EC0-1842-4B1C-BFAD-19ABD118FEC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4" y="3337"/>
                <a:ext cx="34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DHCP</a:t>
                </a:r>
              </a:p>
            </p:txBody>
          </p:sp>
        </p:grpSp>
      </p:grpSp>
      <p:sp>
        <p:nvSpPr>
          <p:cNvPr id="649442" name="Rectangle 226">
            <a:extLst>
              <a:ext uri="{FF2B5EF4-FFF2-40B4-BE49-F238E27FC236}">
                <a16:creationId xmlns:a16="http://schemas.microsoft.com/office/drawing/2014/main" id="{1C1B3284-8C64-40C1-9039-9D0D18E9B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26025" y="4230688"/>
            <a:ext cx="3421063" cy="136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r>
              <a:rPr kumimoji="0" lang="en-US" altLang="zh-TW" sz="2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client now knows its IP address, name and IP address of DSN server, IP address of its first-hop router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tabLst/>
              <a:defRPr/>
            </a:pPr>
            <a:endParaRPr kumimoji="0" lang="en-US" altLang="zh-TW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ill Sans MT" panose="020B0502020104020203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3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2569 0.03081 L 0.1533 0.0322 L 0.34896 -0.28446 L -0.04115 -0.28886 " pathEditMode="relative" rAng="0" ptsTypes="AAAA">
                                      <p:cBhvr>
                                        <p:cTn id="21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951" y="-159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649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649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4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9219" grpId="0" build="p"/>
      <p:bldP spid="649364" grpId="0" build="p"/>
      <p:bldP spid="649442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Footer Placeholder 4">
            <a:extLst>
              <a:ext uri="{FF2B5EF4-FFF2-40B4-BE49-F238E27FC236}">
                <a16:creationId xmlns:a16="http://schemas.microsoft.com/office/drawing/2014/main" id="{F3FFF5F0-44D5-41D8-8395-3F59F9B88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7459" name="Slide Number Placeholder 5">
            <a:extLst>
              <a:ext uri="{FF2B5EF4-FFF2-40B4-BE49-F238E27FC236}">
                <a16:creationId xmlns:a16="http://schemas.microsoft.com/office/drawing/2014/main" id="{4BDD4D16-828C-4F8D-8B83-68FC85223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7CDCB114-D0AC-41FB-9C86-918783C9FD8F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47460" name="Picture 10" descr="underline_base">
            <a:extLst>
              <a:ext uri="{FF2B5EF4-FFF2-40B4-BE49-F238E27FC236}">
                <a16:creationId xmlns:a16="http://schemas.microsoft.com/office/drawing/2014/main" id="{BEB39DC7-9C8F-402B-B3AE-8D59C4F9351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13" y="1101725"/>
            <a:ext cx="36560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05" name="Rectangle 2">
            <a:extLst>
              <a:ext uri="{FF2B5EF4-FFF2-40B4-BE49-F238E27FC236}">
                <a16:creationId xmlns:a16="http://schemas.microsoft.com/office/drawing/2014/main" id="{26CFE6EA-C691-4BFB-B379-F869EE85AF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58775" y="174625"/>
            <a:ext cx="3703638" cy="1143000"/>
          </a:xfrm>
        </p:spPr>
        <p:txBody>
          <a:bodyPr/>
          <a:lstStyle/>
          <a:p>
            <a:pPr>
              <a:lnSpc>
                <a:spcPct val="75000"/>
              </a:lnSpc>
              <a:defRPr/>
            </a:pPr>
            <a:r>
              <a:rPr lang="en-US" sz="3600" dirty="0">
                <a:cs typeface="+mj-cs"/>
              </a:rPr>
              <a:t>DHCP: Wireshark output </a:t>
            </a:r>
            <a:r>
              <a:rPr lang="en-US" sz="3200" dirty="0">
                <a:cs typeface="+mj-cs"/>
              </a:rPr>
              <a:t>(home LAN)</a:t>
            </a:r>
          </a:p>
        </p:txBody>
      </p:sp>
      <p:sp>
        <p:nvSpPr>
          <p:cNvPr id="147462" name="Text Box 4">
            <a:extLst>
              <a:ext uri="{FF2B5EF4-FFF2-40B4-BE49-F238E27FC236}">
                <a16:creationId xmlns:a16="http://schemas.microsoft.com/office/drawing/2014/main" id="{85AD4AC0-1B87-4346-A484-82993A8FAF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51375" y="1458913"/>
            <a:ext cx="4492625" cy="435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Message type: Boot Reply (2)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Hardware type: Ethernet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Hardware address length: 6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Hops: 0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Transaction ID: 0x6b3a11b7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Seconds elapsed: 0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Bootp flags: 0x0000 (Unicast)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Client IP address: 192.168.1.101 (192.168.1.101)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Your (client) IP address: 0.0.0.0 (0.0.0.0)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Next server IP address: 192.168.1.1 (192.168.1.1)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Relay agent IP address: 0.0.0.0 (0.0.0.0)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Client MAC address: Wistron_23:68:8a (00:16:d3:23:68:8a)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Server host name not given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Boot file name not given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Magic cookie: (OK)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(t=53,l=1) DHCP Message Type = DHCP ACK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(t=54,l=4) Server Identifier = 192.168.1.1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(t=1,l=4) Subnet Mask = 255.255.255.0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(t=3,l=4) Router = 192.168.1.1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(6) Domain Name Server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Length: 12; Value: 445747E2445749F244574092; 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IP Address: 68.87.71.226;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IP Address: 68.87.73.242; 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IP Address: 68.87.64.146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(t=15,l=20) Domain Name = "hsd1.ma.comcast.net."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7463" name="Line 5">
            <a:extLst>
              <a:ext uri="{FF2B5EF4-FFF2-40B4-BE49-F238E27FC236}">
                <a16:creationId xmlns:a16="http://schemas.microsoft.com/office/drawing/2014/main" id="{2EFF82C6-758A-4583-9714-454D0C79C0BD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2788" y="298450"/>
            <a:ext cx="9525" cy="6276975"/>
          </a:xfrm>
          <a:prstGeom prst="line">
            <a:avLst/>
          </a:prstGeom>
          <a:noFill/>
          <a:ln w="19050">
            <a:solidFill>
              <a:srgbClr val="0000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7464" name="Text Box 6">
            <a:extLst>
              <a:ext uri="{FF2B5EF4-FFF2-40B4-BE49-F238E27FC236}">
                <a16:creationId xmlns:a16="http://schemas.microsoft.com/office/drawing/2014/main" id="{1926AC1E-A2D9-4A36-A6F7-F5517C1018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34288" y="1547813"/>
            <a:ext cx="8461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reply</a:t>
            </a:r>
          </a:p>
        </p:txBody>
      </p:sp>
      <p:sp>
        <p:nvSpPr>
          <p:cNvPr id="147465" name="Text Box 7">
            <a:extLst>
              <a:ext uri="{FF2B5EF4-FFF2-40B4-BE49-F238E27FC236}">
                <a16:creationId xmlns:a16="http://schemas.microsoft.com/office/drawing/2014/main" id="{2EBF30BB-AA3C-4B94-B06C-8F5E2EFB5C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3525" y="1476375"/>
            <a:ext cx="4394200" cy="471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Message type: Boot Request (1)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Hardware type: Ethernet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Hardware address length: 6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Hops: 0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Transaction ID: 0x6b3a11b7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Seconds elapsed: 0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Bootp flags: 0x0000 (Unicast)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Client IP address: 0.0.0.0 (0.0.0.0)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Your (client) IP address: 0.0.0.0 (0.0.0.0)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Next server IP address: 0.0.0.0 (0.0.0.0)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Relay agent IP address: 0.0.0.0 (0.0.0.0)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Client MAC address: Wistron_23:68:8a (00:16:d3:23:68:8a</a:t>
            </a: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Server host name not given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Boot file name not given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Magic cookie: (OK)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(t=53,l=1) </a:t>
            </a: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DHCP Message Type = DHCP Request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(61) Client identifier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Length: 7; Value: 010016D323688A; 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Hardware type: Ethernet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Client MAC address: Wistron_23:68:8a (00:16:d3:23:68:8a)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(t=50,l=4) Requested IP Address = 192.168.1.101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(t=12,l=5) Host Name = "nomad"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Option: (55) Parameter Request List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Length: 11; Value: 010F03062C2E2F1F21F92B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</a:t>
            </a: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 = Subnet Mask; 15 = Domain Name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3 = Router; 6 = Domain Name Server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44 = NetBIOS over TCP/IP Name Server</a:t>
            </a:r>
          </a:p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……</a:t>
            </a:r>
          </a:p>
        </p:txBody>
      </p:sp>
      <p:sp>
        <p:nvSpPr>
          <p:cNvPr id="147466" name="Text Box 8">
            <a:extLst>
              <a:ext uri="{FF2B5EF4-FFF2-40B4-BE49-F238E27FC236}">
                <a16:creationId xmlns:a16="http://schemas.microsoft.com/office/drawing/2014/main" id="{EF6F441E-ADA5-4043-B3FE-06B6C6C934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13025" y="1885950"/>
            <a:ext cx="12017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request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Footer Placeholder 4">
            <a:extLst>
              <a:ext uri="{FF2B5EF4-FFF2-40B4-BE49-F238E27FC236}">
                <a16:creationId xmlns:a16="http://schemas.microsoft.com/office/drawing/2014/main" id="{25448D4A-C34E-4D69-8D34-F16F6660D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8483" name="Slide Number Placeholder 5">
            <a:extLst>
              <a:ext uri="{FF2B5EF4-FFF2-40B4-BE49-F238E27FC236}">
                <a16:creationId xmlns:a16="http://schemas.microsoft.com/office/drawing/2014/main" id="{D253B5F8-BA86-40A6-B94A-E3F60F9A8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2E8B55CE-90EC-4169-9520-35CC4E463F53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48484" name="Picture 5" descr="underline_base">
            <a:extLst>
              <a:ext uri="{FF2B5EF4-FFF2-40B4-BE49-F238E27FC236}">
                <a16:creationId xmlns:a16="http://schemas.microsoft.com/office/drawing/2014/main" id="{7DEAFD75-983E-4B55-8377-7AC321C6507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538" y="857250"/>
            <a:ext cx="68564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8485" name="Rectangle 2">
            <a:extLst>
              <a:ext uri="{FF2B5EF4-FFF2-40B4-BE49-F238E27FC236}">
                <a16:creationId xmlns:a16="http://schemas.microsoft.com/office/drawing/2014/main" id="{B7CDC554-ED54-414B-A670-61590B7CD6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4338" y="163513"/>
            <a:ext cx="7772400" cy="930275"/>
          </a:xfrm>
        </p:spPr>
        <p:txBody>
          <a:bodyPr/>
          <a:lstStyle/>
          <a:p>
            <a:r>
              <a:rPr lang="en-US" altLang="zh-TW">
                <a:ea typeface="ＭＳ Ｐゴシック" panose="020B0600070205080204" pitchFamily="34" charset="-128"/>
              </a:rPr>
              <a:t>IP addresses: how to get one?</a:t>
            </a:r>
            <a:endParaRPr lang="en-US" altLang="zh-TW" sz="4800">
              <a:ea typeface="ＭＳ Ｐゴシック" panose="020B0600070205080204" pitchFamily="34" charset="-128"/>
            </a:endParaRPr>
          </a:p>
        </p:txBody>
      </p:sp>
      <p:sp>
        <p:nvSpPr>
          <p:cNvPr id="148486" name="Rectangle 3">
            <a:extLst>
              <a:ext uri="{FF2B5EF4-FFF2-40B4-BE49-F238E27FC236}">
                <a16:creationId xmlns:a16="http://schemas.microsoft.com/office/drawing/2014/main" id="{C3D53D17-B4D0-4D66-8569-1C50D3B584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87363" y="1343025"/>
            <a:ext cx="8077200" cy="180975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Q:</a:t>
            </a:r>
            <a:r>
              <a:rPr lang="en-US" altLang="zh-TW" dirty="0">
                <a:ea typeface="ＭＳ Ｐゴシック" panose="020B0600070205080204" pitchFamily="34" charset="-128"/>
              </a:rPr>
              <a:t> How to obtain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 block of IP addresses</a:t>
            </a:r>
            <a:r>
              <a:rPr lang="en-US" altLang="zh-TW" dirty="0">
                <a:ea typeface="ＭＳ Ｐゴシック" panose="020B0600070205080204" pitchFamily="34" charset="-128"/>
              </a:rPr>
              <a:t> for use within an organization’s subnet?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A:</a:t>
            </a:r>
            <a:r>
              <a:rPr lang="en-US" altLang="zh-TW" dirty="0">
                <a:ea typeface="ＭＳ Ｐゴシック" panose="020B0600070205080204" pitchFamily="34" charset="-128"/>
              </a:rPr>
              <a:t> Contact the ISP </a:t>
            </a:r>
            <a:r>
              <a:rPr lang="en-US" altLang="zh-TW" dirty="0"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→</a:t>
            </a:r>
            <a:r>
              <a:rPr lang="en-US" altLang="zh-TW" dirty="0">
                <a:ea typeface="ＭＳ Ｐゴシック" panose="020B0600070205080204" pitchFamily="34" charset="-128"/>
              </a:rPr>
              <a:t> provide addresses from a larger block of addresses that had been allocated to it</a:t>
            </a:r>
            <a:endParaRPr lang="en-US" altLang="zh-TW" sz="2400" dirty="0">
              <a:ea typeface="ＭＳ Ｐゴシック" panose="020B0600070205080204" pitchFamily="34" charset="-128"/>
            </a:endParaRPr>
          </a:p>
        </p:txBody>
      </p:sp>
      <p:sp>
        <p:nvSpPr>
          <p:cNvPr id="148487" name="Text Box 4">
            <a:extLst>
              <a:ext uri="{FF2B5EF4-FFF2-40B4-BE49-F238E27FC236}">
                <a16:creationId xmlns:a16="http://schemas.microsoft.com/office/drawing/2014/main" id="{3848D38F-52FE-43C6-BF21-CA46493AE3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2138" y="3514725"/>
            <a:ext cx="8551862" cy="2379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ISP's block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     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11001000  00010111  0001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0000  00000000    200.23.16.0/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20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0  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11001000  00010111  0001000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00000000    200.23.16.0/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23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1  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11001000  00010111  0001001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00000000    200.23.18.0/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23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2  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11001000  00010111  0001010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00000000    200.23.20.0/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23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  ...                                          …..                                   ….                ….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7    </a:t>
            </a:r>
            <a:r>
              <a:rPr kumimoji="0" lang="en-US" altLang="zh-TW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11001000  00010111  0001111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0  00000000    200.23.30.0/</a:t>
            </a: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23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mic Sans MS" panose="030F0702030302020204" pitchFamily="66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Footer Placeholder 3">
            <a:extLst>
              <a:ext uri="{FF2B5EF4-FFF2-40B4-BE49-F238E27FC236}">
                <a16:creationId xmlns:a16="http://schemas.microsoft.com/office/drawing/2014/main" id="{8770504A-6CFB-4B7E-A928-F5D430B54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49507" name="Slide Number Placeholder 4">
            <a:extLst>
              <a:ext uri="{FF2B5EF4-FFF2-40B4-BE49-F238E27FC236}">
                <a16:creationId xmlns:a16="http://schemas.microsoft.com/office/drawing/2014/main" id="{A8A35B45-83A0-4C3C-9857-687A4AB28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F7CEAE6E-71C4-4BAF-8B6F-E9728C6BD799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08" name="Rectangle 2">
            <a:extLst>
              <a:ext uri="{FF2B5EF4-FFF2-40B4-BE49-F238E27FC236}">
                <a16:creationId xmlns:a16="http://schemas.microsoft.com/office/drawing/2014/main" id="{919BE752-F7E5-42D6-AAA9-E6B15B30BD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07963"/>
            <a:ext cx="8316913" cy="985837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Hierarchical addressing: route aggregation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49509" name="Freeform 3">
            <a:extLst>
              <a:ext uri="{FF2B5EF4-FFF2-40B4-BE49-F238E27FC236}">
                <a16:creationId xmlns:a16="http://schemas.microsoft.com/office/drawing/2014/main" id="{3BEAB6C1-CC60-4A81-AB11-725676F8BBF9}"/>
              </a:ext>
            </a:extLst>
          </p:cNvPr>
          <p:cNvSpPr>
            <a:spLocks/>
          </p:cNvSpPr>
          <p:nvPr/>
        </p:nvSpPr>
        <p:spPr bwMode="auto">
          <a:xfrm>
            <a:off x="5175250" y="4121150"/>
            <a:ext cx="2019300" cy="295275"/>
          </a:xfrm>
          <a:custGeom>
            <a:avLst/>
            <a:gdLst>
              <a:gd name="T0" fmla="*/ 0 w 1272"/>
              <a:gd name="T1" fmla="*/ 0 h 186"/>
              <a:gd name="T2" fmla="*/ 2147483646 w 1272"/>
              <a:gd name="T3" fmla="*/ 2147483646 h 186"/>
              <a:gd name="T4" fmla="*/ 0 60000 65536"/>
              <a:gd name="T5" fmla="*/ 0 60000 65536"/>
              <a:gd name="T6" fmla="*/ 0 w 1272"/>
              <a:gd name="T7" fmla="*/ 0 h 186"/>
              <a:gd name="T8" fmla="*/ 1272 w 127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272" h="186">
                <a:moveTo>
                  <a:pt x="0" y="0"/>
                </a:moveTo>
                <a:lnTo>
                  <a:pt x="1272" y="186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10" name="Line 4">
            <a:extLst>
              <a:ext uri="{FF2B5EF4-FFF2-40B4-BE49-F238E27FC236}">
                <a16:creationId xmlns:a16="http://schemas.microsoft.com/office/drawing/2014/main" id="{82DB27D3-EB92-4BC1-BFAD-5C8CEA0E12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2100" y="4397375"/>
            <a:ext cx="895350" cy="457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11" name="Line 5">
            <a:extLst>
              <a:ext uri="{FF2B5EF4-FFF2-40B4-BE49-F238E27FC236}">
                <a16:creationId xmlns:a16="http://schemas.microsoft.com/office/drawing/2014/main" id="{191118A6-6A4C-40B4-978A-1610638F1B3B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0675" y="3768725"/>
            <a:ext cx="752475" cy="171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12" name="Line 6">
            <a:extLst>
              <a:ext uri="{FF2B5EF4-FFF2-40B4-BE49-F238E27FC236}">
                <a16:creationId xmlns:a16="http://schemas.microsoft.com/office/drawing/2014/main" id="{94FF04B0-C28F-4CD8-BD53-B3C4EC09E8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7350" y="2987675"/>
            <a:ext cx="847725" cy="762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13" name="Freeform 7">
            <a:extLst>
              <a:ext uri="{FF2B5EF4-FFF2-40B4-BE49-F238E27FC236}">
                <a16:creationId xmlns:a16="http://schemas.microsoft.com/office/drawing/2014/main" id="{2D6002EC-0902-4CA2-AD76-2830966405AD}"/>
              </a:ext>
            </a:extLst>
          </p:cNvPr>
          <p:cNvSpPr>
            <a:spLocks/>
          </p:cNvSpPr>
          <p:nvPr/>
        </p:nvSpPr>
        <p:spPr bwMode="auto">
          <a:xfrm>
            <a:off x="3573463" y="3567113"/>
            <a:ext cx="1773237" cy="979487"/>
          </a:xfrm>
          <a:custGeom>
            <a:avLst/>
            <a:gdLst>
              <a:gd name="T0" fmla="*/ 2147483646 w 1117"/>
              <a:gd name="T1" fmla="*/ 2147483646 h 617"/>
              <a:gd name="T2" fmla="*/ 2147483646 w 1117"/>
              <a:gd name="T3" fmla="*/ 2147483646 h 617"/>
              <a:gd name="T4" fmla="*/ 2147483646 w 1117"/>
              <a:gd name="T5" fmla="*/ 2147483646 h 617"/>
              <a:gd name="T6" fmla="*/ 2147483646 w 1117"/>
              <a:gd name="T7" fmla="*/ 2147483646 h 617"/>
              <a:gd name="T8" fmla="*/ 2147483646 w 1117"/>
              <a:gd name="T9" fmla="*/ 2147483646 h 617"/>
              <a:gd name="T10" fmla="*/ 2147483646 w 1117"/>
              <a:gd name="T11" fmla="*/ 2147483646 h 617"/>
              <a:gd name="T12" fmla="*/ 2147483646 w 1117"/>
              <a:gd name="T13" fmla="*/ 2147483646 h 617"/>
              <a:gd name="T14" fmla="*/ 2147483646 w 1117"/>
              <a:gd name="T15" fmla="*/ 2147483646 h 617"/>
              <a:gd name="T16" fmla="*/ 2147483646 w 1117"/>
              <a:gd name="T17" fmla="*/ 2147483646 h 617"/>
              <a:gd name="T18" fmla="*/ 2147483646 w 1117"/>
              <a:gd name="T19" fmla="*/ 2147483646 h 617"/>
              <a:gd name="T20" fmla="*/ 2147483646 w 1117"/>
              <a:gd name="T21" fmla="*/ 2147483646 h 617"/>
              <a:gd name="T22" fmla="*/ 2147483646 w 1117"/>
              <a:gd name="T23" fmla="*/ 2147483646 h 617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117"/>
              <a:gd name="T37" fmla="*/ 0 h 617"/>
              <a:gd name="T38" fmla="*/ 1117 w 1117"/>
              <a:gd name="T39" fmla="*/ 617 h 617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117" h="617">
                <a:moveTo>
                  <a:pt x="439" y="97"/>
                </a:moveTo>
                <a:cubicBezTo>
                  <a:pt x="358" y="85"/>
                  <a:pt x="269" y="23"/>
                  <a:pt x="205" y="19"/>
                </a:cubicBezTo>
                <a:cubicBezTo>
                  <a:pt x="141" y="15"/>
                  <a:pt x="89" y="0"/>
                  <a:pt x="55" y="73"/>
                </a:cubicBezTo>
                <a:cubicBezTo>
                  <a:pt x="21" y="146"/>
                  <a:pt x="0" y="371"/>
                  <a:pt x="4" y="456"/>
                </a:cubicBezTo>
                <a:cubicBezTo>
                  <a:pt x="8" y="541"/>
                  <a:pt x="3" y="560"/>
                  <a:pt x="77" y="582"/>
                </a:cubicBezTo>
                <a:cubicBezTo>
                  <a:pt x="152" y="604"/>
                  <a:pt x="350" y="582"/>
                  <a:pt x="451" y="587"/>
                </a:cubicBezTo>
                <a:cubicBezTo>
                  <a:pt x="552" y="592"/>
                  <a:pt x="606" y="617"/>
                  <a:pt x="685" y="613"/>
                </a:cubicBezTo>
                <a:cubicBezTo>
                  <a:pt x="764" y="609"/>
                  <a:pt x="856" y="612"/>
                  <a:pt x="925" y="565"/>
                </a:cubicBezTo>
                <a:cubicBezTo>
                  <a:pt x="994" y="518"/>
                  <a:pt x="1081" y="401"/>
                  <a:pt x="1099" y="330"/>
                </a:cubicBezTo>
                <a:cubicBezTo>
                  <a:pt x="1117" y="259"/>
                  <a:pt x="1104" y="178"/>
                  <a:pt x="1036" y="138"/>
                </a:cubicBezTo>
                <a:cubicBezTo>
                  <a:pt x="968" y="98"/>
                  <a:pt x="790" y="98"/>
                  <a:pt x="691" y="91"/>
                </a:cubicBezTo>
                <a:cubicBezTo>
                  <a:pt x="592" y="84"/>
                  <a:pt x="520" y="109"/>
                  <a:pt x="439" y="9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14" name="Text Box 8">
            <a:extLst>
              <a:ext uri="{FF2B5EF4-FFF2-40B4-BE49-F238E27FC236}">
                <a16:creationId xmlns:a16="http://schemas.microsoft.com/office/drawing/2014/main" id="{A07A0F9D-91F2-41E2-BFA9-192AD437A5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7025" y="3294063"/>
            <a:ext cx="1717675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Send me anything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with addresses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beginning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200.23.16.0/20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9515" name="Group 9">
            <a:extLst>
              <a:ext uri="{FF2B5EF4-FFF2-40B4-BE49-F238E27FC236}">
                <a16:creationId xmlns:a16="http://schemas.microsoft.com/office/drawing/2014/main" id="{253811F1-9F89-46FD-A029-045AE2F11E6C}"/>
              </a:ext>
            </a:extLst>
          </p:cNvPr>
          <p:cNvGrpSpPr>
            <a:grpSpLocks/>
          </p:cNvGrpSpPr>
          <p:nvPr/>
        </p:nvGrpSpPr>
        <p:grpSpPr bwMode="auto">
          <a:xfrm>
            <a:off x="758825" y="2760663"/>
            <a:ext cx="2338388" cy="404812"/>
            <a:chOff x="1004" y="1639"/>
            <a:chExt cx="1473" cy="255"/>
          </a:xfrm>
        </p:grpSpPr>
        <p:sp>
          <p:nvSpPr>
            <p:cNvPr id="149549" name="Freeform 10">
              <a:extLst>
                <a:ext uri="{FF2B5EF4-FFF2-40B4-BE49-F238E27FC236}">
                  <a16:creationId xmlns:a16="http://schemas.microsoft.com/office/drawing/2014/main" id="{2A1FC952-9725-4592-9E25-5882429D0CA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50" name="Text Box 11">
              <a:extLst>
                <a:ext uri="{FF2B5EF4-FFF2-40B4-BE49-F238E27FC236}">
                  <a16:creationId xmlns:a16="http://schemas.microsoft.com/office/drawing/2014/main" id="{B1BEC463-F054-49EA-8840-3BBA91BCB9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200.23.16.0/23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9516" name="Group 12">
            <a:extLst>
              <a:ext uri="{FF2B5EF4-FFF2-40B4-BE49-F238E27FC236}">
                <a16:creationId xmlns:a16="http://schemas.microsoft.com/office/drawing/2014/main" id="{AD3719C9-F98B-4A86-B311-638D15706202}"/>
              </a:ext>
            </a:extLst>
          </p:cNvPr>
          <p:cNvGrpSpPr>
            <a:grpSpLocks/>
          </p:cNvGrpSpPr>
          <p:nvPr/>
        </p:nvGrpSpPr>
        <p:grpSpPr bwMode="auto">
          <a:xfrm>
            <a:off x="787400" y="3351213"/>
            <a:ext cx="2338388" cy="404812"/>
            <a:chOff x="1004" y="1639"/>
            <a:chExt cx="1473" cy="255"/>
          </a:xfrm>
        </p:grpSpPr>
        <p:sp>
          <p:nvSpPr>
            <p:cNvPr id="149547" name="Freeform 13">
              <a:extLst>
                <a:ext uri="{FF2B5EF4-FFF2-40B4-BE49-F238E27FC236}">
                  <a16:creationId xmlns:a16="http://schemas.microsoft.com/office/drawing/2014/main" id="{EBD3660D-66AF-46DE-871B-DCED3AEA73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48" name="Text Box 14">
              <a:extLst>
                <a:ext uri="{FF2B5EF4-FFF2-40B4-BE49-F238E27FC236}">
                  <a16:creationId xmlns:a16="http://schemas.microsoft.com/office/drawing/2014/main" id="{B13F5A86-076D-40F5-87C2-B5444A9D6E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200.23.18.0/23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9517" name="Group 15">
            <a:extLst>
              <a:ext uri="{FF2B5EF4-FFF2-40B4-BE49-F238E27FC236}">
                <a16:creationId xmlns:a16="http://schemas.microsoft.com/office/drawing/2014/main" id="{E70D50A1-1F64-4E06-948E-8BD3F50F8239}"/>
              </a:ext>
            </a:extLst>
          </p:cNvPr>
          <p:cNvGrpSpPr>
            <a:grpSpLocks/>
          </p:cNvGrpSpPr>
          <p:nvPr/>
        </p:nvGrpSpPr>
        <p:grpSpPr bwMode="auto">
          <a:xfrm>
            <a:off x="701675" y="4770438"/>
            <a:ext cx="2338388" cy="404812"/>
            <a:chOff x="1004" y="1639"/>
            <a:chExt cx="1473" cy="255"/>
          </a:xfrm>
        </p:grpSpPr>
        <p:sp>
          <p:nvSpPr>
            <p:cNvPr id="149545" name="Freeform 16">
              <a:extLst>
                <a:ext uri="{FF2B5EF4-FFF2-40B4-BE49-F238E27FC236}">
                  <a16:creationId xmlns:a16="http://schemas.microsoft.com/office/drawing/2014/main" id="{69C2C06E-FDD1-40C2-BC54-21A4AA6935AB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46" name="Text Box 17">
              <a:extLst>
                <a:ext uri="{FF2B5EF4-FFF2-40B4-BE49-F238E27FC236}">
                  <a16:creationId xmlns:a16="http://schemas.microsoft.com/office/drawing/2014/main" id="{8FF1EFCE-42E8-47F5-BEEE-D9FBBB972B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200.23.30.0/23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49518" name="Text Box 18">
            <a:extLst>
              <a:ext uri="{FF2B5EF4-FFF2-40B4-BE49-F238E27FC236}">
                <a16:creationId xmlns:a16="http://schemas.microsoft.com/office/drawing/2014/main" id="{35C2A21C-DBC7-4DF9-8425-6AAAA654E2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6800" y="3998913"/>
            <a:ext cx="15065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Fly-By-Night-ISP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19" name="Freeform 19">
            <a:extLst>
              <a:ext uri="{FF2B5EF4-FFF2-40B4-BE49-F238E27FC236}">
                <a16:creationId xmlns:a16="http://schemas.microsoft.com/office/drawing/2014/main" id="{24C8388C-EC69-42E3-A593-84424EE24F14}"/>
              </a:ext>
            </a:extLst>
          </p:cNvPr>
          <p:cNvSpPr>
            <a:spLocks/>
          </p:cNvSpPr>
          <p:nvPr/>
        </p:nvSpPr>
        <p:spPr bwMode="auto">
          <a:xfrm>
            <a:off x="7169150" y="3095625"/>
            <a:ext cx="1444625" cy="2714625"/>
          </a:xfrm>
          <a:custGeom>
            <a:avLst/>
            <a:gdLst>
              <a:gd name="T0" fmla="*/ 2147483646 w 910"/>
              <a:gd name="T1" fmla="*/ 2147483646 h 1710"/>
              <a:gd name="T2" fmla="*/ 2147483646 w 910"/>
              <a:gd name="T3" fmla="*/ 2147483646 h 1710"/>
              <a:gd name="T4" fmla="*/ 2147483646 w 910"/>
              <a:gd name="T5" fmla="*/ 2147483646 h 1710"/>
              <a:gd name="T6" fmla="*/ 2147483646 w 910"/>
              <a:gd name="T7" fmla="*/ 2147483646 h 1710"/>
              <a:gd name="T8" fmla="*/ 2147483646 w 910"/>
              <a:gd name="T9" fmla="*/ 2147483646 h 1710"/>
              <a:gd name="T10" fmla="*/ 2147483646 w 910"/>
              <a:gd name="T11" fmla="*/ 2147483646 h 1710"/>
              <a:gd name="T12" fmla="*/ 2147483646 w 910"/>
              <a:gd name="T13" fmla="*/ 2147483646 h 1710"/>
              <a:gd name="T14" fmla="*/ 2147483646 w 910"/>
              <a:gd name="T15" fmla="*/ 2147483646 h 1710"/>
              <a:gd name="T16" fmla="*/ 2147483646 w 910"/>
              <a:gd name="T17" fmla="*/ 2147483646 h 1710"/>
              <a:gd name="T18" fmla="*/ 2147483646 w 910"/>
              <a:gd name="T19" fmla="*/ 2147483646 h 1710"/>
              <a:gd name="T20" fmla="*/ 2147483646 w 910"/>
              <a:gd name="T21" fmla="*/ 2147483646 h 1710"/>
              <a:gd name="T22" fmla="*/ 2147483646 w 910"/>
              <a:gd name="T23" fmla="*/ 2147483646 h 171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910"/>
              <a:gd name="T37" fmla="*/ 0 h 1710"/>
              <a:gd name="T38" fmla="*/ 910 w 910"/>
              <a:gd name="T39" fmla="*/ 1710 h 171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910" h="1710">
                <a:moveTo>
                  <a:pt x="766" y="38"/>
                </a:moveTo>
                <a:cubicBezTo>
                  <a:pt x="714" y="0"/>
                  <a:pt x="520" y="186"/>
                  <a:pt x="411" y="282"/>
                </a:cubicBezTo>
                <a:cubicBezTo>
                  <a:pt x="302" y="378"/>
                  <a:pt x="180" y="490"/>
                  <a:pt x="115" y="611"/>
                </a:cubicBezTo>
                <a:cubicBezTo>
                  <a:pt x="49" y="732"/>
                  <a:pt x="0" y="907"/>
                  <a:pt x="14" y="1008"/>
                </a:cubicBezTo>
                <a:cubicBezTo>
                  <a:pt x="28" y="1108"/>
                  <a:pt x="127" y="1139"/>
                  <a:pt x="198" y="1214"/>
                </a:cubicBezTo>
                <a:cubicBezTo>
                  <a:pt x="269" y="1288"/>
                  <a:pt x="328" y="1380"/>
                  <a:pt x="435" y="1456"/>
                </a:cubicBezTo>
                <a:cubicBezTo>
                  <a:pt x="542" y="1533"/>
                  <a:pt x="768" y="1710"/>
                  <a:pt x="839" y="1674"/>
                </a:cubicBezTo>
                <a:cubicBezTo>
                  <a:pt x="910" y="1638"/>
                  <a:pt x="863" y="1328"/>
                  <a:pt x="863" y="1239"/>
                </a:cubicBezTo>
                <a:cubicBezTo>
                  <a:pt x="863" y="1150"/>
                  <a:pt x="868" y="1189"/>
                  <a:pt x="839" y="1139"/>
                </a:cubicBezTo>
                <a:cubicBezTo>
                  <a:pt x="809" y="1090"/>
                  <a:pt x="703" y="1045"/>
                  <a:pt x="684" y="940"/>
                </a:cubicBezTo>
                <a:cubicBezTo>
                  <a:pt x="665" y="835"/>
                  <a:pt x="710" y="659"/>
                  <a:pt x="724" y="509"/>
                </a:cubicBezTo>
                <a:cubicBezTo>
                  <a:pt x="738" y="359"/>
                  <a:pt x="818" y="76"/>
                  <a:pt x="766" y="38"/>
                </a:cubicBezTo>
                <a:close/>
              </a:path>
            </a:pathLst>
          </a:custGeom>
          <a:gradFill rotWithShape="1">
            <a:gsLst>
              <a:gs pos="0">
                <a:srgbClr val="66CC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20" name="Text Box 20">
            <a:extLst>
              <a:ext uri="{FF2B5EF4-FFF2-40B4-BE49-F238E27FC236}">
                <a16:creationId xmlns:a16="http://schemas.microsoft.com/office/drawing/2014/main" id="{0145E326-8ADD-4690-AFBF-54204BC1AB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" y="250348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0</a:t>
            </a:r>
          </a:p>
        </p:txBody>
      </p:sp>
      <p:sp>
        <p:nvSpPr>
          <p:cNvPr id="149521" name="Text Box 21">
            <a:extLst>
              <a:ext uri="{FF2B5EF4-FFF2-40B4-BE49-F238E27FC236}">
                <a16:creationId xmlns:a16="http://schemas.microsoft.com/office/drawing/2014/main" id="{400D1E89-A3A3-4BFB-AAE2-A9B3979B1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7400" y="4513263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7</a:t>
            </a:r>
          </a:p>
        </p:txBody>
      </p:sp>
      <p:sp>
        <p:nvSpPr>
          <p:cNvPr id="149522" name="Text Box 22">
            <a:extLst>
              <a:ext uri="{FF2B5EF4-FFF2-40B4-BE49-F238E27FC236}">
                <a16:creationId xmlns:a16="http://schemas.microsoft.com/office/drawing/2014/main" id="{692741DC-1E55-408B-A3CD-0F1E850310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4322763"/>
            <a:ext cx="7842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Internet</a:t>
            </a:r>
          </a:p>
        </p:txBody>
      </p:sp>
      <p:sp>
        <p:nvSpPr>
          <p:cNvPr id="149523" name="Text Box 23">
            <a:extLst>
              <a:ext uri="{FF2B5EF4-FFF2-40B4-BE49-F238E27FC236}">
                <a16:creationId xmlns:a16="http://schemas.microsoft.com/office/drawing/2014/main" id="{D94443F3-A226-4BBE-BF22-C4BA4C4817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0" y="315118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1</a:t>
            </a:r>
          </a:p>
        </p:txBody>
      </p:sp>
      <p:sp>
        <p:nvSpPr>
          <p:cNvPr id="149524" name="Freeform 24">
            <a:extLst>
              <a:ext uri="{FF2B5EF4-FFF2-40B4-BE49-F238E27FC236}">
                <a16:creationId xmlns:a16="http://schemas.microsoft.com/office/drawing/2014/main" id="{C3512759-DFB5-4960-A163-71FA1B4A0322}"/>
              </a:ext>
            </a:extLst>
          </p:cNvPr>
          <p:cNvSpPr>
            <a:spLocks/>
          </p:cNvSpPr>
          <p:nvPr/>
        </p:nvSpPr>
        <p:spPr bwMode="auto">
          <a:xfrm>
            <a:off x="3516313" y="4881563"/>
            <a:ext cx="1773237" cy="979487"/>
          </a:xfrm>
          <a:custGeom>
            <a:avLst/>
            <a:gdLst>
              <a:gd name="T0" fmla="*/ 2147483646 w 1117"/>
              <a:gd name="T1" fmla="*/ 2147483646 h 617"/>
              <a:gd name="T2" fmla="*/ 2147483646 w 1117"/>
              <a:gd name="T3" fmla="*/ 2147483646 h 617"/>
              <a:gd name="T4" fmla="*/ 2147483646 w 1117"/>
              <a:gd name="T5" fmla="*/ 2147483646 h 617"/>
              <a:gd name="T6" fmla="*/ 2147483646 w 1117"/>
              <a:gd name="T7" fmla="*/ 2147483646 h 617"/>
              <a:gd name="T8" fmla="*/ 2147483646 w 1117"/>
              <a:gd name="T9" fmla="*/ 2147483646 h 617"/>
              <a:gd name="T10" fmla="*/ 2147483646 w 1117"/>
              <a:gd name="T11" fmla="*/ 2147483646 h 617"/>
              <a:gd name="T12" fmla="*/ 2147483646 w 1117"/>
              <a:gd name="T13" fmla="*/ 2147483646 h 617"/>
              <a:gd name="T14" fmla="*/ 2147483646 w 1117"/>
              <a:gd name="T15" fmla="*/ 2147483646 h 617"/>
              <a:gd name="T16" fmla="*/ 2147483646 w 1117"/>
              <a:gd name="T17" fmla="*/ 2147483646 h 617"/>
              <a:gd name="T18" fmla="*/ 2147483646 w 1117"/>
              <a:gd name="T19" fmla="*/ 2147483646 h 617"/>
              <a:gd name="T20" fmla="*/ 2147483646 w 1117"/>
              <a:gd name="T21" fmla="*/ 2147483646 h 617"/>
              <a:gd name="T22" fmla="*/ 2147483646 w 1117"/>
              <a:gd name="T23" fmla="*/ 2147483646 h 617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117"/>
              <a:gd name="T37" fmla="*/ 0 h 617"/>
              <a:gd name="T38" fmla="*/ 1117 w 1117"/>
              <a:gd name="T39" fmla="*/ 617 h 617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117" h="617">
                <a:moveTo>
                  <a:pt x="439" y="97"/>
                </a:moveTo>
                <a:cubicBezTo>
                  <a:pt x="358" y="85"/>
                  <a:pt x="269" y="23"/>
                  <a:pt x="205" y="19"/>
                </a:cubicBezTo>
                <a:cubicBezTo>
                  <a:pt x="141" y="15"/>
                  <a:pt x="89" y="0"/>
                  <a:pt x="55" y="73"/>
                </a:cubicBezTo>
                <a:cubicBezTo>
                  <a:pt x="21" y="146"/>
                  <a:pt x="0" y="371"/>
                  <a:pt x="4" y="456"/>
                </a:cubicBezTo>
                <a:cubicBezTo>
                  <a:pt x="8" y="541"/>
                  <a:pt x="3" y="560"/>
                  <a:pt x="77" y="582"/>
                </a:cubicBezTo>
                <a:cubicBezTo>
                  <a:pt x="152" y="604"/>
                  <a:pt x="350" y="582"/>
                  <a:pt x="451" y="587"/>
                </a:cubicBezTo>
                <a:cubicBezTo>
                  <a:pt x="552" y="592"/>
                  <a:pt x="606" y="617"/>
                  <a:pt x="685" y="613"/>
                </a:cubicBezTo>
                <a:cubicBezTo>
                  <a:pt x="764" y="609"/>
                  <a:pt x="856" y="612"/>
                  <a:pt x="925" y="565"/>
                </a:cubicBezTo>
                <a:cubicBezTo>
                  <a:pt x="994" y="518"/>
                  <a:pt x="1081" y="401"/>
                  <a:pt x="1099" y="330"/>
                </a:cubicBezTo>
                <a:cubicBezTo>
                  <a:pt x="1117" y="259"/>
                  <a:pt x="1104" y="178"/>
                  <a:pt x="1036" y="138"/>
                </a:cubicBezTo>
                <a:cubicBezTo>
                  <a:pt x="968" y="98"/>
                  <a:pt x="790" y="98"/>
                  <a:pt x="691" y="91"/>
                </a:cubicBezTo>
                <a:cubicBezTo>
                  <a:pt x="592" y="84"/>
                  <a:pt x="520" y="109"/>
                  <a:pt x="439" y="9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25" name="Text Box 25">
            <a:extLst>
              <a:ext uri="{FF2B5EF4-FFF2-40B4-BE49-F238E27FC236}">
                <a16:creationId xmlns:a16="http://schemas.microsoft.com/office/drawing/2014/main" id="{5AC2656C-433E-4CE7-9618-2EFC1FAD6F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6350" y="5256213"/>
            <a:ext cx="10239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ISPs-R-Us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26" name="Freeform 26">
            <a:extLst>
              <a:ext uri="{FF2B5EF4-FFF2-40B4-BE49-F238E27FC236}">
                <a16:creationId xmlns:a16="http://schemas.microsoft.com/office/drawing/2014/main" id="{5902D3BC-1ED3-4160-AB5D-C9E024240735}"/>
              </a:ext>
            </a:extLst>
          </p:cNvPr>
          <p:cNvSpPr>
            <a:spLocks/>
          </p:cNvSpPr>
          <p:nvPr/>
        </p:nvSpPr>
        <p:spPr bwMode="auto">
          <a:xfrm flipV="1">
            <a:off x="5241925" y="4902200"/>
            <a:ext cx="2019300" cy="295275"/>
          </a:xfrm>
          <a:custGeom>
            <a:avLst/>
            <a:gdLst>
              <a:gd name="T0" fmla="*/ 0 w 1272"/>
              <a:gd name="T1" fmla="*/ 0 h 186"/>
              <a:gd name="T2" fmla="*/ 2147483646 w 1272"/>
              <a:gd name="T3" fmla="*/ 2147483646 h 186"/>
              <a:gd name="T4" fmla="*/ 0 60000 65536"/>
              <a:gd name="T5" fmla="*/ 0 60000 65536"/>
              <a:gd name="T6" fmla="*/ 0 w 1272"/>
              <a:gd name="T7" fmla="*/ 0 h 186"/>
              <a:gd name="T8" fmla="*/ 1272 w 127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272" h="186">
                <a:moveTo>
                  <a:pt x="0" y="0"/>
                </a:moveTo>
                <a:lnTo>
                  <a:pt x="1272" y="186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27" name="Line 27">
            <a:extLst>
              <a:ext uri="{FF2B5EF4-FFF2-40B4-BE49-F238E27FC236}">
                <a16:creationId xmlns:a16="http://schemas.microsoft.com/office/drawing/2014/main" id="{0903C85D-1266-403D-8200-BB4CC34F95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2125" y="5445125"/>
            <a:ext cx="4857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28" name="Line 28">
            <a:extLst>
              <a:ext uri="{FF2B5EF4-FFF2-40B4-BE49-F238E27FC236}">
                <a16:creationId xmlns:a16="http://schemas.microsoft.com/office/drawing/2014/main" id="{6B6CFDDE-D3E0-4175-97C8-85A34F251B5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79725" y="5511800"/>
            <a:ext cx="638175" cy="171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29" name="Line 29">
            <a:extLst>
              <a:ext uri="{FF2B5EF4-FFF2-40B4-BE49-F238E27FC236}">
                <a16:creationId xmlns:a16="http://schemas.microsoft.com/office/drawing/2014/main" id="{E436EF86-019A-4D7A-9EF3-F12CBB462E7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17875" y="5759450"/>
            <a:ext cx="247650" cy="4095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49530" name="Text Box 30">
            <a:extLst>
              <a:ext uri="{FF2B5EF4-FFF2-40B4-BE49-F238E27FC236}">
                <a16:creationId xmlns:a16="http://schemas.microsoft.com/office/drawing/2014/main" id="{F7A1DCB8-A6F9-4F71-865C-F46DEA2F5E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850" y="5151438"/>
            <a:ext cx="1671638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Send me anything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with addresses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beginning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199.31.0.0/16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49531" name="Group 31">
            <a:extLst>
              <a:ext uri="{FF2B5EF4-FFF2-40B4-BE49-F238E27FC236}">
                <a16:creationId xmlns:a16="http://schemas.microsoft.com/office/drawing/2014/main" id="{D3AD0604-4F6D-483C-99F8-180E2E53CEAF}"/>
              </a:ext>
            </a:extLst>
          </p:cNvPr>
          <p:cNvGrpSpPr>
            <a:grpSpLocks/>
          </p:cNvGrpSpPr>
          <p:nvPr/>
        </p:nvGrpSpPr>
        <p:grpSpPr bwMode="auto">
          <a:xfrm>
            <a:off x="806450" y="3941763"/>
            <a:ext cx="2338388" cy="404812"/>
            <a:chOff x="1004" y="1639"/>
            <a:chExt cx="1473" cy="255"/>
          </a:xfrm>
        </p:grpSpPr>
        <p:sp>
          <p:nvSpPr>
            <p:cNvPr id="149543" name="Freeform 32">
              <a:extLst>
                <a:ext uri="{FF2B5EF4-FFF2-40B4-BE49-F238E27FC236}">
                  <a16:creationId xmlns:a16="http://schemas.microsoft.com/office/drawing/2014/main" id="{B3DD5732-E8B5-44AE-9BA3-BD01D3E45A8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44" name="Text Box 33">
              <a:extLst>
                <a:ext uri="{FF2B5EF4-FFF2-40B4-BE49-F238E27FC236}">
                  <a16:creationId xmlns:a16="http://schemas.microsoft.com/office/drawing/2014/main" id="{C6D0F0E6-FF72-4BBE-B955-36047727B4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200.23.20.0/23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49532" name="Text Box 34">
            <a:extLst>
              <a:ext uri="{FF2B5EF4-FFF2-40B4-BE49-F238E27FC236}">
                <a16:creationId xmlns:a16="http://schemas.microsoft.com/office/drawing/2014/main" id="{0A6A894E-A310-4B32-A949-C8D11A5C3A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7400" y="374173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2</a:t>
            </a:r>
          </a:p>
        </p:txBody>
      </p:sp>
      <p:grpSp>
        <p:nvGrpSpPr>
          <p:cNvPr id="149533" name="Group 35">
            <a:extLst>
              <a:ext uri="{FF2B5EF4-FFF2-40B4-BE49-F238E27FC236}">
                <a16:creationId xmlns:a16="http://schemas.microsoft.com/office/drawing/2014/main" id="{54791CD3-3035-414B-9776-850B1654BCE5}"/>
              </a:ext>
            </a:extLst>
          </p:cNvPr>
          <p:cNvGrpSpPr>
            <a:grpSpLocks/>
          </p:cNvGrpSpPr>
          <p:nvPr/>
        </p:nvGrpSpPr>
        <p:grpSpPr bwMode="auto">
          <a:xfrm>
            <a:off x="2155825" y="4198938"/>
            <a:ext cx="257175" cy="663575"/>
            <a:chOff x="870" y="2941"/>
            <a:chExt cx="162" cy="418"/>
          </a:xfrm>
        </p:grpSpPr>
        <p:sp>
          <p:nvSpPr>
            <p:cNvPr id="149540" name="Text Box 36">
              <a:extLst>
                <a:ext uri="{FF2B5EF4-FFF2-40B4-BE49-F238E27FC236}">
                  <a16:creationId xmlns:a16="http://schemas.microsoft.com/office/drawing/2014/main" id="{86EFAC12-6234-4E5B-BD0F-45E0AF29EE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" y="294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41" name="Text Box 37">
              <a:extLst>
                <a:ext uri="{FF2B5EF4-FFF2-40B4-BE49-F238E27FC236}">
                  <a16:creationId xmlns:a16="http://schemas.microsoft.com/office/drawing/2014/main" id="{73E332FE-2E8F-4910-907D-731D576235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" y="3026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42" name="Text Box 38">
              <a:extLst>
                <a:ext uri="{FF2B5EF4-FFF2-40B4-BE49-F238E27FC236}">
                  <a16:creationId xmlns:a16="http://schemas.microsoft.com/office/drawing/2014/main" id="{ADD7FA1E-23D6-4C2C-9573-98EAE3C3A6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1" y="3109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49534" name="Group 39">
            <a:extLst>
              <a:ext uri="{FF2B5EF4-FFF2-40B4-BE49-F238E27FC236}">
                <a16:creationId xmlns:a16="http://schemas.microsoft.com/office/drawing/2014/main" id="{7A877617-183C-46A8-9532-82E4DA93BA2C}"/>
              </a:ext>
            </a:extLst>
          </p:cNvPr>
          <p:cNvGrpSpPr>
            <a:grpSpLocks/>
          </p:cNvGrpSpPr>
          <p:nvPr/>
        </p:nvGrpSpPr>
        <p:grpSpPr bwMode="auto">
          <a:xfrm>
            <a:off x="3184525" y="3903663"/>
            <a:ext cx="257175" cy="663575"/>
            <a:chOff x="870" y="2941"/>
            <a:chExt cx="162" cy="418"/>
          </a:xfrm>
        </p:grpSpPr>
        <p:sp>
          <p:nvSpPr>
            <p:cNvPr id="149537" name="Text Box 40">
              <a:extLst>
                <a:ext uri="{FF2B5EF4-FFF2-40B4-BE49-F238E27FC236}">
                  <a16:creationId xmlns:a16="http://schemas.microsoft.com/office/drawing/2014/main" id="{9C8CB0D2-88B4-41FD-B766-929861191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" y="294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38" name="Text Box 41">
              <a:extLst>
                <a:ext uri="{FF2B5EF4-FFF2-40B4-BE49-F238E27FC236}">
                  <a16:creationId xmlns:a16="http://schemas.microsoft.com/office/drawing/2014/main" id="{3271E9BF-6784-46F0-A67E-6D4DE01A1A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" y="3026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49539" name="Text Box 42">
              <a:extLst>
                <a:ext uri="{FF2B5EF4-FFF2-40B4-BE49-F238E27FC236}">
                  <a16:creationId xmlns:a16="http://schemas.microsoft.com/office/drawing/2014/main" id="{69104A13-7A72-46A9-B505-7F4E806C113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1" y="3109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78879" name="Text Box 43">
            <a:extLst>
              <a:ext uri="{FF2B5EF4-FFF2-40B4-BE49-F238E27FC236}">
                <a16:creationId xmlns:a16="http://schemas.microsoft.com/office/drawing/2014/main" id="{EA6A6377-8B11-4BEE-B903-D46EF35FF4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738" y="1185863"/>
            <a:ext cx="8415337" cy="707886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itchFamily="34" charset="0"/>
                <a:ea typeface="ＭＳ Ｐゴシック" panose="020B0600070205080204" pitchFamily="34" charset="-128"/>
                <a:cs typeface="+mn-cs"/>
              </a:rPr>
              <a:t>Rest of world need not know that within the address block 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itchFamily="34" charset="0"/>
                <a:ea typeface="ＭＳ Ｐゴシック" panose="020B0600070205080204" pitchFamily="34" charset="-128"/>
                <a:cs typeface="+mn-cs"/>
              </a:rPr>
              <a:t>200.23.16.0/20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itchFamily="34" charset="0"/>
                <a:ea typeface="ＭＳ Ｐゴシック" panose="020B0600070205080204" pitchFamily="34" charset="-128"/>
                <a:cs typeface="+mn-cs"/>
              </a:rPr>
              <a:t> there are in fact 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Gill Sans MT" pitchFamily="34" charset="0"/>
                <a:ea typeface="ＭＳ Ｐゴシック" panose="020B0600070205080204" pitchFamily="34" charset="-128"/>
                <a:cs typeface="+mn-cs"/>
              </a:rPr>
              <a:t>eight other organizations</a:t>
            </a: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itchFamily="34" charset="0"/>
                <a:ea typeface="ＭＳ Ｐゴシック" panose="020B0600070205080204" pitchFamily="34" charset="-128"/>
                <a:cs typeface="+mn-cs"/>
              </a:rPr>
              <a:t>, each with its own subnets.</a:t>
            </a:r>
          </a:p>
        </p:txBody>
      </p:sp>
      <p:pic>
        <p:nvPicPr>
          <p:cNvPr id="149536" name="Picture 44" descr="underline_base">
            <a:extLst>
              <a:ext uri="{FF2B5EF4-FFF2-40B4-BE49-F238E27FC236}">
                <a16:creationId xmlns:a16="http://schemas.microsoft.com/office/drawing/2014/main" id="{14440727-A20A-4D64-9A3C-E370B98FEA3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963" y="900113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514" grpId="0"/>
      <p:bldP spid="149530" grpId="0"/>
      <p:bldP spid="7887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Footer Placeholder 3">
            <a:extLst>
              <a:ext uri="{FF2B5EF4-FFF2-40B4-BE49-F238E27FC236}">
                <a16:creationId xmlns:a16="http://schemas.microsoft.com/office/drawing/2014/main" id="{BABE83AC-B0EF-491D-8FF2-26110700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50531" name="Slide Number Placeholder 4">
            <a:extLst>
              <a:ext uri="{FF2B5EF4-FFF2-40B4-BE49-F238E27FC236}">
                <a16:creationId xmlns:a16="http://schemas.microsoft.com/office/drawing/2014/main" id="{717B4F8A-505A-44C4-BEC0-F97EEDBEE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FB39EDF7-833E-4DCB-9DFF-842530CC6DF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32" name="Rectangle 2">
            <a:extLst>
              <a:ext uri="{FF2B5EF4-FFF2-40B4-BE49-F238E27FC236}">
                <a16:creationId xmlns:a16="http://schemas.microsoft.com/office/drawing/2014/main" id="{748309F7-B205-4368-AE89-A488F09CE8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07963"/>
            <a:ext cx="8316913" cy="985837"/>
          </a:xfrm>
        </p:spPr>
        <p:txBody>
          <a:bodyPr/>
          <a:lstStyle/>
          <a:p>
            <a:r>
              <a:rPr lang="en-US" altLang="zh-TW" sz="3600">
                <a:ea typeface="ＭＳ Ｐゴシック" panose="020B0600070205080204" pitchFamily="34" charset="-128"/>
              </a:rPr>
              <a:t>Hierarchical addressing: route aggregation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50533" name="Freeform 3">
            <a:extLst>
              <a:ext uri="{FF2B5EF4-FFF2-40B4-BE49-F238E27FC236}">
                <a16:creationId xmlns:a16="http://schemas.microsoft.com/office/drawing/2014/main" id="{D1022F8E-4170-4FC8-8864-49866D590841}"/>
              </a:ext>
            </a:extLst>
          </p:cNvPr>
          <p:cNvSpPr>
            <a:spLocks/>
          </p:cNvSpPr>
          <p:nvPr/>
        </p:nvSpPr>
        <p:spPr bwMode="auto">
          <a:xfrm>
            <a:off x="5175250" y="4121150"/>
            <a:ext cx="2019300" cy="295275"/>
          </a:xfrm>
          <a:custGeom>
            <a:avLst/>
            <a:gdLst>
              <a:gd name="T0" fmla="*/ 0 w 1272"/>
              <a:gd name="T1" fmla="*/ 0 h 186"/>
              <a:gd name="T2" fmla="*/ 2147483646 w 1272"/>
              <a:gd name="T3" fmla="*/ 2147483646 h 186"/>
              <a:gd name="T4" fmla="*/ 0 60000 65536"/>
              <a:gd name="T5" fmla="*/ 0 60000 65536"/>
              <a:gd name="T6" fmla="*/ 0 w 1272"/>
              <a:gd name="T7" fmla="*/ 0 h 186"/>
              <a:gd name="T8" fmla="*/ 1272 w 127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272" h="186">
                <a:moveTo>
                  <a:pt x="0" y="0"/>
                </a:moveTo>
                <a:lnTo>
                  <a:pt x="1272" y="186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34" name="Line 4">
            <a:extLst>
              <a:ext uri="{FF2B5EF4-FFF2-40B4-BE49-F238E27FC236}">
                <a16:creationId xmlns:a16="http://schemas.microsoft.com/office/drawing/2014/main" id="{AD27AC19-3BCC-40B4-9349-66C2BABA537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2100" y="4397375"/>
            <a:ext cx="895350" cy="457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35" name="Line 5">
            <a:extLst>
              <a:ext uri="{FF2B5EF4-FFF2-40B4-BE49-F238E27FC236}">
                <a16:creationId xmlns:a16="http://schemas.microsoft.com/office/drawing/2014/main" id="{239D244F-D11D-46C5-B46B-E442C03505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0675" y="3768725"/>
            <a:ext cx="752475" cy="171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36" name="Line 6">
            <a:extLst>
              <a:ext uri="{FF2B5EF4-FFF2-40B4-BE49-F238E27FC236}">
                <a16:creationId xmlns:a16="http://schemas.microsoft.com/office/drawing/2014/main" id="{865D473B-1B0B-4AA6-870C-D819809D0D34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7350" y="2987675"/>
            <a:ext cx="847725" cy="762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37" name="Freeform 7">
            <a:extLst>
              <a:ext uri="{FF2B5EF4-FFF2-40B4-BE49-F238E27FC236}">
                <a16:creationId xmlns:a16="http://schemas.microsoft.com/office/drawing/2014/main" id="{802C3604-9E51-42C6-8BD3-E8AE5A93351C}"/>
              </a:ext>
            </a:extLst>
          </p:cNvPr>
          <p:cNvSpPr>
            <a:spLocks/>
          </p:cNvSpPr>
          <p:nvPr/>
        </p:nvSpPr>
        <p:spPr bwMode="auto">
          <a:xfrm>
            <a:off x="3573463" y="3567113"/>
            <a:ext cx="1773237" cy="979487"/>
          </a:xfrm>
          <a:custGeom>
            <a:avLst/>
            <a:gdLst>
              <a:gd name="T0" fmla="*/ 2147483646 w 1117"/>
              <a:gd name="T1" fmla="*/ 2147483646 h 617"/>
              <a:gd name="T2" fmla="*/ 2147483646 w 1117"/>
              <a:gd name="T3" fmla="*/ 2147483646 h 617"/>
              <a:gd name="T4" fmla="*/ 2147483646 w 1117"/>
              <a:gd name="T5" fmla="*/ 2147483646 h 617"/>
              <a:gd name="T6" fmla="*/ 2147483646 w 1117"/>
              <a:gd name="T7" fmla="*/ 2147483646 h 617"/>
              <a:gd name="T8" fmla="*/ 2147483646 w 1117"/>
              <a:gd name="T9" fmla="*/ 2147483646 h 617"/>
              <a:gd name="T10" fmla="*/ 2147483646 w 1117"/>
              <a:gd name="T11" fmla="*/ 2147483646 h 617"/>
              <a:gd name="T12" fmla="*/ 2147483646 w 1117"/>
              <a:gd name="T13" fmla="*/ 2147483646 h 617"/>
              <a:gd name="T14" fmla="*/ 2147483646 w 1117"/>
              <a:gd name="T15" fmla="*/ 2147483646 h 617"/>
              <a:gd name="T16" fmla="*/ 2147483646 w 1117"/>
              <a:gd name="T17" fmla="*/ 2147483646 h 617"/>
              <a:gd name="T18" fmla="*/ 2147483646 w 1117"/>
              <a:gd name="T19" fmla="*/ 2147483646 h 617"/>
              <a:gd name="T20" fmla="*/ 2147483646 w 1117"/>
              <a:gd name="T21" fmla="*/ 2147483646 h 617"/>
              <a:gd name="T22" fmla="*/ 2147483646 w 1117"/>
              <a:gd name="T23" fmla="*/ 2147483646 h 617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117"/>
              <a:gd name="T37" fmla="*/ 0 h 617"/>
              <a:gd name="T38" fmla="*/ 1117 w 1117"/>
              <a:gd name="T39" fmla="*/ 617 h 617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117" h="617">
                <a:moveTo>
                  <a:pt x="439" y="97"/>
                </a:moveTo>
                <a:cubicBezTo>
                  <a:pt x="358" y="85"/>
                  <a:pt x="269" y="23"/>
                  <a:pt x="205" y="19"/>
                </a:cubicBezTo>
                <a:cubicBezTo>
                  <a:pt x="141" y="15"/>
                  <a:pt x="89" y="0"/>
                  <a:pt x="55" y="73"/>
                </a:cubicBezTo>
                <a:cubicBezTo>
                  <a:pt x="21" y="146"/>
                  <a:pt x="0" y="371"/>
                  <a:pt x="4" y="456"/>
                </a:cubicBezTo>
                <a:cubicBezTo>
                  <a:pt x="8" y="541"/>
                  <a:pt x="3" y="560"/>
                  <a:pt x="77" y="582"/>
                </a:cubicBezTo>
                <a:cubicBezTo>
                  <a:pt x="152" y="604"/>
                  <a:pt x="350" y="582"/>
                  <a:pt x="451" y="587"/>
                </a:cubicBezTo>
                <a:cubicBezTo>
                  <a:pt x="552" y="592"/>
                  <a:pt x="606" y="617"/>
                  <a:pt x="685" y="613"/>
                </a:cubicBezTo>
                <a:cubicBezTo>
                  <a:pt x="764" y="609"/>
                  <a:pt x="856" y="612"/>
                  <a:pt x="925" y="565"/>
                </a:cubicBezTo>
                <a:cubicBezTo>
                  <a:pt x="994" y="518"/>
                  <a:pt x="1081" y="401"/>
                  <a:pt x="1099" y="330"/>
                </a:cubicBezTo>
                <a:cubicBezTo>
                  <a:pt x="1117" y="259"/>
                  <a:pt x="1104" y="178"/>
                  <a:pt x="1036" y="138"/>
                </a:cubicBezTo>
                <a:cubicBezTo>
                  <a:pt x="968" y="98"/>
                  <a:pt x="790" y="98"/>
                  <a:pt x="691" y="91"/>
                </a:cubicBezTo>
                <a:cubicBezTo>
                  <a:pt x="592" y="84"/>
                  <a:pt x="520" y="109"/>
                  <a:pt x="439" y="9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38" name="Text Box 8">
            <a:extLst>
              <a:ext uri="{FF2B5EF4-FFF2-40B4-BE49-F238E27FC236}">
                <a16:creationId xmlns:a16="http://schemas.microsoft.com/office/drawing/2014/main" id="{98BB131E-654E-415C-8ABD-954BC8EBA6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7025" y="3294063"/>
            <a:ext cx="1717675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Send me anything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with addresses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beginning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200.23.16.0/20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50539" name="Group 9">
            <a:extLst>
              <a:ext uri="{FF2B5EF4-FFF2-40B4-BE49-F238E27FC236}">
                <a16:creationId xmlns:a16="http://schemas.microsoft.com/office/drawing/2014/main" id="{B19D68AF-29F9-4E4C-B4B7-87015B7BDB6A}"/>
              </a:ext>
            </a:extLst>
          </p:cNvPr>
          <p:cNvGrpSpPr>
            <a:grpSpLocks/>
          </p:cNvGrpSpPr>
          <p:nvPr/>
        </p:nvGrpSpPr>
        <p:grpSpPr bwMode="auto">
          <a:xfrm>
            <a:off x="758825" y="2760663"/>
            <a:ext cx="2338388" cy="404812"/>
            <a:chOff x="1004" y="1639"/>
            <a:chExt cx="1473" cy="255"/>
          </a:xfrm>
        </p:grpSpPr>
        <p:sp>
          <p:nvSpPr>
            <p:cNvPr id="150573" name="Freeform 10">
              <a:extLst>
                <a:ext uri="{FF2B5EF4-FFF2-40B4-BE49-F238E27FC236}">
                  <a16:creationId xmlns:a16="http://schemas.microsoft.com/office/drawing/2014/main" id="{E7F25D62-6D1C-40C1-9519-4DB9ED7616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74" name="Text Box 11">
              <a:extLst>
                <a:ext uri="{FF2B5EF4-FFF2-40B4-BE49-F238E27FC236}">
                  <a16:creationId xmlns:a16="http://schemas.microsoft.com/office/drawing/2014/main" id="{319A557B-4A8B-4773-B6BD-69523F81E0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200.23.16.0/23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0540" name="Group 12">
            <a:extLst>
              <a:ext uri="{FF2B5EF4-FFF2-40B4-BE49-F238E27FC236}">
                <a16:creationId xmlns:a16="http://schemas.microsoft.com/office/drawing/2014/main" id="{ECC3E839-7ABA-44C3-A55D-5D8D9CBE0852}"/>
              </a:ext>
            </a:extLst>
          </p:cNvPr>
          <p:cNvGrpSpPr>
            <a:grpSpLocks/>
          </p:cNvGrpSpPr>
          <p:nvPr/>
        </p:nvGrpSpPr>
        <p:grpSpPr bwMode="auto">
          <a:xfrm>
            <a:off x="787400" y="3351213"/>
            <a:ext cx="2338388" cy="404812"/>
            <a:chOff x="1004" y="1639"/>
            <a:chExt cx="1473" cy="255"/>
          </a:xfrm>
        </p:grpSpPr>
        <p:sp>
          <p:nvSpPr>
            <p:cNvPr id="150571" name="Freeform 13">
              <a:extLst>
                <a:ext uri="{FF2B5EF4-FFF2-40B4-BE49-F238E27FC236}">
                  <a16:creationId xmlns:a16="http://schemas.microsoft.com/office/drawing/2014/main" id="{415ADBA8-B245-4A98-B25C-35ABD1DA3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72" name="Text Box 14">
              <a:extLst>
                <a:ext uri="{FF2B5EF4-FFF2-40B4-BE49-F238E27FC236}">
                  <a16:creationId xmlns:a16="http://schemas.microsoft.com/office/drawing/2014/main" id="{D79D55A4-9334-4CF7-9E1C-4BC2D5F245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200.23.18.0/23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0541" name="Group 15">
            <a:extLst>
              <a:ext uri="{FF2B5EF4-FFF2-40B4-BE49-F238E27FC236}">
                <a16:creationId xmlns:a16="http://schemas.microsoft.com/office/drawing/2014/main" id="{41834A54-E5F4-407F-9187-66E434E2EF95}"/>
              </a:ext>
            </a:extLst>
          </p:cNvPr>
          <p:cNvGrpSpPr>
            <a:grpSpLocks/>
          </p:cNvGrpSpPr>
          <p:nvPr/>
        </p:nvGrpSpPr>
        <p:grpSpPr bwMode="auto">
          <a:xfrm>
            <a:off x="701675" y="4770438"/>
            <a:ext cx="2338388" cy="404812"/>
            <a:chOff x="1004" y="1639"/>
            <a:chExt cx="1473" cy="255"/>
          </a:xfrm>
        </p:grpSpPr>
        <p:sp>
          <p:nvSpPr>
            <p:cNvPr id="150569" name="Freeform 16">
              <a:extLst>
                <a:ext uri="{FF2B5EF4-FFF2-40B4-BE49-F238E27FC236}">
                  <a16:creationId xmlns:a16="http://schemas.microsoft.com/office/drawing/2014/main" id="{F2F423B2-A5B6-479C-A9BF-5188616B223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70" name="Text Box 17">
              <a:extLst>
                <a:ext uri="{FF2B5EF4-FFF2-40B4-BE49-F238E27FC236}">
                  <a16:creationId xmlns:a16="http://schemas.microsoft.com/office/drawing/2014/main" id="{EAC4C292-2393-4E53-AE47-22B089CC3C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200.23.30.0/23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50542" name="Text Box 18">
            <a:extLst>
              <a:ext uri="{FF2B5EF4-FFF2-40B4-BE49-F238E27FC236}">
                <a16:creationId xmlns:a16="http://schemas.microsoft.com/office/drawing/2014/main" id="{F833E0E2-BFDB-4EE5-B11F-5C3879A036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6800" y="3998913"/>
            <a:ext cx="15065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Fly-By-Night-ISP</a:t>
            </a: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43" name="Freeform 19">
            <a:extLst>
              <a:ext uri="{FF2B5EF4-FFF2-40B4-BE49-F238E27FC236}">
                <a16:creationId xmlns:a16="http://schemas.microsoft.com/office/drawing/2014/main" id="{546F9626-EAF0-4FB3-A944-CA2022D58AC1}"/>
              </a:ext>
            </a:extLst>
          </p:cNvPr>
          <p:cNvSpPr>
            <a:spLocks/>
          </p:cNvSpPr>
          <p:nvPr/>
        </p:nvSpPr>
        <p:spPr bwMode="auto">
          <a:xfrm>
            <a:off x="7169150" y="3095625"/>
            <a:ext cx="1444625" cy="2714625"/>
          </a:xfrm>
          <a:custGeom>
            <a:avLst/>
            <a:gdLst>
              <a:gd name="T0" fmla="*/ 2147483646 w 910"/>
              <a:gd name="T1" fmla="*/ 2147483646 h 1710"/>
              <a:gd name="T2" fmla="*/ 2147483646 w 910"/>
              <a:gd name="T3" fmla="*/ 2147483646 h 1710"/>
              <a:gd name="T4" fmla="*/ 2147483646 w 910"/>
              <a:gd name="T5" fmla="*/ 2147483646 h 1710"/>
              <a:gd name="T6" fmla="*/ 2147483646 w 910"/>
              <a:gd name="T7" fmla="*/ 2147483646 h 1710"/>
              <a:gd name="T8" fmla="*/ 2147483646 w 910"/>
              <a:gd name="T9" fmla="*/ 2147483646 h 1710"/>
              <a:gd name="T10" fmla="*/ 2147483646 w 910"/>
              <a:gd name="T11" fmla="*/ 2147483646 h 1710"/>
              <a:gd name="T12" fmla="*/ 2147483646 w 910"/>
              <a:gd name="T13" fmla="*/ 2147483646 h 1710"/>
              <a:gd name="T14" fmla="*/ 2147483646 w 910"/>
              <a:gd name="T15" fmla="*/ 2147483646 h 1710"/>
              <a:gd name="T16" fmla="*/ 2147483646 w 910"/>
              <a:gd name="T17" fmla="*/ 2147483646 h 1710"/>
              <a:gd name="T18" fmla="*/ 2147483646 w 910"/>
              <a:gd name="T19" fmla="*/ 2147483646 h 1710"/>
              <a:gd name="T20" fmla="*/ 2147483646 w 910"/>
              <a:gd name="T21" fmla="*/ 2147483646 h 1710"/>
              <a:gd name="T22" fmla="*/ 2147483646 w 910"/>
              <a:gd name="T23" fmla="*/ 2147483646 h 171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910"/>
              <a:gd name="T37" fmla="*/ 0 h 1710"/>
              <a:gd name="T38" fmla="*/ 910 w 910"/>
              <a:gd name="T39" fmla="*/ 1710 h 171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910" h="1710">
                <a:moveTo>
                  <a:pt x="766" y="38"/>
                </a:moveTo>
                <a:cubicBezTo>
                  <a:pt x="714" y="0"/>
                  <a:pt x="520" y="186"/>
                  <a:pt x="411" y="282"/>
                </a:cubicBezTo>
                <a:cubicBezTo>
                  <a:pt x="302" y="378"/>
                  <a:pt x="180" y="490"/>
                  <a:pt x="115" y="611"/>
                </a:cubicBezTo>
                <a:cubicBezTo>
                  <a:pt x="49" y="732"/>
                  <a:pt x="0" y="907"/>
                  <a:pt x="14" y="1008"/>
                </a:cubicBezTo>
                <a:cubicBezTo>
                  <a:pt x="28" y="1108"/>
                  <a:pt x="127" y="1139"/>
                  <a:pt x="198" y="1214"/>
                </a:cubicBezTo>
                <a:cubicBezTo>
                  <a:pt x="269" y="1288"/>
                  <a:pt x="328" y="1380"/>
                  <a:pt x="435" y="1456"/>
                </a:cubicBezTo>
                <a:cubicBezTo>
                  <a:pt x="542" y="1533"/>
                  <a:pt x="768" y="1710"/>
                  <a:pt x="839" y="1674"/>
                </a:cubicBezTo>
                <a:cubicBezTo>
                  <a:pt x="910" y="1638"/>
                  <a:pt x="863" y="1328"/>
                  <a:pt x="863" y="1239"/>
                </a:cubicBezTo>
                <a:cubicBezTo>
                  <a:pt x="863" y="1150"/>
                  <a:pt x="868" y="1189"/>
                  <a:pt x="839" y="1139"/>
                </a:cubicBezTo>
                <a:cubicBezTo>
                  <a:pt x="809" y="1090"/>
                  <a:pt x="703" y="1045"/>
                  <a:pt x="684" y="940"/>
                </a:cubicBezTo>
                <a:cubicBezTo>
                  <a:pt x="665" y="835"/>
                  <a:pt x="710" y="659"/>
                  <a:pt x="724" y="509"/>
                </a:cubicBezTo>
                <a:cubicBezTo>
                  <a:pt x="738" y="359"/>
                  <a:pt x="818" y="76"/>
                  <a:pt x="766" y="38"/>
                </a:cubicBezTo>
                <a:close/>
              </a:path>
            </a:pathLst>
          </a:custGeom>
          <a:gradFill rotWithShape="1">
            <a:gsLst>
              <a:gs pos="0">
                <a:srgbClr val="66CC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44" name="Text Box 20">
            <a:extLst>
              <a:ext uri="{FF2B5EF4-FFF2-40B4-BE49-F238E27FC236}">
                <a16:creationId xmlns:a16="http://schemas.microsoft.com/office/drawing/2014/main" id="{204782B2-86B3-4F72-BA07-869CAF4A27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" y="250348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0</a:t>
            </a:r>
          </a:p>
        </p:txBody>
      </p:sp>
      <p:sp>
        <p:nvSpPr>
          <p:cNvPr id="150545" name="Text Box 21">
            <a:extLst>
              <a:ext uri="{FF2B5EF4-FFF2-40B4-BE49-F238E27FC236}">
                <a16:creationId xmlns:a16="http://schemas.microsoft.com/office/drawing/2014/main" id="{7DB3F29A-8F43-4C09-A7E6-C39FBD99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7400" y="4513263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7</a:t>
            </a:r>
          </a:p>
        </p:txBody>
      </p:sp>
      <p:sp>
        <p:nvSpPr>
          <p:cNvPr id="150546" name="Text Box 22">
            <a:extLst>
              <a:ext uri="{FF2B5EF4-FFF2-40B4-BE49-F238E27FC236}">
                <a16:creationId xmlns:a16="http://schemas.microsoft.com/office/drawing/2014/main" id="{2AECFF7B-DD8C-49CB-BAFE-5C91CDE0D3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4322763"/>
            <a:ext cx="7842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Internet</a:t>
            </a:r>
          </a:p>
        </p:txBody>
      </p:sp>
      <p:sp>
        <p:nvSpPr>
          <p:cNvPr id="150547" name="Text Box 23">
            <a:extLst>
              <a:ext uri="{FF2B5EF4-FFF2-40B4-BE49-F238E27FC236}">
                <a16:creationId xmlns:a16="http://schemas.microsoft.com/office/drawing/2014/main" id="{647B127E-03D2-47C6-940E-EF4DD239F7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0" y="315118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1</a:t>
            </a:r>
          </a:p>
        </p:txBody>
      </p:sp>
      <p:sp>
        <p:nvSpPr>
          <p:cNvPr id="150548" name="Freeform 24">
            <a:extLst>
              <a:ext uri="{FF2B5EF4-FFF2-40B4-BE49-F238E27FC236}">
                <a16:creationId xmlns:a16="http://schemas.microsoft.com/office/drawing/2014/main" id="{DDF4D7B4-1DB5-4021-AAB1-EAC703B60C64}"/>
              </a:ext>
            </a:extLst>
          </p:cNvPr>
          <p:cNvSpPr>
            <a:spLocks/>
          </p:cNvSpPr>
          <p:nvPr/>
        </p:nvSpPr>
        <p:spPr bwMode="auto">
          <a:xfrm>
            <a:off x="3516313" y="4881563"/>
            <a:ext cx="1773237" cy="979487"/>
          </a:xfrm>
          <a:custGeom>
            <a:avLst/>
            <a:gdLst>
              <a:gd name="T0" fmla="*/ 2147483646 w 1117"/>
              <a:gd name="T1" fmla="*/ 2147483646 h 617"/>
              <a:gd name="T2" fmla="*/ 2147483646 w 1117"/>
              <a:gd name="T3" fmla="*/ 2147483646 h 617"/>
              <a:gd name="T4" fmla="*/ 2147483646 w 1117"/>
              <a:gd name="T5" fmla="*/ 2147483646 h 617"/>
              <a:gd name="T6" fmla="*/ 2147483646 w 1117"/>
              <a:gd name="T7" fmla="*/ 2147483646 h 617"/>
              <a:gd name="T8" fmla="*/ 2147483646 w 1117"/>
              <a:gd name="T9" fmla="*/ 2147483646 h 617"/>
              <a:gd name="T10" fmla="*/ 2147483646 w 1117"/>
              <a:gd name="T11" fmla="*/ 2147483646 h 617"/>
              <a:gd name="T12" fmla="*/ 2147483646 w 1117"/>
              <a:gd name="T13" fmla="*/ 2147483646 h 617"/>
              <a:gd name="T14" fmla="*/ 2147483646 w 1117"/>
              <a:gd name="T15" fmla="*/ 2147483646 h 617"/>
              <a:gd name="T16" fmla="*/ 2147483646 w 1117"/>
              <a:gd name="T17" fmla="*/ 2147483646 h 617"/>
              <a:gd name="T18" fmla="*/ 2147483646 w 1117"/>
              <a:gd name="T19" fmla="*/ 2147483646 h 617"/>
              <a:gd name="T20" fmla="*/ 2147483646 w 1117"/>
              <a:gd name="T21" fmla="*/ 2147483646 h 617"/>
              <a:gd name="T22" fmla="*/ 2147483646 w 1117"/>
              <a:gd name="T23" fmla="*/ 2147483646 h 617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117"/>
              <a:gd name="T37" fmla="*/ 0 h 617"/>
              <a:gd name="T38" fmla="*/ 1117 w 1117"/>
              <a:gd name="T39" fmla="*/ 617 h 617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117" h="617">
                <a:moveTo>
                  <a:pt x="439" y="97"/>
                </a:moveTo>
                <a:cubicBezTo>
                  <a:pt x="358" y="85"/>
                  <a:pt x="269" y="23"/>
                  <a:pt x="205" y="19"/>
                </a:cubicBezTo>
                <a:cubicBezTo>
                  <a:pt x="141" y="15"/>
                  <a:pt x="89" y="0"/>
                  <a:pt x="55" y="73"/>
                </a:cubicBezTo>
                <a:cubicBezTo>
                  <a:pt x="21" y="146"/>
                  <a:pt x="0" y="371"/>
                  <a:pt x="4" y="456"/>
                </a:cubicBezTo>
                <a:cubicBezTo>
                  <a:pt x="8" y="541"/>
                  <a:pt x="3" y="560"/>
                  <a:pt x="77" y="582"/>
                </a:cubicBezTo>
                <a:cubicBezTo>
                  <a:pt x="152" y="604"/>
                  <a:pt x="350" y="582"/>
                  <a:pt x="451" y="587"/>
                </a:cubicBezTo>
                <a:cubicBezTo>
                  <a:pt x="552" y="592"/>
                  <a:pt x="606" y="617"/>
                  <a:pt x="685" y="613"/>
                </a:cubicBezTo>
                <a:cubicBezTo>
                  <a:pt x="764" y="609"/>
                  <a:pt x="856" y="612"/>
                  <a:pt x="925" y="565"/>
                </a:cubicBezTo>
                <a:cubicBezTo>
                  <a:pt x="994" y="518"/>
                  <a:pt x="1081" y="401"/>
                  <a:pt x="1099" y="330"/>
                </a:cubicBezTo>
                <a:cubicBezTo>
                  <a:pt x="1117" y="259"/>
                  <a:pt x="1104" y="178"/>
                  <a:pt x="1036" y="138"/>
                </a:cubicBezTo>
                <a:cubicBezTo>
                  <a:pt x="968" y="98"/>
                  <a:pt x="790" y="98"/>
                  <a:pt x="691" y="91"/>
                </a:cubicBezTo>
                <a:cubicBezTo>
                  <a:pt x="592" y="84"/>
                  <a:pt x="520" y="109"/>
                  <a:pt x="439" y="9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49" name="Text Box 25">
            <a:extLst>
              <a:ext uri="{FF2B5EF4-FFF2-40B4-BE49-F238E27FC236}">
                <a16:creationId xmlns:a16="http://schemas.microsoft.com/office/drawing/2014/main" id="{AC8A2F0A-F007-4C45-BBA9-7E485DFC84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6350" y="5256213"/>
            <a:ext cx="10239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ISPs-R-Us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50" name="Freeform 26">
            <a:extLst>
              <a:ext uri="{FF2B5EF4-FFF2-40B4-BE49-F238E27FC236}">
                <a16:creationId xmlns:a16="http://schemas.microsoft.com/office/drawing/2014/main" id="{992B3831-E3B6-45C4-8AE0-DB311FD82FB6}"/>
              </a:ext>
            </a:extLst>
          </p:cNvPr>
          <p:cNvSpPr>
            <a:spLocks/>
          </p:cNvSpPr>
          <p:nvPr/>
        </p:nvSpPr>
        <p:spPr bwMode="auto">
          <a:xfrm flipV="1">
            <a:off x="5241925" y="4902200"/>
            <a:ext cx="2019300" cy="295275"/>
          </a:xfrm>
          <a:custGeom>
            <a:avLst/>
            <a:gdLst>
              <a:gd name="T0" fmla="*/ 0 w 1272"/>
              <a:gd name="T1" fmla="*/ 0 h 186"/>
              <a:gd name="T2" fmla="*/ 2147483646 w 1272"/>
              <a:gd name="T3" fmla="*/ 2147483646 h 186"/>
              <a:gd name="T4" fmla="*/ 0 60000 65536"/>
              <a:gd name="T5" fmla="*/ 0 60000 65536"/>
              <a:gd name="T6" fmla="*/ 0 w 1272"/>
              <a:gd name="T7" fmla="*/ 0 h 186"/>
              <a:gd name="T8" fmla="*/ 1272 w 127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272" h="186">
                <a:moveTo>
                  <a:pt x="0" y="0"/>
                </a:moveTo>
                <a:lnTo>
                  <a:pt x="1272" y="186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51" name="Line 27">
            <a:extLst>
              <a:ext uri="{FF2B5EF4-FFF2-40B4-BE49-F238E27FC236}">
                <a16:creationId xmlns:a16="http://schemas.microsoft.com/office/drawing/2014/main" id="{68715713-C468-4DB7-A2A4-8669B618B649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2125" y="5445125"/>
            <a:ext cx="4857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52" name="Line 28">
            <a:extLst>
              <a:ext uri="{FF2B5EF4-FFF2-40B4-BE49-F238E27FC236}">
                <a16:creationId xmlns:a16="http://schemas.microsoft.com/office/drawing/2014/main" id="{75F57167-4C1D-401D-8853-3E830F6A6AC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79725" y="5511800"/>
            <a:ext cx="638175" cy="171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53" name="Line 29">
            <a:extLst>
              <a:ext uri="{FF2B5EF4-FFF2-40B4-BE49-F238E27FC236}">
                <a16:creationId xmlns:a16="http://schemas.microsoft.com/office/drawing/2014/main" id="{BE088FFB-E40B-4076-A034-810CCF38F0A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17875" y="5759450"/>
            <a:ext cx="247650" cy="4095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0554" name="Text Box 30">
            <a:extLst>
              <a:ext uri="{FF2B5EF4-FFF2-40B4-BE49-F238E27FC236}">
                <a16:creationId xmlns:a16="http://schemas.microsoft.com/office/drawing/2014/main" id="{53A33889-EE49-4488-8248-F57B494F9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850" y="5151438"/>
            <a:ext cx="1671638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Send me anything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with addresses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beginning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199.31.0.0/16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50555" name="Group 31">
            <a:extLst>
              <a:ext uri="{FF2B5EF4-FFF2-40B4-BE49-F238E27FC236}">
                <a16:creationId xmlns:a16="http://schemas.microsoft.com/office/drawing/2014/main" id="{D85336BB-BB1A-4E12-8DA7-72F362CF6968}"/>
              </a:ext>
            </a:extLst>
          </p:cNvPr>
          <p:cNvGrpSpPr>
            <a:grpSpLocks/>
          </p:cNvGrpSpPr>
          <p:nvPr/>
        </p:nvGrpSpPr>
        <p:grpSpPr bwMode="auto">
          <a:xfrm>
            <a:off x="806450" y="3941763"/>
            <a:ext cx="2338388" cy="404812"/>
            <a:chOff x="1004" y="1639"/>
            <a:chExt cx="1473" cy="255"/>
          </a:xfrm>
        </p:grpSpPr>
        <p:sp>
          <p:nvSpPr>
            <p:cNvPr id="150567" name="Freeform 32">
              <a:extLst>
                <a:ext uri="{FF2B5EF4-FFF2-40B4-BE49-F238E27FC236}">
                  <a16:creationId xmlns:a16="http://schemas.microsoft.com/office/drawing/2014/main" id="{0761F6BF-7E6D-4D7A-A270-3D4AE81D9C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68" name="Text Box 33">
              <a:extLst>
                <a:ext uri="{FF2B5EF4-FFF2-40B4-BE49-F238E27FC236}">
                  <a16:creationId xmlns:a16="http://schemas.microsoft.com/office/drawing/2014/main" id="{962802B0-099A-43BE-9EEA-A3A06AFBD75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200.23.20.0/23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50556" name="Text Box 34">
            <a:extLst>
              <a:ext uri="{FF2B5EF4-FFF2-40B4-BE49-F238E27FC236}">
                <a16:creationId xmlns:a16="http://schemas.microsoft.com/office/drawing/2014/main" id="{C0306312-4BD7-4A85-9216-CF6E725659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7400" y="374173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2</a:t>
            </a:r>
          </a:p>
        </p:txBody>
      </p:sp>
      <p:grpSp>
        <p:nvGrpSpPr>
          <p:cNvPr id="150557" name="Group 35">
            <a:extLst>
              <a:ext uri="{FF2B5EF4-FFF2-40B4-BE49-F238E27FC236}">
                <a16:creationId xmlns:a16="http://schemas.microsoft.com/office/drawing/2014/main" id="{01B58E9F-BE16-480D-AC7E-26AC45776FBF}"/>
              </a:ext>
            </a:extLst>
          </p:cNvPr>
          <p:cNvGrpSpPr>
            <a:grpSpLocks/>
          </p:cNvGrpSpPr>
          <p:nvPr/>
        </p:nvGrpSpPr>
        <p:grpSpPr bwMode="auto">
          <a:xfrm>
            <a:off x="2155825" y="4198938"/>
            <a:ext cx="257175" cy="663575"/>
            <a:chOff x="870" y="2941"/>
            <a:chExt cx="162" cy="418"/>
          </a:xfrm>
        </p:grpSpPr>
        <p:sp>
          <p:nvSpPr>
            <p:cNvPr id="150564" name="Text Box 36">
              <a:extLst>
                <a:ext uri="{FF2B5EF4-FFF2-40B4-BE49-F238E27FC236}">
                  <a16:creationId xmlns:a16="http://schemas.microsoft.com/office/drawing/2014/main" id="{672643A1-CC8D-4E62-B94A-B808D75AD1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" y="294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65" name="Text Box 37">
              <a:extLst>
                <a:ext uri="{FF2B5EF4-FFF2-40B4-BE49-F238E27FC236}">
                  <a16:creationId xmlns:a16="http://schemas.microsoft.com/office/drawing/2014/main" id="{89673B40-8F2C-4F40-BDA0-327CC95D7B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" y="3026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66" name="Text Box 38">
              <a:extLst>
                <a:ext uri="{FF2B5EF4-FFF2-40B4-BE49-F238E27FC236}">
                  <a16:creationId xmlns:a16="http://schemas.microsoft.com/office/drawing/2014/main" id="{9E94B576-711B-4335-A27F-4ADE4282A1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1" y="3109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0558" name="Group 39">
            <a:extLst>
              <a:ext uri="{FF2B5EF4-FFF2-40B4-BE49-F238E27FC236}">
                <a16:creationId xmlns:a16="http://schemas.microsoft.com/office/drawing/2014/main" id="{8CA82846-DFEB-4022-9653-344EF11BCB3E}"/>
              </a:ext>
            </a:extLst>
          </p:cNvPr>
          <p:cNvGrpSpPr>
            <a:grpSpLocks/>
          </p:cNvGrpSpPr>
          <p:nvPr/>
        </p:nvGrpSpPr>
        <p:grpSpPr bwMode="auto">
          <a:xfrm>
            <a:off x="3184525" y="3903663"/>
            <a:ext cx="257175" cy="663575"/>
            <a:chOff x="870" y="2941"/>
            <a:chExt cx="162" cy="418"/>
          </a:xfrm>
        </p:grpSpPr>
        <p:sp>
          <p:nvSpPr>
            <p:cNvPr id="150561" name="Text Box 40">
              <a:extLst>
                <a:ext uri="{FF2B5EF4-FFF2-40B4-BE49-F238E27FC236}">
                  <a16:creationId xmlns:a16="http://schemas.microsoft.com/office/drawing/2014/main" id="{B97B1688-BEB7-4B3C-8C00-67049E7B28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" y="294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62" name="Text Box 41">
              <a:extLst>
                <a:ext uri="{FF2B5EF4-FFF2-40B4-BE49-F238E27FC236}">
                  <a16:creationId xmlns:a16="http://schemas.microsoft.com/office/drawing/2014/main" id="{0194DA64-A9E3-410E-A6F8-721C7597A4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" y="3026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0563" name="Text Box 42">
              <a:extLst>
                <a:ext uri="{FF2B5EF4-FFF2-40B4-BE49-F238E27FC236}">
                  <a16:creationId xmlns:a16="http://schemas.microsoft.com/office/drawing/2014/main" id="{788DD4E3-75C1-4B2A-A0FC-13DB83612D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1" y="3109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pic>
        <p:nvPicPr>
          <p:cNvPr id="150559" name="Picture 44" descr="underline_base">
            <a:extLst>
              <a:ext uri="{FF2B5EF4-FFF2-40B4-BE49-F238E27FC236}">
                <a16:creationId xmlns:a16="http://schemas.microsoft.com/office/drawing/2014/main" id="{3141EDDE-653E-4985-B7A9-3D59432D72B1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963" y="900113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0560" name="Rectangle 1">
            <a:extLst>
              <a:ext uri="{FF2B5EF4-FFF2-40B4-BE49-F238E27FC236}">
                <a16:creationId xmlns:a16="http://schemas.microsoft.com/office/drawing/2014/main" id="{A7E462D5-4C73-4E78-852F-A394D3C41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325" y="1296988"/>
            <a:ext cx="7408863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Q.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What would happen if Fly-By-Night-ISP acquires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ISPs-R-Us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and then has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1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connect to the Internet through its subsidiary ISPs-R-Us?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6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Footer Placeholder 3">
            <a:extLst>
              <a:ext uri="{FF2B5EF4-FFF2-40B4-BE49-F238E27FC236}">
                <a16:creationId xmlns:a16="http://schemas.microsoft.com/office/drawing/2014/main" id="{36249A69-EA87-40A9-9F1B-F3A308D75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52579" name="Slide Number Placeholder 4">
            <a:extLst>
              <a:ext uri="{FF2B5EF4-FFF2-40B4-BE49-F238E27FC236}">
                <a16:creationId xmlns:a16="http://schemas.microsoft.com/office/drawing/2014/main" id="{C932F68D-4238-42B1-9A70-13BA9A35C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4F8FB6D5-E5D0-4E18-BAD7-89BE36C86B6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0" name="Freeform 45">
            <a:extLst>
              <a:ext uri="{FF2B5EF4-FFF2-40B4-BE49-F238E27FC236}">
                <a16:creationId xmlns:a16="http://schemas.microsoft.com/office/drawing/2014/main" id="{7DF39934-DEAD-49D0-9B74-DDBD2F892D25}"/>
              </a:ext>
            </a:extLst>
          </p:cNvPr>
          <p:cNvSpPr>
            <a:spLocks/>
          </p:cNvSpPr>
          <p:nvPr/>
        </p:nvSpPr>
        <p:spPr bwMode="auto">
          <a:xfrm>
            <a:off x="7180263" y="3084513"/>
            <a:ext cx="1444625" cy="2714625"/>
          </a:xfrm>
          <a:custGeom>
            <a:avLst/>
            <a:gdLst>
              <a:gd name="T0" fmla="*/ 2147483646 w 910"/>
              <a:gd name="T1" fmla="*/ 2147483646 h 1710"/>
              <a:gd name="T2" fmla="*/ 2147483646 w 910"/>
              <a:gd name="T3" fmla="*/ 2147483646 h 1710"/>
              <a:gd name="T4" fmla="*/ 2147483646 w 910"/>
              <a:gd name="T5" fmla="*/ 2147483646 h 1710"/>
              <a:gd name="T6" fmla="*/ 2147483646 w 910"/>
              <a:gd name="T7" fmla="*/ 2147483646 h 1710"/>
              <a:gd name="T8" fmla="*/ 2147483646 w 910"/>
              <a:gd name="T9" fmla="*/ 2147483646 h 1710"/>
              <a:gd name="T10" fmla="*/ 2147483646 w 910"/>
              <a:gd name="T11" fmla="*/ 2147483646 h 1710"/>
              <a:gd name="T12" fmla="*/ 2147483646 w 910"/>
              <a:gd name="T13" fmla="*/ 2147483646 h 1710"/>
              <a:gd name="T14" fmla="*/ 2147483646 w 910"/>
              <a:gd name="T15" fmla="*/ 2147483646 h 1710"/>
              <a:gd name="T16" fmla="*/ 2147483646 w 910"/>
              <a:gd name="T17" fmla="*/ 2147483646 h 1710"/>
              <a:gd name="T18" fmla="*/ 2147483646 w 910"/>
              <a:gd name="T19" fmla="*/ 2147483646 h 1710"/>
              <a:gd name="T20" fmla="*/ 2147483646 w 910"/>
              <a:gd name="T21" fmla="*/ 2147483646 h 1710"/>
              <a:gd name="T22" fmla="*/ 2147483646 w 910"/>
              <a:gd name="T23" fmla="*/ 2147483646 h 171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910"/>
              <a:gd name="T37" fmla="*/ 0 h 1710"/>
              <a:gd name="T38" fmla="*/ 910 w 910"/>
              <a:gd name="T39" fmla="*/ 1710 h 171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910" h="1710">
                <a:moveTo>
                  <a:pt x="766" y="38"/>
                </a:moveTo>
                <a:cubicBezTo>
                  <a:pt x="714" y="0"/>
                  <a:pt x="520" y="186"/>
                  <a:pt x="411" y="282"/>
                </a:cubicBezTo>
                <a:cubicBezTo>
                  <a:pt x="302" y="378"/>
                  <a:pt x="180" y="490"/>
                  <a:pt x="115" y="611"/>
                </a:cubicBezTo>
                <a:cubicBezTo>
                  <a:pt x="49" y="732"/>
                  <a:pt x="0" y="907"/>
                  <a:pt x="14" y="1008"/>
                </a:cubicBezTo>
                <a:cubicBezTo>
                  <a:pt x="28" y="1108"/>
                  <a:pt x="127" y="1139"/>
                  <a:pt x="198" y="1214"/>
                </a:cubicBezTo>
                <a:cubicBezTo>
                  <a:pt x="269" y="1288"/>
                  <a:pt x="328" y="1380"/>
                  <a:pt x="435" y="1456"/>
                </a:cubicBezTo>
                <a:cubicBezTo>
                  <a:pt x="542" y="1533"/>
                  <a:pt x="768" y="1710"/>
                  <a:pt x="839" y="1674"/>
                </a:cubicBezTo>
                <a:cubicBezTo>
                  <a:pt x="910" y="1638"/>
                  <a:pt x="863" y="1328"/>
                  <a:pt x="863" y="1239"/>
                </a:cubicBezTo>
                <a:cubicBezTo>
                  <a:pt x="863" y="1150"/>
                  <a:pt x="868" y="1189"/>
                  <a:pt x="839" y="1139"/>
                </a:cubicBezTo>
                <a:cubicBezTo>
                  <a:pt x="809" y="1090"/>
                  <a:pt x="703" y="1045"/>
                  <a:pt x="684" y="940"/>
                </a:cubicBezTo>
                <a:cubicBezTo>
                  <a:pt x="665" y="835"/>
                  <a:pt x="710" y="659"/>
                  <a:pt x="724" y="509"/>
                </a:cubicBezTo>
                <a:cubicBezTo>
                  <a:pt x="738" y="359"/>
                  <a:pt x="818" y="76"/>
                  <a:pt x="766" y="38"/>
                </a:cubicBezTo>
                <a:close/>
              </a:path>
            </a:pathLst>
          </a:custGeom>
          <a:gradFill rotWithShape="1">
            <a:gsLst>
              <a:gs pos="0">
                <a:srgbClr val="66CCFF"/>
              </a:gs>
              <a:gs pos="100000">
                <a:srgbClr val="FFFF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1" name="Freeform 4">
            <a:extLst>
              <a:ext uri="{FF2B5EF4-FFF2-40B4-BE49-F238E27FC236}">
                <a16:creationId xmlns:a16="http://schemas.microsoft.com/office/drawing/2014/main" id="{B9F7F564-7855-4658-89D2-BC682EBB4C9C}"/>
              </a:ext>
            </a:extLst>
          </p:cNvPr>
          <p:cNvSpPr>
            <a:spLocks/>
          </p:cNvSpPr>
          <p:nvPr/>
        </p:nvSpPr>
        <p:spPr bwMode="auto">
          <a:xfrm>
            <a:off x="5175250" y="4114800"/>
            <a:ext cx="2019300" cy="295275"/>
          </a:xfrm>
          <a:custGeom>
            <a:avLst/>
            <a:gdLst>
              <a:gd name="T0" fmla="*/ 0 w 1272"/>
              <a:gd name="T1" fmla="*/ 0 h 186"/>
              <a:gd name="T2" fmla="*/ 2147483646 w 1272"/>
              <a:gd name="T3" fmla="*/ 2147483646 h 186"/>
              <a:gd name="T4" fmla="*/ 0 60000 65536"/>
              <a:gd name="T5" fmla="*/ 0 60000 65536"/>
              <a:gd name="T6" fmla="*/ 0 w 1272"/>
              <a:gd name="T7" fmla="*/ 0 h 186"/>
              <a:gd name="T8" fmla="*/ 1272 w 127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272" h="186">
                <a:moveTo>
                  <a:pt x="0" y="0"/>
                </a:moveTo>
                <a:lnTo>
                  <a:pt x="1272" y="186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2" name="Line 5">
            <a:extLst>
              <a:ext uri="{FF2B5EF4-FFF2-40B4-BE49-F238E27FC236}">
                <a16:creationId xmlns:a16="http://schemas.microsoft.com/office/drawing/2014/main" id="{037C1747-2282-47FE-B78A-5A75E52766C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32100" y="4391025"/>
            <a:ext cx="895350" cy="457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3" name="Line 6">
            <a:extLst>
              <a:ext uri="{FF2B5EF4-FFF2-40B4-BE49-F238E27FC236}">
                <a16:creationId xmlns:a16="http://schemas.microsoft.com/office/drawing/2014/main" id="{92E46DF6-FDE1-4267-A4EA-3FBD8F937D6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94050" y="5667375"/>
            <a:ext cx="333375" cy="2476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4" name="Line 7">
            <a:extLst>
              <a:ext uri="{FF2B5EF4-FFF2-40B4-BE49-F238E27FC236}">
                <a16:creationId xmlns:a16="http://schemas.microsoft.com/office/drawing/2014/main" id="{37D501BD-3906-4E46-9A3C-29000FE343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7350" y="2981325"/>
            <a:ext cx="847725" cy="762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5" name="Freeform 8">
            <a:extLst>
              <a:ext uri="{FF2B5EF4-FFF2-40B4-BE49-F238E27FC236}">
                <a16:creationId xmlns:a16="http://schemas.microsoft.com/office/drawing/2014/main" id="{C5C8E60E-7122-4EA8-8871-502812D1AD9C}"/>
              </a:ext>
            </a:extLst>
          </p:cNvPr>
          <p:cNvSpPr>
            <a:spLocks/>
          </p:cNvSpPr>
          <p:nvPr/>
        </p:nvSpPr>
        <p:spPr bwMode="auto">
          <a:xfrm>
            <a:off x="3573463" y="3560763"/>
            <a:ext cx="1773237" cy="979487"/>
          </a:xfrm>
          <a:custGeom>
            <a:avLst/>
            <a:gdLst>
              <a:gd name="T0" fmla="*/ 2147483646 w 1117"/>
              <a:gd name="T1" fmla="*/ 2147483646 h 617"/>
              <a:gd name="T2" fmla="*/ 2147483646 w 1117"/>
              <a:gd name="T3" fmla="*/ 2147483646 h 617"/>
              <a:gd name="T4" fmla="*/ 2147483646 w 1117"/>
              <a:gd name="T5" fmla="*/ 2147483646 h 617"/>
              <a:gd name="T6" fmla="*/ 2147483646 w 1117"/>
              <a:gd name="T7" fmla="*/ 2147483646 h 617"/>
              <a:gd name="T8" fmla="*/ 2147483646 w 1117"/>
              <a:gd name="T9" fmla="*/ 2147483646 h 617"/>
              <a:gd name="T10" fmla="*/ 2147483646 w 1117"/>
              <a:gd name="T11" fmla="*/ 2147483646 h 617"/>
              <a:gd name="T12" fmla="*/ 2147483646 w 1117"/>
              <a:gd name="T13" fmla="*/ 2147483646 h 617"/>
              <a:gd name="T14" fmla="*/ 2147483646 w 1117"/>
              <a:gd name="T15" fmla="*/ 2147483646 h 617"/>
              <a:gd name="T16" fmla="*/ 2147483646 w 1117"/>
              <a:gd name="T17" fmla="*/ 2147483646 h 617"/>
              <a:gd name="T18" fmla="*/ 2147483646 w 1117"/>
              <a:gd name="T19" fmla="*/ 2147483646 h 617"/>
              <a:gd name="T20" fmla="*/ 2147483646 w 1117"/>
              <a:gd name="T21" fmla="*/ 2147483646 h 617"/>
              <a:gd name="T22" fmla="*/ 2147483646 w 1117"/>
              <a:gd name="T23" fmla="*/ 2147483646 h 617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117"/>
              <a:gd name="T37" fmla="*/ 0 h 617"/>
              <a:gd name="T38" fmla="*/ 1117 w 1117"/>
              <a:gd name="T39" fmla="*/ 617 h 617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117" h="617">
                <a:moveTo>
                  <a:pt x="439" y="97"/>
                </a:moveTo>
                <a:cubicBezTo>
                  <a:pt x="358" y="85"/>
                  <a:pt x="269" y="23"/>
                  <a:pt x="205" y="19"/>
                </a:cubicBezTo>
                <a:cubicBezTo>
                  <a:pt x="141" y="15"/>
                  <a:pt x="89" y="0"/>
                  <a:pt x="55" y="73"/>
                </a:cubicBezTo>
                <a:cubicBezTo>
                  <a:pt x="21" y="146"/>
                  <a:pt x="0" y="371"/>
                  <a:pt x="4" y="456"/>
                </a:cubicBezTo>
                <a:cubicBezTo>
                  <a:pt x="8" y="541"/>
                  <a:pt x="3" y="560"/>
                  <a:pt x="77" y="582"/>
                </a:cubicBezTo>
                <a:cubicBezTo>
                  <a:pt x="152" y="604"/>
                  <a:pt x="350" y="582"/>
                  <a:pt x="451" y="587"/>
                </a:cubicBezTo>
                <a:cubicBezTo>
                  <a:pt x="552" y="592"/>
                  <a:pt x="606" y="617"/>
                  <a:pt x="685" y="613"/>
                </a:cubicBezTo>
                <a:cubicBezTo>
                  <a:pt x="764" y="609"/>
                  <a:pt x="856" y="612"/>
                  <a:pt x="925" y="565"/>
                </a:cubicBezTo>
                <a:cubicBezTo>
                  <a:pt x="994" y="518"/>
                  <a:pt x="1081" y="401"/>
                  <a:pt x="1099" y="330"/>
                </a:cubicBezTo>
                <a:cubicBezTo>
                  <a:pt x="1117" y="259"/>
                  <a:pt x="1104" y="178"/>
                  <a:pt x="1036" y="138"/>
                </a:cubicBezTo>
                <a:cubicBezTo>
                  <a:pt x="968" y="98"/>
                  <a:pt x="790" y="98"/>
                  <a:pt x="691" y="91"/>
                </a:cubicBezTo>
                <a:cubicBezTo>
                  <a:pt x="592" y="84"/>
                  <a:pt x="520" y="109"/>
                  <a:pt x="439" y="9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86" name="Text Box 9">
            <a:extLst>
              <a:ext uri="{FF2B5EF4-FFF2-40B4-BE49-F238E27FC236}">
                <a16:creationId xmlns:a16="http://schemas.microsoft.com/office/drawing/2014/main" id="{133F3918-5457-4ECC-90D2-6C2AE0836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7025" y="3287713"/>
            <a:ext cx="1671638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Send me anything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with addresses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beginning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sng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200.23.16.0/20</a:t>
            </a: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52587" name="Group 10">
            <a:extLst>
              <a:ext uri="{FF2B5EF4-FFF2-40B4-BE49-F238E27FC236}">
                <a16:creationId xmlns:a16="http://schemas.microsoft.com/office/drawing/2014/main" id="{DB4B0888-179F-4C6E-AEF9-57D1503A2624}"/>
              </a:ext>
            </a:extLst>
          </p:cNvPr>
          <p:cNvGrpSpPr>
            <a:grpSpLocks/>
          </p:cNvGrpSpPr>
          <p:nvPr/>
        </p:nvGrpSpPr>
        <p:grpSpPr bwMode="auto">
          <a:xfrm>
            <a:off x="758825" y="2754313"/>
            <a:ext cx="2338388" cy="404812"/>
            <a:chOff x="1004" y="1639"/>
            <a:chExt cx="1473" cy="255"/>
          </a:xfrm>
        </p:grpSpPr>
        <p:sp>
          <p:nvSpPr>
            <p:cNvPr id="152621" name="Freeform 11">
              <a:extLst>
                <a:ext uri="{FF2B5EF4-FFF2-40B4-BE49-F238E27FC236}">
                  <a16:creationId xmlns:a16="http://schemas.microsoft.com/office/drawing/2014/main" id="{B0BA4DA1-7186-4705-9BA9-A64CD1672FE8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22" name="Text Box 12">
              <a:extLst>
                <a:ext uri="{FF2B5EF4-FFF2-40B4-BE49-F238E27FC236}">
                  <a16:creationId xmlns:a16="http://schemas.microsoft.com/office/drawing/2014/main" id="{0F72DB0F-599A-418D-9C22-E605F0F063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200.23.16.0/23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2588" name="Group 13">
            <a:extLst>
              <a:ext uri="{FF2B5EF4-FFF2-40B4-BE49-F238E27FC236}">
                <a16:creationId xmlns:a16="http://schemas.microsoft.com/office/drawing/2014/main" id="{E03090C0-C1CD-4138-AF79-6FF5795C628A}"/>
              </a:ext>
            </a:extLst>
          </p:cNvPr>
          <p:cNvGrpSpPr>
            <a:grpSpLocks/>
          </p:cNvGrpSpPr>
          <p:nvPr/>
        </p:nvGrpSpPr>
        <p:grpSpPr bwMode="auto">
          <a:xfrm>
            <a:off x="968375" y="5830888"/>
            <a:ext cx="2338388" cy="404812"/>
            <a:chOff x="1004" y="1639"/>
            <a:chExt cx="1473" cy="255"/>
          </a:xfrm>
        </p:grpSpPr>
        <p:sp>
          <p:nvSpPr>
            <p:cNvPr id="152619" name="Freeform 14">
              <a:extLst>
                <a:ext uri="{FF2B5EF4-FFF2-40B4-BE49-F238E27FC236}">
                  <a16:creationId xmlns:a16="http://schemas.microsoft.com/office/drawing/2014/main" id="{394883EA-F4CB-40B3-9BD1-046807E64E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20" name="Text Box 15">
              <a:extLst>
                <a:ext uri="{FF2B5EF4-FFF2-40B4-BE49-F238E27FC236}">
                  <a16:creationId xmlns:a16="http://schemas.microsoft.com/office/drawing/2014/main" id="{4EC30A0D-5381-4290-B829-4719C43490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200.23.18.0/23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2589" name="Group 16">
            <a:extLst>
              <a:ext uri="{FF2B5EF4-FFF2-40B4-BE49-F238E27FC236}">
                <a16:creationId xmlns:a16="http://schemas.microsoft.com/office/drawing/2014/main" id="{B6690115-35C3-4314-8EE4-E243062EE050}"/>
              </a:ext>
            </a:extLst>
          </p:cNvPr>
          <p:cNvGrpSpPr>
            <a:grpSpLocks/>
          </p:cNvGrpSpPr>
          <p:nvPr/>
        </p:nvGrpSpPr>
        <p:grpSpPr bwMode="auto">
          <a:xfrm>
            <a:off x="701675" y="4764088"/>
            <a:ext cx="2338388" cy="404812"/>
            <a:chOff x="1004" y="1639"/>
            <a:chExt cx="1473" cy="255"/>
          </a:xfrm>
        </p:grpSpPr>
        <p:sp>
          <p:nvSpPr>
            <p:cNvPr id="152617" name="Freeform 17">
              <a:extLst>
                <a:ext uri="{FF2B5EF4-FFF2-40B4-BE49-F238E27FC236}">
                  <a16:creationId xmlns:a16="http://schemas.microsoft.com/office/drawing/2014/main" id="{060C025A-DB04-441E-B24C-4BA5339DB0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18" name="Text Box 18">
              <a:extLst>
                <a:ext uri="{FF2B5EF4-FFF2-40B4-BE49-F238E27FC236}">
                  <a16:creationId xmlns:a16="http://schemas.microsoft.com/office/drawing/2014/main" id="{E51315CC-7F4D-4784-A2B0-E9690B2F84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200.23.30.0/23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52590" name="Text Box 19">
            <a:extLst>
              <a:ext uri="{FF2B5EF4-FFF2-40B4-BE49-F238E27FC236}">
                <a16:creationId xmlns:a16="http://schemas.microsoft.com/office/drawing/2014/main" id="{B8ABB1B5-905F-4BEA-BC9F-EE9436E2C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6800" y="3992563"/>
            <a:ext cx="15065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Fly-By-Night-ISP</a:t>
            </a: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91" name="Text Box 21">
            <a:extLst>
              <a:ext uri="{FF2B5EF4-FFF2-40B4-BE49-F238E27FC236}">
                <a16:creationId xmlns:a16="http://schemas.microsoft.com/office/drawing/2014/main" id="{03F4651C-59F8-474C-BEC3-943F62189B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" y="249713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0</a:t>
            </a:r>
          </a:p>
        </p:txBody>
      </p:sp>
      <p:sp>
        <p:nvSpPr>
          <p:cNvPr id="152592" name="Text Box 22">
            <a:extLst>
              <a:ext uri="{FF2B5EF4-FFF2-40B4-BE49-F238E27FC236}">
                <a16:creationId xmlns:a16="http://schemas.microsoft.com/office/drawing/2014/main" id="{6DD1C740-EC32-4527-B3AA-C236A9988A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7400" y="4506913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7</a:t>
            </a:r>
          </a:p>
        </p:txBody>
      </p:sp>
      <p:sp>
        <p:nvSpPr>
          <p:cNvPr id="152593" name="Text Box 23">
            <a:extLst>
              <a:ext uri="{FF2B5EF4-FFF2-40B4-BE49-F238E27FC236}">
                <a16:creationId xmlns:a16="http://schemas.microsoft.com/office/drawing/2014/main" id="{613209D3-79A0-4A44-86FD-287E01245D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07275" y="4316413"/>
            <a:ext cx="7842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Internet</a:t>
            </a:r>
          </a:p>
        </p:txBody>
      </p:sp>
      <p:sp>
        <p:nvSpPr>
          <p:cNvPr id="152594" name="Text Box 24">
            <a:extLst>
              <a:ext uri="{FF2B5EF4-FFF2-40B4-BE49-F238E27FC236}">
                <a16:creationId xmlns:a16="http://schemas.microsoft.com/office/drawing/2014/main" id="{0F5FA4F1-714F-439F-9D2C-AF6E4ADBB0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325" y="5630863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1</a:t>
            </a:r>
          </a:p>
        </p:txBody>
      </p:sp>
      <p:sp>
        <p:nvSpPr>
          <p:cNvPr id="152595" name="Freeform 25">
            <a:extLst>
              <a:ext uri="{FF2B5EF4-FFF2-40B4-BE49-F238E27FC236}">
                <a16:creationId xmlns:a16="http://schemas.microsoft.com/office/drawing/2014/main" id="{5D519313-A129-4ED4-AF61-D42B3D5E4DBD}"/>
              </a:ext>
            </a:extLst>
          </p:cNvPr>
          <p:cNvSpPr>
            <a:spLocks/>
          </p:cNvSpPr>
          <p:nvPr/>
        </p:nvSpPr>
        <p:spPr bwMode="auto">
          <a:xfrm>
            <a:off x="3516313" y="4875213"/>
            <a:ext cx="1773237" cy="979487"/>
          </a:xfrm>
          <a:custGeom>
            <a:avLst/>
            <a:gdLst>
              <a:gd name="T0" fmla="*/ 2147483646 w 1117"/>
              <a:gd name="T1" fmla="*/ 2147483646 h 617"/>
              <a:gd name="T2" fmla="*/ 2147483646 w 1117"/>
              <a:gd name="T3" fmla="*/ 2147483646 h 617"/>
              <a:gd name="T4" fmla="*/ 2147483646 w 1117"/>
              <a:gd name="T5" fmla="*/ 2147483646 h 617"/>
              <a:gd name="T6" fmla="*/ 2147483646 w 1117"/>
              <a:gd name="T7" fmla="*/ 2147483646 h 617"/>
              <a:gd name="T8" fmla="*/ 2147483646 w 1117"/>
              <a:gd name="T9" fmla="*/ 2147483646 h 617"/>
              <a:gd name="T10" fmla="*/ 2147483646 w 1117"/>
              <a:gd name="T11" fmla="*/ 2147483646 h 617"/>
              <a:gd name="T12" fmla="*/ 2147483646 w 1117"/>
              <a:gd name="T13" fmla="*/ 2147483646 h 617"/>
              <a:gd name="T14" fmla="*/ 2147483646 w 1117"/>
              <a:gd name="T15" fmla="*/ 2147483646 h 617"/>
              <a:gd name="T16" fmla="*/ 2147483646 w 1117"/>
              <a:gd name="T17" fmla="*/ 2147483646 h 617"/>
              <a:gd name="T18" fmla="*/ 2147483646 w 1117"/>
              <a:gd name="T19" fmla="*/ 2147483646 h 617"/>
              <a:gd name="T20" fmla="*/ 2147483646 w 1117"/>
              <a:gd name="T21" fmla="*/ 2147483646 h 617"/>
              <a:gd name="T22" fmla="*/ 2147483646 w 1117"/>
              <a:gd name="T23" fmla="*/ 2147483646 h 617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1117"/>
              <a:gd name="T37" fmla="*/ 0 h 617"/>
              <a:gd name="T38" fmla="*/ 1117 w 1117"/>
              <a:gd name="T39" fmla="*/ 617 h 617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1117" h="617">
                <a:moveTo>
                  <a:pt x="439" y="97"/>
                </a:moveTo>
                <a:cubicBezTo>
                  <a:pt x="358" y="85"/>
                  <a:pt x="269" y="23"/>
                  <a:pt x="205" y="19"/>
                </a:cubicBezTo>
                <a:cubicBezTo>
                  <a:pt x="141" y="15"/>
                  <a:pt x="89" y="0"/>
                  <a:pt x="55" y="73"/>
                </a:cubicBezTo>
                <a:cubicBezTo>
                  <a:pt x="21" y="146"/>
                  <a:pt x="0" y="371"/>
                  <a:pt x="4" y="456"/>
                </a:cubicBezTo>
                <a:cubicBezTo>
                  <a:pt x="8" y="541"/>
                  <a:pt x="3" y="560"/>
                  <a:pt x="77" y="582"/>
                </a:cubicBezTo>
                <a:cubicBezTo>
                  <a:pt x="152" y="604"/>
                  <a:pt x="350" y="582"/>
                  <a:pt x="451" y="587"/>
                </a:cubicBezTo>
                <a:cubicBezTo>
                  <a:pt x="552" y="592"/>
                  <a:pt x="606" y="617"/>
                  <a:pt x="685" y="613"/>
                </a:cubicBezTo>
                <a:cubicBezTo>
                  <a:pt x="764" y="609"/>
                  <a:pt x="856" y="612"/>
                  <a:pt x="925" y="565"/>
                </a:cubicBezTo>
                <a:cubicBezTo>
                  <a:pt x="994" y="518"/>
                  <a:pt x="1081" y="401"/>
                  <a:pt x="1099" y="330"/>
                </a:cubicBezTo>
                <a:cubicBezTo>
                  <a:pt x="1117" y="259"/>
                  <a:pt x="1104" y="178"/>
                  <a:pt x="1036" y="138"/>
                </a:cubicBezTo>
                <a:cubicBezTo>
                  <a:pt x="968" y="98"/>
                  <a:pt x="790" y="98"/>
                  <a:pt x="691" y="91"/>
                </a:cubicBezTo>
                <a:cubicBezTo>
                  <a:pt x="592" y="84"/>
                  <a:pt x="520" y="109"/>
                  <a:pt x="439" y="97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96" name="Text Box 26">
            <a:extLst>
              <a:ext uri="{FF2B5EF4-FFF2-40B4-BE49-F238E27FC236}">
                <a16:creationId xmlns:a16="http://schemas.microsoft.com/office/drawing/2014/main" id="{044D0A52-AC59-4369-AB42-1748CC1813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6350" y="5249863"/>
            <a:ext cx="10239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ISPs-R-Us</a:t>
            </a: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97" name="Freeform 27">
            <a:extLst>
              <a:ext uri="{FF2B5EF4-FFF2-40B4-BE49-F238E27FC236}">
                <a16:creationId xmlns:a16="http://schemas.microsoft.com/office/drawing/2014/main" id="{AA854FDD-80B9-4018-A214-23928CB150E9}"/>
              </a:ext>
            </a:extLst>
          </p:cNvPr>
          <p:cNvSpPr>
            <a:spLocks/>
          </p:cNvSpPr>
          <p:nvPr/>
        </p:nvSpPr>
        <p:spPr bwMode="auto">
          <a:xfrm flipV="1">
            <a:off x="5241925" y="4895850"/>
            <a:ext cx="2019300" cy="295275"/>
          </a:xfrm>
          <a:custGeom>
            <a:avLst/>
            <a:gdLst>
              <a:gd name="T0" fmla="*/ 0 w 1272"/>
              <a:gd name="T1" fmla="*/ 0 h 186"/>
              <a:gd name="T2" fmla="*/ 2147483646 w 1272"/>
              <a:gd name="T3" fmla="*/ 2147483646 h 186"/>
              <a:gd name="T4" fmla="*/ 0 60000 65536"/>
              <a:gd name="T5" fmla="*/ 0 60000 65536"/>
              <a:gd name="T6" fmla="*/ 0 w 1272"/>
              <a:gd name="T7" fmla="*/ 0 h 186"/>
              <a:gd name="T8" fmla="*/ 1272 w 1272"/>
              <a:gd name="T9" fmla="*/ 186 h 18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272" h="186">
                <a:moveTo>
                  <a:pt x="0" y="0"/>
                </a:moveTo>
                <a:lnTo>
                  <a:pt x="1272" y="186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98" name="Line 28">
            <a:extLst>
              <a:ext uri="{FF2B5EF4-FFF2-40B4-BE49-F238E27FC236}">
                <a16:creationId xmlns:a16="http://schemas.microsoft.com/office/drawing/2014/main" id="{2D3B0737-54AF-42C9-B069-9E485232F0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2125" y="5438775"/>
            <a:ext cx="4857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599" name="Line 29">
            <a:extLst>
              <a:ext uri="{FF2B5EF4-FFF2-40B4-BE49-F238E27FC236}">
                <a16:creationId xmlns:a16="http://schemas.microsoft.com/office/drawing/2014/main" id="{89784A5B-F608-401E-9D3B-87A90B31F5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79725" y="5505450"/>
            <a:ext cx="638175" cy="1714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600" name="Line 30">
            <a:extLst>
              <a:ext uri="{FF2B5EF4-FFF2-40B4-BE49-F238E27FC236}">
                <a16:creationId xmlns:a16="http://schemas.microsoft.com/office/drawing/2014/main" id="{884DF2B8-3D50-47D1-BF8F-403692D33ED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17875" y="5753100"/>
            <a:ext cx="247650" cy="4095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2601" name="Text Box 31">
            <a:extLst>
              <a:ext uri="{FF2B5EF4-FFF2-40B4-BE49-F238E27FC236}">
                <a16:creationId xmlns:a16="http://schemas.microsoft.com/office/drawing/2014/main" id="{A3430A38-0EDA-4115-A570-E4164ADC83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850" y="5145088"/>
            <a:ext cx="1717137" cy="1169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“</a:t>
            </a:r>
            <a:r>
              <a:rPr kumimoji="0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Send me anything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with addresses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beginning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199.31.0.0/16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 </a:t>
            </a:r>
            <a:r>
              <a:rPr kumimoji="0" lang="en-US" altLang="zh-TW" sz="1400" b="0" i="0" u="sng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200.23.18.0/23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”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52602" name="Group 32">
            <a:extLst>
              <a:ext uri="{FF2B5EF4-FFF2-40B4-BE49-F238E27FC236}">
                <a16:creationId xmlns:a16="http://schemas.microsoft.com/office/drawing/2014/main" id="{B9386534-C59F-4352-91C1-22AE86B74693}"/>
              </a:ext>
            </a:extLst>
          </p:cNvPr>
          <p:cNvGrpSpPr>
            <a:grpSpLocks/>
          </p:cNvGrpSpPr>
          <p:nvPr/>
        </p:nvGrpSpPr>
        <p:grpSpPr bwMode="auto">
          <a:xfrm>
            <a:off x="806450" y="3935413"/>
            <a:ext cx="2338388" cy="404812"/>
            <a:chOff x="1004" y="1639"/>
            <a:chExt cx="1473" cy="255"/>
          </a:xfrm>
        </p:grpSpPr>
        <p:sp>
          <p:nvSpPr>
            <p:cNvPr id="152615" name="Freeform 33">
              <a:extLst>
                <a:ext uri="{FF2B5EF4-FFF2-40B4-BE49-F238E27FC236}">
                  <a16:creationId xmlns:a16="http://schemas.microsoft.com/office/drawing/2014/main" id="{DBF88ED1-3A7F-40DB-8A1A-1BE1A18ED69D}"/>
                </a:ext>
              </a:extLst>
            </p:cNvPr>
            <p:cNvSpPr>
              <a:spLocks/>
            </p:cNvSpPr>
            <p:nvPr/>
          </p:nvSpPr>
          <p:spPr bwMode="auto">
            <a:xfrm>
              <a:off x="1004" y="1639"/>
              <a:ext cx="1473" cy="255"/>
            </a:xfrm>
            <a:custGeom>
              <a:avLst/>
              <a:gdLst>
                <a:gd name="T0" fmla="*/ 172 w 1473"/>
                <a:gd name="T1" fmla="*/ 11 h 255"/>
                <a:gd name="T2" fmla="*/ 73 w 1473"/>
                <a:gd name="T3" fmla="*/ 94 h 255"/>
                <a:gd name="T4" fmla="*/ 146 w 1473"/>
                <a:gd name="T5" fmla="*/ 220 h 255"/>
                <a:gd name="T6" fmla="*/ 520 w 1473"/>
                <a:gd name="T7" fmla="*/ 225 h 255"/>
                <a:gd name="T8" fmla="*/ 754 w 1473"/>
                <a:gd name="T9" fmla="*/ 251 h 255"/>
                <a:gd name="T10" fmla="*/ 1306 w 1473"/>
                <a:gd name="T11" fmla="*/ 203 h 255"/>
                <a:gd name="T12" fmla="*/ 1360 w 1473"/>
                <a:gd name="T13" fmla="*/ 29 h 255"/>
                <a:gd name="T14" fmla="*/ 628 w 1473"/>
                <a:gd name="T15" fmla="*/ 29 h 255"/>
                <a:gd name="T16" fmla="*/ 172 w 1473"/>
                <a:gd name="T17" fmla="*/ 11 h 25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73"/>
                <a:gd name="T28" fmla="*/ 0 h 255"/>
                <a:gd name="T29" fmla="*/ 1473 w 1473"/>
                <a:gd name="T30" fmla="*/ 255 h 25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73" h="255">
                  <a:moveTo>
                    <a:pt x="172" y="11"/>
                  </a:moveTo>
                  <a:cubicBezTo>
                    <a:pt x="0" y="64"/>
                    <a:pt x="77" y="59"/>
                    <a:pt x="73" y="94"/>
                  </a:cubicBezTo>
                  <a:cubicBezTo>
                    <a:pt x="69" y="129"/>
                    <a:pt x="72" y="198"/>
                    <a:pt x="146" y="220"/>
                  </a:cubicBezTo>
                  <a:cubicBezTo>
                    <a:pt x="221" y="242"/>
                    <a:pt x="419" y="220"/>
                    <a:pt x="520" y="225"/>
                  </a:cubicBezTo>
                  <a:cubicBezTo>
                    <a:pt x="621" y="230"/>
                    <a:pt x="623" y="255"/>
                    <a:pt x="754" y="251"/>
                  </a:cubicBezTo>
                  <a:cubicBezTo>
                    <a:pt x="885" y="247"/>
                    <a:pt x="1205" y="240"/>
                    <a:pt x="1306" y="203"/>
                  </a:cubicBezTo>
                  <a:cubicBezTo>
                    <a:pt x="1407" y="166"/>
                    <a:pt x="1473" y="58"/>
                    <a:pt x="1360" y="29"/>
                  </a:cubicBezTo>
                  <a:cubicBezTo>
                    <a:pt x="1247" y="0"/>
                    <a:pt x="826" y="32"/>
                    <a:pt x="628" y="29"/>
                  </a:cubicBezTo>
                  <a:cubicBezTo>
                    <a:pt x="430" y="26"/>
                    <a:pt x="267" y="15"/>
                    <a:pt x="172" y="11"/>
                  </a:cubicBezTo>
                  <a:close/>
                </a:path>
              </a:pathLst>
            </a:cu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16" name="Text Box 34">
              <a:extLst>
                <a:ext uri="{FF2B5EF4-FFF2-40B4-BE49-F238E27FC236}">
                  <a16:creationId xmlns:a16="http://schemas.microsoft.com/office/drawing/2014/main" id="{7E5814C1-048C-435D-8916-7E7B7816E7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6" y="1664"/>
              <a:ext cx="970" cy="212"/>
            </a:xfrm>
            <a:prstGeom prst="rect">
              <a:avLst/>
            </a:prstGeom>
            <a:solidFill>
              <a:srgbClr val="66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200.23.20.0/23</a:t>
              </a:r>
              <a:endPara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52603" name="Text Box 35">
            <a:extLst>
              <a:ext uri="{FF2B5EF4-FFF2-40B4-BE49-F238E27FC236}">
                <a16:creationId xmlns:a16="http://schemas.microsoft.com/office/drawing/2014/main" id="{E2260135-1A9D-4830-B5CD-3097177D59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7400" y="3735388"/>
            <a:ext cx="13366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Organization 2</a:t>
            </a:r>
          </a:p>
        </p:txBody>
      </p:sp>
      <p:grpSp>
        <p:nvGrpSpPr>
          <p:cNvPr id="152604" name="Group 36">
            <a:extLst>
              <a:ext uri="{FF2B5EF4-FFF2-40B4-BE49-F238E27FC236}">
                <a16:creationId xmlns:a16="http://schemas.microsoft.com/office/drawing/2014/main" id="{AB98B60A-52D1-4391-AC27-A263EC320585}"/>
              </a:ext>
            </a:extLst>
          </p:cNvPr>
          <p:cNvGrpSpPr>
            <a:grpSpLocks/>
          </p:cNvGrpSpPr>
          <p:nvPr/>
        </p:nvGrpSpPr>
        <p:grpSpPr bwMode="auto">
          <a:xfrm>
            <a:off x="2155825" y="4192588"/>
            <a:ext cx="257175" cy="663575"/>
            <a:chOff x="870" y="2941"/>
            <a:chExt cx="162" cy="418"/>
          </a:xfrm>
        </p:grpSpPr>
        <p:sp>
          <p:nvSpPr>
            <p:cNvPr id="152612" name="Text Box 37">
              <a:extLst>
                <a:ext uri="{FF2B5EF4-FFF2-40B4-BE49-F238E27FC236}">
                  <a16:creationId xmlns:a16="http://schemas.microsoft.com/office/drawing/2014/main" id="{A3033A43-D621-4DE9-A1DF-474E8C5164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" y="294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13" name="Text Box 38">
              <a:extLst>
                <a:ext uri="{FF2B5EF4-FFF2-40B4-BE49-F238E27FC236}">
                  <a16:creationId xmlns:a16="http://schemas.microsoft.com/office/drawing/2014/main" id="{F7A70075-7960-44AD-A7B5-C31BD9B67A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" y="3026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14" name="Text Box 39">
              <a:extLst>
                <a:ext uri="{FF2B5EF4-FFF2-40B4-BE49-F238E27FC236}">
                  <a16:creationId xmlns:a16="http://schemas.microsoft.com/office/drawing/2014/main" id="{753F918B-9CBC-45AD-B499-C3F66DD0F5D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1" y="3109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2605" name="Group 40">
            <a:extLst>
              <a:ext uri="{FF2B5EF4-FFF2-40B4-BE49-F238E27FC236}">
                <a16:creationId xmlns:a16="http://schemas.microsoft.com/office/drawing/2014/main" id="{0F4CBAE7-86D3-488A-97A6-9956E340CDE6}"/>
              </a:ext>
            </a:extLst>
          </p:cNvPr>
          <p:cNvGrpSpPr>
            <a:grpSpLocks/>
          </p:cNvGrpSpPr>
          <p:nvPr/>
        </p:nvGrpSpPr>
        <p:grpSpPr bwMode="auto">
          <a:xfrm>
            <a:off x="3184525" y="3897313"/>
            <a:ext cx="257175" cy="663575"/>
            <a:chOff x="870" y="2941"/>
            <a:chExt cx="162" cy="418"/>
          </a:xfrm>
        </p:grpSpPr>
        <p:sp>
          <p:nvSpPr>
            <p:cNvPr id="152609" name="Text Box 41">
              <a:extLst>
                <a:ext uri="{FF2B5EF4-FFF2-40B4-BE49-F238E27FC236}">
                  <a16:creationId xmlns:a16="http://schemas.microsoft.com/office/drawing/2014/main" id="{A767EB5F-1A25-45F8-A485-77C123E317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2" y="2941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10" name="Text Box 42">
              <a:extLst>
                <a:ext uri="{FF2B5EF4-FFF2-40B4-BE49-F238E27FC236}">
                  <a16:creationId xmlns:a16="http://schemas.microsoft.com/office/drawing/2014/main" id="{47F66A30-0FC3-413D-AE49-FB05FFC4DB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0" y="3026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2611" name="Text Box 43">
              <a:extLst>
                <a:ext uri="{FF2B5EF4-FFF2-40B4-BE49-F238E27FC236}">
                  <a16:creationId xmlns:a16="http://schemas.microsoft.com/office/drawing/2014/main" id="{1914850B-5777-43AE-8ED6-97CC8523ED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71" y="3109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.</a:t>
              </a:r>
              <a:endParaRPr kumimoji="0" lang="en-US" altLang="zh-TW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pic>
        <p:nvPicPr>
          <p:cNvPr id="152606" name="Picture 46" descr="underline_base">
            <a:extLst>
              <a:ext uri="{FF2B5EF4-FFF2-40B4-BE49-F238E27FC236}">
                <a16:creationId xmlns:a16="http://schemas.microsoft.com/office/drawing/2014/main" id="{8EC4CAD0-80F7-4563-A0CC-DFDDF8EE410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963" y="900113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304" name="Rectangle 2">
            <a:extLst>
              <a:ext uri="{FF2B5EF4-FFF2-40B4-BE49-F238E27FC236}">
                <a16:creationId xmlns:a16="http://schemas.microsoft.com/office/drawing/2014/main" id="{98CE762C-5607-4208-8519-6B0F2E8817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8300" y="241300"/>
            <a:ext cx="8462963" cy="931863"/>
          </a:xfrm>
        </p:spPr>
        <p:txBody>
          <a:bodyPr/>
          <a:lstStyle/>
          <a:p>
            <a:pPr>
              <a:defRPr/>
            </a:pPr>
            <a:r>
              <a:rPr lang="en-US" sz="3400" dirty="0">
                <a:cs typeface="+mj-cs"/>
              </a:rPr>
              <a:t>Hierarchical addressing: more specific routes</a:t>
            </a:r>
          </a:p>
        </p:txBody>
      </p:sp>
      <p:sp>
        <p:nvSpPr>
          <p:cNvPr id="152608" name="Rectangle 1">
            <a:extLst>
              <a:ext uri="{FF2B5EF4-FFF2-40B4-BE49-F238E27FC236}">
                <a16:creationId xmlns:a16="http://schemas.microsoft.com/office/drawing/2014/main" id="{FE85707B-2F7B-4E3C-AEA1-9DA91F8139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8" y="1108075"/>
            <a:ext cx="83693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When other routers in the larger Internet want to route to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an address in the block 200.23.18.0/23 </a:t>
            </a: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for Organization 1 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  <a:p>
            <a:pPr marL="0" lvl="0" indent="0">
              <a:lnSpc>
                <a:spcPct val="100000"/>
              </a:lnSpc>
              <a:spcBef>
                <a:spcPct val="0"/>
              </a:spcBef>
              <a:buClrTx/>
              <a:buSzTx/>
              <a:buNone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  → route toward ISPs-R-Us due to 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longest prefix matching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6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6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6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02" name="Picture 46" descr="underline_base">
            <a:extLst>
              <a:ext uri="{FF2B5EF4-FFF2-40B4-BE49-F238E27FC236}">
                <a16:creationId xmlns:a16="http://schemas.microsoft.com/office/drawing/2014/main" id="{1CDA5EDF-B328-42F0-A05C-787F61327C1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5" y="1020763"/>
            <a:ext cx="5305425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03" name="Rectangle 61">
            <a:extLst>
              <a:ext uri="{FF2B5EF4-FFF2-40B4-BE49-F238E27FC236}">
                <a16:creationId xmlns:a16="http://schemas.microsoft.com/office/drawing/2014/main" id="{C9617CDD-2587-4A90-9735-A525DD6176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063" y="5754688"/>
            <a:ext cx="1539875" cy="238125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round/>
                <a:headEnd type="none" w="sm" len="sm"/>
                <a:tailEnd type="triangle" w="med" len="sm"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3604" name="Rectangle 60">
            <a:extLst>
              <a:ext uri="{FF2B5EF4-FFF2-40B4-BE49-F238E27FC236}">
                <a16:creationId xmlns:a16="http://schemas.microsoft.com/office/drawing/2014/main" id="{81E6EB69-330E-42F8-901D-1F08D3597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2825" y="5378450"/>
            <a:ext cx="2449513" cy="238125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round/>
                <a:headEnd type="none" w="sm" len="sm"/>
                <a:tailEnd type="triangle" w="med" len="sm"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3605" name="Rectangle 2">
            <a:extLst>
              <a:ext uri="{FF2B5EF4-FFF2-40B4-BE49-F238E27FC236}">
                <a16:creationId xmlns:a16="http://schemas.microsoft.com/office/drawing/2014/main" id="{B42A36FF-A765-46F5-8B31-D1F2E24691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5002213"/>
            <a:ext cx="2289175" cy="239712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round/>
                <a:headEnd type="none" w="sm" len="sm"/>
                <a:tailEnd type="triangle" w="med" len="sm"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3606" name="Rectangle 3">
            <a:extLst>
              <a:ext uri="{FF2B5EF4-FFF2-40B4-BE49-F238E27FC236}">
                <a16:creationId xmlns:a16="http://schemas.microsoft.com/office/drawing/2014/main" id="{68C16FA0-6ED5-43E1-A482-256153E14B8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71600"/>
            <a:ext cx="7772400" cy="4876800"/>
          </a:xfrm>
        </p:spPr>
        <p:txBody>
          <a:bodyPr/>
          <a:lstStyle/>
          <a:p>
            <a:pPr eaLnBrk="1" hangingPunct="1"/>
            <a:r>
              <a:rPr lang="en-US" altLang="en-US"/>
              <a:t>Matching Routing Table Entries</a:t>
            </a:r>
          </a:p>
          <a:p>
            <a:pPr lvl="1" eaLnBrk="1" hangingPunct="1"/>
            <a:r>
              <a:rPr lang="en-US" altLang="en-US"/>
              <a:t>There can be more than one match due to subnetting or alternative paths</a:t>
            </a:r>
          </a:p>
          <a:p>
            <a:pPr lvl="1" eaLnBrk="1" hangingPunct="1"/>
            <a:r>
              <a:rPr lang="en-US" altLang="en-US"/>
              <a:t>Always choose the one with the </a:t>
            </a:r>
            <a:r>
              <a:rPr lang="en-US" altLang="en-US">
                <a:solidFill>
                  <a:srgbClr val="FF3300"/>
                </a:solidFill>
              </a:rPr>
              <a:t>longest</a:t>
            </a:r>
            <a:r>
              <a:rPr lang="en-US" altLang="en-US"/>
              <a:t> matching prefix in the network address, i.e., the most specific route</a:t>
            </a:r>
          </a:p>
          <a:p>
            <a:pPr lvl="1" eaLnBrk="1" hangingPunct="1"/>
            <a:r>
              <a:rPr lang="en-US" altLang="en-US"/>
              <a:t>Example: To route to destination IP 192.168.1.140</a:t>
            </a:r>
          </a:p>
          <a:p>
            <a:pPr lvl="2" eaLnBrk="1" hangingPunct="1"/>
            <a:endParaRPr lang="en-US" altLang="en-US"/>
          </a:p>
        </p:txBody>
      </p:sp>
      <p:sp>
        <p:nvSpPr>
          <p:cNvPr id="153607" name="Slide Number Placeholder 4">
            <a:extLst>
              <a:ext uri="{FF2B5EF4-FFF2-40B4-BE49-F238E27FC236}">
                <a16:creationId xmlns:a16="http://schemas.microsoft.com/office/drawing/2014/main" id="{1CC74DD5-C676-44C7-B8FB-96525F415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E44CDB8-40F9-45B8-8839-62A9C8ADF978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3608" name="Rectangle 2">
            <a:extLst>
              <a:ext uri="{FF2B5EF4-FFF2-40B4-BE49-F238E27FC236}">
                <a16:creationId xmlns:a16="http://schemas.microsoft.com/office/drawing/2014/main" id="{5FF9EF3D-1B16-4384-82D0-1E309E402A0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Longest Prefix Match</a:t>
            </a:r>
          </a:p>
        </p:txBody>
      </p:sp>
      <p:sp>
        <p:nvSpPr>
          <p:cNvPr id="153609" name="Rectangle 20">
            <a:extLst>
              <a:ext uri="{FF2B5EF4-FFF2-40B4-BE49-F238E27FC236}">
                <a16:creationId xmlns:a16="http://schemas.microsoft.com/office/drawing/2014/main" id="{E361F33D-2995-4B49-B033-50D3BF3C6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4240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192</a:t>
            </a:r>
          </a:p>
        </p:txBody>
      </p:sp>
      <p:sp>
        <p:nvSpPr>
          <p:cNvPr id="153610" name="Rectangle 34">
            <a:extLst>
              <a:ext uri="{FF2B5EF4-FFF2-40B4-BE49-F238E27FC236}">
                <a16:creationId xmlns:a16="http://schemas.microsoft.com/office/drawing/2014/main" id="{BA7416C7-6729-44D9-BDF1-8783D78730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4240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168</a:t>
            </a:r>
          </a:p>
        </p:txBody>
      </p:sp>
      <p:sp>
        <p:nvSpPr>
          <p:cNvPr id="153611" name="Rectangle 35">
            <a:extLst>
              <a:ext uri="{FF2B5EF4-FFF2-40B4-BE49-F238E27FC236}">
                <a16:creationId xmlns:a16="http://schemas.microsoft.com/office/drawing/2014/main" id="{8E290512-0B50-4271-993A-BBB2D55975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240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</a:t>
            </a:r>
          </a:p>
        </p:txBody>
      </p:sp>
      <p:sp>
        <p:nvSpPr>
          <p:cNvPr id="153612" name="Rectangle 36">
            <a:extLst>
              <a:ext uri="{FF2B5EF4-FFF2-40B4-BE49-F238E27FC236}">
                <a16:creationId xmlns:a16="http://schemas.microsoft.com/office/drawing/2014/main" id="{6FD79CED-D4A4-41F5-8ABF-2E1D5FC391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2000" y="4240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140</a:t>
            </a:r>
          </a:p>
        </p:txBody>
      </p:sp>
      <p:sp>
        <p:nvSpPr>
          <p:cNvPr id="153613" name="Rectangle 37">
            <a:extLst>
              <a:ext uri="{FF2B5EF4-FFF2-40B4-BE49-F238E27FC236}">
                <a16:creationId xmlns:a16="http://schemas.microsoft.com/office/drawing/2014/main" id="{93F7AECA-90D0-4E29-B4E1-67A947906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4621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11000000</a:t>
            </a:r>
          </a:p>
        </p:txBody>
      </p:sp>
      <p:sp>
        <p:nvSpPr>
          <p:cNvPr id="153614" name="Rectangle 38">
            <a:extLst>
              <a:ext uri="{FF2B5EF4-FFF2-40B4-BE49-F238E27FC236}">
                <a16:creationId xmlns:a16="http://schemas.microsoft.com/office/drawing/2014/main" id="{8D737A9A-CF22-4C17-B492-AD67116A67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4621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10101000</a:t>
            </a:r>
          </a:p>
        </p:txBody>
      </p:sp>
      <p:sp>
        <p:nvSpPr>
          <p:cNvPr id="153615" name="Rectangle 39">
            <a:extLst>
              <a:ext uri="{FF2B5EF4-FFF2-40B4-BE49-F238E27FC236}">
                <a16:creationId xmlns:a16="http://schemas.microsoft.com/office/drawing/2014/main" id="{6B69CFBB-9FFB-43C1-9C78-E30AB1EB08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4621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00000001</a:t>
            </a:r>
          </a:p>
        </p:txBody>
      </p:sp>
      <p:sp>
        <p:nvSpPr>
          <p:cNvPr id="153616" name="Rectangle 40">
            <a:extLst>
              <a:ext uri="{FF2B5EF4-FFF2-40B4-BE49-F238E27FC236}">
                <a16:creationId xmlns:a16="http://schemas.microsoft.com/office/drawing/2014/main" id="{61A4D864-C221-42EF-8755-76B7029FB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2000" y="4621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10001100</a:t>
            </a:r>
          </a:p>
        </p:txBody>
      </p:sp>
      <p:sp>
        <p:nvSpPr>
          <p:cNvPr id="153617" name="Rectangle 41">
            <a:extLst>
              <a:ext uri="{FF2B5EF4-FFF2-40B4-BE49-F238E27FC236}">
                <a16:creationId xmlns:a16="http://schemas.microsoft.com/office/drawing/2014/main" id="{06FAB054-E5F8-42D9-BDF8-2C6D185A1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5002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11000000</a:t>
            </a:r>
          </a:p>
        </p:txBody>
      </p:sp>
      <p:sp>
        <p:nvSpPr>
          <p:cNvPr id="153618" name="Rectangle 42">
            <a:extLst>
              <a:ext uri="{FF2B5EF4-FFF2-40B4-BE49-F238E27FC236}">
                <a16:creationId xmlns:a16="http://schemas.microsoft.com/office/drawing/2014/main" id="{00750F8E-FCB3-42AC-B460-6DD78CECCE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5002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10101000</a:t>
            </a:r>
          </a:p>
        </p:txBody>
      </p:sp>
      <p:sp>
        <p:nvSpPr>
          <p:cNvPr id="153619" name="Rectangle 43">
            <a:extLst>
              <a:ext uri="{FF2B5EF4-FFF2-40B4-BE49-F238E27FC236}">
                <a16:creationId xmlns:a16="http://schemas.microsoft.com/office/drawing/2014/main" id="{D6F733BA-309A-4CD9-B07C-6F027397F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5002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00000001</a:t>
            </a:r>
          </a:p>
        </p:txBody>
      </p:sp>
      <p:sp>
        <p:nvSpPr>
          <p:cNvPr id="153620" name="Rectangle 44">
            <a:extLst>
              <a:ext uri="{FF2B5EF4-FFF2-40B4-BE49-F238E27FC236}">
                <a16:creationId xmlns:a16="http://schemas.microsoft.com/office/drawing/2014/main" id="{542A49AF-DB67-4E3E-A15F-0D3D0B6E4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2000" y="5002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53621" name="Rectangle 45">
            <a:extLst>
              <a:ext uri="{FF2B5EF4-FFF2-40B4-BE49-F238E27FC236}">
                <a16:creationId xmlns:a16="http://schemas.microsoft.com/office/drawing/2014/main" id="{FAD5B41C-500D-40CE-8B20-C224DE7798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5383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11000000</a:t>
            </a:r>
          </a:p>
        </p:txBody>
      </p:sp>
      <p:sp>
        <p:nvSpPr>
          <p:cNvPr id="153622" name="Rectangle 46">
            <a:extLst>
              <a:ext uri="{FF2B5EF4-FFF2-40B4-BE49-F238E27FC236}">
                <a16:creationId xmlns:a16="http://schemas.microsoft.com/office/drawing/2014/main" id="{2C0C16C4-FE89-4B90-8610-78CE14B7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5383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10101000</a:t>
            </a:r>
          </a:p>
        </p:txBody>
      </p:sp>
      <p:sp>
        <p:nvSpPr>
          <p:cNvPr id="153623" name="Rectangle 47">
            <a:extLst>
              <a:ext uri="{FF2B5EF4-FFF2-40B4-BE49-F238E27FC236}">
                <a16:creationId xmlns:a16="http://schemas.microsoft.com/office/drawing/2014/main" id="{043A8EE0-9934-48EB-8F6A-F54A68069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5383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00000001</a:t>
            </a:r>
          </a:p>
        </p:txBody>
      </p:sp>
      <p:sp>
        <p:nvSpPr>
          <p:cNvPr id="153624" name="Rectangle 48">
            <a:extLst>
              <a:ext uri="{FF2B5EF4-FFF2-40B4-BE49-F238E27FC236}">
                <a16:creationId xmlns:a16="http://schemas.microsoft.com/office/drawing/2014/main" id="{71B3BAD4-ED99-4F2D-ACCF-B6D1AF0B20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2000" y="5383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</a:t>
            </a:r>
          </a:p>
        </p:txBody>
      </p:sp>
      <p:sp>
        <p:nvSpPr>
          <p:cNvPr id="153625" name="Rectangle 49">
            <a:extLst>
              <a:ext uri="{FF2B5EF4-FFF2-40B4-BE49-F238E27FC236}">
                <a16:creationId xmlns:a16="http://schemas.microsoft.com/office/drawing/2014/main" id="{7DFEB480-1996-4B98-B8F4-DB57763C5E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0" y="5764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11000000</a:t>
            </a:r>
          </a:p>
        </p:txBody>
      </p:sp>
      <p:sp>
        <p:nvSpPr>
          <p:cNvPr id="153626" name="Rectangle 50">
            <a:extLst>
              <a:ext uri="{FF2B5EF4-FFF2-40B4-BE49-F238E27FC236}">
                <a16:creationId xmlns:a16="http://schemas.microsoft.com/office/drawing/2014/main" id="{5D63CD38-60B4-4FA0-A56B-517DE43AD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8000" y="5764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10101000</a:t>
            </a:r>
          </a:p>
        </p:txBody>
      </p:sp>
      <p:sp>
        <p:nvSpPr>
          <p:cNvPr id="153627" name="Rectangle 51">
            <a:extLst>
              <a:ext uri="{FF2B5EF4-FFF2-40B4-BE49-F238E27FC236}">
                <a16:creationId xmlns:a16="http://schemas.microsoft.com/office/drawing/2014/main" id="{73848FDD-D315-4C55-BAD6-AE757393D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00" y="5764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53628" name="Rectangle 52">
            <a:extLst>
              <a:ext uri="{FF2B5EF4-FFF2-40B4-BE49-F238E27FC236}">
                <a16:creationId xmlns:a16="http://schemas.microsoft.com/office/drawing/2014/main" id="{8D49AF45-328C-49D7-9F91-34ECCFBD3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2000" y="5764213"/>
            <a:ext cx="762000" cy="228600"/>
          </a:xfrm>
          <a:prstGeom prst="rect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00000000</a:t>
            </a:r>
          </a:p>
        </p:txBody>
      </p:sp>
      <p:sp>
        <p:nvSpPr>
          <p:cNvPr id="153629" name="TextBox 53">
            <a:extLst>
              <a:ext uri="{FF2B5EF4-FFF2-40B4-BE49-F238E27FC236}">
                <a16:creationId xmlns:a16="http://schemas.microsoft.com/office/drawing/2014/main" id="{F8ADC269-DB71-4616-B80F-DD3528E14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2000" y="4216400"/>
            <a:ext cx="14271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(decimal):</a:t>
            </a:r>
          </a:p>
        </p:txBody>
      </p:sp>
      <p:sp>
        <p:nvSpPr>
          <p:cNvPr id="153630" name="TextBox 54">
            <a:extLst>
              <a:ext uri="{FF2B5EF4-FFF2-40B4-BE49-F238E27FC236}">
                <a16:creationId xmlns:a16="http://schemas.microsoft.com/office/drawing/2014/main" id="{18C1EEF0-E897-4BA6-B23D-8FC2F7B6EC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2000" y="4589463"/>
            <a:ext cx="134461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IP address (binary):</a:t>
            </a:r>
          </a:p>
        </p:txBody>
      </p:sp>
      <p:sp>
        <p:nvSpPr>
          <p:cNvPr id="153631" name="TextBox 55">
            <a:extLst>
              <a:ext uri="{FF2B5EF4-FFF2-40B4-BE49-F238E27FC236}">
                <a16:creationId xmlns:a16="http://schemas.microsoft.com/office/drawing/2014/main" id="{AEF35AE2-E2F6-4B56-ABB0-96BB292FB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2000" y="4957763"/>
            <a:ext cx="11176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192.168.1.0/24:</a:t>
            </a:r>
          </a:p>
        </p:txBody>
      </p:sp>
      <p:sp>
        <p:nvSpPr>
          <p:cNvPr id="153632" name="TextBox 56">
            <a:extLst>
              <a:ext uri="{FF2B5EF4-FFF2-40B4-BE49-F238E27FC236}">
                <a16:creationId xmlns:a16="http://schemas.microsoft.com/office/drawing/2014/main" id="{8EE66DE4-09D3-4A31-A952-217C07BD55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2000" y="5335588"/>
            <a:ext cx="12620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192.168.1.128/25:</a:t>
            </a:r>
          </a:p>
        </p:txBody>
      </p:sp>
      <p:sp>
        <p:nvSpPr>
          <p:cNvPr id="153633" name="TextBox 57">
            <a:extLst>
              <a:ext uri="{FF2B5EF4-FFF2-40B4-BE49-F238E27FC236}">
                <a16:creationId xmlns:a16="http://schemas.microsoft.com/office/drawing/2014/main" id="{D1CFA852-9E80-4748-A85C-45006F39BC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2000" y="5724525"/>
            <a:ext cx="11176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192.168.0.0/16:</a:t>
            </a:r>
          </a:p>
        </p:txBody>
      </p:sp>
      <p:sp>
        <p:nvSpPr>
          <p:cNvPr id="153634" name="TextBox 1">
            <a:extLst>
              <a:ext uri="{FF2B5EF4-FFF2-40B4-BE49-F238E27FC236}">
                <a16:creationId xmlns:a16="http://schemas.microsoft.com/office/drawing/2014/main" id="{0448DE14-525A-47FA-A800-1B6F8276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2425" y="4975225"/>
            <a:ext cx="13843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Match 24 prefix bits</a:t>
            </a:r>
          </a:p>
        </p:txBody>
      </p:sp>
      <p:sp>
        <p:nvSpPr>
          <p:cNvPr id="153635" name="TextBox 58">
            <a:extLst>
              <a:ext uri="{FF2B5EF4-FFF2-40B4-BE49-F238E27FC236}">
                <a16:creationId xmlns:a16="http://schemas.microsoft.com/office/drawing/2014/main" id="{499D8EBB-97BB-4F84-A08C-162C475489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4013" y="5359400"/>
            <a:ext cx="13858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Match 25 prefix bits</a:t>
            </a:r>
          </a:p>
        </p:txBody>
      </p:sp>
      <p:sp>
        <p:nvSpPr>
          <p:cNvPr id="153636" name="TextBox 59">
            <a:extLst>
              <a:ext uri="{FF2B5EF4-FFF2-40B4-BE49-F238E27FC236}">
                <a16:creationId xmlns:a16="http://schemas.microsoft.com/office/drawing/2014/main" id="{504374C2-0FCC-495C-8998-512BF2DB6B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5600" y="5743575"/>
            <a:ext cx="13858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Match 16 prefix bits</a:t>
            </a:r>
          </a:p>
        </p:txBody>
      </p:sp>
      <p:sp>
        <p:nvSpPr>
          <p:cNvPr id="153637" name="Left Brace 1">
            <a:extLst>
              <a:ext uri="{FF2B5EF4-FFF2-40B4-BE49-F238E27FC236}">
                <a16:creationId xmlns:a16="http://schemas.microsoft.com/office/drawing/2014/main" id="{F866D12C-DDC1-4869-B412-800C4921FE2D}"/>
              </a:ext>
            </a:extLst>
          </p:cNvPr>
          <p:cNvSpPr>
            <a:spLocks/>
          </p:cNvSpPr>
          <p:nvPr/>
        </p:nvSpPr>
        <p:spPr bwMode="auto">
          <a:xfrm>
            <a:off x="1820863" y="5002213"/>
            <a:ext cx="211137" cy="919162"/>
          </a:xfrm>
          <a:prstGeom prst="leftBrace">
            <a:avLst>
              <a:gd name="adj1" fmla="val 8324"/>
              <a:gd name="adj2" fmla="val 50000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3638" name="TextBox 1">
            <a:extLst>
              <a:ext uri="{FF2B5EF4-FFF2-40B4-BE49-F238E27FC236}">
                <a16:creationId xmlns:a16="http://schemas.microsoft.com/office/drawing/2014/main" id="{7644F086-48C4-440C-B816-E51C438FA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4600" y="5108575"/>
            <a:ext cx="658813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Routing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table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entries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Footer Placeholder 4">
            <a:extLst>
              <a:ext uri="{FF2B5EF4-FFF2-40B4-BE49-F238E27FC236}">
                <a16:creationId xmlns:a16="http://schemas.microsoft.com/office/drawing/2014/main" id="{02839A92-3E98-425C-BB78-5649D3353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55651" name="Slide Number Placeholder 5">
            <a:extLst>
              <a:ext uri="{FF2B5EF4-FFF2-40B4-BE49-F238E27FC236}">
                <a16:creationId xmlns:a16="http://schemas.microsoft.com/office/drawing/2014/main" id="{3972B8E9-CC69-401A-8528-1DD443C70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17EB5183-C109-48CB-B6C1-90535793DA05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55652" name="Picture 4" descr="underline_base">
            <a:extLst>
              <a:ext uri="{FF2B5EF4-FFF2-40B4-BE49-F238E27FC236}">
                <a16:creationId xmlns:a16="http://schemas.microsoft.com/office/drawing/2014/main" id="{17497229-2C72-461C-8711-CC363F8CD8B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5" y="1000125"/>
            <a:ext cx="54848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5653" name="Rectangle 2">
            <a:extLst>
              <a:ext uri="{FF2B5EF4-FFF2-40B4-BE49-F238E27FC236}">
                <a16:creationId xmlns:a16="http://schemas.microsoft.com/office/drawing/2014/main" id="{0E6F13AF-3EB2-4ED0-85E4-A48A54890D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3600"/>
              <a:t>IP addressing: the last word...</a:t>
            </a:r>
            <a:endParaRPr lang="en-US" altLang="zh-TW"/>
          </a:p>
        </p:txBody>
      </p:sp>
      <p:sp>
        <p:nvSpPr>
          <p:cNvPr id="55302" name="Rectangle 3">
            <a:extLst>
              <a:ext uri="{FF2B5EF4-FFF2-40B4-BE49-F238E27FC236}">
                <a16:creationId xmlns:a16="http://schemas.microsoft.com/office/drawing/2014/main" id="{8CD839B2-DEE9-4D04-99B1-655AF19BE1F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cs typeface="+mn-cs"/>
              </a:rPr>
              <a:t>Q:</a:t>
            </a:r>
            <a:r>
              <a:rPr lang="en-US" dirty="0">
                <a:cs typeface="+mn-cs"/>
              </a:rPr>
              <a:t> how does an ISP get block of addresses?</a:t>
            </a:r>
          </a:p>
          <a:p>
            <a:pPr>
              <a:buFont typeface="Wingdings" charset="0"/>
              <a:buNone/>
              <a:defRPr/>
            </a:pPr>
            <a:r>
              <a:rPr lang="en-US" i="1" dirty="0">
                <a:solidFill>
                  <a:srgbClr val="CC0000"/>
                </a:solidFill>
                <a:cs typeface="+mn-cs"/>
              </a:rPr>
              <a:t>A:</a:t>
            </a:r>
            <a:r>
              <a:rPr lang="en-US" dirty="0">
                <a:solidFill>
                  <a:srgbClr val="FF0000"/>
                </a:solidFill>
                <a:cs typeface="+mn-cs"/>
              </a:rPr>
              <a:t> </a:t>
            </a:r>
            <a:r>
              <a:rPr lang="en-US" dirty="0">
                <a:solidFill>
                  <a:srgbClr val="000099"/>
                </a:solidFill>
                <a:cs typeface="+mn-cs"/>
              </a:rPr>
              <a:t>ICANN</a:t>
            </a:r>
            <a:r>
              <a:rPr lang="en-US" dirty="0">
                <a:cs typeface="+mn-cs"/>
              </a:rPr>
              <a:t>: </a:t>
            </a:r>
            <a:r>
              <a:rPr lang="en-US" dirty="0">
                <a:solidFill>
                  <a:srgbClr val="000099"/>
                </a:solidFill>
                <a:cs typeface="+mn-cs"/>
              </a:rPr>
              <a:t>I</a:t>
            </a:r>
            <a:r>
              <a:rPr lang="en-US" dirty="0">
                <a:cs typeface="+mn-cs"/>
              </a:rPr>
              <a:t>nternet </a:t>
            </a:r>
            <a:r>
              <a:rPr lang="en-US" dirty="0">
                <a:solidFill>
                  <a:srgbClr val="000099"/>
                </a:solidFill>
                <a:cs typeface="+mn-cs"/>
              </a:rPr>
              <a:t>C</a:t>
            </a:r>
            <a:r>
              <a:rPr lang="en-US" dirty="0">
                <a:cs typeface="+mn-cs"/>
              </a:rPr>
              <a:t>orporation for </a:t>
            </a:r>
            <a:r>
              <a:rPr lang="en-US" dirty="0">
                <a:solidFill>
                  <a:srgbClr val="000099"/>
                </a:solidFill>
                <a:cs typeface="+mn-cs"/>
              </a:rPr>
              <a:t>A</a:t>
            </a:r>
            <a:r>
              <a:rPr lang="en-US" dirty="0">
                <a:cs typeface="+mn-cs"/>
              </a:rPr>
              <a:t>ssigned </a:t>
            </a:r>
          </a:p>
          <a:p>
            <a:pPr>
              <a:buFont typeface="Wingdings" charset="0"/>
              <a:buNone/>
              <a:defRPr/>
            </a:pPr>
            <a:r>
              <a:rPr lang="en-US" dirty="0">
                <a:cs typeface="+mn-cs"/>
              </a:rPr>
              <a:t>     </a:t>
            </a:r>
            <a:r>
              <a:rPr lang="en-US" dirty="0">
                <a:solidFill>
                  <a:srgbClr val="000099"/>
                </a:solidFill>
                <a:cs typeface="+mn-cs"/>
              </a:rPr>
              <a:t>N</a:t>
            </a:r>
            <a:r>
              <a:rPr lang="en-US" dirty="0">
                <a:cs typeface="+mn-cs"/>
              </a:rPr>
              <a:t>ames and </a:t>
            </a:r>
            <a:r>
              <a:rPr lang="en-US" dirty="0">
                <a:solidFill>
                  <a:srgbClr val="000099"/>
                </a:solidFill>
                <a:cs typeface="+mn-cs"/>
              </a:rPr>
              <a:t>N</a:t>
            </a:r>
            <a:r>
              <a:rPr lang="en-US" dirty="0">
                <a:cs typeface="+mn-cs"/>
              </a:rPr>
              <a:t>umbers http://www.icann.org/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/>
              <a:t>allocates addresses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/>
              <a:t>manages DNS</a:t>
            </a:r>
          </a:p>
          <a:p>
            <a:pPr lvl="1">
              <a:buFont typeface="Wingdings" charset="0"/>
              <a:buChar char="§"/>
              <a:defRPr/>
            </a:pPr>
            <a:r>
              <a:rPr lang="en-US" sz="2800" dirty="0"/>
              <a:t>assigns domain names, resolves disputes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3">
            <a:extLst>
              <a:ext uri="{FF2B5EF4-FFF2-40B4-BE49-F238E27FC236}">
                <a16:creationId xmlns:a16="http://schemas.microsoft.com/office/drawing/2014/main" id="{41CA9F7F-9DE5-4EF1-99BD-8E59209F53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138238"/>
            <a:ext cx="7772400" cy="5110162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>
                <a:solidFill>
                  <a:srgbClr val="0070C0"/>
                </a:solidFill>
                <a:ea typeface="MS PGothic" panose="020B0600070205080204" pitchFamily="34" charset="-128"/>
              </a:rPr>
              <a:t>IP Address Shortage:</a:t>
            </a:r>
          </a:p>
          <a:p>
            <a:pPr lvl="1" eaLnBrk="1" hangingPunct="1">
              <a:defRPr/>
            </a:pPr>
            <a:r>
              <a:rPr lang="en-US" altLang="en-US" dirty="0">
                <a:ea typeface="MS PGothic" panose="020B0600070205080204" pitchFamily="34" charset="-128"/>
              </a:rPr>
              <a:t>IPv4 address space has all been allocated</a:t>
            </a:r>
          </a:p>
          <a:p>
            <a:pPr lvl="1" eaLnBrk="1" hangingPunct="1">
              <a:defRPr/>
            </a:pPr>
            <a:r>
              <a:rPr lang="en-US" altLang="en-US" dirty="0">
                <a:ea typeface="MS PGothic" panose="020B0600070205080204" pitchFamily="34" charset="-128"/>
              </a:rPr>
              <a:t>In many networks there are more hosts than the number of public IP addresses available</a:t>
            </a:r>
          </a:p>
          <a:p>
            <a:pPr lvl="1" eaLnBrk="1" hangingPunct="1">
              <a:defRPr/>
            </a:pPr>
            <a:r>
              <a:rPr lang="en-US" altLang="en-US" dirty="0">
                <a:ea typeface="MS PGothic" panose="020B0600070205080204" pitchFamily="34" charset="-128"/>
              </a:rPr>
              <a:t>There are </a:t>
            </a:r>
            <a:r>
              <a:rPr lang="en-US" altLang="en-US" dirty="0">
                <a:solidFill>
                  <a:srgbClr val="FF0000"/>
                </a:solidFill>
                <a:ea typeface="MS PGothic" panose="020B0600070205080204" pitchFamily="34" charset="-128"/>
              </a:rPr>
              <a:t>private</a:t>
            </a:r>
            <a:r>
              <a:rPr lang="en-US" altLang="en-US" dirty="0">
                <a:ea typeface="MS PGothic" panose="020B0600070205080204" pitchFamily="34" charset="-128"/>
              </a:rPr>
              <a:t> IPv4 addresses (RFC1918)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70C0"/>
                </a:solidFill>
                <a:latin typeface="+mn-lt"/>
                <a:ea typeface="MS PGothic" panose="020B0600070205080204" pitchFamily="34" charset="-128"/>
              </a:rPr>
              <a:t>Packets with private IPs are dropped by ISPs</a:t>
            </a:r>
          </a:p>
        </p:txBody>
      </p:sp>
      <p:sp>
        <p:nvSpPr>
          <p:cNvPr id="156675" name="Slide Number Placeholder 4">
            <a:extLst>
              <a:ext uri="{FF2B5EF4-FFF2-40B4-BE49-F238E27FC236}">
                <a16:creationId xmlns:a16="http://schemas.microsoft.com/office/drawing/2014/main" id="{32DCC96A-9E7F-4F7F-84F5-7B28F34A4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28FF769-B51E-4DD0-BE58-CA47093BB9A4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CBE4B26-1AAF-4B61-B8A7-D287FEA3BD5D}"/>
              </a:ext>
            </a:extLst>
          </p:cNvPr>
          <p:cNvGraphicFramePr>
            <a:graphicFrameLocks noGrp="1"/>
          </p:cNvGraphicFramePr>
          <p:nvPr/>
        </p:nvGraphicFramePr>
        <p:xfrm>
          <a:off x="1287463" y="3506788"/>
          <a:ext cx="7018337" cy="2393951"/>
        </p:xfrm>
        <a:graphic>
          <a:graphicData uri="http://schemas.openxmlformats.org/drawingml/2006/table">
            <a:tbl>
              <a:tblPr/>
              <a:tblGrid>
                <a:gridCol w="11697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9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97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76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7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35130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RFC1918 name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IP address range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number of addresses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largest </a:t>
                      </a:r>
                      <a:r>
                        <a:rPr lang="en-US" sz="1100" u="none" strike="noStrike" dirty="0">
                          <a:solidFill>
                            <a:srgbClr val="0B0080"/>
                          </a:solidFill>
                          <a:effectLst/>
                          <a:hlinkClick r:id="rId3" tooltip="Classless Inter-Domain Routing"/>
                        </a:rPr>
                        <a:t>CIDR</a:t>
                      </a:r>
                      <a:r>
                        <a:rPr lang="en-US" sz="1100" dirty="0">
                          <a:effectLst/>
                        </a:rPr>
                        <a:t> block (subnet mask)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host id size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mask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561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24-bit block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10.0.0.0 - 10.255.255.255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16,777,216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10.0.0.0/8 </a:t>
                      </a:r>
                      <a:br>
                        <a:rPr lang="en-US" sz="1100" dirty="0">
                          <a:effectLst/>
                        </a:rPr>
                      </a:br>
                      <a:r>
                        <a:rPr lang="en-US" sz="1100" dirty="0">
                          <a:effectLst/>
                        </a:rPr>
                        <a:t>(255.0.0.0)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24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8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130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20-bit block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172.16.0.0 - 172.31.255.255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1,048,576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172.16.0.0/12 (255.240.0.0)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20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12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130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16-bit block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192.168.0.0 - 192.168.255.255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65,536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192.168.0.0/16 (255.255.0.0)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16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effectLst/>
                        </a:rPr>
                        <a:t>16 bits</a:t>
                      </a:r>
                    </a:p>
                  </a:txBody>
                  <a:tcPr marL="91424" marR="91424" marT="45744" marB="45744" anchor="ctr">
                    <a:lnL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6713" name="TextBox 2">
            <a:extLst>
              <a:ext uri="{FF2B5EF4-FFF2-40B4-BE49-F238E27FC236}">
                <a16:creationId xmlns:a16="http://schemas.microsoft.com/office/drawing/2014/main" id="{E976661D-B505-4C35-8B66-1D8B49F6E7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2438" y="6015038"/>
            <a:ext cx="5357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Source: http://en.wikipedia.org/wiki/Private_network#Private_IPv4_address_spaces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E2EEC4-E648-46D7-9589-2E77B32093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230188"/>
            <a:ext cx="8091488" cy="9080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+mj-lt"/>
                <a:ea typeface="MS PGothic" panose="020B0600070205080204" pitchFamily="34" charset="-128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  <a:ea typeface="MS PGothic" panose="020B0600070205080204" pitchFamily="34" charset="-128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  <a:ea typeface="MS PGothic" panose="020B0600070205080204" pitchFamily="34" charset="-128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  <a:ea typeface="MS PGothic" panose="020B0600070205080204" pitchFamily="34" charset="-128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  <a:ea typeface="MS PGothic" panose="020B0600070205080204" pitchFamily="34" charset="-128"/>
                <a:cs typeface="ＭＳ Ｐゴシック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rgbClr val="000099"/>
                </a:solidFill>
                <a:latin typeface="Gill Sans MT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Gill Sans MT"/>
                <a:ea typeface="ＭＳ Ｐゴシック" charset="0"/>
                <a:cs typeface="+mj-cs"/>
              </a:rPr>
              <a:t>NAT: network address translation</a:t>
            </a:r>
          </a:p>
        </p:txBody>
      </p:sp>
      <p:pic>
        <p:nvPicPr>
          <p:cNvPr id="156715" name="Picture 9" descr="underline_base">
            <a:extLst>
              <a:ext uri="{FF2B5EF4-FFF2-40B4-BE49-F238E27FC236}">
                <a16:creationId xmlns:a16="http://schemas.microsoft.com/office/drawing/2014/main" id="{E0EF153B-F6AC-4E41-9288-47F31D61D5FD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9223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71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Footer Placeholder 4">
            <a:extLst>
              <a:ext uri="{FF2B5EF4-FFF2-40B4-BE49-F238E27FC236}">
                <a16:creationId xmlns:a16="http://schemas.microsoft.com/office/drawing/2014/main" id="{7529FE45-1A3E-4400-A8CC-0930F15D9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58723" name="Slide Number Placeholder 5">
            <a:extLst>
              <a:ext uri="{FF2B5EF4-FFF2-40B4-BE49-F238E27FC236}">
                <a16:creationId xmlns:a16="http://schemas.microsoft.com/office/drawing/2014/main" id="{C7E8AC5C-5FA3-4467-8A23-789677272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579AC5B0-5B9E-4514-8E26-F644815232D1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24" name="Freeform 80">
            <a:extLst>
              <a:ext uri="{FF2B5EF4-FFF2-40B4-BE49-F238E27FC236}">
                <a16:creationId xmlns:a16="http://schemas.microsoft.com/office/drawing/2014/main" id="{0BECA77A-2E5F-49EA-AAC8-FE91B3A49B3B}"/>
              </a:ext>
            </a:extLst>
          </p:cNvPr>
          <p:cNvSpPr>
            <a:spLocks/>
          </p:cNvSpPr>
          <p:nvPr/>
        </p:nvSpPr>
        <p:spPr bwMode="auto">
          <a:xfrm>
            <a:off x="4152900" y="1871663"/>
            <a:ext cx="3738563" cy="2697162"/>
          </a:xfrm>
          <a:custGeom>
            <a:avLst/>
            <a:gdLst>
              <a:gd name="T0" fmla="*/ 2147483646 w 2355"/>
              <a:gd name="T1" fmla="*/ 2147483646 h 1699"/>
              <a:gd name="T2" fmla="*/ 2147483646 w 2355"/>
              <a:gd name="T3" fmla="*/ 2147483646 h 1699"/>
              <a:gd name="T4" fmla="*/ 2147483646 w 2355"/>
              <a:gd name="T5" fmla="*/ 2147483646 h 1699"/>
              <a:gd name="T6" fmla="*/ 2147483646 w 2355"/>
              <a:gd name="T7" fmla="*/ 2147483646 h 1699"/>
              <a:gd name="T8" fmla="*/ 2147483646 w 2355"/>
              <a:gd name="T9" fmla="*/ 2147483646 h 1699"/>
              <a:gd name="T10" fmla="*/ 2147483646 w 2355"/>
              <a:gd name="T11" fmla="*/ 2147483646 h 1699"/>
              <a:gd name="T12" fmla="*/ 2147483646 w 2355"/>
              <a:gd name="T13" fmla="*/ 2147483646 h 1699"/>
              <a:gd name="T14" fmla="*/ 2147483646 w 2355"/>
              <a:gd name="T15" fmla="*/ 2147483646 h 1699"/>
              <a:gd name="T16" fmla="*/ 2147483646 w 2355"/>
              <a:gd name="T17" fmla="*/ 2147483646 h 1699"/>
              <a:gd name="T18" fmla="*/ 2147483646 w 2355"/>
              <a:gd name="T19" fmla="*/ 2147483646 h 1699"/>
              <a:gd name="T20" fmla="*/ 2147483646 w 2355"/>
              <a:gd name="T21" fmla="*/ 2147483646 h 169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2355"/>
              <a:gd name="T34" fmla="*/ 0 h 1699"/>
              <a:gd name="T35" fmla="*/ 2355 w 2355"/>
              <a:gd name="T36" fmla="*/ 1699 h 169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2355" h="1699">
                <a:moveTo>
                  <a:pt x="349" y="761"/>
                </a:moveTo>
                <a:cubicBezTo>
                  <a:pt x="587" y="729"/>
                  <a:pt x="1414" y="820"/>
                  <a:pt x="1651" y="732"/>
                </a:cubicBezTo>
                <a:cubicBezTo>
                  <a:pt x="1888" y="644"/>
                  <a:pt x="1710" y="351"/>
                  <a:pt x="1773" y="230"/>
                </a:cubicBezTo>
                <a:cubicBezTo>
                  <a:pt x="1836" y="109"/>
                  <a:pt x="1947" y="16"/>
                  <a:pt x="2029" y="8"/>
                </a:cubicBezTo>
                <a:cubicBezTo>
                  <a:pt x="2111" y="0"/>
                  <a:pt x="2213" y="27"/>
                  <a:pt x="2267" y="183"/>
                </a:cubicBezTo>
                <a:cubicBezTo>
                  <a:pt x="2321" y="339"/>
                  <a:pt x="2355" y="707"/>
                  <a:pt x="2355" y="942"/>
                </a:cubicBezTo>
                <a:cubicBezTo>
                  <a:pt x="2355" y="1177"/>
                  <a:pt x="2353" y="1485"/>
                  <a:pt x="2267" y="1592"/>
                </a:cubicBezTo>
                <a:cubicBezTo>
                  <a:pt x="2181" y="1699"/>
                  <a:pt x="1939" y="1680"/>
                  <a:pt x="1840" y="1586"/>
                </a:cubicBezTo>
                <a:cubicBezTo>
                  <a:pt x="1741" y="1492"/>
                  <a:pt x="1940" y="1135"/>
                  <a:pt x="1670" y="1025"/>
                </a:cubicBezTo>
                <a:cubicBezTo>
                  <a:pt x="1400" y="915"/>
                  <a:pt x="440" y="967"/>
                  <a:pt x="220" y="923"/>
                </a:cubicBezTo>
                <a:cubicBezTo>
                  <a:pt x="0" y="879"/>
                  <a:pt x="127" y="795"/>
                  <a:pt x="349" y="761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56325" name="Rectangle 2">
            <a:extLst>
              <a:ext uri="{FF2B5EF4-FFF2-40B4-BE49-F238E27FC236}">
                <a16:creationId xmlns:a16="http://schemas.microsoft.com/office/drawing/2014/main" id="{441E151D-8013-48CB-B6AE-421BC91B82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0188"/>
            <a:ext cx="8091488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NAT: network address translation</a:t>
            </a:r>
          </a:p>
        </p:txBody>
      </p:sp>
      <p:sp>
        <p:nvSpPr>
          <p:cNvPr id="158726" name="Freeform 4">
            <a:extLst>
              <a:ext uri="{FF2B5EF4-FFF2-40B4-BE49-F238E27FC236}">
                <a16:creationId xmlns:a16="http://schemas.microsoft.com/office/drawing/2014/main" id="{508816CA-270F-4DC5-9B82-F861BB2A4C72}"/>
              </a:ext>
            </a:extLst>
          </p:cNvPr>
          <p:cNvSpPr>
            <a:spLocks/>
          </p:cNvSpPr>
          <p:nvPr/>
        </p:nvSpPr>
        <p:spPr bwMode="auto">
          <a:xfrm>
            <a:off x="0" y="2579688"/>
            <a:ext cx="3849688" cy="1425575"/>
          </a:xfrm>
          <a:custGeom>
            <a:avLst/>
            <a:gdLst>
              <a:gd name="T0" fmla="*/ 2147483646 w 2425"/>
              <a:gd name="T1" fmla="*/ 2147483646 h 898"/>
              <a:gd name="T2" fmla="*/ 2147483646 w 2425"/>
              <a:gd name="T3" fmla="*/ 2147483646 h 898"/>
              <a:gd name="T4" fmla="*/ 2147483646 w 2425"/>
              <a:gd name="T5" fmla="*/ 2147483646 h 898"/>
              <a:gd name="T6" fmla="*/ 2147483646 w 2425"/>
              <a:gd name="T7" fmla="*/ 2147483646 h 898"/>
              <a:gd name="T8" fmla="*/ 2147483646 w 2425"/>
              <a:gd name="T9" fmla="*/ 2147483646 h 898"/>
              <a:gd name="T10" fmla="*/ 2147483646 w 2425"/>
              <a:gd name="T11" fmla="*/ 2147483646 h 898"/>
              <a:gd name="T12" fmla="*/ 2147483646 w 2425"/>
              <a:gd name="T13" fmla="*/ 2147483646 h 898"/>
              <a:gd name="T14" fmla="*/ 2147483646 w 2425"/>
              <a:gd name="T15" fmla="*/ 2147483646 h 89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2425"/>
              <a:gd name="T25" fmla="*/ 0 h 898"/>
              <a:gd name="T26" fmla="*/ 2425 w 2425"/>
              <a:gd name="T27" fmla="*/ 898 h 89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2425" h="898">
                <a:moveTo>
                  <a:pt x="2056" y="289"/>
                </a:moveTo>
                <a:cubicBezTo>
                  <a:pt x="1826" y="223"/>
                  <a:pt x="1133" y="113"/>
                  <a:pt x="810" y="75"/>
                </a:cubicBezTo>
                <a:cubicBezTo>
                  <a:pt x="487" y="37"/>
                  <a:pt x="230" y="0"/>
                  <a:pt x="115" y="60"/>
                </a:cubicBezTo>
                <a:cubicBezTo>
                  <a:pt x="0" y="120"/>
                  <a:pt x="121" y="301"/>
                  <a:pt x="121" y="433"/>
                </a:cubicBezTo>
                <a:cubicBezTo>
                  <a:pt x="121" y="565"/>
                  <a:pt x="25" y="802"/>
                  <a:pt x="115" y="850"/>
                </a:cubicBezTo>
                <a:cubicBezTo>
                  <a:pt x="205" y="898"/>
                  <a:pt x="316" y="784"/>
                  <a:pt x="662" y="721"/>
                </a:cubicBezTo>
                <a:cubicBezTo>
                  <a:pt x="1008" y="658"/>
                  <a:pt x="1961" y="544"/>
                  <a:pt x="2193" y="472"/>
                </a:cubicBezTo>
                <a:cubicBezTo>
                  <a:pt x="2425" y="400"/>
                  <a:pt x="2292" y="327"/>
                  <a:pt x="2056" y="289"/>
                </a:cubicBezTo>
                <a:close/>
              </a:path>
            </a:pathLst>
          </a:custGeom>
          <a:gradFill rotWithShape="1">
            <a:gsLst>
              <a:gs pos="0">
                <a:srgbClr val="FFFFFF">
                  <a:alpha val="98000"/>
                </a:srgbClr>
              </a:gs>
              <a:gs pos="100000">
                <a:srgbClr val="66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27" name="Line 8">
            <a:extLst>
              <a:ext uri="{FF2B5EF4-FFF2-40B4-BE49-F238E27FC236}">
                <a16:creationId xmlns:a16="http://schemas.microsoft.com/office/drawing/2014/main" id="{7846BBD4-4A63-4C27-92D3-C0AEF2D4CBA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67200" y="3182938"/>
            <a:ext cx="1214438" cy="1111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28" name="Line 9">
            <a:extLst>
              <a:ext uri="{FF2B5EF4-FFF2-40B4-BE49-F238E27FC236}">
                <a16:creationId xmlns:a16="http://schemas.microsoft.com/office/drawing/2014/main" id="{F42D5BD7-C128-48DB-9426-A11F430662D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10400" y="3233738"/>
            <a:ext cx="3000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29" name="Line 10">
            <a:extLst>
              <a:ext uri="{FF2B5EF4-FFF2-40B4-BE49-F238E27FC236}">
                <a16:creationId xmlns:a16="http://schemas.microsoft.com/office/drawing/2014/main" id="{AAB5D761-6D25-49CA-9AF3-E22A927CD79A}"/>
              </a:ext>
            </a:extLst>
          </p:cNvPr>
          <p:cNvSpPr>
            <a:spLocks noChangeShapeType="1"/>
          </p:cNvSpPr>
          <p:nvPr/>
        </p:nvSpPr>
        <p:spPr bwMode="auto">
          <a:xfrm>
            <a:off x="7107238" y="2446338"/>
            <a:ext cx="133350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30" name="Line 11">
            <a:extLst>
              <a:ext uri="{FF2B5EF4-FFF2-40B4-BE49-F238E27FC236}">
                <a16:creationId xmlns:a16="http://schemas.microsoft.com/office/drawing/2014/main" id="{66B57FB0-29C6-4EF7-963D-BAA5223F4A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13588" y="3951288"/>
            <a:ext cx="1714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31" name="Text Box 12">
            <a:extLst>
              <a:ext uri="{FF2B5EF4-FFF2-40B4-BE49-F238E27FC236}">
                <a16:creationId xmlns:a16="http://schemas.microsoft.com/office/drawing/2014/main" id="{BE998866-AB03-4846-B9FB-542EDB071B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32713" y="2176463"/>
            <a:ext cx="9191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10.0.0.1</a:t>
            </a:r>
          </a:p>
        </p:txBody>
      </p:sp>
      <p:sp>
        <p:nvSpPr>
          <p:cNvPr id="158732" name="Text Box 13">
            <a:extLst>
              <a:ext uri="{FF2B5EF4-FFF2-40B4-BE49-F238E27FC236}">
                <a16:creationId xmlns:a16="http://schemas.microsoft.com/office/drawing/2014/main" id="{41ACCA1F-F02B-49EB-8D52-6E33C2534B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59713" y="2944813"/>
            <a:ext cx="9191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10.0.0.2</a:t>
            </a:r>
          </a:p>
        </p:txBody>
      </p:sp>
      <p:sp>
        <p:nvSpPr>
          <p:cNvPr id="158733" name="Text Box 14">
            <a:extLst>
              <a:ext uri="{FF2B5EF4-FFF2-40B4-BE49-F238E27FC236}">
                <a16:creationId xmlns:a16="http://schemas.microsoft.com/office/drawing/2014/main" id="{F55845AA-600E-4AF0-BFDA-61FB4151D6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0500" y="3751263"/>
            <a:ext cx="919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10.0.0.3</a:t>
            </a:r>
          </a:p>
        </p:txBody>
      </p:sp>
      <p:sp>
        <p:nvSpPr>
          <p:cNvPr id="158734" name="Text Box 15">
            <a:extLst>
              <a:ext uri="{FF2B5EF4-FFF2-40B4-BE49-F238E27FC236}">
                <a16:creationId xmlns:a16="http://schemas.microsoft.com/office/drawing/2014/main" id="{5F35F71E-3704-4A8E-900A-5549FF35F7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7988" y="2667000"/>
            <a:ext cx="91916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10.0.0.4</a:t>
            </a:r>
          </a:p>
        </p:txBody>
      </p:sp>
      <p:sp>
        <p:nvSpPr>
          <p:cNvPr id="158735" name="Line 16">
            <a:extLst>
              <a:ext uri="{FF2B5EF4-FFF2-40B4-BE49-F238E27FC236}">
                <a16:creationId xmlns:a16="http://schemas.microsoft.com/office/drawing/2014/main" id="{B0636B8B-9AB5-44C5-807A-BA9B4C8DA11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341813" y="2944813"/>
            <a:ext cx="85725" cy="128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36" name="Text Box 17">
            <a:extLst>
              <a:ext uri="{FF2B5EF4-FFF2-40B4-BE49-F238E27FC236}">
                <a16:creationId xmlns:a16="http://schemas.microsoft.com/office/drawing/2014/main" id="{87458064-C732-46BB-9ECA-70BE66972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24100" y="3324225"/>
            <a:ext cx="1257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138.76.29.7</a:t>
            </a:r>
          </a:p>
        </p:txBody>
      </p:sp>
      <p:sp>
        <p:nvSpPr>
          <p:cNvPr id="158737" name="Line 18">
            <a:extLst>
              <a:ext uri="{FF2B5EF4-FFF2-40B4-BE49-F238E27FC236}">
                <a16:creationId xmlns:a16="http://schemas.microsoft.com/office/drawing/2014/main" id="{E4E7D403-BAED-451A-978B-1777F0FF14B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02025" y="3271838"/>
            <a:ext cx="85725" cy="1285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38" name="Line 79">
            <a:extLst>
              <a:ext uri="{FF2B5EF4-FFF2-40B4-BE49-F238E27FC236}">
                <a16:creationId xmlns:a16="http://schemas.microsoft.com/office/drawing/2014/main" id="{12777C52-1BB8-4B3D-8264-3A8BBC171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438" y="3222625"/>
            <a:ext cx="3025775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39" name="Text Box 81">
            <a:extLst>
              <a:ext uri="{FF2B5EF4-FFF2-40B4-BE49-F238E27FC236}">
                <a16:creationId xmlns:a16="http://schemas.microsoft.com/office/drawing/2014/main" id="{4BDA4B1C-11A8-4330-8C9F-A741C269EC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6463" y="1674813"/>
            <a:ext cx="2279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local network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(e.g., home network)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10.0.0/24</a:t>
            </a:r>
          </a:p>
        </p:txBody>
      </p:sp>
      <p:sp>
        <p:nvSpPr>
          <p:cNvPr id="158740" name="Line 82">
            <a:extLst>
              <a:ext uri="{FF2B5EF4-FFF2-40B4-BE49-F238E27FC236}">
                <a16:creationId xmlns:a16="http://schemas.microsoft.com/office/drawing/2014/main" id="{0B613196-5A28-4748-83D5-EBDDC93EEB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85000" y="1900238"/>
            <a:ext cx="13858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41" name="Line 83">
            <a:extLst>
              <a:ext uri="{FF2B5EF4-FFF2-40B4-BE49-F238E27FC236}">
                <a16:creationId xmlns:a16="http://schemas.microsoft.com/office/drawing/2014/main" id="{B37A32FD-440D-4AB4-BBAC-84E0ED181E3A}"/>
              </a:ext>
            </a:extLst>
          </p:cNvPr>
          <p:cNvSpPr>
            <a:spLocks noChangeShapeType="1"/>
          </p:cNvSpPr>
          <p:nvPr/>
        </p:nvSpPr>
        <p:spPr bwMode="auto">
          <a:xfrm>
            <a:off x="4033838" y="1760538"/>
            <a:ext cx="0" cy="10810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42" name="Line 84">
            <a:extLst>
              <a:ext uri="{FF2B5EF4-FFF2-40B4-BE49-F238E27FC236}">
                <a16:creationId xmlns:a16="http://schemas.microsoft.com/office/drawing/2014/main" id="{AD51C8A1-9FAA-4D53-B7C6-2BACB67123A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173538" y="1887538"/>
            <a:ext cx="898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43" name="Line 86">
            <a:extLst>
              <a:ext uri="{FF2B5EF4-FFF2-40B4-BE49-F238E27FC236}">
                <a16:creationId xmlns:a16="http://schemas.microsoft.com/office/drawing/2014/main" id="{3194FBE3-E7DD-4C07-9822-2EA091988AA9}"/>
              </a:ext>
            </a:extLst>
          </p:cNvPr>
          <p:cNvSpPr>
            <a:spLocks noChangeShapeType="1"/>
          </p:cNvSpPr>
          <p:nvPr/>
        </p:nvSpPr>
        <p:spPr bwMode="auto">
          <a:xfrm>
            <a:off x="2578100" y="1900238"/>
            <a:ext cx="13858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44" name="Line 87">
            <a:extLst>
              <a:ext uri="{FF2B5EF4-FFF2-40B4-BE49-F238E27FC236}">
                <a16:creationId xmlns:a16="http://schemas.microsoft.com/office/drawing/2014/main" id="{43745414-5A6A-4361-9235-1CBD35794C0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66763" y="1887538"/>
            <a:ext cx="898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45" name="Text Box 88">
            <a:extLst>
              <a:ext uri="{FF2B5EF4-FFF2-40B4-BE49-F238E27FC236}">
                <a16:creationId xmlns:a16="http://schemas.microsoft.com/office/drawing/2014/main" id="{3C843E4C-CE55-405B-81F2-16615D1E2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4175" y="1662113"/>
            <a:ext cx="9588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rest of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Internet</a:t>
            </a:r>
          </a:p>
        </p:txBody>
      </p:sp>
      <p:sp>
        <p:nvSpPr>
          <p:cNvPr id="158746" name="Text Box 90">
            <a:extLst>
              <a:ext uri="{FF2B5EF4-FFF2-40B4-BE49-F238E27FC236}">
                <a16:creationId xmlns:a16="http://schemas.microsoft.com/office/drawing/2014/main" id="{8D5AED73-FD59-4643-9A00-86E6F5FE25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0850" y="4741863"/>
            <a:ext cx="3763963" cy="1336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datagrams with source or 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destination in this network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have 10.0.0/24 address for 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source, destination (as usual)</a:t>
            </a:r>
          </a:p>
        </p:txBody>
      </p:sp>
      <p:sp>
        <p:nvSpPr>
          <p:cNvPr id="158747" name="Text Box 92">
            <a:extLst>
              <a:ext uri="{FF2B5EF4-FFF2-40B4-BE49-F238E27FC236}">
                <a16:creationId xmlns:a16="http://schemas.microsoft.com/office/drawing/2014/main" id="{BF801DA2-5E31-43F0-AB6C-CBB78CD332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" y="4746625"/>
            <a:ext cx="3757613" cy="1975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all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datagrams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leaving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local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network have: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1" i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-same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single source NAT IP address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: 138.76.29.7, 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-</a:t>
            </a:r>
            <a:r>
              <a:rPr kumimoji="0" lang="en-US" altLang="zh-TW" sz="2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different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source port numbers</a:t>
            </a:r>
          </a:p>
        </p:txBody>
      </p:sp>
      <p:pic>
        <p:nvPicPr>
          <p:cNvPr id="158748" name="Picture 95" descr="underline_base">
            <a:extLst>
              <a:ext uri="{FF2B5EF4-FFF2-40B4-BE49-F238E27FC236}">
                <a16:creationId xmlns:a16="http://schemas.microsoft.com/office/drawing/2014/main" id="{9B54CB57-B402-4EBC-9A4B-98D2C8EAF108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9223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8749" name="Line 96">
            <a:extLst>
              <a:ext uri="{FF2B5EF4-FFF2-40B4-BE49-F238E27FC236}">
                <a16:creationId xmlns:a16="http://schemas.microsoft.com/office/drawing/2014/main" id="{7C64F1A9-8184-46B4-B884-4A52F6BD26C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18063" y="3344863"/>
            <a:ext cx="668337" cy="142716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8750" name="Line 97">
            <a:extLst>
              <a:ext uri="{FF2B5EF4-FFF2-40B4-BE49-F238E27FC236}">
                <a16:creationId xmlns:a16="http://schemas.microsoft.com/office/drawing/2014/main" id="{840F387E-8A20-4267-B287-21B79021825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06688" y="3308350"/>
            <a:ext cx="668337" cy="1427163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58751" name="Group 98">
            <a:extLst>
              <a:ext uri="{FF2B5EF4-FFF2-40B4-BE49-F238E27FC236}">
                <a16:creationId xmlns:a16="http://schemas.microsoft.com/office/drawing/2014/main" id="{4F168E9E-E667-4A30-AA76-0A1F1590D1A4}"/>
              </a:ext>
            </a:extLst>
          </p:cNvPr>
          <p:cNvGrpSpPr>
            <a:grpSpLocks/>
          </p:cNvGrpSpPr>
          <p:nvPr/>
        </p:nvGrpSpPr>
        <p:grpSpPr bwMode="auto">
          <a:xfrm>
            <a:off x="3633788" y="3059113"/>
            <a:ext cx="900112" cy="347662"/>
            <a:chOff x="4396" y="1245"/>
            <a:chExt cx="672" cy="248"/>
          </a:xfrm>
        </p:grpSpPr>
        <p:sp>
          <p:nvSpPr>
            <p:cNvPr id="158761" name="Oval 407">
              <a:extLst>
                <a:ext uri="{FF2B5EF4-FFF2-40B4-BE49-F238E27FC236}">
                  <a16:creationId xmlns:a16="http://schemas.microsoft.com/office/drawing/2014/main" id="{E13C2E20-A2E9-4D4F-A4B6-D6B45B628E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58762" name="Rectangle 410">
              <a:extLst>
                <a:ext uri="{FF2B5EF4-FFF2-40B4-BE49-F238E27FC236}">
                  <a16:creationId xmlns:a16="http://schemas.microsoft.com/office/drawing/2014/main" id="{07D02F1D-D298-4B38-846B-12BB8AEABF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58763" name="Oval 411">
              <a:extLst>
                <a:ext uri="{FF2B5EF4-FFF2-40B4-BE49-F238E27FC236}">
                  <a16:creationId xmlns:a16="http://schemas.microsoft.com/office/drawing/2014/main" id="{BDEDDFA4-41F0-4FF0-88DC-83AC3B0ACA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58764" name="Group 102">
              <a:extLst>
                <a:ext uri="{FF2B5EF4-FFF2-40B4-BE49-F238E27FC236}">
                  <a16:creationId xmlns:a16="http://schemas.microsoft.com/office/drawing/2014/main" id="{6351151B-5D3C-4EB7-BEFF-CE16BCE2C1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58767" name="Freeform 103">
                <a:extLst>
                  <a:ext uri="{FF2B5EF4-FFF2-40B4-BE49-F238E27FC236}">
                    <a16:creationId xmlns:a16="http://schemas.microsoft.com/office/drawing/2014/main" id="{86A6A51F-C6F1-46AB-AEA0-0219EA9E2C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58768" name="Freeform 104">
                <a:extLst>
                  <a:ext uri="{FF2B5EF4-FFF2-40B4-BE49-F238E27FC236}">
                    <a16:creationId xmlns:a16="http://schemas.microsoft.com/office/drawing/2014/main" id="{81420CB5-D0C5-440D-A7BB-B9C19654D8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28575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58765" name="Line 105">
              <a:extLst>
                <a:ext uri="{FF2B5EF4-FFF2-40B4-BE49-F238E27FC236}">
                  <a16:creationId xmlns:a16="http://schemas.microsoft.com/office/drawing/2014/main" id="{C0D4B6AA-C130-4025-8BD8-6D74AF015F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0" y="1321"/>
              <a:ext cx="0" cy="109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58766" name="Line 106">
              <a:extLst>
                <a:ext uri="{FF2B5EF4-FFF2-40B4-BE49-F238E27FC236}">
                  <a16:creationId xmlns:a16="http://schemas.microsoft.com/office/drawing/2014/main" id="{9BBFDAFE-BCB8-4C6B-83B9-F57A345CBF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7"/>
              <a:ext cx="0" cy="106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8752" name="Group 107">
            <a:extLst>
              <a:ext uri="{FF2B5EF4-FFF2-40B4-BE49-F238E27FC236}">
                <a16:creationId xmlns:a16="http://schemas.microsoft.com/office/drawing/2014/main" id="{CDCF2F8E-4253-4B89-B895-0714D4C3F559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07250" y="2239963"/>
            <a:ext cx="641350" cy="558800"/>
            <a:chOff x="-44" y="1473"/>
            <a:chExt cx="981" cy="1105"/>
          </a:xfrm>
        </p:grpSpPr>
        <p:pic>
          <p:nvPicPr>
            <p:cNvPr id="158759" name="Picture 108" descr="desktop_computer_stylized_medium">
              <a:extLst>
                <a:ext uri="{FF2B5EF4-FFF2-40B4-BE49-F238E27FC236}">
                  <a16:creationId xmlns:a16="http://schemas.microsoft.com/office/drawing/2014/main" id="{7B664D99-C235-41B9-BFA4-55A0CB28C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8760" name="Freeform 109">
              <a:extLst>
                <a:ext uri="{FF2B5EF4-FFF2-40B4-BE49-F238E27FC236}">
                  <a16:creationId xmlns:a16="http://schemas.microsoft.com/office/drawing/2014/main" id="{63C777E7-6C1A-495E-AA73-BC54607257C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8753" name="Group 110">
            <a:extLst>
              <a:ext uri="{FF2B5EF4-FFF2-40B4-BE49-F238E27FC236}">
                <a16:creationId xmlns:a16="http://schemas.microsoft.com/office/drawing/2014/main" id="{DC466590-4F2D-45C0-B0A1-2E0F2AE35D10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46938" y="2916238"/>
            <a:ext cx="641350" cy="558800"/>
            <a:chOff x="-44" y="1473"/>
            <a:chExt cx="981" cy="1105"/>
          </a:xfrm>
        </p:grpSpPr>
        <p:pic>
          <p:nvPicPr>
            <p:cNvPr id="158757" name="Picture 111" descr="desktop_computer_stylized_medium">
              <a:extLst>
                <a:ext uri="{FF2B5EF4-FFF2-40B4-BE49-F238E27FC236}">
                  <a16:creationId xmlns:a16="http://schemas.microsoft.com/office/drawing/2014/main" id="{FE2A6284-D38E-4C2E-9F7A-4DB6067581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8758" name="Freeform 112">
              <a:extLst>
                <a:ext uri="{FF2B5EF4-FFF2-40B4-BE49-F238E27FC236}">
                  <a16:creationId xmlns:a16="http://schemas.microsoft.com/office/drawing/2014/main" id="{46D65166-ABE0-435D-93F2-066F31FDFB2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58754" name="Group 113">
            <a:extLst>
              <a:ext uri="{FF2B5EF4-FFF2-40B4-BE49-F238E27FC236}">
                <a16:creationId xmlns:a16="http://schemas.microsoft.com/office/drawing/2014/main" id="{BA5C3B50-247E-45D6-998A-0A17F0C13A7C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254875" y="3670300"/>
            <a:ext cx="641350" cy="558800"/>
            <a:chOff x="-44" y="1473"/>
            <a:chExt cx="981" cy="1105"/>
          </a:xfrm>
        </p:grpSpPr>
        <p:pic>
          <p:nvPicPr>
            <p:cNvPr id="158755" name="Picture 114" descr="desktop_computer_stylized_medium">
              <a:extLst>
                <a:ext uri="{FF2B5EF4-FFF2-40B4-BE49-F238E27FC236}">
                  <a16:creationId xmlns:a16="http://schemas.microsoft.com/office/drawing/2014/main" id="{71F8C00E-14D8-4479-AAF8-0538EC6F2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58756" name="Freeform 115">
              <a:extLst>
                <a:ext uri="{FF2B5EF4-FFF2-40B4-BE49-F238E27FC236}">
                  <a16:creationId xmlns:a16="http://schemas.microsoft.com/office/drawing/2014/main" id="{2B15776C-8BD4-4327-80D3-EA3B99B8DEC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Footer Placeholder 4">
            <a:extLst>
              <a:ext uri="{FF2B5EF4-FFF2-40B4-BE49-F238E27FC236}">
                <a16:creationId xmlns:a16="http://schemas.microsoft.com/office/drawing/2014/main" id="{5342D0AF-4F0D-47C8-8574-4C35DAAFE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59747" name="Slide Number Placeholder 5">
            <a:extLst>
              <a:ext uri="{FF2B5EF4-FFF2-40B4-BE49-F238E27FC236}">
                <a16:creationId xmlns:a16="http://schemas.microsoft.com/office/drawing/2014/main" id="{BCFCB66D-BBD9-4C11-BEF2-B61D96C0B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5088B261-CD5C-498E-B585-AB35FF54C70E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59748" name="Rectangle 3">
            <a:extLst>
              <a:ext uri="{FF2B5EF4-FFF2-40B4-BE49-F238E27FC236}">
                <a16:creationId xmlns:a16="http://schemas.microsoft.com/office/drawing/2014/main" id="{CB8D5593-0BE5-46E4-96FA-AA593DDFDC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85763" y="1600200"/>
            <a:ext cx="8418512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motivation: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local network uses just one IP address as far as outside world is concerned</a:t>
            </a:r>
            <a:r>
              <a:rPr lang="en-US" altLang="zh-TW" dirty="0">
                <a:ea typeface="ＭＳ Ｐゴシック" panose="020B0600070205080204" pitchFamily="34" charset="-128"/>
              </a:rPr>
              <a:t>: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range of addresses not needed from ISP:  just </a:t>
            </a:r>
            <a:r>
              <a:rPr lang="en-US" altLang="zh-TW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one IP address for all devices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can </a:t>
            </a:r>
            <a:r>
              <a:rPr lang="en-US" altLang="zh-TW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change addresses of devices in local network </a:t>
            </a:r>
            <a:r>
              <a:rPr lang="en-US" altLang="zh-TW" sz="2800" dirty="0">
                <a:ea typeface="ＭＳ Ｐゴシック" panose="020B0600070205080204" pitchFamily="34" charset="-128"/>
              </a:rPr>
              <a:t>without notifying outside world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can </a:t>
            </a:r>
            <a:r>
              <a:rPr lang="en-US" altLang="zh-TW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change ISP</a:t>
            </a:r>
            <a:r>
              <a:rPr lang="en-US" altLang="zh-TW" sz="2800" dirty="0">
                <a:ea typeface="ＭＳ Ｐゴシック" panose="020B0600070205080204" pitchFamily="34" charset="-128"/>
              </a:rPr>
              <a:t> without changing addresses of devices in local network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devices inside local net not explicitly addressable, visible by outside world (a </a:t>
            </a:r>
            <a:r>
              <a:rPr lang="en-US" altLang="zh-TW" sz="2800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security</a:t>
            </a:r>
            <a:r>
              <a:rPr lang="en-US" altLang="zh-TW" sz="2800" dirty="0">
                <a:ea typeface="ＭＳ Ｐゴシック" panose="020B0600070205080204" pitchFamily="34" charset="-128"/>
              </a:rPr>
              <a:t> plus)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57349" name="Rectangle 8">
            <a:extLst>
              <a:ext uri="{FF2B5EF4-FFF2-40B4-BE49-F238E27FC236}">
                <a16:creationId xmlns:a16="http://schemas.microsoft.com/office/drawing/2014/main" id="{49803BFF-0DC6-4515-9962-602256B24E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0188"/>
            <a:ext cx="8091488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NAT: network address translation</a:t>
            </a:r>
          </a:p>
        </p:txBody>
      </p:sp>
      <p:pic>
        <p:nvPicPr>
          <p:cNvPr id="159750" name="Picture 9" descr="underline_base">
            <a:extLst>
              <a:ext uri="{FF2B5EF4-FFF2-40B4-BE49-F238E27FC236}">
                <a16:creationId xmlns:a16="http://schemas.microsoft.com/office/drawing/2014/main" id="{2AC28195-22BD-4854-BB82-38ABC87F522E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9223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74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Footer Placeholder 4">
            <a:extLst>
              <a:ext uri="{FF2B5EF4-FFF2-40B4-BE49-F238E27FC236}">
                <a16:creationId xmlns:a16="http://schemas.microsoft.com/office/drawing/2014/main" id="{F1BAA497-8454-4532-AA2C-83D5CAEC7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60771" name="Slide Number Placeholder 5">
            <a:extLst>
              <a:ext uri="{FF2B5EF4-FFF2-40B4-BE49-F238E27FC236}">
                <a16:creationId xmlns:a16="http://schemas.microsoft.com/office/drawing/2014/main" id="{A2188514-D82A-4841-9662-0A7F804B3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AE7A00E9-1CD3-442A-9296-D2E8DAF3194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0772" name="Rectangle 3">
            <a:extLst>
              <a:ext uri="{FF2B5EF4-FFF2-40B4-BE49-F238E27FC236}">
                <a16:creationId xmlns:a16="http://schemas.microsoft.com/office/drawing/2014/main" id="{85BE8711-2052-466A-9233-78E7588F7BB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34950" y="1482725"/>
            <a:ext cx="8575675" cy="4648200"/>
          </a:xfrm>
        </p:spPr>
        <p:txBody>
          <a:bodyPr/>
          <a:lstStyle/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  </a:t>
            </a: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implementation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zh-TW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NAT router</a:t>
            </a:r>
            <a:r>
              <a:rPr lang="en-US" altLang="zh-TW" dirty="0">
                <a:ea typeface="ＭＳ Ｐゴシック" panose="020B0600070205080204" pitchFamily="34" charset="-128"/>
              </a:rPr>
              <a:t> must:</a:t>
            </a:r>
            <a:br>
              <a:rPr lang="en-US" altLang="zh-TW" dirty="0">
                <a:ea typeface="ＭＳ Ｐゴシック" panose="020B0600070205080204" pitchFamily="34" charset="-128"/>
              </a:rPr>
            </a:br>
            <a:endParaRPr lang="en-US" altLang="zh-TW" dirty="0">
              <a:ea typeface="ＭＳ Ｐゴシック" panose="020B0600070205080204" pitchFamily="34" charset="-128"/>
            </a:endParaRPr>
          </a:p>
          <a:p>
            <a:pPr lvl="1">
              <a:lnSpc>
                <a:spcPct val="80000"/>
              </a:lnSpc>
            </a:pPr>
            <a:r>
              <a:rPr lang="en-US" altLang="zh-TW" dirty="0">
                <a:ea typeface="ＭＳ Ｐゴシック" panose="020B0600070205080204" pitchFamily="34" charset="-128"/>
              </a:rPr>
              <a:t>remember in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NAT translation table</a:t>
            </a:r>
            <a:r>
              <a:rPr lang="en-US" altLang="zh-TW" i="1" dirty="0">
                <a:solidFill>
                  <a:schemeClr val="accent2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every 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(source IP address, port #)</a:t>
            </a:r>
            <a:r>
              <a:rPr lang="en-US" altLang="zh-TW" dirty="0">
                <a:ea typeface="ＭＳ Ｐゴシック" panose="020B0600070205080204" pitchFamily="34" charset="-128"/>
              </a:rPr>
              <a:t>  to </a:t>
            </a:r>
            <a:r>
              <a:rPr lang="en-US" altLang="zh-TW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(NAT IP address, new port #) </a:t>
            </a:r>
            <a:r>
              <a:rPr lang="en-US" altLang="zh-TW" dirty="0">
                <a:ea typeface="ＭＳ Ｐゴシック" panose="020B0600070205080204" pitchFamily="34" charset="-128"/>
              </a:rPr>
              <a:t>translation pair</a:t>
            </a:r>
          </a:p>
          <a:p>
            <a:pPr lvl="1">
              <a:lnSpc>
                <a:spcPct val="80000"/>
              </a:lnSpc>
            </a:pPr>
            <a:endParaRPr lang="en-US" altLang="zh-TW" i="1" dirty="0">
              <a:solidFill>
                <a:srgbClr val="000099"/>
              </a:solidFill>
              <a:ea typeface="ＭＳ Ｐゴシック" panose="020B0600070205080204" pitchFamily="34" charset="-128"/>
            </a:endParaRPr>
          </a:p>
          <a:p>
            <a:pPr lvl="1">
              <a:lnSpc>
                <a:spcPct val="80000"/>
              </a:lnSpc>
            </a:pPr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outgoing datagrams:</a:t>
            </a:r>
            <a:r>
              <a:rPr lang="en-US" altLang="zh-TW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replace 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(source IP address, port #)</a:t>
            </a:r>
            <a:r>
              <a:rPr lang="en-US" altLang="zh-TW" dirty="0">
                <a:ea typeface="ＭＳ Ｐゴシック" panose="020B0600070205080204" pitchFamily="34" charset="-128"/>
              </a:rPr>
              <a:t> of every outgoing datagram to </a:t>
            </a:r>
            <a:r>
              <a:rPr lang="en-US" altLang="zh-TW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(NAT IP address, new port #)</a:t>
            </a:r>
          </a:p>
          <a:p>
            <a:pPr lvl="2">
              <a:lnSpc>
                <a:spcPct val="80000"/>
              </a:lnSpc>
              <a:buFontTx/>
              <a:buNone/>
            </a:pPr>
            <a:r>
              <a:rPr lang="en-US" altLang="zh-TW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. . . remote clients/servers will respond using (NAT IP address, new port #) as destination </a:t>
            </a:r>
            <a:r>
              <a:rPr lang="en-US" altLang="zh-TW" sz="2400" dirty="0" err="1">
                <a:latin typeface="Gill Sans MT" panose="020B0502020104020203" pitchFamily="34" charset="0"/>
                <a:ea typeface="ＭＳ Ｐゴシック" panose="020B0600070205080204" pitchFamily="34" charset="-128"/>
              </a:rPr>
              <a:t>addr</a:t>
            </a:r>
            <a:endParaRPr lang="en-US" altLang="zh-TW" sz="2400" dirty="0">
              <a:latin typeface="Gill Sans MT" panose="020B0502020104020203" pitchFamily="34" charset="0"/>
              <a:ea typeface="ＭＳ Ｐゴシック" panose="020B0600070205080204" pitchFamily="34" charset="-128"/>
            </a:endParaRPr>
          </a:p>
          <a:p>
            <a:pPr lvl="2">
              <a:lnSpc>
                <a:spcPct val="80000"/>
              </a:lnSpc>
              <a:buFontTx/>
              <a:buNone/>
            </a:pPr>
            <a:endParaRPr lang="en-US" altLang="zh-TW" dirty="0">
              <a:ea typeface="ＭＳ Ｐゴシック" panose="020B0600070205080204" pitchFamily="34" charset="-128"/>
            </a:endParaRPr>
          </a:p>
          <a:p>
            <a:pPr lvl="1">
              <a:lnSpc>
                <a:spcPct val="80000"/>
              </a:lnSpc>
            </a:pPr>
            <a:r>
              <a:rPr lang="en-US" altLang="zh-TW" i="1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incoming datagrams:</a:t>
            </a:r>
            <a:r>
              <a:rPr lang="en-US" altLang="zh-TW" dirty="0">
                <a:solidFill>
                  <a:srgbClr val="000099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replace </a:t>
            </a:r>
            <a:r>
              <a:rPr lang="en-US" altLang="zh-TW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(NAT IP address, new port #)</a:t>
            </a:r>
            <a:r>
              <a:rPr lang="en-US" altLang="zh-TW" dirty="0">
                <a:ea typeface="ＭＳ Ｐゴシック" panose="020B0600070205080204" pitchFamily="34" charset="-128"/>
              </a:rPr>
              <a:t> in </a:t>
            </a:r>
            <a:r>
              <a:rPr lang="en-US" altLang="zh-TW" dirty="0" err="1">
                <a:ea typeface="ＭＳ Ｐゴシック" panose="020B0600070205080204" pitchFamily="34" charset="-128"/>
              </a:rPr>
              <a:t>dest</a:t>
            </a:r>
            <a:r>
              <a:rPr lang="en-US" altLang="zh-TW" dirty="0">
                <a:ea typeface="ＭＳ Ｐゴシック" panose="020B0600070205080204" pitchFamily="34" charset="-128"/>
              </a:rPr>
              <a:t> fields of every incoming datagram with corresponding </a:t>
            </a:r>
            <a:r>
              <a:rPr lang="en-US" altLang="zh-TW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(source IP address, port #) </a:t>
            </a:r>
            <a:r>
              <a:rPr lang="en-US" altLang="zh-TW" dirty="0">
                <a:ea typeface="ＭＳ Ｐゴシック" panose="020B0600070205080204" pitchFamily="34" charset="-128"/>
              </a:rPr>
              <a:t>stored in NAT table</a:t>
            </a:r>
          </a:p>
          <a:p>
            <a:pPr lvl="1">
              <a:lnSpc>
                <a:spcPct val="80000"/>
              </a:lnSpc>
            </a:pPr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58373" name="Rectangle 5">
            <a:extLst>
              <a:ext uri="{FF2B5EF4-FFF2-40B4-BE49-F238E27FC236}">
                <a16:creationId xmlns:a16="http://schemas.microsoft.com/office/drawing/2014/main" id="{0E356320-BE42-4498-B285-8546B0BA150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0188"/>
            <a:ext cx="8091488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NAT: network address translation</a:t>
            </a:r>
          </a:p>
        </p:txBody>
      </p:sp>
      <p:pic>
        <p:nvPicPr>
          <p:cNvPr id="160774" name="Picture 6" descr="underline_base">
            <a:extLst>
              <a:ext uri="{FF2B5EF4-FFF2-40B4-BE49-F238E27FC236}">
                <a16:creationId xmlns:a16="http://schemas.microsoft.com/office/drawing/2014/main" id="{A4F55532-593D-40C7-AE6B-E8813EF95C7D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9223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94" name="Footer Placeholder 5">
            <a:extLst>
              <a:ext uri="{FF2B5EF4-FFF2-40B4-BE49-F238E27FC236}">
                <a16:creationId xmlns:a16="http://schemas.microsoft.com/office/drawing/2014/main" id="{63067950-DB41-4358-AFEB-B21332DA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61795" name="Slide Number Placeholder 6">
            <a:extLst>
              <a:ext uri="{FF2B5EF4-FFF2-40B4-BE49-F238E27FC236}">
                <a16:creationId xmlns:a16="http://schemas.microsoft.com/office/drawing/2014/main" id="{C7838075-84B7-4370-91C0-8099C68A7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110B4244-514E-4421-9C97-293F1385EBFC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796" name="Freeform 139">
            <a:extLst>
              <a:ext uri="{FF2B5EF4-FFF2-40B4-BE49-F238E27FC236}">
                <a16:creationId xmlns:a16="http://schemas.microsoft.com/office/drawing/2014/main" id="{40BD2442-CB2C-4796-851C-A5755DB17618}"/>
              </a:ext>
            </a:extLst>
          </p:cNvPr>
          <p:cNvSpPr>
            <a:spLocks/>
          </p:cNvSpPr>
          <p:nvPr/>
        </p:nvSpPr>
        <p:spPr bwMode="auto">
          <a:xfrm>
            <a:off x="179388" y="3651250"/>
            <a:ext cx="4089400" cy="1355725"/>
          </a:xfrm>
          <a:custGeom>
            <a:avLst/>
            <a:gdLst>
              <a:gd name="T0" fmla="*/ 2147483646 w 2269"/>
              <a:gd name="T1" fmla="*/ 2147483646 h 854"/>
              <a:gd name="T2" fmla="*/ 2147483646 w 2269"/>
              <a:gd name="T3" fmla="*/ 2147483646 h 854"/>
              <a:gd name="T4" fmla="*/ 2147483646 w 2269"/>
              <a:gd name="T5" fmla="*/ 2147483646 h 854"/>
              <a:gd name="T6" fmla="*/ 2147483646 w 2269"/>
              <a:gd name="T7" fmla="*/ 2147483646 h 854"/>
              <a:gd name="T8" fmla="*/ 2147483646 w 2269"/>
              <a:gd name="T9" fmla="*/ 2147483646 h 854"/>
              <a:gd name="T10" fmla="*/ 2147483646 w 2269"/>
              <a:gd name="T11" fmla="*/ 2147483646 h 854"/>
              <a:gd name="T12" fmla="*/ 2147483646 w 2269"/>
              <a:gd name="T13" fmla="*/ 2147483646 h 85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69"/>
              <a:gd name="T22" fmla="*/ 0 h 854"/>
              <a:gd name="T23" fmla="*/ 2269 w 2269"/>
              <a:gd name="T24" fmla="*/ 854 h 85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69" h="854">
                <a:moveTo>
                  <a:pt x="1888" y="285"/>
                </a:moveTo>
                <a:cubicBezTo>
                  <a:pt x="1622" y="258"/>
                  <a:pt x="723" y="317"/>
                  <a:pt x="418" y="283"/>
                </a:cubicBezTo>
                <a:cubicBezTo>
                  <a:pt x="113" y="249"/>
                  <a:pt x="120" y="0"/>
                  <a:pt x="60" y="83"/>
                </a:cubicBezTo>
                <a:cubicBezTo>
                  <a:pt x="0" y="166"/>
                  <a:pt x="8" y="708"/>
                  <a:pt x="60" y="781"/>
                </a:cubicBezTo>
                <a:cubicBezTo>
                  <a:pt x="112" y="854"/>
                  <a:pt x="48" y="575"/>
                  <a:pt x="374" y="519"/>
                </a:cubicBezTo>
                <a:cubicBezTo>
                  <a:pt x="700" y="463"/>
                  <a:pt x="1765" y="486"/>
                  <a:pt x="2017" y="447"/>
                </a:cubicBezTo>
                <a:cubicBezTo>
                  <a:pt x="2269" y="408"/>
                  <a:pt x="2110" y="319"/>
                  <a:pt x="1888" y="285"/>
                </a:cubicBezTo>
                <a:close/>
              </a:path>
            </a:pathLst>
          </a:custGeom>
          <a:gradFill rotWithShape="1">
            <a:gsLst>
              <a:gs pos="0">
                <a:srgbClr val="FFFFFF">
                  <a:alpha val="98000"/>
                </a:srgbClr>
              </a:gs>
              <a:gs pos="100000">
                <a:srgbClr val="66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797" name="Freeform 29">
            <a:extLst>
              <a:ext uri="{FF2B5EF4-FFF2-40B4-BE49-F238E27FC236}">
                <a16:creationId xmlns:a16="http://schemas.microsoft.com/office/drawing/2014/main" id="{75D8976D-F84B-472D-87A9-970064F99586}"/>
              </a:ext>
            </a:extLst>
          </p:cNvPr>
          <p:cNvSpPr>
            <a:spLocks/>
          </p:cNvSpPr>
          <p:nvPr/>
        </p:nvSpPr>
        <p:spPr bwMode="auto">
          <a:xfrm>
            <a:off x="4468813" y="2922588"/>
            <a:ext cx="3738562" cy="2697162"/>
          </a:xfrm>
          <a:custGeom>
            <a:avLst/>
            <a:gdLst>
              <a:gd name="T0" fmla="*/ 2147483646 w 2355"/>
              <a:gd name="T1" fmla="*/ 2147483646 h 1699"/>
              <a:gd name="T2" fmla="*/ 2147483646 w 2355"/>
              <a:gd name="T3" fmla="*/ 2147483646 h 1699"/>
              <a:gd name="T4" fmla="*/ 2147483646 w 2355"/>
              <a:gd name="T5" fmla="*/ 2147483646 h 1699"/>
              <a:gd name="T6" fmla="*/ 2147483646 w 2355"/>
              <a:gd name="T7" fmla="*/ 2147483646 h 1699"/>
              <a:gd name="T8" fmla="*/ 2147483646 w 2355"/>
              <a:gd name="T9" fmla="*/ 2147483646 h 1699"/>
              <a:gd name="T10" fmla="*/ 2147483646 w 2355"/>
              <a:gd name="T11" fmla="*/ 2147483646 h 1699"/>
              <a:gd name="T12" fmla="*/ 2147483646 w 2355"/>
              <a:gd name="T13" fmla="*/ 2147483646 h 1699"/>
              <a:gd name="T14" fmla="*/ 2147483646 w 2355"/>
              <a:gd name="T15" fmla="*/ 2147483646 h 1699"/>
              <a:gd name="T16" fmla="*/ 2147483646 w 2355"/>
              <a:gd name="T17" fmla="*/ 2147483646 h 1699"/>
              <a:gd name="T18" fmla="*/ 2147483646 w 2355"/>
              <a:gd name="T19" fmla="*/ 2147483646 h 1699"/>
              <a:gd name="T20" fmla="*/ 2147483646 w 2355"/>
              <a:gd name="T21" fmla="*/ 2147483646 h 1699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w 2355"/>
              <a:gd name="T34" fmla="*/ 0 h 1699"/>
              <a:gd name="T35" fmla="*/ 2355 w 2355"/>
              <a:gd name="T36" fmla="*/ 1699 h 1699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T33" t="T34" r="T35" b="T36"/>
            <a:pathLst>
              <a:path w="2355" h="1699">
                <a:moveTo>
                  <a:pt x="349" y="761"/>
                </a:moveTo>
                <a:cubicBezTo>
                  <a:pt x="587" y="729"/>
                  <a:pt x="1414" y="820"/>
                  <a:pt x="1651" y="732"/>
                </a:cubicBezTo>
                <a:cubicBezTo>
                  <a:pt x="1888" y="644"/>
                  <a:pt x="1710" y="351"/>
                  <a:pt x="1773" y="230"/>
                </a:cubicBezTo>
                <a:cubicBezTo>
                  <a:pt x="1836" y="109"/>
                  <a:pt x="1947" y="16"/>
                  <a:pt x="2029" y="8"/>
                </a:cubicBezTo>
                <a:cubicBezTo>
                  <a:pt x="2111" y="0"/>
                  <a:pt x="2213" y="27"/>
                  <a:pt x="2267" y="183"/>
                </a:cubicBezTo>
                <a:cubicBezTo>
                  <a:pt x="2321" y="339"/>
                  <a:pt x="2355" y="707"/>
                  <a:pt x="2355" y="942"/>
                </a:cubicBezTo>
                <a:cubicBezTo>
                  <a:pt x="2355" y="1177"/>
                  <a:pt x="2353" y="1485"/>
                  <a:pt x="2267" y="1592"/>
                </a:cubicBezTo>
                <a:cubicBezTo>
                  <a:pt x="2181" y="1699"/>
                  <a:pt x="1939" y="1680"/>
                  <a:pt x="1840" y="1586"/>
                </a:cubicBezTo>
                <a:cubicBezTo>
                  <a:pt x="1741" y="1492"/>
                  <a:pt x="1940" y="1135"/>
                  <a:pt x="1670" y="1025"/>
                </a:cubicBezTo>
                <a:cubicBezTo>
                  <a:pt x="1400" y="915"/>
                  <a:pt x="440" y="967"/>
                  <a:pt x="220" y="923"/>
                </a:cubicBezTo>
                <a:cubicBezTo>
                  <a:pt x="0" y="879"/>
                  <a:pt x="127" y="795"/>
                  <a:pt x="349" y="761"/>
                </a:cubicBezTo>
                <a:close/>
              </a:path>
            </a:pathLst>
          </a:cu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798" name="Line 32">
            <a:extLst>
              <a:ext uri="{FF2B5EF4-FFF2-40B4-BE49-F238E27FC236}">
                <a16:creationId xmlns:a16="http://schemas.microsoft.com/office/drawing/2014/main" id="{996BC26C-8D4D-44EC-BAF0-63C0D74CB6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83113" y="4244975"/>
            <a:ext cx="60483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799" name="Line 34">
            <a:extLst>
              <a:ext uri="{FF2B5EF4-FFF2-40B4-BE49-F238E27FC236}">
                <a16:creationId xmlns:a16="http://schemas.microsoft.com/office/drawing/2014/main" id="{A552F3FF-0837-42CB-9B0D-ADC06412376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23150" y="3497263"/>
            <a:ext cx="133350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00" name="Line 35">
            <a:extLst>
              <a:ext uri="{FF2B5EF4-FFF2-40B4-BE49-F238E27FC236}">
                <a16:creationId xmlns:a16="http://schemas.microsoft.com/office/drawing/2014/main" id="{680271A0-1043-46AF-998B-F67FFE13FE6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9500" y="5002213"/>
            <a:ext cx="1714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01" name="Text Box 36">
            <a:extLst>
              <a:ext uri="{FF2B5EF4-FFF2-40B4-BE49-F238E27FC236}">
                <a16:creationId xmlns:a16="http://schemas.microsoft.com/office/drawing/2014/main" id="{7348899A-BAA0-4796-BEFB-42CE6ABE2D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8625" y="3227388"/>
            <a:ext cx="919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10.0.0.1</a:t>
            </a:r>
          </a:p>
        </p:txBody>
      </p:sp>
      <p:sp>
        <p:nvSpPr>
          <p:cNvPr id="161802" name="Text Box 37">
            <a:extLst>
              <a:ext uri="{FF2B5EF4-FFF2-40B4-BE49-F238E27FC236}">
                <a16:creationId xmlns:a16="http://schemas.microsoft.com/office/drawing/2014/main" id="{A8D932AC-F7B5-475B-B8B7-70207FFFF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75625" y="3995738"/>
            <a:ext cx="919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10.0.0.2</a:t>
            </a:r>
          </a:p>
        </p:txBody>
      </p:sp>
      <p:sp>
        <p:nvSpPr>
          <p:cNvPr id="161803" name="Text Box 38">
            <a:extLst>
              <a:ext uri="{FF2B5EF4-FFF2-40B4-BE49-F238E27FC236}">
                <a16:creationId xmlns:a16="http://schemas.microsoft.com/office/drawing/2014/main" id="{DC879CDB-FD5D-46A7-AB9C-A2329395E0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37525" y="4891088"/>
            <a:ext cx="919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10.0.0.3</a:t>
            </a:r>
          </a:p>
        </p:txBody>
      </p:sp>
      <p:grpSp>
        <p:nvGrpSpPr>
          <p:cNvPr id="2" name="Group 88">
            <a:extLst>
              <a:ext uri="{FF2B5EF4-FFF2-40B4-BE49-F238E27FC236}">
                <a16:creationId xmlns:a16="http://schemas.microsoft.com/office/drawing/2014/main" id="{7333AD25-7B41-4111-94E7-2C97EF43C325}"/>
              </a:ext>
            </a:extLst>
          </p:cNvPr>
          <p:cNvGrpSpPr>
            <a:grpSpLocks/>
          </p:cNvGrpSpPr>
          <p:nvPr/>
        </p:nvGrpSpPr>
        <p:grpSpPr bwMode="auto">
          <a:xfrm>
            <a:off x="5630863" y="2855913"/>
            <a:ext cx="1871662" cy="1033462"/>
            <a:chOff x="3550" y="2055"/>
            <a:chExt cx="1179" cy="651"/>
          </a:xfrm>
        </p:grpSpPr>
        <p:grpSp>
          <p:nvGrpSpPr>
            <p:cNvPr id="161894" name="Group 50">
              <a:extLst>
                <a:ext uri="{FF2B5EF4-FFF2-40B4-BE49-F238E27FC236}">
                  <a16:creationId xmlns:a16="http://schemas.microsoft.com/office/drawing/2014/main" id="{488FDD7D-7C37-43C6-A616-5C938C81EA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50" y="2055"/>
              <a:ext cx="1179" cy="357"/>
              <a:chOff x="4381" y="786"/>
              <a:chExt cx="1108" cy="357"/>
            </a:xfrm>
          </p:grpSpPr>
          <p:sp>
            <p:nvSpPr>
              <p:cNvPr id="161899" name="Rectangle 40">
                <a:extLst>
                  <a:ext uri="{FF2B5EF4-FFF2-40B4-BE49-F238E27FC236}">
                    <a16:creationId xmlns:a16="http://schemas.microsoft.com/office/drawing/2014/main" id="{0239CC1B-1EC0-4F0C-89A2-9E968F6DB5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85" y="830"/>
                <a:ext cx="1104" cy="2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900" name="Text Box 39">
                <a:extLst>
                  <a:ext uri="{FF2B5EF4-FFF2-40B4-BE49-F238E27FC236}">
                    <a16:creationId xmlns:a16="http://schemas.microsoft.com/office/drawing/2014/main" id="{CF56B4B4-1E71-45D7-9718-85AA6B1913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81" y="813"/>
                <a:ext cx="1045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S: </a:t>
                </a: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10.0.0.1, 3345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D: 128.119.40.186, 80</a:t>
                </a:r>
              </a:p>
            </p:txBody>
          </p:sp>
          <p:grpSp>
            <p:nvGrpSpPr>
              <p:cNvPr id="161901" name="Group 44">
                <a:extLst>
                  <a:ext uri="{FF2B5EF4-FFF2-40B4-BE49-F238E27FC236}">
                    <a16:creationId xmlns:a16="http://schemas.microsoft.com/office/drawing/2014/main" id="{99D419BF-44A0-4AF9-AA57-73EB107445D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94" y="786"/>
                <a:ext cx="48" cy="99"/>
                <a:chOff x="5508" y="1599"/>
                <a:chExt cx="48" cy="99"/>
              </a:xfrm>
            </p:grpSpPr>
            <p:sp>
              <p:nvSpPr>
                <p:cNvPr id="161906" name="Freeform 43">
                  <a:extLst>
                    <a:ext uri="{FF2B5EF4-FFF2-40B4-BE49-F238E27FC236}">
                      <a16:creationId xmlns:a16="http://schemas.microsoft.com/office/drawing/2014/main" id="{41F51343-C0F8-4051-B0EE-1A128E22F79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8" y="1599"/>
                  <a:ext cx="48" cy="99"/>
                </a:xfrm>
                <a:custGeom>
                  <a:avLst/>
                  <a:gdLst>
                    <a:gd name="T0" fmla="*/ 21 w 48"/>
                    <a:gd name="T1" fmla="*/ 0 h 99"/>
                    <a:gd name="T2" fmla="*/ 0 w 48"/>
                    <a:gd name="T3" fmla="*/ 72 h 99"/>
                    <a:gd name="T4" fmla="*/ 27 w 48"/>
                    <a:gd name="T5" fmla="*/ 99 h 99"/>
                    <a:gd name="T6" fmla="*/ 48 w 48"/>
                    <a:gd name="T7" fmla="*/ 21 h 99"/>
                    <a:gd name="T8" fmla="*/ 21 w 48"/>
                    <a:gd name="T9" fmla="*/ 0 h 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8"/>
                    <a:gd name="T16" fmla="*/ 0 h 99"/>
                    <a:gd name="T17" fmla="*/ 48 w 48"/>
                    <a:gd name="T18" fmla="*/ 99 h 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8" h="99">
                      <a:moveTo>
                        <a:pt x="21" y="0"/>
                      </a:moveTo>
                      <a:lnTo>
                        <a:pt x="0" y="72"/>
                      </a:lnTo>
                      <a:lnTo>
                        <a:pt x="27" y="99"/>
                      </a:lnTo>
                      <a:lnTo>
                        <a:pt x="48" y="21"/>
                      </a:lnTo>
                      <a:lnTo>
                        <a:pt x="21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907" name="Line 41">
                  <a:extLst>
                    <a:ext uri="{FF2B5EF4-FFF2-40B4-BE49-F238E27FC236}">
                      <a16:creationId xmlns:a16="http://schemas.microsoft.com/office/drawing/2014/main" id="{F075ECB7-308D-4557-99FD-2839577644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12" y="1608"/>
                  <a:ext cx="22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908" name="Line 42">
                  <a:extLst>
                    <a:ext uri="{FF2B5EF4-FFF2-40B4-BE49-F238E27FC236}">
                      <a16:creationId xmlns:a16="http://schemas.microsoft.com/office/drawing/2014/main" id="{FD2688AD-4160-4094-87AB-2214B41C9F5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36" y="1620"/>
                  <a:ext cx="20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61902" name="Group 45">
                <a:extLst>
                  <a:ext uri="{FF2B5EF4-FFF2-40B4-BE49-F238E27FC236}">
                    <a16:creationId xmlns:a16="http://schemas.microsoft.com/office/drawing/2014/main" id="{D97B8EE7-145D-4169-93CC-ECA0EE5C63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82" y="1044"/>
                <a:ext cx="48" cy="99"/>
                <a:chOff x="5508" y="1599"/>
                <a:chExt cx="48" cy="99"/>
              </a:xfrm>
            </p:grpSpPr>
            <p:sp>
              <p:nvSpPr>
                <p:cNvPr id="161903" name="Freeform 46">
                  <a:extLst>
                    <a:ext uri="{FF2B5EF4-FFF2-40B4-BE49-F238E27FC236}">
                      <a16:creationId xmlns:a16="http://schemas.microsoft.com/office/drawing/2014/main" id="{FAA81484-1D0A-4721-886F-B91C6BBFC0F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8" y="1599"/>
                  <a:ext cx="48" cy="99"/>
                </a:xfrm>
                <a:custGeom>
                  <a:avLst/>
                  <a:gdLst>
                    <a:gd name="T0" fmla="*/ 21 w 48"/>
                    <a:gd name="T1" fmla="*/ 0 h 99"/>
                    <a:gd name="T2" fmla="*/ 0 w 48"/>
                    <a:gd name="T3" fmla="*/ 72 h 99"/>
                    <a:gd name="T4" fmla="*/ 27 w 48"/>
                    <a:gd name="T5" fmla="*/ 99 h 99"/>
                    <a:gd name="T6" fmla="*/ 48 w 48"/>
                    <a:gd name="T7" fmla="*/ 21 h 99"/>
                    <a:gd name="T8" fmla="*/ 21 w 48"/>
                    <a:gd name="T9" fmla="*/ 0 h 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8"/>
                    <a:gd name="T16" fmla="*/ 0 h 99"/>
                    <a:gd name="T17" fmla="*/ 48 w 48"/>
                    <a:gd name="T18" fmla="*/ 99 h 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8" h="99">
                      <a:moveTo>
                        <a:pt x="21" y="0"/>
                      </a:moveTo>
                      <a:lnTo>
                        <a:pt x="0" y="72"/>
                      </a:lnTo>
                      <a:lnTo>
                        <a:pt x="27" y="99"/>
                      </a:lnTo>
                      <a:lnTo>
                        <a:pt x="48" y="21"/>
                      </a:lnTo>
                      <a:lnTo>
                        <a:pt x="21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904" name="Line 47">
                  <a:extLst>
                    <a:ext uri="{FF2B5EF4-FFF2-40B4-BE49-F238E27FC236}">
                      <a16:creationId xmlns:a16="http://schemas.microsoft.com/office/drawing/2014/main" id="{B4AC7818-EFB2-40FE-9A14-76EA6CFBEFA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12" y="1608"/>
                  <a:ext cx="22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905" name="Line 48">
                  <a:extLst>
                    <a:ext uri="{FF2B5EF4-FFF2-40B4-BE49-F238E27FC236}">
                      <a16:creationId xmlns:a16="http://schemas.microsoft.com/office/drawing/2014/main" id="{1A4265A0-F6BD-441C-8D80-4F82D1E2DD9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36" y="1620"/>
                  <a:ext cx="20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61895" name="Freeform 51">
              <a:extLst>
                <a:ext uri="{FF2B5EF4-FFF2-40B4-BE49-F238E27FC236}">
                  <a16:creationId xmlns:a16="http://schemas.microsoft.com/office/drawing/2014/main" id="{A44412A7-36B3-47EB-A21C-2B64A96A8CC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3" y="2364"/>
              <a:ext cx="564" cy="342"/>
            </a:xfrm>
            <a:custGeom>
              <a:avLst/>
              <a:gdLst>
                <a:gd name="T0" fmla="*/ 0 w 417"/>
                <a:gd name="T1" fmla="*/ 2945296 h 264"/>
                <a:gd name="T2" fmla="*/ 21955391 w 417"/>
                <a:gd name="T3" fmla="*/ 2945296 h 264"/>
                <a:gd name="T4" fmla="*/ 21955391 w 417"/>
                <a:gd name="T5" fmla="*/ 0 h 264"/>
                <a:gd name="T6" fmla="*/ 0 60000 65536"/>
                <a:gd name="T7" fmla="*/ 0 60000 65536"/>
                <a:gd name="T8" fmla="*/ 0 60000 65536"/>
                <a:gd name="T9" fmla="*/ 0 w 417"/>
                <a:gd name="T10" fmla="*/ 0 h 264"/>
                <a:gd name="T11" fmla="*/ 417 w 417"/>
                <a:gd name="T12" fmla="*/ 264 h 26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17" h="264">
                  <a:moveTo>
                    <a:pt x="0" y="264"/>
                  </a:moveTo>
                  <a:lnTo>
                    <a:pt x="417" y="264"/>
                  </a:lnTo>
                  <a:lnTo>
                    <a:pt x="417" y="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61896" name="Group 87">
              <a:extLst>
                <a:ext uri="{FF2B5EF4-FFF2-40B4-BE49-F238E27FC236}">
                  <a16:creationId xmlns:a16="http://schemas.microsoft.com/office/drawing/2014/main" id="{CCAA2BF9-4D5D-4728-ACBB-997E4B723C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32" y="2416"/>
              <a:ext cx="218" cy="231"/>
              <a:chOff x="5140" y="400"/>
              <a:chExt cx="218" cy="231"/>
            </a:xfrm>
          </p:grpSpPr>
          <p:sp>
            <p:nvSpPr>
              <p:cNvPr id="161897" name="Oval 86">
                <a:extLst>
                  <a:ext uri="{FF2B5EF4-FFF2-40B4-BE49-F238E27FC236}">
                    <a16:creationId xmlns:a16="http://schemas.microsoft.com/office/drawing/2014/main" id="{A41E57D6-F4FE-4545-AA1F-AA612C61BA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0" y="410"/>
                <a:ext cx="218" cy="21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CC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98" name="Text Box 52">
                <a:extLst>
                  <a:ext uri="{FF2B5EF4-FFF2-40B4-BE49-F238E27FC236}">
                    <a16:creationId xmlns:a16="http://schemas.microsoft.com/office/drawing/2014/main" id="{0E6AC883-57C6-4E35-985D-47BCEEF0650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54" y="400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</a:t>
                </a:r>
              </a:p>
            </p:txBody>
          </p:sp>
        </p:grpSp>
      </p:grpSp>
      <p:sp>
        <p:nvSpPr>
          <p:cNvPr id="161805" name="Text Box 54">
            <a:extLst>
              <a:ext uri="{FF2B5EF4-FFF2-40B4-BE49-F238E27FC236}">
                <a16:creationId xmlns:a16="http://schemas.microsoft.com/office/drawing/2014/main" id="{C2FF3706-F0FE-441C-81EE-D303F4E18F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3900" y="3817938"/>
            <a:ext cx="9191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10.0.0.4</a:t>
            </a:r>
          </a:p>
        </p:txBody>
      </p:sp>
      <p:sp>
        <p:nvSpPr>
          <p:cNvPr id="161806" name="Line 55">
            <a:extLst>
              <a:ext uri="{FF2B5EF4-FFF2-40B4-BE49-F238E27FC236}">
                <a16:creationId xmlns:a16="http://schemas.microsoft.com/office/drawing/2014/main" id="{B053373A-3DEA-4077-B38D-ED545B5A599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57725" y="4073525"/>
            <a:ext cx="85725" cy="128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07" name="Text Box 56">
            <a:extLst>
              <a:ext uri="{FF2B5EF4-FFF2-40B4-BE49-F238E27FC236}">
                <a16:creationId xmlns:a16="http://schemas.microsoft.com/office/drawing/2014/main" id="{A5A3281B-2A3D-4160-BDB2-3678DCA6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5" y="4375150"/>
            <a:ext cx="1257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138.76.29.7</a:t>
            </a:r>
          </a:p>
        </p:txBody>
      </p:sp>
      <p:sp>
        <p:nvSpPr>
          <p:cNvPr id="161808" name="Line 57">
            <a:extLst>
              <a:ext uri="{FF2B5EF4-FFF2-40B4-BE49-F238E27FC236}">
                <a16:creationId xmlns:a16="http://schemas.microsoft.com/office/drawing/2014/main" id="{8086145F-EFCF-40FC-B349-A271F74FF7B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17950" y="4311650"/>
            <a:ext cx="85725" cy="1285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7" name="Group 59">
            <a:extLst>
              <a:ext uri="{FF2B5EF4-FFF2-40B4-BE49-F238E27FC236}">
                <a16:creationId xmlns:a16="http://schemas.microsoft.com/office/drawing/2014/main" id="{C493A5BC-FC03-4BCE-A52D-35AE1A4CDA4E}"/>
              </a:ext>
            </a:extLst>
          </p:cNvPr>
          <p:cNvGrpSpPr>
            <a:grpSpLocks/>
          </p:cNvGrpSpPr>
          <p:nvPr/>
        </p:nvGrpSpPr>
        <p:grpSpPr bwMode="auto">
          <a:xfrm>
            <a:off x="6469063" y="1570038"/>
            <a:ext cx="2433637" cy="1389062"/>
            <a:chOff x="3944" y="989"/>
            <a:chExt cx="1533" cy="875"/>
          </a:xfrm>
        </p:grpSpPr>
        <p:sp>
          <p:nvSpPr>
            <p:cNvPr id="161892" name="Text Box 53">
              <a:extLst>
                <a:ext uri="{FF2B5EF4-FFF2-40B4-BE49-F238E27FC236}">
                  <a16:creationId xmlns:a16="http://schemas.microsoft.com/office/drawing/2014/main" id="{DACC1D33-6A54-4A8A-9510-7EC9D0C13D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1" y="989"/>
              <a:ext cx="1356" cy="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1:</a:t>
              </a: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host 10.0.0.1 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sends datagram to 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128.119.40.186, 80</a:t>
              </a:r>
            </a:p>
          </p:txBody>
        </p:sp>
        <p:sp>
          <p:nvSpPr>
            <p:cNvPr id="161893" name="Line 58">
              <a:extLst>
                <a:ext uri="{FF2B5EF4-FFF2-40B4-BE49-F238E27FC236}">
                  <a16:creationId xmlns:a16="http://schemas.microsoft.com/office/drawing/2014/main" id="{1AE258E7-08F7-4A70-8005-066E3E1C1E3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944" y="1105"/>
              <a:ext cx="197" cy="759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61810" name="Freeform 67">
            <a:extLst>
              <a:ext uri="{FF2B5EF4-FFF2-40B4-BE49-F238E27FC236}">
                <a16:creationId xmlns:a16="http://schemas.microsoft.com/office/drawing/2014/main" id="{09974A76-4EE1-4869-8381-8BDEAE60B2BE}"/>
              </a:ext>
            </a:extLst>
          </p:cNvPr>
          <p:cNvSpPr>
            <a:spLocks/>
          </p:cNvSpPr>
          <p:nvPr/>
        </p:nvSpPr>
        <p:spPr bwMode="auto">
          <a:xfrm>
            <a:off x="2344738" y="2627313"/>
            <a:ext cx="3862387" cy="1531937"/>
          </a:xfrm>
          <a:custGeom>
            <a:avLst/>
            <a:gdLst>
              <a:gd name="T0" fmla="*/ 0 w 2433"/>
              <a:gd name="T1" fmla="*/ 2147483646 h 965"/>
              <a:gd name="T2" fmla="*/ 2147483646 w 2433"/>
              <a:gd name="T3" fmla="*/ 2147483646 h 965"/>
              <a:gd name="T4" fmla="*/ 2147483646 w 2433"/>
              <a:gd name="T5" fmla="*/ 2147483646 h 965"/>
              <a:gd name="T6" fmla="*/ 2147483646 w 2433"/>
              <a:gd name="T7" fmla="*/ 2147483646 h 965"/>
              <a:gd name="T8" fmla="*/ 2147483646 w 2433"/>
              <a:gd name="T9" fmla="*/ 2147483646 h 965"/>
              <a:gd name="T10" fmla="*/ 2147483646 w 2433"/>
              <a:gd name="T11" fmla="*/ 2147483646 h 965"/>
              <a:gd name="T12" fmla="*/ 0 w 2433"/>
              <a:gd name="T13" fmla="*/ 2147483646 h 965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433"/>
              <a:gd name="T22" fmla="*/ 0 h 965"/>
              <a:gd name="T23" fmla="*/ 2433 w 2433"/>
              <a:gd name="T24" fmla="*/ 965 h 965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433" h="965">
                <a:moveTo>
                  <a:pt x="0" y="64"/>
                </a:moveTo>
                <a:cubicBezTo>
                  <a:pt x="0" y="64"/>
                  <a:pt x="2079" y="0"/>
                  <a:pt x="2352" y="64"/>
                </a:cubicBezTo>
                <a:cubicBezTo>
                  <a:pt x="2433" y="57"/>
                  <a:pt x="1814" y="309"/>
                  <a:pt x="1640" y="450"/>
                </a:cubicBezTo>
                <a:cubicBezTo>
                  <a:pt x="1466" y="591"/>
                  <a:pt x="1383" y="888"/>
                  <a:pt x="1308" y="965"/>
                </a:cubicBezTo>
                <a:lnTo>
                  <a:pt x="1159" y="965"/>
                </a:lnTo>
                <a:cubicBezTo>
                  <a:pt x="1078" y="870"/>
                  <a:pt x="1013" y="546"/>
                  <a:pt x="820" y="396"/>
                </a:cubicBezTo>
                <a:cubicBezTo>
                  <a:pt x="583" y="207"/>
                  <a:pt x="189" y="142"/>
                  <a:pt x="0" y="64"/>
                </a:cubicBezTo>
                <a:close/>
              </a:path>
            </a:pathLst>
          </a:custGeom>
          <a:gradFill rotWithShape="1">
            <a:gsLst>
              <a:gs pos="0">
                <a:schemeClr val="hlink"/>
              </a:gs>
              <a:gs pos="100000">
                <a:schemeClr val="bg1"/>
              </a:gs>
            </a:gsLst>
            <a:lin ang="5400000" scaled="1"/>
          </a:gradFill>
          <a:ln w="3175" cap="flat" cmpd="sng">
            <a:solidFill>
              <a:schemeClr val="hlink"/>
            </a:solidFill>
            <a:prstDash val="solid"/>
            <a:round/>
            <a:headEnd/>
            <a:tailEnd/>
          </a:ln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11" name="Rectangle 62">
            <a:extLst>
              <a:ext uri="{FF2B5EF4-FFF2-40B4-BE49-F238E27FC236}">
                <a16:creationId xmlns:a16="http://schemas.microsoft.com/office/drawing/2014/main" id="{54E40369-5EED-49DD-ACE1-3D50C8971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4738" y="1374775"/>
            <a:ext cx="3784600" cy="135413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12" name="Text Box 60">
            <a:extLst>
              <a:ext uri="{FF2B5EF4-FFF2-40B4-BE49-F238E27FC236}">
                <a16:creationId xmlns:a16="http://schemas.microsoft.com/office/drawing/2014/main" id="{824A03C9-A3FA-46B3-B850-59E20C9420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6013" y="1419225"/>
            <a:ext cx="3676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NAT translation table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WAN side addr        LAN side addr</a:t>
            </a:r>
          </a:p>
        </p:txBody>
      </p:sp>
      <p:sp>
        <p:nvSpPr>
          <p:cNvPr id="161813" name="Line 63">
            <a:extLst>
              <a:ext uri="{FF2B5EF4-FFF2-40B4-BE49-F238E27FC236}">
                <a16:creationId xmlns:a16="http://schemas.microsoft.com/office/drawing/2014/main" id="{E819F3F9-0695-417C-9725-01B5B8B4F59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44738" y="1747838"/>
            <a:ext cx="3790950" cy="11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14" name="Line 64">
            <a:extLst>
              <a:ext uri="{FF2B5EF4-FFF2-40B4-BE49-F238E27FC236}">
                <a16:creationId xmlns:a16="http://schemas.microsoft.com/office/drawing/2014/main" id="{6B319EC7-D3CC-4419-8610-ADE537F63C0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59025" y="2025650"/>
            <a:ext cx="3749675" cy="11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15" name="Line 65">
            <a:extLst>
              <a:ext uri="{FF2B5EF4-FFF2-40B4-BE49-F238E27FC236}">
                <a16:creationId xmlns:a16="http://schemas.microsoft.com/office/drawing/2014/main" id="{A1113815-A4EF-45C8-8372-5E071C209DCF}"/>
              </a:ext>
            </a:extLst>
          </p:cNvPr>
          <p:cNvSpPr>
            <a:spLocks noChangeShapeType="1"/>
          </p:cNvSpPr>
          <p:nvPr/>
        </p:nvSpPr>
        <p:spPr bwMode="auto">
          <a:xfrm>
            <a:off x="4468813" y="1770063"/>
            <a:ext cx="3175" cy="9556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233533" name="Text Box 61">
            <a:extLst>
              <a:ext uri="{FF2B5EF4-FFF2-40B4-BE49-F238E27FC236}">
                <a16:creationId xmlns:a16="http://schemas.microsoft.com/office/drawing/2014/main" id="{763A0510-5F14-4F18-ACF2-BB7E4C5CA9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1888" y="2044700"/>
            <a:ext cx="3702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138.76.29.7, 5001   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10.0.0.1, 3345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……                                         ……</a:t>
            </a:r>
          </a:p>
        </p:txBody>
      </p:sp>
      <p:grpSp>
        <p:nvGrpSpPr>
          <p:cNvPr id="8" name="Group 135">
            <a:extLst>
              <a:ext uri="{FF2B5EF4-FFF2-40B4-BE49-F238E27FC236}">
                <a16:creationId xmlns:a16="http://schemas.microsoft.com/office/drawing/2014/main" id="{E39F9C18-998F-4C64-8D11-4C3A8DA9ABF1}"/>
              </a:ext>
            </a:extLst>
          </p:cNvPr>
          <p:cNvGrpSpPr>
            <a:grpSpLocks/>
          </p:cNvGrpSpPr>
          <p:nvPr/>
        </p:nvGrpSpPr>
        <p:grpSpPr bwMode="auto">
          <a:xfrm>
            <a:off x="4765675" y="3435350"/>
            <a:ext cx="2784475" cy="1638300"/>
            <a:chOff x="3002" y="2417"/>
            <a:chExt cx="1754" cy="1032"/>
          </a:xfrm>
        </p:grpSpPr>
        <p:sp>
          <p:nvSpPr>
            <p:cNvPr id="161878" name="Rectangle 91">
              <a:extLst>
                <a:ext uri="{FF2B5EF4-FFF2-40B4-BE49-F238E27FC236}">
                  <a16:creationId xmlns:a16="http://schemas.microsoft.com/office/drawing/2014/main" id="{CBD5DE6A-E8BE-46E5-9B27-52E2F6D2B4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02" y="3051"/>
              <a:ext cx="1175" cy="2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61879" name="Text Box 92">
              <a:extLst>
                <a:ext uri="{FF2B5EF4-FFF2-40B4-BE49-F238E27FC236}">
                  <a16:creationId xmlns:a16="http://schemas.microsoft.com/office/drawing/2014/main" id="{A6065B4C-E755-4A0D-B3E0-0D001F04DB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04" y="3042"/>
              <a:ext cx="1112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S: 128.119.40.186, 80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D: </a:t>
              </a: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10.0.0.1, 3345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61880" name="Group 93">
              <a:extLst>
                <a:ext uri="{FF2B5EF4-FFF2-40B4-BE49-F238E27FC236}">
                  <a16:creationId xmlns:a16="http://schemas.microsoft.com/office/drawing/2014/main" id="{AB11F5E6-A068-4CF1-9827-A0909B63556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54" y="3007"/>
              <a:ext cx="51" cy="99"/>
              <a:chOff x="5508" y="1599"/>
              <a:chExt cx="48" cy="99"/>
            </a:xfrm>
          </p:grpSpPr>
          <p:sp>
            <p:nvSpPr>
              <p:cNvPr id="161889" name="Freeform 94">
                <a:extLst>
                  <a:ext uri="{FF2B5EF4-FFF2-40B4-BE49-F238E27FC236}">
                    <a16:creationId xmlns:a16="http://schemas.microsoft.com/office/drawing/2014/main" id="{342AE35E-7A7E-40C1-B20C-E9D8D3BD77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8" y="1599"/>
                <a:ext cx="48" cy="99"/>
              </a:xfrm>
              <a:custGeom>
                <a:avLst/>
                <a:gdLst>
                  <a:gd name="T0" fmla="*/ 21 w 48"/>
                  <a:gd name="T1" fmla="*/ 0 h 99"/>
                  <a:gd name="T2" fmla="*/ 0 w 48"/>
                  <a:gd name="T3" fmla="*/ 72 h 99"/>
                  <a:gd name="T4" fmla="*/ 27 w 48"/>
                  <a:gd name="T5" fmla="*/ 99 h 99"/>
                  <a:gd name="T6" fmla="*/ 48 w 48"/>
                  <a:gd name="T7" fmla="*/ 21 h 99"/>
                  <a:gd name="T8" fmla="*/ 21 w 48"/>
                  <a:gd name="T9" fmla="*/ 0 h 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48"/>
                  <a:gd name="T16" fmla="*/ 0 h 99"/>
                  <a:gd name="T17" fmla="*/ 48 w 48"/>
                  <a:gd name="T18" fmla="*/ 99 h 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48" h="99">
                    <a:moveTo>
                      <a:pt x="21" y="0"/>
                    </a:moveTo>
                    <a:lnTo>
                      <a:pt x="0" y="72"/>
                    </a:lnTo>
                    <a:lnTo>
                      <a:pt x="27" y="99"/>
                    </a:lnTo>
                    <a:lnTo>
                      <a:pt x="48" y="21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90" name="Line 95">
                <a:extLst>
                  <a:ext uri="{FF2B5EF4-FFF2-40B4-BE49-F238E27FC236}">
                    <a16:creationId xmlns:a16="http://schemas.microsoft.com/office/drawing/2014/main" id="{31FF054C-1523-4091-9440-713F875D75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12" y="1608"/>
                <a:ext cx="22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91" name="Line 96">
                <a:extLst>
                  <a:ext uri="{FF2B5EF4-FFF2-40B4-BE49-F238E27FC236}">
                    <a16:creationId xmlns:a16="http://schemas.microsoft.com/office/drawing/2014/main" id="{3B78B100-04C9-4680-A3F6-7E337A1BEF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36" y="1620"/>
                <a:ext cx="20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61881" name="Group 97">
              <a:extLst>
                <a:ext uri="{FF2B5EF4-FFF2-40B4-BE49-F238E27FC236}">
                  <a16:creationId xmlns:a16="http://schemas.microsoft.com/office/drawing/2014/main" id="{41232B1A-A895-459B-9F69-8537E2A790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59" y="3248"/>
              <a:ext cx="51" cy="99"/>
              <a:chOff x="5508" y="1599"/>
              <a:chExt cx="48" cy="99"/>
            </a:xfrm>
          </p:grpSpPr>
          <p:sp>
            <p:nvSpPr>
              <p:cNvPr id="161886" name="Freeform 98">
                <a:extLst>
                  <a:ext uri="{FF2B5EF4-FFF2-40B4-BE49-F238E27FC236}">
                    <a16:creationId xmlns:a16="http://schemas.microsoft.com/office/drawing/2014/main" id="{15F6A337-39E0-4314-B963-C350EFE33D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8" y="1599"/>
                <a:ext cx="48" cy="99"/>
              </a:xfrm>
              <a:custGeom>
                <a:avLst/>
                <a:gdLst>
                  <a:gd name="T0" fmla="*/ 21 w 48"/>
                  <a:gd name="T1" fmla="*/ 0 h 99"/>
                  <a:gd name="T2" fmla="*/ 0 w 48"/>
                  <a:gd name="T3" fmla="*/ 72 h 99"/>
                  <a:gd name="T4" fmla="*/ 27 w 48"/>
                  <a:gd name="T5" fmla="*/ 99 h 99"/>
                  <a:gd name="T6" fmla="*/ 48 w 48"/>
                  <a:gd name="T7" fmla="*/ 21 h 99"/>
                  <a:gd name="T8" fmla="*/ 21 w 48"/>
                  <a:gd name="T9" fmla="*/ 0 h 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48"/>
                  <a:gd name="T16" fmla="*/ 0 h 99"/>
                  <a:gd name="T17" fmla="*/ 48 w 48"/>
                  <a:gd name="T18" fmla="*/ 99 h 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48" h="99">
                    <a:moveTo>
                      <a:pt x="21" y="0"/>
                    </a:moveTo>
                    <a:lnTo>
                      <a:pt x="0" y="72"/>
                    </a:lnTo>
                    <a:lnTo>
                      <a:pt x="27" y="99"/>
                    </a:lnTo>
                    <a:lnTo>
                      <a:pt x="48" y="21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87" name="Line 99">
                <a:extLst>
                  <a:ext uri="{FF2B5EF4-FFF2-40B4-BE49-F238E27FC236}">
                    <a16:creationId xmlns:a16="http://schemas.microsoft.com/office/drawing/2014/main" id="{E89FA14E-BC00-4B45-93A0-5B5E6095A3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12" y="1608"/>
                <a:ext cx="22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88" name="Line 100">
                <a:extLst>
                  <a:ext uri="{FF2B5EF4-FFF2-40B4-BE49-F238E27FC236}">
                    <a16:creationId xmlns:a16="http://schemas.microsoft.com/office/drawing/2014/main" id="{B7B3E8AB-83CC-4CC0-9F74-F1855EAF9E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36" y="1620"/>
                <a:ext cx="20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61882" name="Freeform 101">
              <a:extLst>
                <a:ext uri="{FF2B5EF4-FFF2-40B4-BE49-F238E27FC236}">
                  <a16:creationId xmlns:a16="http://schemas.microsoft.com/office/drawing/2014/main" id="{7F40A6FA-83BF-4922-A2F4-1EB312E0F8F5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9" y="2417"/>
              <a:ext cx="577" cy="768"/>
            </a:xfrm>
            <a:custGeom>
              <a:avLst/>
              <a:gdLst>
                <a:gd name="T0" fmla="*/ 577 w 577"/>
                <a:gd name="T1" fmla="*/ 0 h 768"/>
                <a:gd name="T2" fmla="*/ 342 w 577"/>
                <a:gd name="T3" fmla="*/ 0 h 768"/>
                <a:gd name="T4" fmla="*/ 342 w 577"/>
                <a:gd name="T5" fmla="*/ 768 h 768"/>
                <a:gd name="T6" fmla="*/ 0 w 577"/>
                <a:gd name="T7" fmla="*/ 760 h 76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7"/>
                <a:gd name="T13" fmla="*/ 0 h 768"/>
                <a:gd name="T14" fmla="*/ 577 w 577"/>
                <a:gd name="T15" fmla="*/ 768 h 76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7" h="768">
                  <a:moveTo>
                    <a:pt x="577" y="0"/>
                  </a:moveTo>
                  <a:lnTo>
                    <a:pt x="342" y="0"/>
                  </a:lnTo>
                  <a:lnTo>
                    <a:pt x="342" y="768"/>
                  </a:lnTo>
                  <a:lnTo>
                    <a:pt x="0" y="760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61883" name="Group 102">
              <a:extLst>
                <a:ext uri="{FF2B5EF4-FFF2-40B4-BE49-F238E27FC236}">
                  <a16:creationId xmlns:a16="http://schemas.microsoft.com/office/drawing/2014/main" id="{9141B7E7-3305-4B79-B3F3-AFE60E5D08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40" y="3061"/>
              <a:ext cx="218" cy="231"/>
              <a:chOff x="5140" y="400"/>
              <a:chExt cx="218" cy="231"/>
            </a:xfrm>
          </p:grpSpPr>
          <p:sp>
            <p:nvSpPr>
              <p:cNvPr id="161884" name="Oval 103">
                <a:extLst>
                  <a:ext uri="{FF2B5EF4-FFF2-40B4-BE49-F238E27FC236}">
                    <a16:creationId xmlns:a16="http://schemas.microsoft.com/office/drawing/2014/main" id="{70014B36-B00D-4E5A-8EAF-85636513C8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0" y="410"/>
                <a:ext cx="218" cy="21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CC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85" name="Text Box 104">
                <a:extLst>
                  <a:ext uri="{FF2B5EF4-FFF2-40B4-BE49-F238E27FC236}">
                    <a16:creationId xmlns:a16="http://schemas.microsoft.com/office/drawing/2014/main" id="{79CF9923-D77E-41C8-8D22-55424DEE02D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54" y="400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4</a:t>
                </a:r>
              </a:p>
            </p:txBody>
          </p:sp>
        </p:grpSp>
      </p:grpSp>
      <p:grpSp>
        <p:nvGrpSpPr>
          <p:cNvPr id="12" name="Group 108">
            <a:extLst>
              <a:ext uri="{FF2B5EF4-FFF2-40B4-BE49-F238E27FC236}">
                <a16:creationId xmlns:a16="http://schemas.microsoft.com/office/drawing/2014/main" id="{60A4EAB4-CF1A-458D-BA2F-175E7840F501}"/>
              </a:ext>
            </a:extLst>
          </p:cNvPr>
          <p:cNvGrpSpPr>
            <a:grpSpLocks/>
          </p:cNvGrpSpPr>
          <p:nvPr/>
        </p:nvGrpSpPr>
        <p:grpSpPr bwMode="auto">
          <a:xfrm>
            <a:off x="1531938" y="3652838"/>
            <a:ext cx="2497137" cy="566737"/>
            <a:chOff x="1026" y="3559"/>
            <a:chExt cx="1573" cy="357"/>
          </a:xfrm>
        </p:grpSpPr>
        <p:grpSp>
          <p:nvGrpSpPr>
            <p:cNvPr id="161863" name="Group 68">
              <a:extLst>
                <a:ext uri="{FF2B5EF4-FFF2-40B4-BE49-F238E27FC236}">
                  <a16:creationId xmlns:a16="http://schemas.microsoft.com/office/drawing/2014/main" id="{839C5630-5D0D-4947-A434-8414BADC9DA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12" y="3559"/>
              <a:ext cx="1187" cy="357"/>
              <a:chOff x="4381" y="786"/>
              <a:chExt cx="1108" cy="357"/>
            </a:xfrm>
          </p:grpSpPr>
          <p:sp>
            <p:nvSpPr>
              <p:cNvPr id="161868" name="Rectangle 69">
                <a:extLst>
                  <a:ext uri="{FF2B5EF4-FFF2-40B4-BE49-F238E27FC236}">
                    <a16:creationId xmlns:a16="http://schemas.microsoft.com/office/drawing/2014/main" id="{A2CF2696-4BA2-4661-AF96-4A8F20C4F7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85" y="830"/>
                <a:ext cx="1104" cy="25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69" name="Text Box 70">
                <a:extLst>
                  <a:ext uri="{FF2B5EF4-FFF2-40B4-BE49-F238E27FC236}">
                    <a16:creationId xmlns:a16="http://schemas.microsoft.com/office/drawing/2014/main" id="{0C2A3DB7-4B02-42FE-A29D-E031083E97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381" y="813"/>
                <a:ext cx="1045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S: </a:t>
                </a: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138.76.29.7, 5001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D: 128.119.40.186, 80</a:t>
                </a:r>
              </a:p>
            </p:txBody>
          </p:sp>
          <p:grpSp>
            <p:nvGrpSpPr>
              <p:cNvPr id="161870" name="Group 71">
                <a:extLst>
                  <a:ext uri="{FF2B5EF4-FFF2-40B4-BE49-F238E27FC236}">
                    <a16:creationId xmlns:a16="http://schemas.microsoft.com/office/drawing/2014/main" id="{EEFA26E5-F455-431B-98B5-764713E794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94" y="786"/>
                <a:ext cx="48" cy="99"/>
                <a:chOff x="5508" y="1599"/>
                <a:chExt cx="48" cy="99"/>
              </a:xfrm>
            </p:grpSpPr>
            <p:sp>
              <p:nvSpPr>
                <p:cNvPr id="161875" name="Freeform 72">
                  <a:extLst>
                    <a:ext uri="{FF2B5EF4-FFF2-40B4-BE49-F238E27FC236}">
                      <a16:creationId xmlns:a16="http://schemas.microsoft.com/office/drawing/2014/main" id="{3954EA5A-195F-41E0-AA7B-BEA867A41E8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8" y="1599"/>
                  <a:ext cx="48" cy="99"/>
                </a:xfrm>
                <a:custGeom>
                  <a:avLst/>
                  <a:gdLst>
                    <a:gd name="T0" fmla="*/ 21 w 48"/>
                    <a:gd name="T1" fmla="*/ 0 h 99"/>
                    <a:gd name="T2" fmla="*/ 0 w 48"/>
                    <a:gd name="T3" fmla="*/ 72 h 99"/>
                    <a:gd name="T4" fmla="*/ 27 w 48"/>
                    <a:gd name="T5" fmla="*/ 99 h 99"/>
                    <a:gd name="T6" fmla="*/ 48 w 48"/>
                    <a:gd name="T7" fmla="*/ 21 h 99"/>
                    <a:gd name="T8" fmla="*/ 21 w 48"/>
                    <a:gd name="T9" fmla="*/ 0 h 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8"/>
                    <a:gd name="T16" fmla="*/ 0 h 99"/>
                    <a:gd name="T17" fmla="*/ 48 w 48"/>
                    <a:gd name="T18" fmla="*/ 99 h 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8" h="99">
                      <a:moveTo>
                        <a:pt x="21" y="0"/>
                      </a:moveTo>
                      <a:lnTo>
                        <a:pt x="0" y="72"/>
                      </a:lnTo>
                      <a:lnTo>
                        <a:pt x="27" y="99"/>
                      </a:lnTo>
                      <a:lnTo>
                        <a:pt x="48" y="21"/>
                      </a:lnTo>
                      <a:lnTo>
                        <a:pt x="21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876" name="Line 73">
                  <a:extLst>
                    <a:ext uri="{FF2B5EF4-FFF2-40B4-BE49-F238E27FC236}">
                      <a16:creationId xmlns:a16="http://schemas.microsoft.com/office/drawing/2014/main" id="{F40AC150-C762-41D1-80C1-6EC34F230C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12" y="1608"/>
                  <a:ext cx="21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877" name="Line 74">
                  <a:extLst>
                    <a:ext uri="{FF2B5EF4-FFF2-40B4-BE49-F238E27FC236}">
                      <a16:creationId xmlns:a16="http://schemas.microsoft.com/office/drawing/2014/main" id="{784ADF0F-1523-4C86-B3CC-8353DE3BCE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36" y="1620"/>
                  <a:ext cx="21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61871" name="Group 75">
                <a:extLst>
                  <a:ext uri="{FF2B5EF4-FFF2-40B4-BE49-F238E27FC236}">
                    <a16:creationId xmlns:a16="http://schemas.microsoft.com/office/drawing/2014/main" id="{BFD321F0-31D4-4AC0-804E-F46BC5660E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82" y="1044"/>
                <a:ext cx="48" cy="99"/>
                <a:chOff x="5508" y="1599"/>
                <a:chExt cx="48" cy="99"/>
              </a:xfrm>
            </p:grpSpPr>
            <p:sp>
              <p:nvSpPr>
                <p:cNvPr id="161872" name="Freeform 76">
                  <a:extLst>
                    <a:ext uri="{FF2B5EF4-FFF2-40B4-BE49-F238E27FC236}">
                      <a16:creationId xmlns:a16="http://schemas.microsoft.com/office/drawing/2014/main" id="{C6CD6AC0-3DB9-449E-BA1C-5BAD087BB15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08" y="1599"/>
                  <a:ext cx="48" cy="99"/>
                </a:xfrm>
                <a:custGeom>
                  <a:avLst/>
                  <a:gdLst>
                    <a:gd name="T0" fmla="*/ 21 w 48"/>
                    <a:gd name="T1" fmla="*/ 0 h 99"/>
                    <a:gd name="T2" fmla="*/ 0 w 48"/>
                    <a:gd name="T3" fmla="*/ 72 h 99"/>
                    <a:gd name="T4" fmla="*/ 27 w 48"/>
                    <a:gd name="T5" fmla="*/ 99 h 99"/>
                    <a:gd name="T6" fmla="*/ 48 w 48"/>
                    <a:gd name="T7" fmla="*/ 21 h 99"/>
                    <a:gd name="T8" fmla="*/ 21 w 48"/>
                    <a:gd name="T9" fmla="*/ 0 h 9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8"/>
                    <a:gd name="T16" fmla="*/ 0 h 99"/>
                    <a:gd name="T17" fmla="*/ 48 w 48"/>
                    <a:gd name="T18" fmla="*/ 99 h 9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8" h="99">
                      <a:moveTo>
                        <a:pt x="21" y="0"/>
                      </a:moveTo>
                      <a:lnTo>
                        <a:pt x="0" y="72"/>
                      </a:lnTo>
                      <a:lnTo>
                        <a:pt x="27" y="99"/>
                      </a:lnTo>
                      <a:lnTo>
                        <a:pt x="48" y="21"/>
                      </a:lnTo>
                      <a:lnTo>
                        <a:pt x="21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 cmpd="sng">
                      <a:solidFill>
                        <a:srgbClr val="000000"/>
                      </a:solidFill>
                      <a:prstDash val="solid"/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873" name="Line 77">
                  <a:extLst>
                    <a:ext uri="{FF2B5EF4-FFF2-40B4-BE49-F238E27FC236}">
                      <a16:creationId xmlns:a16="http://schemas.microsoft.com/office/drawing/2014/main" id="{43BB67D9-8CC1-439B-8EFB-D11064A2B4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10" y="1608"/>
                  <a:ext cx="21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61874" name="Line 78">
                  <a:extLst>
                    <a:ext uri="{FF2B5EF4-FFF2-40B4-BE49-F238E27FC236}">
                      <a16:creationId xmlns:a16="http://schemas.microsoft.com/office/drawing/2014/main" id="{D5CFB6EC-7C43-4049-9BC6-36CB5A683F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5536" y="1620"/>
                  <a:ext cx="21" cy="6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161864" name="Line 79">
              <a:extLst>
                <a:ext uri="{FF2B5EF4-FFF2-40B4-BE49-F238E27FC236}">
                  <a16:creationId xmlns:a16="http://schemas.microsoft.com/office/drawing/2014/main" id="{11CFEBFC-F4CF-4BFD-9FBC-6C6FE693C8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026" y="3729"/>
              <a:ext cx="3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61865" name="Group 105">
              <a:extLst>
                <a:ext uri="{FF2B5EF4-FFF2-40B4-BE49-F238E27FC236}">
                  <a16:creationId xmlns:a16="http://schemas.microsoft.com/office/drawing/2014/main" id="{6E354D92-52A7-42F8-9A85-27ED764D30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43" y="3613"/>
              <a:ext cx="218" cy="231"/>
              <a:chOff x="5140" y="400"/>
              <a:chExt cx="218" cy="231"/>
            </a:xfrm>
          </p:grpSpPr>
          <p:sp>
            <p:nvSpPr>
              <p:cNvPr id="161866" name="Oval 106">
                <a:extLst>
                  <a:ext uri="{FF2B5EF4-FFF2-40B4-BE49-F238E27FC236}">
                    <a16:creationId xmlns:a16="http://schemas.microsoft.com/office/drawing/2014/main" id="{77702611-63E3-4EAA-B0A3-E955823984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0" y="410"/>
                <a:ext cx="218" cy="21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67" name="Text Box 107">
                <a:extLst>
                  <a:ext uri="{FF2B5EF4-FFF2-40B4-BE49-F238E27FC236}">
                    <a16:creationId xmlns:a16="http://schemas.microsoft.com/office/drawing/2014/main" id="{40F872A7-D4F7-418A-BAD0-70A341FE5E0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54" y="400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7" name="Group 112">
            <a:extLst>
              <a:ext uri="{FF2B5EF4-FFF2-40B4-BE49-F238E27FC236}">
                <a16:creationId xmlns:a16="http://schemas.microsoft.com/office/drawing/2014/main" id="{40680EE4-838B-4632-B145-985F975874EB}"/>
              </a:ext>
            </a:extLst>
          </p:cNvPr>
          <p:cNvGrpSpPr>
            <a:grpSpLocks/>
          </p:cNvGrpSpPr>
          <p:nvPr/>
        </p:nvGrpSpPr>
        <p:grpSpPr bwMode="auto">
          <a:xfrm>
            <a:off x="0" y="1671638"/>
            <a:ext cx="5154613" cy="2052637"/>
            <a:chOff x="0" y="1306"/>
            <a:chExt cx="3247" cy="1293"/>
          </a:xfrm>
        </p:grpSpPr>
        <p:sp>
          <p:nvSpPr>
            <p:cNvPr id="161859" name="Text Box 82">
              <a:extLst>
                <a:ext uri="{FF2B5EF4-FFF2-40B4-BE49-F238E27FC236}">
                  <a16:creationId xmlns:a16="http://schemas.microsoft.com/office/drawing/2014/main" id="{E8B261EF-CD43-4DD3-A1A5-5D937BEE38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306"/>
              <a:ext cx="1316" cy="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2:</a:t>
              </a: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 </a:t>
              </a: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NAT router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changes datagram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source addr from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10.0.0.1, 3345 to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138.76.29.7, 5001,</a:t>
              </a:r>
            </a:p>
            <a:p>
              <a:pPr marL="0" marR="0" lvl="0" indent="0" algn="l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99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updates table</a:t>
              </a:r>
            </a:p>
          </p:txBody>
        </p:sp>
        <p:sp>
          <p:nvSpPr>
            <p:cNvPr id="161860" name="Line 83">
              <a:extLst>
                <a:ext uri="{FF2B5EF4-FFF2-40B4-BE49-F238E27FC236}">
                  <a16:creationId xmlns:a16="http://schemas.microsoft.com/office/drawing/2014/main" id="{CB998FFA-FBD1-4334-8163-DEA2A70658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5" y="2243"/>
              <a:ext cx="147" cy="356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61861" name="Line 110">
              <a:extLst>
                <a:ext uri="{FF2B5EF4-FFF2-40B4-BE49-F238E27FC236}">
                  <a16:creationId xmlns:a16="http://schemas.microsoft.com/office/drawing/2014/main" id="{88AE263D-80F0-42E2-B1B5-03AAE277480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75" y="1788"/>
              <a:ext cx="663" cy="455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61862" name="Line 111">
              <a:extLst>
                <a:ext uri="{FF2B5EF4-FFF2-40B4-BE49-F238E27FC236}">
                  <a16:creationId xmlns:a16="http://schemas.microsoft.com/office/drawing/2014/main" id="{ED937BFE-30CF-4143-A8A9-AB7251ED95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75" y="1751"/>
              <a:ext cx="1972" cy="491"/>
            </a:xfrm>
            <a:prstGeom prst="line">
              <a:avLst/>
            </a:prstGeom>
            <a:noFill/>
            <a:ln w="12700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" name="Group 129">
            <a:extLst>
              <a:ext uri="{FF2B5EF4-FFF2-40B4-BE49-F238E27FC236}">
                <a16:creationId xmlns:a16="http://schemas.microsoft.com/office/drawing/2014/main" id="{CDAE8327-03B1-4030-A00F-B216BF66CBC5}"/>
              </a:ext>
            </a:extLst>
          </p:cNvPr>
          <p:cNvGrpSpPr>
            <a:grpSpLocks/>
          </p:cNvGrpSpPr>
          <p:nvPr/>
        </p:nvGrpSpPr>
        <p:grpSpPr bwMode="auto">
          <a:xfrm>
            <a:off x="1360488" y="4681538"/>
            <a:ext cx="2471737" cy="703262"/>
            <a:chOff x="1163" y="3752"/>
            <a:chExt cx="1557" cy="443"/>
          </a:xfrm>
        </p:grpSpPr>
        <p:sp>
          <p:nvSpPr>
            <p:cNvPr id="161845" name="Rectangle 115">
              <a:extLst>
                <a:ext uri="{FF2B5EF4-FFF2-40B4-BE49-F238E27FC236}">
                  <a16:creationId xmlns:a16="http://schemas.microsoft.com/office/drawing/2014/main" id="{1DB56C06-9BAC-4017-9EDD-461FF041F8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3" y="3796"/>
              <a:ext cx="1183" cy="2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61846" name="Text Box 116">
              <a:extLst>
                <a:ext uri="{FF2B5EF4-FFF2-40B4-BE49-F238E27FC236}">
                  <a16:creationId xmlns:a16="http://schemas.microsoft.com/office/drawing/2014/main" id="{2974208A-5FA0-4ECF-88A9-CE8BE855FB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81" y="3788"/>
              <a:ext cx="1120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S: 128.119.40.186, 80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D: </a:t>
              </a:r>
              <a:r>
                <a:rPr kumimoji="0" lang="en-US" altLang="zh-TW" sz="1200" b="0" i="0" u="none" strike="noStrike" kern="1200" cap="none" spc="0" normalizeH="0" baseline="0" noProof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138.76.29.7, 5001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61847" name="Group 117">
              <a:extLst>
                <a:ext uri="{FF2B5EF4-FFF2-40B4-BE49-F238E27FC236}">
                  <a16:creationId xmlns:a16="http://schemas.microsoft.com/office/drawing/2014/main" id="{153864D5-420E-4770-92A9-4DBBAEF6FB4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14" y="3752"/>
              <a:ext cx="52" cy="99"/>
              <a:chOff x="5508" y="1599"/>
              <a:chExt cx="48" cy="99"/>
            </a:xfrm>
          </p:grpSpPr>
          <p:sp>
            <p:nvSpPr>
              <p:cNvPr id="161856" name="Freeform 118">
                <a:extLst>
                  <a:ext uri="{FF2B5EF4-FFF2-40B4-BE49-F238E27FC236}">
                    <a16:creationId xmlns:a16="http://schemas.microsoft.com/office/drawing/2014/main" id="{53B61F35-A5C7-4A84-AEB3-619CF1A8D53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8" y="1599"/>
                <a:ext cx="48" cy="99"/>
              </a:xfrm>
              <a:custGeom>
                <a:avLst/>
                <a:gdLst>
                  <a:gd name="T0" fmla="*/ 21 w 48"/>
                  <a:gd name="T1" fmla="*/ 0 h 99"/>
                  <a:gd name="T2" fmla="*/ 0 w 48"/>
                  <a:gd name="T3" fmla="*/ 72 h 99"/>
                  <a:gd name="T4" fmla="*/ 27 w 48"/>
                  <a:gd name="T5" fmla="*/ 99 h 99"/>
                  <a:gd name="T6" fmla="*/ 48 w 48"/>
                  <a:gd name="T7" fmla="*/ 21 h 99"/>
                  <a:gd name="T8" fmla="*/ 21 w 48"/>
                  <a:gd name="T9" fmla="*/ 0 h 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48"/>
                  <a:gd name="T16" fmla="*/ 0 h 99"/>
                  <a:gd name="T17" fmla="*/ 48 w 48"/>
                  <a:gd name="T18" fmla="*/ 99 h 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48" h="99">
                    <a:moveTo>
                      <a:pt x="21" y="0"/>
                    </a:moveTo>
                    <a:lnTo>
                      <a:pt x="0" y="72"/>
                    </a:lnTo>
                    <a:lnTo>
                      <a:pt x="27" y="99"/>
                    </a:lnTo>
                    <a:lnTo>
                      <a:pt x="48" y="21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57" name="Line 119">
                <a:extLst>
                  <a:ext uri="{FF2B5EF4-FFF2-40B4-BE49-F238E27FC236}">
                    <a16:creationId xmlns:a16="http://schemas.microsoft.com/office/drawing/2014/main" id="{3512CF76-9670-4075-8226-D2984E5D18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12" y="1608"/>
                <a:ext cx="20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58" name="Line 120">
                <a:extLst>
                  <a:ext uri="{FF2B5EF4-FFF2-40B4-BE49-F238E27FC236}">
                    <a16:creationId xmlns:a16="http://schemas.microsoft.com/office/drawing/2014/main" id="{E97F5C8C-DAB5-4B93-AD04-251A071130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36" y="1620"/>
                <a:ext cx="20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61848" name="Group 121">
              <a:extLst>
                <a:ext uri="{FF2B5EF4-FFF2-40B4-BE49-F238E27FC236}">
                  <a16:creationId xmlns:a16="http://schemas.microsoft.com/office/drawing/2014/main" id="{5AD6EF20-57CD-48AD-BDC7-DE3CA438CC8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3" y="3984"/>
              <a:ext cx="52" cy="99"/>
              <a:chOff x="5508" y="1599"/>
              <a:chExt cx="48" cy="99"/>
            </a:xfrm>
          </p:grpSpPr>
          <p:sp>
            <p:nvSpPr>
              <p:cNvPr id="161853" name="Freeform 122">
                <a:extLst>
                  <a:ext uri="{FF2B5EF4-FFF2-40B4-BE49-F238E27FC236}">
                    <a16:creationId xmlns:a16="http://schemas.microsoft.com/office/drawing/2014/main" id="{53A10484-1656-4830-B46D-E1580A0A72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08" y="1599"/>
                <a:ext cx="48" cy="99"/>
              </a:xfrm>
              <a:custGeom>
                <a:avLst/>
                <a:gdLst>
                  <a:gd name="T0" fmla="*/ 21 w 48"/>
                  <a:gd name="T1" fmla="*/ 0 h 99"/>
                  <a:gd name="T2" fmla="*/ 0 w 48"/>
                  <a:gd name="T3" fmla="*/ 72 h 99"/>
                  <a:gd name="T4" fmla="*/ 27 w 48"/>
                  <a:gd name="T5" fmla="*/ 99 h 99"/>
                  <a:gd name="T6" fmla="*/ 48 w 48"/>
                  <a:gd name="T7" fmla="*/ 21 h 99"/>
                  <a:gd name="T8" fmla="*/ 21 w 48"/>
                  <a:gd name="T9" fmla="*/ 0 h 9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48"/>
                  <a:gd name="T16" fmla="*/ 0 h 99"/>
                  <a:gd name="T17" fmla="*/ 48 w 48"/>
                  <a:gd name="T18" fmla="*/ 99 h 9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48" h="99">
                    <a:moveTo>
                      <a:pt x="21" y="0"/>
                    </a:moveTo>
                    <a:lnTo>
                      <a:pt x="0" y="72"/>
                    </a:lnTo>
                    <a:lnTo>
                      <a:pt x="27" y="99"/>
                    </a:lnTo>
                    <a:lnTo>
                      <a:pt x="48" y="21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cap="flat" cmpd="sng">
                    <a:solidFill>
                      <a:srgbClr val="000000"/>
                    </a:solidFill>
                    <a:prstDash val="solid"/>
                    <a:round/>
                    <a:headEnd/>
                    <a:tailEnd/>
                  </a14:hiddenLine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54" name="Line 123">
                <a:extLst>
                  <a:ext uri="{FF2B5EF4-FFF2-40B4-BE49-F238E27FC236}">
                    <a16:creationId xmlns:a16="http://schemas.microsoft.com/office/drawing/2014/main" id="{FECDE0C6-D496-4F78-AEB2-03CD07765E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12" y="1608"/>
                <a:ext cx="20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55" name="Line 124">
                <a:extLst>
                  <a:ext uri="{FF2B5EF4-FFF2-40B4-BE49-F238E27FC236}">
                    <a16:creationId xmlns:a16="http://schemas.microsoft.com/office/drawing/2014/main" id="{3B534AE5-3E56-4793-83C4-7F2171D41EE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5536" y="1620"/>
                <a:ext cx="20" cy="6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61849" name="Line 125">
              <a:extLst>
                <a:ext uri="{FF2B5EF4-FFF2-40B4-BE49-F238E27FC236}">
                  <a16:creationId xmlns:a16="http://schemas.microsoft.com/office/drawing/2014/main" id="{6C143CCA-14FA-4F32-811C-9B9520F738D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344" y="3931"/>
              <a:ext cx="3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61850" name="Group 126">
              <a:extLst>
                <a:ext uri="{FF2B5EF4-FFF2-40B4-BE49-F238E27FC236}">
                  <a16:creationId xmlns:a16="http://schemas.microsoft.com/office/drawing/2014/main" id="{80049D40-1E21-4E06-AA8B-E3D1836785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9" y="3815"/>
              <a:ext cx="218" cy="231"/>
              <a:chOff x="5140" y="400"/>
              <a:chExt cx="218" cy="231"/>
            </a:xfrm>
          </p:grpSpPr>
          <p:sp>
            <p:nvSpPr>
              <p:cNvPr id="161851" name="Oval 127">
                <a:extLst>
                  <a:ext uri="{FF2B5EF4-FFF2-40B4-BE49-F238E27FC236}">
                    <a16:creationId xmlns:a16="http://schemas.microsoft.com/office/drawing/2014/main" id="{69733CA2-57E0-41C8-BC5B-FBF76D66D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40" y="410"/>
                <a:ext cx="218" cy="218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rgbClr val="CC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52" name="Text Box 128">
                <a:extLst>
                  <a:ext uri="{FF2B5EF4-FFF2-40B4-BE49-F238E27FC236}">
                    <a16:creationId xmlns:a16="http://schemas.microsoft.com/office/drawing/2014/main" id="{3DC4CF05-571E-4C5E-9426-A302E9C1AD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54" y="400"/>
                <a:ext cx="1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CC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233603" name="Text Box 131">
            <a:extLst>
              <a:ext uri="{FF2B5EF4-FFF2-40B4-BE49-F238E27FC236}">
                <a16:creationId xmlns:a16="http://schemas.microsoft.com/office/drawing/2014/main" id="{B505167F-9832-472F-9EF2-8A1A4E1267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17625" y="5170488"/>
            <a:ext cx="2089150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3: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reply arrives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dest. address: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138.76.29.7, 5001</a:t>
            </a:r>
          </a:p>
        </p:txBody>
      </p:sp>
      <p:sp>
        <p:nvSpPr>
          <p:cNvPr id="233608" name="Text Box 136">
            <a:extLst>
              <a:ext uri="{FF2B5EF4-FFF2-40B4-BE49-F238E27FC236}">
                <a16:creationId xmlns:a16="http://schemas.microsoft.com/office/drawing/2014/main" id="{7BC3A750-F8F4-4990-AF78-4DA1687CCF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1863" y="5005388"/>
            <a:ext cx="3867150" cy="1300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4: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NAT router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changes datagram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 addr from</a:t>
            </a:r>
          </a:p>
          <a:p>
            <a:pPr marL="0" marR="0" lvl="0" indent="0" algn="l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138.76.29.7, 5001 to 10.0.0.1, 3345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800" b="0" i="0" u="none" strike="noStrike" kern="1200" cap="none" spc="0" normalizeH="0" baseline="0" noProof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1823" name="Line 138">
            <a:extLst>
              <a:ext uri="{FF2B5EF4-FFF2-40B4-BE49-F238E27FC236}">
                <a16:creationId xmlns:a16="http://schemas.microsoft.com/office/drawing/2014/main" id="{076BFB84-B6AD-4F64-9CAC-887DA9FAD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1022350" y="4273550"/>
            <a:ext cx="3025775" cy="635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59425" name="Rectangle 141">
            <a:extLst>
              <a:ext uri="{FF2B5EF4-FFF2-40B4-BE49-F238E27FC236}">
                <a16:creationId xmlns:a16="http://schemas.microsoft.com/office/drawing/2014/main" id="{786F11EA-D91A-4582-BAD1-C6B5461CDB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0188"/>
            <a:ext cx="8091488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NAT: network address translation</a:t>
            </a:r>
          </a:p>
        </p:txBody>
      </p:sp>
      <p:pic>
        <p:nvPicPr>
          <p:cNvPr id="161825" name="Picture 142" descr="underline_base">
            <a:extLst>
              <a:ext uri="{FF2B5EF4-FFF2-40B4-BE49-F238E27FC236}">
                <a16:creationId xmlns:a16="http://schemas.microsoft.com/office/drawing/2014/main" id="{48BB899B-9F0C-410E-BC22-3E9CCD1BAB2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9223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61826" name="Group 143">
            <a:extLst>
              <a:ext uri="{FF2B5EF4-FFF2-40B4-BE49-F238E27FC236}">
                <a16:creationId xmlns:a16="http://schemas.microsoft.com/office/drawing/2014/main" id="{AED690EC-0E4C-409F-97E9-7390F8506B0C}"/>
              </a:ext>
            </a:extLst>
          </p:cNvPr>
          <p:cNvGrpSpPr>
            <a:grpSpLocks/>
          </p:cNvGrpSpPr>
          <p:nvPr/>
        </p:nvGrpSpPr>
        <p:grpSpPr bwMode="auto">
          <a:xfrm>
            <a:off x="4035425" y="4095750"/>
            <a:ext cx="587375" cy="323850"/>
            <a:chOff x="4396" y="1245"/>
            <a:chExt cx="672" cy="248"/>
          </a:xfrm>
        </p:grpSpPr>
        <p:sp>
          <p:nvSpPr>
            <p:cNvPr id="161837" name="Oval 407">
              <a:extLst>
                <a:ext uri="{FF2B5EF4-FFF2-40B4-BE49-F238E27FC236}">
                  <a16:creationId xmlns:a16="http://schemas.microsoft.com/office/drawing/2014/main" id="{282849B3-32E7-4DCA-AFFC-A80607A466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61838" name="Rectangle 410">
              <a:extLst>
                <a:ext uri="{FF2B5EF4-FFF2-40B4-BE49-F238E27FC236}">
                  <a16:creationId xmlns:a16="http://schemas.microsoft.com/office/drawing/2014/main" id="{1932BDD0-7D8E-47EF-A0CD-4392283E85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61839" name="Oval 411">
              <a:extLst>
                <a:ext uri="{FF2B5EF4-FFF2-40B4-BE49-F238E27FC236}">
                  <a16:creationId xmlns:a16="http://schemas.microsoft.com/office/drawing/2014/main" id="{ED9BCBD6-A57F-4D17-AD8D-5C2590C8AF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CCFF"/>
                </a:gs>
                <a:gs pos="100000">
                  <a:srgbClr val="FFFFFF"/>
                </a:gs>
              </a:gsLst>
              <a:lin ang="0" scaled="1"/>
            </a:gra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61840" name="Group 147">
              <a:extLst>
                <a:ext uri="{FF2B5EF4-FFF2-40B4-BE49-F238E27FC236}">
                  <a16:creationId xmlns:a16="http://schemas.microsoft.com/office/drawing/2014/main" id="{EF5661D5-B45F-45E6-8C1D-D82838BC93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61843" name="Freeform 148">
                <a:extLst>
                  <a:ext uri="{FF2B5EF4-FFF2-40B4-BE49-F238E27FC236}">
                    <a16:creationId xmlns:a16="http://schemas.microsoft.com/office/drawing/2014/main" id="{794BCF44-62F1-4B74-AA8F-568D9FA8E7A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61844" name="Freeform 149">
                <a:extLst>
                  <a:ext uri="{FF2B5EF4-FFF2-40B4-BE49-F238E27FC236}">
                    <a16:creationId xmlns:a16="http://schemas.microsoft.com/office/drawing/2014/main" id="{024C2EF8-40B6-4603-8744-D62E74D7AD9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w="19050" cmpd="sng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61841" name="Line 150">
              <a:extLst>
                <a:ext uri="{FF2B5EF4-FFF2-40B4-BE49-F238E27FC236}">
                  <a16:creationId xmlns:a16="http://schemas.microsoft.com/office/drawing/2014/main" id="{4B0295F8-DEA2-4C11-8CB3-7AB7CD9141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0" y="1322"/>
              <a:ext cx="0" cy="108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61842" name="Line 151">
              <a:extLst>
                <a:ext uri="{FF2B5EF4-FFF2-40B4-BE49-F238E27FC236}">
                  <a16:creationId xmlns:a16="http://schemas.microsoft.com/office/drawing/2014/main" id="{F79A744D-1FAF-4A5D-AEFF-3781EC48B9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6"/>
              <a:ext cx="0" cy="10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61827" name="Group 156">
            <a:extLst>
              <a:ext uri="{FF2B5EF4-FFF2-40B4-BE49-F238E27FC236}">
                <a16:creationId xmlns:a16="http://schemas.microsoft.com/office/drawing/2014/main" id="{298D7F77-534F-4F10-A843-2A282444EC2A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29513" y="3311525"/>
            <a:ext cx="641350" cy="558800"/>
            <a:chOff x="-44" y="1473"/>
            <a:chExt cx="981" cy="1105"/>
          </a:xfrm>
        </p:grpSpPr>
        <p:pic>
          <p:nvPicPr>
            <p:cNvPr id="161835" name="Picture 157" descr="desktop_computer_stylized_medium">
              <a:extLst>
                <a:ext uri="{FF2B5EF4-FFF2-40B4-BE49-F238E27FC236}">
                  <a16:creationId xmlns:a16="http://schemas.microsoft.com/office/drawing/2014/main" id="{CC8D3017-F3C6-47E9-B284-78B81F7D63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1836" name="Freeform 158">
              <a:extLst>
                <a:ext uri="{FF2B5EF4-FFF2-40B4-BE49-F238E27FC236}">
                  <a16:creationId xmlns:a16="http://schemas.microsoft.com/office/drawing/2014/main" id="{4B11D6D5-7737-4CBC-BCC1-A6136B541F8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61828" name="Group 159">
            <a:extLst>
              <a:ext uri="{FF2B5EF4-FFF2-40B4-BE49-F238E27FC236}">
                <a16:creationId xmlns:a16="http://schemas.microsoft.com/office/drawing/2014/main" id="{4466FCAB-6D5D-4060-BA71-B6F818C48874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40625" y="4054475"/>
            <a:ext cx="641350" cy="558800"/>
            <a:chOff x="-44" y="1473"/>
            <a:chExt cx="981" cy="1105"/>
          </a:xfrm>
        </p:grpSpPr>
        <p:pic>
          <p:nvPicPr>
            <p:cNvPr id="161833" name="Picture 160" descr="desktop_computer_stylized_medium">
              <a:extLst>
                <a:ext uri="{FF2B5EF4-FFF2-40B4-BE49-F238E27FC236}">
                  <a16:creationId xmlns:a16="http://schemas.microsoft.com/office/drawing/2014/main" id="{E7DA58D4-5C33-466C-B9DD-43B1BB2F9A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1834" name="Freeform 161">
              <a:extLst>
                <a:ext uri="{FF2B5EF4-FFF2-40B4-BE49-F238E27FC236}">
                  <a16:creationId xmlns:a16="http://schemas.microsoft.com/office/drawing/2014/main" id="{E2D6C035-CA80-4B50-BBD8-73403F2F505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61829" name="Group 162">
            <a:extLst>
              <a:ext uri="{FF2B5EF4-FFF2-40B4-BE49-F238E27FC236}">
                <a16:creationId xmlns:a16="http://schemas.microsoft.com/office/drawing/2014/main" id="{6192B82E-F90F-4EB4-9288-563F6C38B825}"/>
              </a:ext>
            </a:extLst>
          </p:cNvPr>
          <p:cNvGrpSpPr>
            <a:grpSpLocks/>
          </p:cNvGrpSpPr>
          <p:nvPr/>
        </p:nvGrpSpPr>
        <p:grpSpPr bwMode="auto">
          <a:xfrm flipH="1">
            <a:off x="7548563" y="4808538"/>
            <a:ext cx="641350" cy="558800"/>
            <a:chOff x="-44" y="1473"/>
            <a:chExt cx="981" cy="1105"/>
          </a:xfrm>
        </p:grpSpPr>
        <p:pic>
          <p:nvPicPr>
            <p:cNvPr id="161831" name="Picture 163" descr="desktop_computer_stylized_medium">
              <a:extLst>
                <a:ext uri="{FF2B5EF4-FFF2-40B4-BE49-F238E27FC236}">
                  <a16:creationId xmlns:a16="http://schemas.microsoft.com/office/drawing/2014/main" id="{43EB6869-837D-48BC-89AB-17F7B0A804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61832" name="Freeform 164">
              <a:extLst>
                <a:ext uri="{FF2B5EF4-FFF2-40B4-BE49-F238E27FC236}">
                  <a16:creationId xmlns:a16="http://schemas.microsoft.com/office/drawing/2014/main" id="{6A1767A7-2723-43E8-B877-33C95F094B46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374" y="1579"/>
              <a:ext cx="477" cy="506"/>
            </a:xfrm>
            <a:custGeom>
              <a:avLst/>
              <a:gdLst>
                <a:gd name="T0" fmla="*/ 0 w 356"/>
                <a:gd name="T1" fmla="*/ 0 h 368"/>
                <a:gd name="T2" fmla="*/ 11261876 w 356"/>
                <a:gd name="T3" fmla="*/ 1345864 h 368"/>
                <a:gd name="T4" fmla="*/ 13359793 w 356"/>
                <a:gd name="T5" fmla="*/ 28049105 h 368"/>
                <a:gd name="T6" fmla="*/ 2944307 w 356"/>
                <a:gd name="T7" fmla="*/ 35078461 h 368"/>
                <a:gd name="T8" fmla="*/ 0 w 356"/>
                <a:gd name="T9" fmla="*/ 0 h 3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356"/>
                <a:gd name="T16" fmla="*/ 0 h 368"/>
                <a:gd name="T17" fmla="*/ 356 w 356"/>
                <a:gd name="T18" fmla="*/ 368 h 3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356" h="368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000099"/>
                </a:gs>
                <a:gs pos="100000">
                  <a:schemeClr val="bg1"/>
                </a:gs>
              </a:gsLst>
              <a:lin ang="27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 cap="flat" cmpd="sng">
                  <a:solidFill>
                    <a:srgbClr val="000000"/>
                  </a:solidFill>
                  <a:prstDash val="solid"/>
                  <a:round/>
                  <a:headEnd/>
                  <a:tailEnd/>
                </a14:hiddenLine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61830" name="Line 32">
            <a:extLst>
              <a:ext uri="{FF2B5EF4-FFF2-40B4-BE49-F238E27FC236}">
                <a16:creationId xmlns:a16="http://schemas.microsoft.com/office/drawing/2014/main" id="{0CF9DED1-7A30-4884-886B-C7D106E2F169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6638" y="4238625"/>
            <a:ext cx="2190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3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533" grpId="0"/>
      <p:bldP spid="233603" grpId="0"/>
      <p:bldP spid="233608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Footer Placeholder 4">
            <a:extLst>
              <a:ext uri="{FF2B5EF4-FFF2-40B4-BE49-F238E27FC236}">
                <a16:creationId xmlns:a16="http://schemas.microsoft.com/office/drawing/2014/main" id="{6498980D-6A4F-4AC0-8195-260BD6050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62819" name="Slide Number Placeholder 5">
            <a:extLst>
              <a:ext uri="{FF2B5EF4-FFF2-40B4-BE49-F238E27FC236}">
                <a16:creationId xmlns:a16="http://schemas.microsoft.com/office/drawing/2014/main" id="{B9634E3F-7CAA-4FD8-839D-4631F932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FF2EF047-BB1A-48B7-9AB3-D82AEE24DB41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62820" name="Rectangle 3">
            <a:extLst>
              <a:ext uri="{FF2B5EF4-FFF2-40B4-BE49-F238E27FC236}">
                <a16:creationId xmlns:a16="http://schemas.microsoft.com/office/drawing/2014/main" id="{188BBACA-6921-4390-8514-64EA20B8C2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ea typeface="ＭＳ Ｐゴシック" panose="020B0600070205080204" pitchFamily="34" charset="-128"/>
              </a:rPr>
              <a:t>16-bit port-number field: 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60,000 simultaneous connections with a single LAN-side address!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NAT is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controversial</a:t>
            </a:r>
            <a:r>
              <a:rPr lang="en-US" altLang="zh-TW" dirty="0">
                <a:ea typeface="ＭＳ Ｐゴシック" panose="020B0600070205080204" pitchFamily="34" charset="-128"/>
              </a:rPr>
              <a:t>: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routers should only process up to layer 3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violates end-to-end argument</a:t>
            </a:r>
          </a:p>
          <a:p>
            <a:pPr lvl="2"/>
            <a:r>
              <a:rPr lang="en-US" altLang="zh-TW" sz="2400" dirty="0">
                <a:latin typeface="Gill Sans MT" panose="020B0502020104020203" pitchFamily="34" charset="0"/>
                <a:ea typeface="ＭＳ Ｐゴシック" panose="020B0600070205080204" pitchFamily="34" charset="-128"/>
              </a:rPr>
              <a:t>NAT possibility must be taken into account by app designers, e.g., </a:t>
            </a:r>
            <a:r>
              <a:rPr lang="en-US" altLang="zh-TW" sz="2400" dirty="0">
                <a:solidFill>
                  <a:srgbClr val="0070C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rPr>
              <a:t>P2P applications</a:t>
            </a:r>
          </a:p>
          <a:p>
            <a:pPr lvl="1"/>
            <a:r>
              <a:rPr lang="en-US" altLang="zh-TW" sz="2800" dirty="0">
                <a:ea typeface="ＭＳ Ｐゴシック" panose="020B0600070205080204" pitchFamily="34" charset="-128"/>
              </a:rPr>
              <a:t>address shortage should instead be solved by IPv6</a:t>
            </a: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  <p:sp>
        <p:nvSpPr>
          <p:cNvPr id="60421" name="Rectangle 5">
            <a:extLst>
              <a:ext uri="{FF2B5EF4-FFF2-40B4-BE49-F238E27FC236}">
                <a16:creationId xmlns:a16="http://schemas.microsoft.com/office/drawing/2014/main" id="{A2EEA01B-D0C9-4B89-AC06-BA269BD723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230188"/>
            <a:ext cx="8091488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NAT: network address translation</a:t>
            </a:r>
          </a:p>
        </p:txBody>
      </p:sp>
      <p:pic>
        <p:nvPicPr>
          <p:cNvPr id="162822" name="Picture 6" descr="underline_base">
            <a:extLst>
              <a:ext uri="{FF2B5EF4-FFF2-40B4-BE49-F238E27FC236}">
                <a16:creationId xmlns:a16="http://schemas.microsoft.com/office/drawing/2014/main" id="{8E161D4C-73CC-4B31-8244-386213EC37D9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488" y="922338"/>
            <a:ext cx="7769225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8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06" name="Picture 2" descr="underline_base">
            <a:extLst>
              <a:ext uri="{FF2B5EF4-FFF2-40B4-BE49-F238E27FC236}">
                <a16:creationId xmlns:a16="http://schemas.microsoft.com/office/drawing/2014/main" id="{EFEC1CBB-F194-48A1-AD05-8C51F0E6461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63" y="1025525"/>
            <a:ext cx="4113212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8307" name="Rectangle 3">
            <a:extLst>
              <a:ext uri="{FF2B5EF4-FFF2-40B4-BE49-F238E27FC236}">
                <a16:creationId xmlns:a16="http://schemas.microsoft.com/office/drawing/2014/main" id="{3560B951-6683-41E9-A6DC-51D847464A0C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533400" y="1600200"/>
            <a:ext cx="3879850" cy="4648200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4.1 Overview of Network layer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 plane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control plane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4.2 What</a:t>
            </a:r>
            <a:r>
              <a:rPr lang="ja-JP" altLang="en-US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’</a:t>
            </a:r>
            <a:r>
              <a:rPr lang="en-US" altLang="ja-JP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s inside a router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4.3 IP: Internet Protocol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datagram format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fragmentation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IPv4 addressing</a:t>
            </a:r>
          </a:p>
          <a:p>
            <a:pPr lvl="1"/>
            <a:r>
              <a:rPr lang="en-US" altLang="zh-HK">
                <a:solidFill>
                  <a:srgbClr val="00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network address translation</a:t>
            </a:r>
          </a:p>
          <a:p>
            <a:pPr lvl="1"/>
            <a:r>
              <a:rPr lang="en-US" altLang="zh-HK">
                <a:solidFill>
                  <a:srgbClr val="CC0000"/>
                </a:solidFill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IPv6</a:t>
            </a:r>
          </a:p>
        </p:txBody>
      </p:sp>
      <p:sp>
        <p:nvSpPr>
          <p:cNvPr id="98308" name="Rectangle 4">
            <a:extLst>
              <a:ext uri="{FF2B5EF4-FFF2-40B4-BE49-F238E27FC236}">
                <a16:creationId xmlns:a16="http://schemas.microsoft.com/office/drawing/2014/main" id="{E14A529E-8744-48C1-8181-B595C3FDC01E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HK" sz="240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4.4 Generalized Forward and SDN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match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action</a:t>
            </a:r>
          </a:p>
          <a:p>
            <a:pPr lvl="1"/>
            <a:r>
              <a:rPr lang="en-US" altLang="zh-HK">
                <a:latin typeface="Gill Sans MT" panose="020B0502020104020203" pitchFamily="34" charset="0"/>
                <a:ea typeface="ＭＳ Ｐゴシック" panose="020B0600070205080204" pitchFamily="34" charset="-128"/>
                <a:cs typeface="Gill Sans MT" panose="020B0502020104020203" pitchFamily="34" charset="0"/>
              </a:rPr>
              <a:t>OpenFlow  examples of match-plus-action in action</a:t>
            </a:r>
          </a:p>
          <a:p>
            <a:endParaRPr lang="en-US" altLang="zh-HK" sz="2400">
              <a:ea typeface="ＭＳ Ｐゴシック" panose="020B0600070205080204" pitchFamily="34" charset="-128"/>
              <a:cs typeface="ＭＳ Ｐゴシック" panose="020B0600070205080204" pitchFamily="34" charset="-128"/>
            </a:endParaRPr>
          </a:p>
        </p:txBody>
      </p:sp>
      <p:sp>
        <p:nvSpPr>
          <p:cNvPr id="98309" name="Rectangle 2">
            <a:extLst>
              <a:ext uri="{FF2B5EF4-FFF2-40B4-BE49-F238E27FC236}">
                <a16:creationId xmlns:a16="http://schemas.microsoft.com/office/drawing/2014/main" id="{2054B0CD-55E8-41CD-9EEC-303FC147D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</a:rPr>
              <a:t>Chapter 4: outline</a:t>
            </a:r>
          </a:p>
        </p:txBody>
      </p:sp>
      <p:sp>
        <p:nvSpPr>
          <p:cNvPr id="98310" name="Slide Number Placeholder 5">
            <a:extLst>
              <a:ext uri="{FF2B5EF4-FFF2-40B4-BE49-F238E27FC236}">
                <a16:creationId xmlns:a16="http://schemas.microsoft.com/office/drawing/2014/main" id="{450A3F22-0A96-4CCC-A286-74327BBC0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561975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450DC140-BCF4-4486-B1D9-FDAC959A6DA2}" type="slidenum">
              <a:rPr lang="en-US" altLang="zh-HK">
                <a:latin typeface="Tahoma" panose="020B0604030504040204" pitchFamily="34" charset="0"/>
              </a:rPr>
              <a:pPr/>
              <a:t>56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98311" name="Footer Placeholder 2">
            <a:extLst>
              <a:ext uri="{FF2B5EF4-FFF2-40B4-BE49-F238E27FC236}">
                <a16:creationId xmlns:a16="http://schemas.microsoft.com/office/drawing/2014/main" id="{BD52D5AD-9400-44DC-8DCC-1B28AB898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Footer Placeholder 4">
            <a:extLst>
              <a:ext uri="{FF2B5EF4-FFF2-40B4-BE49-F238E27FC236}">
                <a16:creationId xmlns:a16="http://schemas.microsoft.com/office/drawing/2014/main" id="{2C1ABDB9-1AFF-4CBB-A59A-005112ED8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77155" name="Slide Number Placeholder 5">
            <a:extLst>
              <a:ext uri="{FF2B5EF4-FFF2-40B4-BE49-F238E27FC236}">
                <a16:creationId xmlns:a16="http://schemas.microsoft.com/office/drawing/2014/main" id="{9DC736DB-B6D6-4BD6-838E-0A1B3AB7A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1CB1B648-2995-46CD-AF6D-4BF92C75EEBB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7588" name="Rectangle 2">
            <a:extLst>
              <a:ext uri="{FF2B5EF4-FFF2-40B4-BE49-F238E27FC236}">
                <a16:creationId xmlns:a16="http://schemas.microsoft.com/office/drawing/2014/main" id="{48D01537-8D3B-4831-8080-111CD838C9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5800" y="422275"/>
            <a:ext cx="7772400" cy="8382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IPv6: motivation</a:t>
            </a:r>
          </a:p>
        </p:txBody>
      </p:sp>
      <p:sp>
        <p:nvSpPr>
          <p:cNvPr id="177157" name="Rectangle 3">
            <a:extLst>
              <a:ext uri="{FF2B5EF4-FFF2-40B4-BE49-F238E27FC236}">
                <a16:creationId xmlns:a16="http://schemas.microsoft.com/office/drawing/2014/main" id="{7492F57C-8A51-48D2-9865-30704F546A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11175" y="1401763"/>
            <a:ext cx="8205788" cy="5105400"/>
          </a:xfrm>
        </p:spPr>
        <p:txBody>
          <a:bodyPr/>
          <a:lstStyle/>
          <a:p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initial motivation:</a:t>
            </a:r>
            <a:r>
              <a:rPr lang="en-US" altLang="zh-TW" i="1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ea typeface="ＭＳ Ｐゴシック" panose="020B0600070205080204" pitchFamily="34" charset="-128"/>
              </a:rPr>
              <a:t>32-bit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address space</a:t>
            </a:r>
            <a:r>
              <a:rPr lang="en-US" altLang="zh-TW" dirty="0">
                <a:ea typeface="ＭＳ Ｐゴシック" panose="020B0600070205080204" pitchFamily="34" charset="-128"/>
              </a:rPr>
              <a:t> soon to be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completely allocated</a:t>
            </a:r>
            <a:r>
              <a:rPr lang="en-US" altLang="zh-TW" dirty="0">
                <a:ea typeface="ＭＳ Ｐゴシック" panose="020B0600070205080204" pitchFamily="34" charset="-128"/>
              </a:rPr>
              <a:t>.  </a:t>
            </a:r>
          </a:p>
          <a:p>
            <a:r>
              <a:rPr lang="en-US" altLang="zh-TW" dirty="0">
                <a:ea typeface="ＭＳ Ｐゴシック" panose="020B0600070205080204" pitchFamily="34" charset="-128"/>
              </a:rPr>
              <a:t>additional motivation: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header format helps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speed processing/forwarding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header changes to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facilitate quality of service (QoS)</a:t>
            </a:r>
          </a:p>
          <a:p>
            <a:pPr lvl="1"/>
            <a:endParaRPr lang="en-US" altLang="zh-TW" dirty="0">
              <a:ea typeface="ＭＳ Ｐゴシック" panose="020B0600070205080204" pitchFamily="34" charset="-128"/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IPv6 datagram format: 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fixed-length</a:t>
            </a:r>
            <a:r>
              <a:rPr lang="en-US" altLang="zh-TW" dirty="0">
                <a:ea typeface="ＭＳ Ｐゴシック" panose="020B0600070205080204" pitchFamily="34" charset="-128"/>
              </a:rPr>
              <a:t> 40 byte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header</a:t>
            </a:r>
          </a:p>
          <a:p>
            <a:pPr lvl="1"/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no fragmentation</a:t>
            </a:r>
            <a:r>
              <a:rPr lang="en-US" altLang="zh-TW" dirty="0">
                <a:ea typeface="ＭＳ Ｐゴシック" panose="020B0600070205080204" pitchFamily="34" charset="-128"/>
              </a:rPr>
              <a:t> allowed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Expanded addressing capabilities: </a:t>
            </a:r>
          </a:p>
          <a:p>
            <a:pPr lvl="2"/>
            <a:r>
              <a:rPr lang="en-US" altLang="zh-TW" dirty="0">
                <a:ea typeface="ＭＳ Ｐゴシック" panose="020B0600070205080204" pitchFamily="34" charset="-128"/>
              </a:rPr>
              <a:t>32 bits (IPv4) </a:t>
            </a:r>
            <a:r>
              <a:rPr lang="en-US" altLang="zh-TW" dirty="0"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→</a:t>
            </a:r>
            <a:r>
              <a:rPr lang="en-US" altLang="zh-TW" dirty="0">
                <a:ea typeface="ＭＳ Ｐゴシック" panose="020B0600070205080204" pitchFamily="34" charset="-128"/>
              </a:rPr>
              <a:t> 128 bits (IPv6)</a:t>
            </a:r>
          </a:p>
        </p:txBody>
      </p:sp>
      <p:pic>
        <p:nvPicPr>
          <p:cNvPr id="177158" name="Picture 4" descr="underline_base">
            <a:extLst>
              <a:ext uri="{FF2B5EF4-FFF2-40B4-BE49-F238E27FC236}">
                <a16:creationId xmlns:a16="http://schemas.microsoft.com/office/drawing/2014/main" id="{FD3BB347-9557-4FA7-A832-FFC811A398D0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3" y="1055688"/>
            <a:ext cx="36560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Slide Number Placeholder 4">
            <a:extLst>
              <a:ext uri="{FF2B5EF4-FFF2-40B4-BE49-F238E27FC236}">
                <a16:creationId xmlns:a16="http://schemas.microsoft.com/office/drawing/2014/main" id="{D9A96658-D1B1-47A6-B948-BCE2020E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2438" y="6467475"/>
            <a:ext cx="2895600" cy="287338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E9BBCE6-3C31-4B4C-A7A2-105022AD9F13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78179" name="Rectangle 2">
            <a:extLst>
              <a:ext uri="{FF2B5EF4-FFF2-40B4-BE49-F238E27FC236}">
                <a16:creationId xmlns:a16="http://schemas.microsoft.com/office/drawing/2014/main" id="{32A196C2-A18D-409C-8268-DC435FCC0D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IPv6 Network Addresses</a:t>
            </a:r>
          </a:p>
        </p:txBody>
      </p:sp>
      <p:sp>
        <p:nvSpPr>
          <p:cNvPr id="178180" name="Rectangle 3">
            <a:extLst>
              <a:ext uri="{FF2B5EF4-FFF2-40B4-BE49-F238E27FC236}">
                <a16:creationId xmlns:a16="http://schemas.microsoft.com/office/drawing/2014/main" id="{591AB308-8451-4409-ADAB-2594DE4DA8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3400" y="1311275"/>
            <a:ext cx="7772400" cy="4937125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FF0000"/>
                </a:solidFill>
              </a:rPr>
              <a:t>IPv6</a:t>
            </a:r>
            <a:r>
              <a:rPr lang="en-US" altLang="en-US" dirty="0"/>
              <a:t> Address</a:t>
            </a:r>
          </a:p>
          <a:p>
            <a:pPr lvl="1" eaLnBrk="1" hangingPunct="1"/>
            <a:r>
              <a:rPr lang="en-US" altLang="en-US" dirty="0">
                <a:solidFill>
                  <a:srgbClr val="FF0000"/>
                </a:solidFill>
              </a:rPr>
              <a:t>128 bits </a:t>
            </a:r>
            <a:r>
              <a:rPr lang="en-US" altLang="en-US" dirty="0"/>
              <a:t>– no more IP address shortage!</a:t>
            </a:r>
          </a:p>
          <a:p>
            <a:pPr lvl="1" eaLnBrk="1" hangingPunct="1"/>
            <a:r>
              <a:rPr lang="en-US" altLang="en-US" dirty="0"/>
              <a:t>Representation: 8 sets of 2-byte hexadecimal blocks</a:t>
            </a:r>
            <a:br>
              <a:rPr lang="en-US" altLang="en-US" dirty="0"/>
            </a:br>
            <a:br>
              <a:rPr lang="en-US" altLang="en-US" dirty="0"/>
            </a:br>
            <a:br>
              <a:rPr lang="en-US" altLang="en-US" dirty="0"/>
            </a:br>
            <a:br>
              <a:rPr lang="en-US" altLang="en-US" dirty="0"/>
            </a:br>
            <a:endParaRPr lang="en-US" altLang="en-US" dirty="0"/>
          </a:p>
          <a:p>
            <a:pPr lvl="1" eaLnBrk="1" hangingPunct="1"/>
            <a:r>
              <a:rPr lang="en-US" altLang="en-US" dirty="0"/>
              <a:t>Address space:</a:t>
            </a:r>
            <a:br>
              <a:rPr lang="en-US" altLang="en-US" dirty="0"/>
            </a:br>
            <a:r>
              <a:rPr lang="en-US" altLang="en-US" dirty="0"/>
              <a:t>340,282,366,920,938,463,463,374,607,431,768,211,456</a:t>
            </a:r>
          </a:p>
          <a:p>
            <a:pPr lvl="1" eaLnBrk="1" hangingPunct="1"/>
            <a:r>
              <a:rPr lang="en-US" altLang="en-US" dirty="0"/>
              <a:t>In progress of roll-out, mostly regional or within an organization/ISP</a:t>
            </a:r>
          </a:p>
          <a:p>
            <a:pPr lvl="1" eaLnBrk="1" hangingPunct="1"/>
            <a:r>
              <a:rPr lang="en-US" altLang="en-US" dirty="0"/>
              <a:t>Google measured </a:t>
            </a:r>
            <a:r>
              <a:rPr lang="en-US" altLang="en-US"/>
              <a:t>~44.98% </a:t>
            </a:r>
            <a:r>
              <a:rPr lang="en-US" altLang="en-US" dirty="0"/>
              <a:t>IPv6 users in </a:t>
            </a:r>
            <a:r>
              <a:rPr lang="en-US" altLang="en-US"/>
              <a:t>Nov 2025, </a:t>
            </a:r>
            <a:r>
              <a:rPr lang="en-US" altLang="en-US" dirty="0"/>
              <a:t>see </a:t>
            </a:r>
            <a:r>
              <a:rPr lang="en-US" altLang="en-US" dirty="0">
                <a:hlinkClick r:id="rId3"/>
              </a:rPr>
              <a:t>http://www.google.com/intl/en/ipv6/statistics.html</a:t>
            </a:r>
            <a:r>
              <a:rPr lang="en-US" altLang="en-US" dirty="0"/>
              <a:t>.</a:t>
            </a:r>
          </a:p>
          <a:p>
            <a:pPr lvl="1" eaLnBrk="1" hangingPunct="1"/>
            <a:r>
              <a:rPr lang="en-US" altLang="en-US" dirty="0">
                <a:solidFill>
                  <a:srgbClr val="FF3300"/>
                </a:solidFill>
              </a:rPr>
              <a:t>Not compatible with IPv4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endParaRPr lang="en-US" altLang="en-US" dirty="0"/>
          </a:p>
        </p:txBody>
      </p:sp>
      <p:sp>
        <p:nvSpPr>
          <p:cNvPr id="178181" name="Rectangle 3">
            <a:extLst>
              <a:ext uri="{FF2B5EF4-FFF2-40B4-BE49-F238E27FC236}">
                <a16:creationId xmlns:a16="http://schemas.microsoft.com/office/drawing/2014/main" id="{02A17BFE-703B-4D2E-B5D6-21340AB554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39900" y="2735263"/>
            <a:ext cx="34988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ＭＳ Ｐゴシック" panose="020B0600070205080204" pitchFamily="34" charset="-128"/>
                <a:cs typeface="+mn-cs"/>
              </a:rPr>
              <a:t>2041:0000:140F:0000:0000:0000:005B:131B</a:t>
            </a:r>
          </a:p>
        </p:txBody>
      </p:sp>
      <p:sp>
        <p:nvSpPr>
          <p:cNvPr id="178182" name="Rectangle 4">
            <a:extLst>
              <a:ext uri="{FF2B5EF4-FFF2-40B4-BE49-F238E27FC236}">
                <a16:creationId xmlns:a16="http://schemas.microsoft.com/office/drawing/2014/main" id="{D4A584A4-C175-418B-955B-4209FC9290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6100" y="2735263"/>
            <a:ext cx="182563" cy="261937"/>
          </a:xfrm>
          <a:prstGeom prst="rect">
            <a:avLst/>
          </a:prstGeom>
          <a:noFill/>
          <a:ln w="6350" algn="ctr">
            <a:solidFill>
              <a:srgbClr val="FF3300"/>
            </a:solidFill>
            <a:prstDash val="sysDash"/>
            <a:round/>
            <a:headEnd type="none" w="sm" len="sm"/>
            <a:tailEnd type="triangle" w="med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aramond" panose="02020404030301010803" pitchFamily="18" charset="0"/>
              <a:ea typeface="ＭＳ Ｐゴシック" panose="020B0600070205080204" pitchFamily="34" charset="-128"/>
              <a:cs typeface="+mn-cs"/>
            </a:endParaRPr>
          </a:p>
        </p:txBody>
      </p:sp>
      <p:cxnSp>
        <p:nvCxnSpPr>
          <p:cNvPr id="178183" name="Straight Arrow Connector 6">
            <a:extLst>
              <a:ext uri="{FF2B5EF4-FFF2-40B4-BE49-F238E27FC236}">
                <a16:creationId xmlns:a16="http://schemas.microsoft.com/office/drawing/2014/main" id="{A044ADFD-DCC1-4922-BBAC-3B1E9442933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908175" y="3011488"/>
            <a:ext cx="0" cy="333375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78184" name="TextBox 7">
            <a:extLst>
              <a:ext uri="{FF2B5EF4-FFF2-40B4-BE49-F238E27FC236}">
                <a16:creationId xmlns:a16="http://schemas.microsoft.com/office/drawing/2014/main" id="{24C0413E-2E86-44E3-A75D-501C661E89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8113" y="3359150"/>
            <a:ext cx="118268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20</a:t>
            </a:r>
            <a:r>
              <a:rPr kumimoji="0" lang="en-US" altLang="en-US" sz="12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H</a:t>
            </a:r>
            <a:r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=00100000</a:t>
            </a:r>
            <a:r>
              <a:rPr kumimoji="0" lang="en-US" altLang="en-US" sz="1200" b="0" i="0" u="none" strike="noStrike" kern="1200" cap="none" spc="0" normalizeH="0" baseline="-2500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ＭＳ Ｐゴシック" panose="020B0600070205080204" pitchFamily="34" charset="-128"/>
                <a:cs typeface="+mn-cs"/>
              </a:rPr>
              <a:t>B</a:t>
            </a:r>
          </a:p>
        </p:txBody>
      </p:sp>
      <p:pic>
        <p:nvPicPr>
          <p:cNvPr id="178185" name="Picture 4" descr="underline_base">
            <a:extLst>
              <a:ext uri="{FF2B5EF4-FFF2-40B4-BE49-F238E27FC236}">
                <a16:creationId xmlns:a16="http://schemas.microsoft.com/office/drawing/2014/main" id="{8E6EBC49-3EEA-4326-AD66-09D16F1FBD38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25" y="1047750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Footer Placeholder 4">
            <a:extLst>
              <a:ext uri="{FF2B5EF4-FFF2-40B4-BE49-F238E27FC236}">
                <a16:creationId xmlns:a16="http://schemas.microsoft.com/office/drawing/2014/main" id="{1DC576A7-9BAE-4B5F-BC8E-E9859A028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0227" name="Slide Number Placeholder 5">
            <a:extLst>
              <a:ext uri="{FF2B5EF4-FFF2-40B4-BE49-F238E27FC236}">
                <a16:creationId xmlns:a16="http://schemas.microsoft.com/office/drawing/2014/main" id="{893765EB-F797-4744-86D1-61BD0590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A10858D4-D29D-4333-A999-CC59421671C0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80228" name="Picture 82" descr="underline_base">
            <a:extLst>
              <a:ext uri="{FF2B5EF4-FFF2-40B4-BE49-F238E27FC236}">
                <a16:creationId xmlns:a16="http://schemas.microsoft.com/office/drawing/2014/main" id="{B5FFA007-FE9C-4124-90E7-29E633D8F76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13" y="871538"/>
            <a:ext cx="5027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0229" name="Rectangle 80">
            <a:extLst>
              <a:ext uri="{FF2B5EF4-FFF2-40B4-BE49-F238E27FC236}">
                <a16:creationId xmlns:a16="http://schemas.microsoft.com/office/drawing/2014/main" id="{596B62EB-11CB-4D12-A3A5-2C74889F5D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16150" y="3263900"/>
            <a:ext cx="4748213" cy="2817813"/>
          </a:xfrm>
          <a:prstGeom prst="rect">
            <a:avLst/>
          </a:prstGeom>
          <a:solidFill>
            <a:srgbClr val="0000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68614" name="Rectangle 2">
            <a:extLst>
              <a:ext uri="{FF2B5EF4-FFF2-40B4-BE49-F238E27FC236}">
                <a16:creationId xmlns:a16="http://schemas.microsoft.com/office/drawing/2014/main" id="{F87D6E68-3ED7-4F00-BB34-55EA93BB13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185738"/>
            <a:ext cx="7772400" cy="90805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IPv6 datagram format</a:t>
            </a:r>
          </a:p>
        </p:txBody>
      </p:sp>
      <p:sp>
        <p:nvSpPr>
          <p:cNvPr id="180231" name="Rectangle 4">
            <a:extLst>
              <a:ext uri="{FF2B5EF4-FFF2-40B4-BE49-F238E27FC236}">
                <a16:creationId xmlns:a16="http://schemas.microsoft.com/office/drawing/2014/main" id="{B3FCA70B-DDA4-4905-A51F-1582C29A0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425" y="1306513"/>
            <a:ext cx="7927975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traffic class: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 identify priority among datagrams in flow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next header: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 MT" panose="020B0502020104020203" pitchFamily="34" charset="0"/>
                <a:ea typeface="ＭＳ Ｐゴシック" panose="020B0600070205080204" pitchFamily="34" charset="-128"/>
                <a:cs typeface="+mn-cs"/>
              </a:rPr>
              <a:t> identify upper layer protocol for data</a:t>
            </a: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mic Sans MS" panose="030F0702030302020204" pitchFamily="66" charset="0"/>
                <a:ea typeface="ＭＳ Ｐゴシック" panose="020B0600070205080204" pitchFamily="34" charset="-128"/>
                <a:cs typeface="+mn-cs"/>
              </a:rPr>
              <a:t> </a:t>
            </a:r>
          </a:p>
        </p:txBody>
      </p:sp>
      <p:sp>
        <p:nvSpPr>
          <p:cNvPr id="180232" name="Rectangle 56">
            <a:extLst>
              <a:ext uri="{FF2B5EF4-FFF2-40B4-BE49-F238E27FC236}">
                <a16:creationId xmlns:a16="http://schemas.microsoft.com/office/drawing/2014/main" id="{4281AD2B-91DD-46CA-AEBD-92362854A2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1538" y="3344863"/>
            <a:ext cx="4748212" cy="281781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3" name="Line 60">
            <a:extLst>
              <a:ext uri="{FF2B5EF4-FFF2-40B4-BE49-F238E27FC236}">
                <a16:creationId xmlns:a16="http://schemas.microsoft.com/office/drawing/2014/main" id="{4B288895-F0CF-49F0-9C95-944BE9034938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3125" y="3654425"/>
            <a:ext cx="47275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4" name="Line 61">
            <a:extLst>
              <a:ext uri="{FF2B5EF4-FFF2-40B4-BE49-F238E27FC236}">
                <a16:creationId xmlns:a16="http://schemas.microsoft.com/office/drawing/2014/main" id="{7E36A84A-E229-41BB-9218-7169B07AC4FA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4000" y="3354388"/>
            <a:ext cx="0" cy="2936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5" name="Line 63">
            <a:extLst>
              <a:ext uri="{FF2B5EF4-FFF2-40B4-BE49-F238E27FC236}">
                <a16:creationId xmlns:a16="http://schemas.microsoft.com/office/drawing/2014/main" id="{39100AF9-BF88-4220-A811-959F9A10C2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482975" y="3351213"/>
            <a:ext cx="0" cy="2936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6" name="Line 64">
            <a:extLst>
              <a:ext uri="{FF2B5EF4-FFF2-40B4-BE49-F238E27FC236}">
                <a16:creationId xmlns:a16="http://schemas.microsoft.com/office/drawing/2014/main" id="{25BD86E3-6BD0-431D-857D-86A4A2B2FB8F}"/>
              </a:ext>
            </a:extLst>
          </p:cNvPr>
          <p:cNvSpPr>
            <a:spLocks noChangeShapeType="1"/>
          </p:cNvSpPr>
          <p:nvPr/>
        </p:nvSpPr>
        <p:spPr bwMode="auto">
          <a:xfrm>
            <a:off x="4410075" y="3649663"/>
            <a:ext cx="0" cy="2936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7" name="Line 65">
            <a:extLst>
              <a:ext uri="{FF2B5EF4-FFF2-40B4-BE49-F238E27FC236}">
                <a16:creationId xmlns:a16="http://schemas.microsoft.com/office/drawing/2014/main" id="{C459A9F4-A1A0-4C30-BD13-7298065EDD17}"/>
              </a:ext>
            </a:extLst>
          </p:cNvPr>
          <p:cNvSpPr>
            <a:spLocks noChangeShapeType="1"/>
          </p:cNvSpPr>
          <p:nvPr/>
        </p:nvSpPr>
        <p:spPr bwMode="auto">
          <a:xfrm>
            <a:off x="5556250" y="3652838"/>
            <a:ext cx="0" cy="29368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8" name="Line 66">
            <a:extLst>
              <a:ext uri="{FF2B5EF4-FFF2-40B4-BE49-F238E27FC236}">
                <a16:creationId xmlns:a16="http://schemas.microsoft.com/office/drawing/2014/main" id="{B1B685D0-FBBB-44B7-AB0F-4EC586FEE2DD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0425" y="5175250"/>
            <a:ext cx="476091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39" name="Line 67">
            <a:extLst>
              <a:ext uri="{FF2B5EF4-FFF2-40B4-BE49-F238E27FC236}">
                <a16:creationId xmlns:a16="http://schemas.microsoft.com/office/drawing/2014/main" id="{70283984-94B4-493A-B9DA-BA0C3F216A0A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7888" y="4535488"/>
            <a:ext cx="476091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40" name="Line 68">
            <a:extLst>
              <a:ext uri="{FF2B5EF4-FFF2-40B4-BE49-F238E27FC236}">
                <a16:creationId xmlns:a16="http://schemas.microsoft.com/office/drawing/2014/main" id="{B77CBD0E-2A29-4CF7-AFEE-A3D249F6CD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33600" y="3952875"/>
            <a:ext cx="476091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41" name="Text Box 69">
            <a:extLst>
              <a:ext uri="{FF2B5EF4-FFF2-40B4-BE49-F238E27FC236}">
                <a16:creationId xmlns:a16="http://schemas.microsoft.com/office/drawing/2014/main" id="{E1CE4CD7-8D31-4FD3-9001-5D6C662D00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46538" y="5440363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data</a:t>
            </a:r>
          </a:p>
        </p:txBody>
      </p:sp>
      <p:sp>
        <p:nvSpPr>
          <p:cNvPr id="180242" name="Text Box 70">
            <a:extLst>
              <a:ext uri="{FF2B5EF4-FFF2-40B4-BE49-F238E27FC236}">
                <a16:creationId xmlns:a16="http://schemas.microsoft.com/office/drawing/2014/main" id="{85385C7C-9D39-4EE1-91BC-BB0693B7D2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8200" y="4578350"/>
            <a:ext cx="21653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destination address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(128 bits)</a:t>
            </a:r>
          </a:p>
        </p:txBody>
      </p:sp>
      <p:sp>
        <p:nvSpPr>
          <p:cNvPr id="180243" name="Text Box 71">
            <a:extLst>
              <a:ext uri="{FF2B5EF4-FFF2-40B4-BE49-F238E27FC236}">
                <a16:creationId xmlns:a16="http://schemas.microsoft.com/office/drawing/2014/main" id="{BE43E8AF-F0E3-40B2-B64B-218F136965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3300" y="3971925"/>
            <a:ext cx="1746250" cy="558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source address</a:t>
            </a:r>
          </a:p>
          <a:p>
            <a:pPr marL="0" marR="0" lvl="0" indent="0" algn="ctr" defTabSz="914400" rtl="0" eaLnBrk="0" fontAlgn="base" latinLnBrk="0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(128 bits)</a:t>
            </a:r>
          </a:p>
        </p:txBody>
      </p:sp>
      <p:sp>
        <p:nvSpPr>
          <p:cNvPr id="180244" name="Text Box 72">
            <a:extLst>
              <a:ext uri="{FF2B5EF4-FFF2-40B4-BE49-F238E27FC236}">
                <a16:creationId xmlns:a16="http://schemas.microsoft.com/office/drawing/2014/main" id="{F8BD3894-4BD6-473C-A05E-E3D4DF3FF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3619500"/>
            <a:ext cx="1352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payload len</a:t>
            </a:r>
          </a:p>
        </p:txBody>
      </p:sp>
      <p:sp>
        <p:nvSpPr>
          <p:cNvPr id="180245" name="Text Box 73">
            <a:extLst>
              <a:ext uri="{FF2B5EF4-FFF2-40B4-BE49-F238E27FC236}">
                <a16:creationId xmlns:a16="http://schemas.microsoft.com/office/drawing/2014/main" id="{CBB718E1-B2BC-4DE7-8D6C-2EF0305040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08488" y="3627438"/>
            <a:ext cx="1009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next hdr</a:t>
            </a:r>
          </a:p>
        </p:txBody>
      </p:sp>
      <p:sp>
        <p:nvSpPr>
          <p:cNvPr id="180246" name="Text Box 74">
            <a:extLst>
              <a:ext uri="{FF2B5EF4-FFF2-40B4-BE49-F238E27FC236}">
                <a16:creationId xmlns:a16="http://schemas.microsoft.com/office/drawing/2014/main" id="{2D9DB190-4550-485B-B111-18EA51B9E2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0" y="3613150"/>
            <a:ext cx="1035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hop limit</a:t>
            </a:r>
          </a:p>
        </p:txBody>
      </p:sp>
      <p:sp>
        <p:nvSpPr>
          <p:cNvPr id="180247" name="Text Box 75">
            <a:extLst>
              <a:ext uri="{FF2B5EF4-FFF2-40B4-BE49-F238E27FC236}">
                <a16:creationId xmlns:a16="http://schemas.microsoft.com/office/drawing/2014/main" id="{0ACB8417-ABE7-4126-87B9-70E06C0915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3900" y="3319463"/>
            <a:ext cx="1136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flow label</a:t>
            </a:r>
          </a:p>
        </p:txBody>
      </p:sp>
      <p:sp>
        <p:nvSpPr>
          <p:cNvPr id="180248" name="Text Box 76">
            <a:extLst>
              <a:ext uri="{FF2B5EF4-FFF2-40B4-BE49-F238E27FC236}">
                <a16:creationId xmlns:a16="http://schemas.microsoft.com/office/drawing/2014/main" id="{D5082A00-7E69-4F53-8C34-EA15149B05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16213" y="3373438"/>
            <a:ext cx="823912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traffic class</a:t>
            </a:r>
          </a:p>
        </p:txBody>
      </p:sp>
      <p:sp>
        <p:nvSpPr>
          <p:cNvPr id="180249" name="Text Box 77">
            <a:extLst>
              <a:ext uri="{FF2B5EF4-FFF2-40B4-BE49-F238E27FC236}">
                <a16:creationId xmlns:a16="http://schemas.microsoft.com/office/drawing/2014/main" id="{ECDB6456-62E8-4CC2-8807-EA2E535E52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5" y="33131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ver</a:t>
            </a:r>
          </a:p>
        </p:txBody>
      </p:sp>
      <p:sp>
        <p:nvSpPr>
          <p:cNvPr id="180250" name="Line 79">
            <a:extLst>
              <a:ext uri="{FF2B5EF4-FFF2-40B4-BE49-F238E27FC236}">
                <a16:creationId xmlns:a16="http://schemas.microsoft.com/office/drawing/2014/main" id="{071B20A8-DB51-48FD-96CA-52E92BA095C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19313" y="6400800"/>
            <a:ext cx="4816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0251" name="Text Box 78">
            <a:extLst>
              <a:ext uri="{FF2B5EF4-FFF2-40B4-BE49-F238E27FC236}">
                <a16:creationId xmlns:a16="http://schemas.microsoft.com/office/drawing/2014/main" id="{4A57BAC4-2B14-493B-A8EC-D0DF15F19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275" y="6210300"/>
            <a:ext cx="8572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32 bits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Footer Placeholder 4">
            <a:extLst>
              <a:ext uri="{FF2B5EF4-FFF2-40B4-BE49-F238E27FC236}">
                <a16:creationId xmlns:a16="http://schemas.microsoft.com/office/drawing/2014/main" id="{B6E4426F-7CBE-49A8-B019-23C2AD2A8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1251" name="Slide Number Placeholder 5">
            <a:extLst>
              <a:ext uri="{FF2B5EF4-FFF2-40B4-BE49-F238E27FC236}">
                <a16:creationId xmlns:a16="http://schemas.microsoft.com/office/drawing/2014/main" id="{45C2779A-F871-4BD9-A356-BDB896CE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7BCF96AF-A4D4-443C-BC81-98AAA0056025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81252" name="Picture 4" descr="underline_base">
            <a:extLst>
              <a:ext uri="{FF2B5EF4-FFF2-40B4-BE49-F238E27FC236}">
                <a16:creationId xmlns:a16="http://schemas.microsoft.com/office/drawing/2014/main" id="{C6336FBA-828F-4058-B45B-197E2854307F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88" y="1042988"/>
            <a:ext cx="6399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9637" name="Rectangle 2">
            <a:extLst>
              <a:ext uri="{FF2B5EF4-FFF2-40B4-BE49-F238E27FC236}">
                <a16:creationId xmlns:a16="http://schemas.microsoft.com/office/drawing/2014/main" id="{FBFAA2B2-A42B-4FD0-A865-31049FA5FC3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Other changes from IPv4</a:t>
            </a:r>
          </a:p>
        </p:txBody>
      </p:sp>
      <p:sp>
        <p:nvSpPr>
          <p:cNvPr id="181254" name="Rectangle 3">
            <a:extLst>
              <a:ext uri="{FF2B5EF4-FFF2-40B4-BE49-F238E27FC236}">
                <a16:creationId xmlns:a16="http://schemas.microsoft.com/office/drawing/2014/main" id="{03C37462-6737-4D31-AB90-A6FAF83CCC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ICMPv6:</a:t>
            </a:r>
            <a:r>
              <a:rPr lang="en-US" altLang="zh-TW" dirty="0">
                <a:ea typeface="ＭＳ Ｐゴシック" panose="020B0600070205080204" pitchFamily="34" charset="-128"/>
              </a:rPr>
              <a:t> new version of ICMP</a:t>
            </a: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additional message types, e.g. </a:t>
            </a:r>
            <a:r>
              <a:rPr lang="ja-JP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ja-JP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Packet Too Big</a:t>
            </a:r>
            <a:r>
              <a:rPr lang="ja-JP" altLang="en-US" dirty="0">
                <a:ea typeface="ＭＳ Ｐゴシック" panose="020B0600070205080204" pitchFamily="34" charset="-128"/>
              </a:rPr>
              <a:t>”</a:t>
            </a:r>
            <a:endParaRPr lang="en-US" altLang="ja-JP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zh-TW" dirty="0">
                <a:ea typeface="ＭＳ Ｐゴシック" panose="020B0600070205080204" pitchFamily="34" charset="-128"/>
              </a:rPr>
              <a:t>multicast group management functions</a:t>
            </a:r>
          </a:p>
          <a:p>
            <a:r>
              <a:rPr lang="en-US" altLang="zh-TW" i="1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checksum</a:t>
            </a:r>
            <a:r>
              <a:rPr lang="en-US" altLang="zh-TW" dirty="0">
                <a:solidFill>
                  <a:srgbClr val="CC0000"/>
                </a:solidFill>
                <a:ea typeface="ＭＳ Ｐゴシック" panose="020B0600070205080204" pitchFamily="34" charset="-128"/>
              </a:rPr>
              <a:t>:</a:t>
            </a:r>
            <a:r>
              <a:rPr lang="en-US" altLang="zh-TW" i="1" dirty="0">
                <a:ea typeface="ＭＳ Ｐゴシック" panose="020B0600070205080204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removed entirely to reduce processing time</a:t>
            </a:r>
            <a:r>
              <a:rPr lang="en-US" altLang="zh-TW" dirty="0">
                <a:ea typeface="ＭＳ Ｐゴシック" panose="020B0600070205080204" pitchFamily="34" charset="-128"/>
              </a:rPr>
              <a:t> at each hop</a:t>
            </a:r>
          </a:p>
          <a:p>
            <a:endParaRPr lang="en-US" altLang="zh-TW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Footer Placeholder 4">
            <a:extLst>
              <a:ext uri="{FF2B5EF4-FFF2-40B4-BE49-F238E27FC236}">
                <a16:creationId xmlns:a16="http://schemas.microsoft.com/office/drawing/2014/main" id="{AD0AC9C8-EAFD-4830-904C-65C18A986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2275" name="Slide Number Placeholder 5">
            <a:extLst>
              <a:ext uri="{FF2B5EF4-FFF2-40B4-BE49-F238E27FC236}">
                <a16:creationId xmlns:a16="http://schemas.microsoft.com/office/drawing/2014/main" id="{0526B7E5-8AE2-4D92-AF1F-1DF4D489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67A36959-82E2-4D3A-AF3E-B77827EB8351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0660" name="Rectangle 2">
            <a:extLst>
              <a:ext uri="{FF2B5EF4-FFF2-40B4-BE49-F238E27FC236}">
                <a16:creationId xmlns:a16="http://schemas.microsoft.com/office/drawing/2014/main" id="{A8047EE5-85EC-4343-B1C9-F86CBC5D71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Transition from IPv4 to IPv6</a:t>
            </a:r>
          </a:p>
        </p:txBody>
      </p:sp>
      <p:sp>
        <p:nvSpPr>
          <p:cNvPr id="102405" name="Rectangle 3">
            <a:extLst>
              <a:ext uri="{FF2B5EF4-FFF2-40B4-BE49-F238E27FC236}">
                <a16:creationId xmlns:a16="http://schemas.microsoft.com/office/drawing/2014/main" id="{AD0D6A4E-967F-4134-A1DA-63C1FC5F81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11188" y="1500188"/>
            <a:ext cx="8256587" cy="2487612"/>
          </a:xfrm>
        </p:spPr>
        <p:txBody>
          <a:bodyPr/>
          <a:lstStyle/>
          <a:p>
            <a:pPr>
              <a:lnSpc>
                <a:spcPct val="75000"/>
              </a:lnSpc>
              <a:defRPr/>
            </a:pPr>
            <a:r>
              <a:rPr lang="en-US" altLang="zh-TW" dirty="0">
                <a:ea typeface="ＭＳ Ｐゴシック" pitchFamily="34" charset="-128"/>
              </a:rPr>
              <a:t>not all routers can be upgraded simultaneously</a:t>
            </a:r>
          </a:p>
          <a:p>
            <a:pPr lvl="1">
              <a:lnSpc>
                <a:spcPct val="75000"/>
              </a:lnSpc>
              <a:defRPr/>
            </a:pPr>
            <a:r>
              <a:rPr lang="en-US" altLang="zh-TW" dirty="0">
                <a:ea typeface="ＭＳ Ｐゴシック" pitchFamily="34" charset="-128"/>
              </a:rPr>
              <a:t>no </a:t>
            </a:r>
            <a:r>
              <a:rPr lang="ja-JP" altLang="en-US" dirty="0">
                <a:ea typeface="ＭＳ Ｐゴシック" pitchFamily="34" charset="-128"/>
              </a:rPr>
              <a:t>“</a:t>
            </a:r>
            <a:r>
              <a:rPr lang="en-US" altLang="ja-JP" dirty="0">
                <a:ea typeface="ＭＳ Ｐゴシック" pitchFamily="34" charset="-128"/>
              </a:rPr>
              <a:t>flag days</a:t>
            </a:r>
            <a:r>
              <a:rPr lang="ja-JP" altLang="en-US" dirty="0">
                <a:ea typeface="ＭＳ Ｐゴシック" pitchFamily="34" charset="-128"/>
              </a:rPr>
              <a:t>” </a:t>
            </a:r>
            <a:r>
              <a:rPr lang="en-US" altLang="ja-JP" dirty="0">
                <a:ea typeface="ＭＳ Ｐゴシック" pitchFamily="34" charset="-128"/>
              </a:rPr>
              <a:t>(turn off all machines and upgrade)</a:t>
            </a:r>
            <a:endParaRPr lang="en-US" altLang="zh-TW" dirty="0">
              <a:ea typeface="ＭＳ Ｐゴシック" pitchFamily="34" charset="-128"/>
            </a:endParaRPr>
          </a:p>
          <a:p>
            <a:pPr marL="342900" lvl="1" indent="-342900">
              <a:lnSpc>
                <a:spcPct val="75000"/>
              </a:lnSpc>
              <a:buSzPct val="65000"/>
              <a:buFont typeface="Wingdings" panose="05000000000000000000" pitchFamily="2" charset="2"/>
              <a:buChar char="v"/>
              <a:defRPr/>
            </a:pPr>
            <a:r>
              <a:rPr lang="en-US" altLang="zh-TW" sz="2800" dirty="0">
                <a:solidFill>
                  <a:srgbClr val="C00000"/>
                </a:solidFill>
                <a:ea typeface="ＭＳ Ｐゴシック" pitchFamily="34" charset="-128"/>
              </a:rPr>
              <a:t>Q.</a:t>
            </a:r>
            <a:r>
              <a:rPr lang="en-US" altLang="zh-TW" sz="2800" dirty="0">
                <a:ea typeface="ＭＳ Ｐゴシック" pitchFamily="34" charset="-128"/>
              </a:rPr>
              <a:t> How will network operate with </a:t>
            </a:r>
            <a:r>
              <a:rPr lang="en-US" altLang="zh-TW" sz="2800" dirty="0">
                <a:solidFill>
                  <a:srgbClr val="0070C0"/>
                </a:solidFill>
                <a:ea typeface="ＭＳ Ｐゴシック" pitchFamily="34" charset="-128"/>
              </a:rPr>
              <a:t>mixed</a:t>
            </a:r>
            <a:r>
              <a:rPr lang="en-US" altLang="zh-TW" sz="2800" dirty="0">
                <a:ea typeface="ＭＳ Ｐゴシック" pitchFamily="34" charset="-128"/>
              </a:rPr>
              <a:t> IPv4 and IPv6 routers? </a:t>
            </a:r>
          </a:p>
          <a:p>
            <a:pPr>
              <a:defRPr/>
            </a:pPr>
            <a:r>
              <a:rPr lang="en-US" altLang="zh-TW" i="1" dirty="0">
                <a:solidFill>
                  <a:srgbClr val="CC0000"/>
                </a:solidFill>
                <a:ea typeface="ＭＳ Ｐゴシック" pitchFamily="34" charset="-128"/>
              </a:rPr>
              <a:t>Tunneling:</a:t>
            </a:r>
            <a:r>
              <a:rPr lang="en-US" altLang="zh-TW" dirty="0">
                <a:ea typeface="ＭＳ Ｐゴシック" pitchFamily="34" charset="-128"/>
              </a:rPr>
              <a:t> </a:t>
            </a: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IPv6 datagram </a:t>
            </a:r>
            <a:r>
              <a:rPr lang="en-US" altLang="zh-TW" dirty="0">
                <a:ea typeface="ＭＳ Ｐゴシック" pitchFamily="34" charset="-128"/>
              </a:rPr>
              <a:t>carried as </a:t>
            </a:r>
            <a:r>
              <a:rPr lang="en-US" altLang="zh-TW" i="1" dirty="0">
                <a:solidFill>
                  <a:srgbClr val="0070C0"/>
                </a:solidFill>
                <a:ea typeface="ＭＳ Ｐゴシック" pitchFamily="34" charset="-128"/>
              </a:rPr>
              <a:t>payload</a:t>
            </a:r>
            <a:r>
              <a:rPr lang="en-US" altLang="zh-TW" dirty="0">
                <a:solidFill>
                  <a:srgbClr val="0070C0"/>
                </a:solidFill>
                <a:ea typeface="ＭＳ Ｐゴシック" pitchFamily="34" charset="-128"/>
              </a:rPr>
              <a:t> in IPv4 datagram among IPv4 routers</a:t>
            </a:r>
          </a:p>
        </p:txBody>
      </p:sp>
      <p:pic>
        <p:nvPicPr>
          <p:cNvPr id="182278" name="Picture 4" descr="underline_base">
            <a:extLst>
              <a:ext uri="{FF2B5EF4-FFF2-40B4-BE49-F238E27FC236}">
                <a16:creationId xmlns:a16="http://schemas.microsoft.com/office/drawing/2014/main" id="{B9F6264A-68C1-4B33-9BE6-DF8194300B1C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" y="1025525"/>
            <a:ext cx="685641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2279" name="Group 47">
            <a:extLst>
              <a:ext uri="{FF2B5EF4-FFF2-40B4-BE49-F238E27FC236}">
                <a16:creationId xmlns:a16="http://schemas.microsoft.com/office/drawing/2014/main" id="{20FCDFC6-E9B6-464D-B761-A0505759136E}"/>
              </a:ext>
            </a:extLst>
          </p:cNvPr>
          <p:cNvGrpSpPr>
            <a:grpSpLocks/>
          </p:cNvGrpSpPr>
          <p:nvPr/>
        </p:nvGrpSpPr>
        <p:grpSpPr bwMode="auto">
          <a:xfrm>
            <a:off x="2101850" y="5351463"/>
            <a:ext cx="4854575" cy="473075"/>
            <a:chOff x="1163" y="3504"/>
            <a:chExt cx="3058" cy="298"/>
          </a:xfrm>
        </p:grpSpPr>
        <p:sp>
          <p:nvSpPr>
            <p:cNvPr id="182312" name="Rectangle 26">
              <a:extLst>
                <a:ext uri="{FF2B5EF4-FFF2-40B4-BE49-F238E27FC236}">
                  <a16:creationId xmlns:a16="http://schemas.microsoft.com/office/drawing/2014/main" id="{21425F7B-9BA6-4A3C-88CC-65C91B2216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3" y="3505"/>
              <a:ext cx="3058" cy="295"/>
            </a:xfrm>
            <a:prstGeom prst="rect">
              <a:avLst/>
            </a:prstGeom>
            <a:gradFill rotWithShape="1">
              <a:gsLst>
                <a:gs pos="0">
                  <a:srgbClr val="CC0000">
                    <a:alpha val="40999"/>
                  </a:srgbClr>
                </a:gs>
                <a:gs pos="100000">
                  <a:srgbClr val="CC0000">
                    <a:alpha val="37999"/>
                  </a:srgbClr>
                </a:gs>
              </a:gsLst>
              <a:lin ang="5400000" scaled="1"/>
            </a:gra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3" name="Line 27">
              <a:extLst>
                <a:ext uri="{FF2B5EF4-FFF2-40B4-BE49-F238E27FC236}">
                  <a16:creationId xmlns:a16="http://schemas.microsoft.com/office/drawing/2014/main" id="{2C0676B6-73A7-456D-8076-A90244530E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2" y="3504"/>
              <a:ext cx="0" cy="295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4" name="Line 28">
              <a:extLst>
                <a:ext uri="{FF2B5EF4-FFF2-40B4-BE49-F238E27FC236}">
                  <a16:creationId xmlns:a16="http://schemas.microsoft.com/office/drawing/2014/main" id="{89D7388A-4BBF-4BA3-BAAF-1E80779105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1" y="3507"/>
              <a:ext cx="0" cy="295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5" name="Line 29">
              <a:extLst>
                <a:ext uri="{FF2B5EF4-FFF2-40B4-BE49-F238E27FC236}">
                  <a16:creationId xmlns:a16="http://schemas.microsoft.com/office/drawing/2014/main" id="{7D0A63F5-758E-43AE-AB21-E60C0B2EB7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2" y="3504"/>
              <a:ext cx="0" cy="295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6" name="Line 31">
              <a:extLst>
                <a:ext uri="{FF2B5EF4-FFF2-40B4-BE49-F238E27FC236}">
                  <a16:creationId xmlns:a16="http://schemas.microsoft.com/office/drawing/2014/main" id="{17A7ADDC-341B-411D-8EFE-6A3851298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7" y="3504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7" name="Line 32">
              <a:extLst>
                <a:ext uri="{FF2B5EF4-FFF2-40B4-BE49-F238E27FC236}">
                  <a16:creationId xmlns:a16="http://schemas.microsoft.com/office/drawing/2014/main" id="{4AA8DDEC-87CC-4590-A13F-3661AFEE06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87" y="3742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8" name="Line 33">
              <a:extLst>
                <a:ext uri="{FF2B5EF4-FFF2-40B4-BE49-F238E27FC236}">
                  <a16:creationId xmlns:a16="http://schemas.microsoft.com/office/drawing/2014/main" id="{D23CF941-1FA5-4A73-B19C-D6267813DC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3" y="3504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19" name="Line 34">
              <a:extLst>
                <a:ext uri="{FF2B5EF4-FFF2-40B4-BE49-F238E27FC236}">
                  <a16:creationId xmlns:a16="http://schemas.microsoft.com/office/drawing/2014/main" id="{BD2622FF-1FD5-4701-B178-8CDD18DD3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3" y="3742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0" name="Line 35">
              <a:extLst>
                <a:ext uri="{FF2B5EF4-FFF2-40B4-BE49-F238E27FC236}">
                  <a16:creationId xmlns:a16="http://schemas.microsoft.com/office/drawing/2014/main" id="{F8B56AA9-6982-49EF-A88E-60842DDBAE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9" y="3504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1" name="Line 36">
              <a:extLst>
                <a:ext uri="{FF2B5EF4-FFF2-40B4-BE49-F238E27FC236}">
                  <a16:creationId xmlns:a16="http://schemas.microsoft.com/office/drawing/2014/main" id="{461532FB-C6F1-4D37-8BBD-7A6E4FD162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9" y="3742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2" name="Line 37">
              <a:extLst>
                <a:ext uri="{FF2B5EF4-FFF2-40B4-BE49-F238E27FC236}">
                  <a16:creationId xmlns:a16="http://schemas.microsoft.com/office/drawing/2014/main" id="{7FA023FA-F08E-4B7B-B0E8-7E394B7131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5" y="3504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3" name="Line 38">
              <a:extLst>
                <a:ext uri="{FF2B5EF4-FFF2-40B4-BE49-F238E27FC236}">
                  <a16:creationId xmlns:a16="http://schemas.microsoft.com/office/drawing/2014/main" id="{34AA7CDC-E5F0-4684-B5E1-67A58E49A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5" y="3742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4" name="Line 39">
              <a:extLst>
                <a:ext uri="{FF2B5EF4-FFF2-40B4-BE49-F238E27FC236}">
                  <a16:creationId xmlns:a16="http://schemas.microsoft.com/office/drawing/2014/main" id="{90D6F18A-39C1-42A5-9FDF-C321A0BEAE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7" y="3506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5" name="Line 40">
              <a:extLst>
                <a:ext uri="{FF2B5EF4-FFF2-40B4-BE49-F238E27FC236}">
                  <a16:creationId xmlns:a16="http://schemas.microsoft.com/office/drawing/2014/main" id="{96C09DB6-60C8-4317-8F03-D4574F5AE8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7" y="3744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6" name="Line 41">
              <a:extLst>
                <a:ext uri="{FF2B5EF4-FFF2-40B4-BE49-F238E27FC236}">
                  <a16:creationId xmlns:a16="http://schemas.microsoft.com/office/drawing/2014/main" id="{E3DBA070-577B-415F-8381-7DA6EE0E4D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3" y="3508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27" name="Line 42">
              <a:extLst>
                <a:ext uri="{FF2B5EF4-FFF2-40B4-BE49-F238E27FC236}">
                  <a16:creationId xmlns:a16="http://schemas.microsoft.com/office/drawing/2014/main" id="{E2A9943E-C5ED-4395-9D19-E9FFA6BF13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3" y="3746"/>
              <a:ext cx="0" cy="56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sp>
        <p:nvSpPr>
          <p:cNvPr id="182280" name="Text Box 48">
            <a:extLst>
              <a:ext uri="{FF2B5EF4-FFF2-40B4-BE49-F238E27FC236}">
                <a16:creationId xmlns:a16="http://schemas.microsoft.com/office/drawing/2014/main" id="{0F32301C-C3EE-40C0-BE18-82F435B3D8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7025" y="4549775"/>
            <a:ext cx="2006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 source, dest addr </a:t>
            </a:r>
          </a:p>
        </p:txBody>
      </p:sp>
      <p:sp>
        <p:nvSpPr>
          <p:cNvPr id="182281" name="Text Box 50">
            <a:extLst>
              <a:ext uri="{FF2B5EF4-FFF2-40B4-BE49-F238E27FC236}">
                <a16:creationId xmlns:a16="http://schemas.microsoft.com/office/drawing/2014/main" id="{A36BB488-3192-49AF-970F-F2B0EFC754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3338" y="4318000"/>
            <a:ext cx="165258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 header fields </a:t>
            </a:r>
          </a:p>
        </p:txBody>
      </p:sp>
      <p:sp>
        <p:nvSpPr>
          <p:cNvPr id="182282" name="Line 55">
            <a:extLst>
              <a:ext uri="{FF2B5EF4-FFF2-40B4-BE49-F238E27FC236}">
                <a16:creationId xmlns:a16="http://schemas.microsoft.com/office/drawing/2014/main" id="{9BA21A80-85EC-4985-8E48-E793A8AC6C8D}"/>
              </a:ext>
            </a:extLst>
          </p:cNvPr>
          <p:cNvSpPr>
            <a:spLocks noChangeShapeType="1"/>
          </p:cNvSpPr>
          <p:nvPr/>
        </p:nvSpPr>
        <p:spPr bwMode="auto">
          <a:xfrm>
            <a:off x="2855913" y="4808538"/>
            <a:ext cx="0" cy="738187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2283" name="Line 56">
            <a:extLst>
              <a:ext uri="{FF2B5EF4-FFF2-40B4-BE49-F238E27FC236}">
                <a16:creationId xmlns:a16="http://schemas.microsoft.com/office/drawing/2014/main" id="{1A26AA6B-F3AE-49DB-8FC7-79A26A49853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0675" y="4803775"/>
            <a:ext cx="381000" cy="738188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2284" name="Line 57">
            <a:extLst>
              <a:ext uri="{FF2B5EF4-FFF2-40B4-BE49-F238E27FC236}">
                <a16:creationId xmlns:a16="http://schemas.microsoft.com/office/drawing/2014/main" id="{90505E03-8FAC-4094-9505-C2DC44810F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0600" y="4560888"/>
            <a:ext cx="0" cy="976312"/>
          </a:xfrm>
          <a:prstGeom prst="line">
            <a:avLst/>
          </a:prstGeom>
          <a:noFill/>
          <a:ln w="9525">
            <a:solidFill>
              <a:srgbClr val="CC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2285" name="Text Box 23">
            <a:extLst>
              <a:ext uri="{FF2B5EF4-FFF2-40B4-BE49-F238E27FC236}">
                <a16:creationId xmlns:a16="http://schemas.microsoft.com/office/drawing/2014/main" id="{FA56EDD2-AE0B-4E9C-B718-DDCF323AA2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63950" y="6178550"/>
            <a:ext cx="1670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datagram</a:t>
            </a:r>
          </a:p>
        </p:txBody>
      </p:sp>
      <p:sp>
        <p:nvSpPr>
          <p:cNvPr id="182286" name="Line 24">
            <a:extLst>
              <a:ext uri="{FF2B5EF4-FFF2-40B4-BE49-F238E27FC236}">
                <a16:creationId xmlns:a16="http://schemas.microsoft.com/office/drawing/2014/main" id="{71FCB557-6B1E-491E-B5B2-9C6CACA48759}"/>
              </a:ext>
            </a:extLst>
          </p:cNvPr>
          <p:cNvSpPr>
            <a:spLocks noChangeShapeType="1"/>
          </p:cNvSpPr>
          <p:nvPr/>
        </p:nvSpPr>
        <p:spPr bwMode="auto">
          <a:xfrm>
            <a:off x="5284788" y="6367463"/>
            <a:ext cx="16954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2287" name="Line 25">
            <a:extLst>
              <a:ext uri="{FF2B5EF4-FFF2-40B4-BE49-F238E27FC236}">
                <a16:creationId xmlns:a16="http://schemas.microsoft.com/office/drawing/2014/main" id="{390976C1-867A-4669-9400-5A207E89227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95500" y="6367463"/>
            <a:ext cx="16065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18880" name="Text Box 64">
            <a:extLst>
              <a:ext uri="{FF2B5EF4-FFF2-40B4-BE49-F238E27FC236}">
                <a16:creationId xmlns:a16="http://schemas.microsoft.com/office/drawing/2014/main" id="{B407020B-EF42-4503-857A-AA1D43AF1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4675" y="5829300"/>
            <a:ext cx="1670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IPv6</a:t>
            </a: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 datagram</a:t>
            </a:r>
          </a:p>
        </p:txBody>
      </p:sp>
      <p:sp>
        <p:nvSpPr>
          <p:cNvPr id="418881" name="Line 65">
            <a:extLst>
              <a:ext uri="{FF2B5EF4-FFF2-40B4-BE49-F238E27FC236}">
                <a16:creationId xmlns:a16="http://schemas.microsoft.com/office/drawing/2014/main" id="{6D9889F7-4539-47C2-A3AF-D1936270B01E}"/>
              </a:ext>
            </a:extLst>
          </p:cNvPr>
          <p:cNvSpPr>
            <a:spLocks noChangeShapeType="1"/>
          </p:cNvSpPr>
          <p:nvPr/>
        </p:nvSpPr>
        <p:spPr bwMode="auto">
          <a:xfrm>
            <a:off x="6021388" y="5999163"/>
            <a:ext cx="8572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418882" name="Line 66">
            <a:extLst>
              <a:ext uri="{FF2B5EF4-FFF2-40B4-BE49-F238E27FC236}">
                <a16:creationId xmlns:a16="http://schemas.microsoft.com/office/drawing/2014/main" id="{D8F5D7DF-0E9A-44A0-B248-95A96CF141B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22663" y="5999163"/>
            <a:ext cx="9255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2291" name="Rectangle 69">
            <a:extLst>
              <a:ext uri="{FF2B5EF4-FFF2-40B4-BE49-F238E27FC236}">
                <a16:creationId xmlns:a16="http://schemas.microsoft.com/office/drawing/2014/main" id="{4DFAAE6E-9E82-4E70-9A89-92212871A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0913" y="5386388"/>
            <a:ext cx="3422650" cy="401637"/>
          </a:xfrm>
          <a:prstGeom prst="rect">
            <a:avLst/>
          </a:prstGeom>
          <a:solidFill>
            <a:srgbClr val="66CC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TW" altLang="zh-TW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3" name="Group 70">
            <a:extLst>
              <a:ext uri="{FF2B5EF4-FFF2-40B4-BE49-F238E27FC236}">
                <a16:creationId xmlns:a16="http://schemas.microsoft.com/office/drawing/2014/main" id="{19B88DFC-2C9A-43B3-95BB-CE5E6653CB27}"/>
              </a:ext>
            </a:extLst>
          </p:cNvPr>
          <p:cNvGrpSpPr>
            <a:grpSpLocks/>
          </p:cNvGrpSpPr>
          <p:nvPr/>
        </p:nvGrpSpPr>
        <p:grpSpPr bwMode="auto">
          <a:xfrm>
            <a:off x="4552950" y="4416425"/>
            <a:ext cx="3379788" cy="1109663"/>
            <a:chOff x="2868" y="2782"/>
            <a:chExt cx="2129" cy="699"/>
          </a:xfrm>
        </p:grpSpPr>
        <p:sp>
          <p:nvSpPr>
            <p:cNvPr id="182310" name="Text Box 51">
              <a:extLst>
                <a:ext uri="{FF2B5EF4-FFF2-40B4-BE49-F238E27FC236}">
                  <a16:creationId xmlns:a16="http://schemas.microsoft.com/office/drawing/2014/main" id="{1B5F5E78-8697-4C1C-8D26-E20B1580AC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04" y="2782"/>
              <a:ext cx="79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IPv4 payload </a:t>
              </a:r>
            </a:p>
          </p:txBody>
        </p:sp>
        <p:sp>
          <p:nvSpPr>
            <p:cNvPr id="182311" name="Line 54">
              <a:extLst>
                <a:ext uri="{FF2B5EF4-FFF2-40B4-BE49-F238E27FC236}">
                  <a16:creationId xmlns:a16="http://schemas.microsoft.com/office/drawing/2014/main" id="{1FC92E60-DB6F-48DD-A7FE-EC24F0A6D7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68" y="2979"/>
              <a:ext cx="1532" cy="50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4" name="Group 71">
            <a:extLst>
              <a:ext uri="{FF2B5EF4-FFF2-40B4-BE49-F238E27FC236}">
                <a16:creationId xmlns:a16="http://schemas.microsoft.com/office/drawing/2014/main" id="{07E9544D-95A2-49C1-9A8A-180AFF591B19}"/>
              </a:ext>
            </a:extLst>
          </p:cNvPr>
          <p:cNvGrpSpPr>
            <a:grpSpLocks/>
          </p:cNvGrpSpPr>
          <p:nvPr/>
        </p:nvGrpSpPr>
        <p:grpSpPr bwMode="auto">
          <a:xfrm>
            <a:off x="3506788" y="4321175"/>
            <a:ext cx="3402012" cy="1476375"/>
            <a:chOff x="2280" y="1247"/>
            <a:chExt cx="2143" cy="930"/>
          </a:xfrm>
        </p:grpSpPr>
        <p:sp>
          <p:nvSpPr>
            <p:cNvPr id="182294" name="Rectangle 5">
              <a:extLst>
                <a:ext uri="{FF2B5EF4-FFF2-40B4-BE49-F238E27FC236}">
                  <a16:creationId xmlns:a16="http://schemas.microsoft.com/office/drawing/2014/main" id="{E21D8B8F-71BA-42AF-A11A-7FC313DBD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80" y="1918"/>
              <a:ext cx="2143" cy="25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295" name="Line 8">
              <a:extLst>
                <a:ext uri="{FF2B5EF4-FFF2-40B4-BE49-F238E27FC236}">
                  <a16:creationId xmlns:a16="http://schemas.microsoft.com/office/drawing/2014/main" id="{AE43D18E-4DE1-4662-985A-B05D585AE3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33" y="1918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296" name="Line 9">
              <a:extLst>
                <a:ext uri="{FF2B5EF4-FFF2-40B4-BE49-F238E27FC236}">
                  <a16:creationId xmlns:a16="http://schemas.microsoft.com/office/drawing/2014/main" id="{D1CFAE37-F822-483F-8B02-DDEC3FCF39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7" y="1917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297" name="Line 10">
              <a:extLst>
                <a:ext uri="{FF2B5EF4-FFF2-40B4-BE49-F238E27FC236}">
                  <a16:creationId xmlns:a16="http://schemas.microsoft.com/office/drawing/2014/main" id="{7D1F6E4B-8890-4DFE-BE25-A6CC8D835F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" y="1918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298" name="Line 11">
              <a:extLst>
                <a:ext uri="{FF2B5EF4-FFF2-40B4-BE49-F238E27FC236}">
                  <a16:creationId xmlns:a16="http://schemas.microsoft.com/office/drawing/2014/main" id="{00462604-4B41-4916-ADE8-5F6D9E3806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07" y="1916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299" name="Line 12">
              <a:extLst>
                <a:ext uri="{FF2B5EF4-FFF2-40B4-BE49-F238E27FC236}">
                  <a16:creationId xmlns:a16="http://schemas.microsoft.com/office/drawing/2014/main" id="{295A40E2-28E4-4AE2-BE70-8F7A0B70F3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1" y="1916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0" name="Line 13">
              <a:extLst>
                <a:ext uri="{FF2B5EF4-FFF2-40B4-BE49-F238E27FC236}">
                  <a16:creationId xmlns:a16="http://schemas.microsoft.com/office/drawing/2014/main" id="{E387A4D6-EF91-485A-B4C7-F715D277CC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83" y="1916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1" name="Line 14">
              <a:extLst>
                <a:ext uri="{FF2B5EF4-FFF2-40B4-BE49-F238E27FC236}">
                  <a16:creationId xmlns:a16="http://schemas.microsoft.com/office/drawing/2014/main" id="{CA914F4F-EC6F-4C54-B01B-3DE036F903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79" y="1923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2" name="Line 15">
              <a:extLst>
                <a:ext uri="{FF2B5EF4-FFF2-40B4-BE49-F238E27FC236}">
                  <a16:creationId xmlns:a16="http://schemas.microsoft.com/office/drawing/2014/main" id="{CA080EE2-5170-474B-9515-B96F2997EE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5" y="1923"/>
              <a:ext cx="0" cy="25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3" name="Text Box 16">
              <a:extLst>
                <a:ext uri="{FF2B5EF4-FFF2-40B4-BE49-F238E27FC236}">
                  <a16:creationId xmlns:a16="http://schemas.microsoft.com/office/drawing/2014/main" id="{02A8006C-58E8-444E-8D24-652AB54C86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72" y="1557"/>
              <a:ext cx="1030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UDP/TCP payload</a:t>
              </a:r>
            </a:p>
          </p:txBody>
        </p:sp>
        <p:sp>
          <p:nvSpPr>
            <p:cNvPr id="182304" name="Text Box 17">
              <a:extLst>
                <a:ext uri="{FF2B5EF4-FFF2-40B4-BE49-F238E27FC236}">
                  <a16:creationId xmlns:a16="http://schemas.microsoft.com/office/drawing/2014/main" id="{B0EEA24E-FFC8-473F-B5C4-CED89B5F0B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00" y="1396"/>
              <a:ext cx="1202" cy="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 source dest addr</a:t>
              </a:r>
            </a:p>
          </p:txBody>
        </p:sp>
        <p:sp>
          <p:nvSpPr>
            <p:cNvPr id="182305" name="Text Box 18">
              <a:extLst>
                <a:ext uri="{FF2B5EF4-FFF2-40B4-BE49-F238E27FC236}">
                  <a16:creationId xmlns:a16="http://schemas.microsoft.com/office/drawing/2014/main" id="{B9F1EC70-ADD4-4ACB-909D-3911D4DD3F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14" y="1247"/>
              <a:ext cx="1010" cy="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 header fields</a:t>
              </a:r>
            </a:p>
          </p:txBody>
        </p:sp>
        <p:sp>
          <p:nvSpPr>
            <p:cNvPr id="182306" name="Line 19">
              <a:extLst>
                <a:ext uri="{FF2B5EF4-FFF2-40B4-BE49-F238E27FC236}">
                  <a16:creationId xmlns:a16="http://schemas.microsoft.com/office/drawing/2014/main" id="{9F6A3939-0F16-4F6C-9219-1C2EA3085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2" y="1543"/>
              <a:ext cx="3" cy="44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7" name="Line 20">
              <a:extLst>
                <a:ext uri="{FF2B5EF4-FFF2-40B4-BE49-F238E27FC236}">
                  <a16:creationId xmlns:a16="http://schemas.microsoft.com/office/drawing/2014/main" id="{BE0B984E-4119-40BB-8A18-DB9C793411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4" y="1546"/>
              <a:ext cx="174" cy="440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8" name="Line 58">
              <a:extLst>
                <a:ext uri="{FF2B5EF4-FFF2-40B4-BE49-F238E27FC236}">
                  <a16:creationId xmlns:a16="http://schemas.microsoft.com/office/drawing/2014/main" id="{442A7957-7AE6-46E8-987B-F96135EFB1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6" y="1399"/>
              <a:ext cx="0" cy="549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2309" name="Line 59">
              <a:extLst>
                <a:ext uri="{FF2B5EF4-FFF2-40B4-BE49-F238E27FC236}">
                  <a16:creationId xmlns:a16="http://schemas.microsoft.com/office/drawing/2014/main" id="{B648990E-A5F9-4869-ABBD-7029193F40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4" y="1720"/>
              <a:ext cx="0" cy="252"/>
            </a:xfrm>
            <a:prstGeom prst="line">
              <a:avLst/>
            </a:prstGeom>
            <a:noFill/>
            <a:ln w="9525">
              <a:solidFill>
                <a:srgbClr val="CC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" dur="500"/>
                                        <p:tgtEl>
                                          <p:spTgt spid="418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18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18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88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Footer Placeholder 4">
            <a:extLst>
              <a:ext uri="{FF2B5EF4-FFF2-40B4-BE49-F238E27FC236}">
                <a16:creationId xmlns:a16="http://schemas.microsoft.com/office/drawing/2014/main" id="{2764C7DF-A684-40DD-8BFA-E72FE8CD6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3299" name="Slide Number Placeholder 5">
            <a:extLst>
              <a:ext uri="{FF2B5EF4-FFF2-40B4-BE49-F238E27FC236}">
                <a16:creationId xmlns:a16="http://schemas.microsoft.com/office/drawing/2014/main" id="{5487DB9F-024D-4601-9129-EA5450418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FC70302B-F963-46C2-885F-5C48D3F03E89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183300" name="Picture 353" descr="underline_base">
            <a:extLst>
              <a:ext uri="{FF2B5EF4-FFF2-40B4-BE49-F238E27FC236}">
                <a16:creationId xmlns:a16="http://schemas.microsoft.com/office/drawing/2014/main" id="{06B8B5CC-7063-4F36-A0A2-CBD87B3713C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66788"/>
            <a:ext cx="2741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1685" name="Rectangle 2">
            <a:extLst>
              <a:ext uri="{FF2B5EF4-FFF2-40B4-BE49-F238E27FC236}">
                <a16:creationId xmlns:a16="http://schemas.microsoft.com/office/drawing/2014/main" id="{E73F1D7F-D273-4A1C-9EA5-0B1019DFD7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7975" y="214313"/>
            <a:ext cx="7772400" cy="9906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Tunneling</a:t>
            </a:r>
          </a:p>
        </p:txBody>
      </p:sp>
      <p:sp>
        <p:nvSpPr>
          <p:cNvPr id="183302" name="Text Box 76">
            <a:extLst>
              <a:ext uri="{FF2B5EF4-FFF2-40B4-BE49-F238E27FC236}">
                <a16:creationId xmlns:a16="http://schemas.microsoft.com/office/drawing/2014/main" id="{D67C0868-CBF0-49A1-B229-552FCC30D0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563" y="2597150"/>
            <a:ext cx="1593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physical view:</a:t>
            </a:r>
          </a:p>
        </p:txBody>
      </p:sp>
      <p:sp>
        <p:nvSpPr>
          <p:cNvPr id="183303" name="Line 147">
            <a:extLst>
              <a:ext uri="{FF2B5EF4-FFF2-40B4-BE49-F238E27FC236}">
                <a16:creationId xmlns:a16="http://schemas.microsoft.com/office/drawing/2014/main" id="{2EF91874-3825-4492-BC86-E73DAD2E78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95725" y="2868613"/>
            <a:ext cx="23256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183304" name="Text Box 180">
            <a:extLst>
              <a:ext uri="{FF2B5EF4-FFF2-40B4-BE49-F238E27FC236}">
                <a16:creationId xmlns:a16="http://schemas.microsoft.com/office/drawing/2014/main" id="{C15A1DBF-EBC9-46C7-A8C5-655E7A7410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27513" y="2992438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</a:t>
            </a:r>
          </a:p>
        </p:txBody>
      </p:sp>
      <p:sp>
        <p:nvSpPr>
          <p:cNvPr id="183305" name="Text Box 181">
            <a:extLst>
              <a:ext uri="{FF2B5EF4-FFF2-40B4-BE49-F238E27FC236}">
                <a16:creationId xmlns:a16="http://schemas.microsoft.com/office/drawing/2014/main" id="{F02638C5-6B1A-43BE-81DA-B801589D47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21288" y="2994025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</a:t>
            </a:r>
          </a:p>
        </p:txBody>
      </p:sp>
      <p:grpSp>
        <p:nvGrpSpPr>
          <p:cNvPr id="183306" name="Group 254">
            <a:extLst>
              <a:ext uri="{FF2B5EF4-FFF2-40B4-BE49-F238E27FC236}">
                <a16:creationId xmlns:a16="http://schemas.microsoft.com/office/drawing/2014/main" id="{119CCAFF-99BF-4DEE-A3AE-92D12E2E9323}"/>
              </a:ext>
            </a:extLst>
          </p:cNvPr>
          <p:cNvGrpSpPr>
            <a:grpSpLocks/>
          </p:cNvGrpSpPr>
          <p:nvPr/>
        </p:nvGrpSpPr>
        <p:grpSpPr bwMode="auto">
          <a:xfrm>
            <a:off x="4230688" y="2703513"/>
            <a:ext cx="693737" cy="338137"/>
            <a:chOff x="4396" y="1245"/>
            <a:chExt cx="672" cy="248"/>
          </a:xfrm>
        </p:grpSpPr>
        <p:sp>
          <p:nvSpPr>
            <p:cNvPr id="183418" name="Oval 407">
              <a:extLst>
                <a:ext uri="{FF2B5EF4-FFF2-40B4-BE49-F238E27FC236}">
                  <a16:creationId xmlns:a16="http://schemas.microsoft.com/office/drawing/2014/main" id="{3411529C-91DC-477B-B861-026F1F0D60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3419" name="Rectangle 410">
              <a:extLst>
                <a:ext uri="{FF2B5EF4-FFF2-40B4-BE49-F238E27FC236}">
                  <a16:creationId xmlns:a16="http://schemas.microsoft.com/office/drawing/2014/main" id="{B7FFED1C-29EA-4E45-81EE-65F813DCB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3420" name="Oval 411">
              <a:extLst>
                <a:ext uri="{FF2B5EF4-FFF2-40B4-BE49-F238E27FC236}">
                  <a16:creationId xmlns:a16="http://schemas.microsoft.com/office/drawing/2014/main" id="{DA80A3D2-E886-4C6B-BBCE-39B1B7D51D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3421" name="Group 258">
              <a:extLst>
                <a:ext uri="{FF2B5EF4-FFF2-40B4-BE49-F238E27FC236}">
                  <a16:creationId xmlns:a16="http://schemas.microsoft.com/office/drawing/2014/main" id="{7576CAEC-9EBF-4069-A786-E26CB25E8D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83424" name="Freeform 259">
                <a:extLst>
                  <a:ext uri="{FF2B5EF4-FFF2-40B4-BE49-F238E27FC236}">
                    <a16:creationId xmlns:a16="http://schemas.microsoft.com/office/drawing/2014/main" id="{488CDB46-4D87-47B1-BBAD-A24ED83AC6B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425" name="Freeform 260">
                <a:extLst>
                  <a:ext uri="{FF2B5EF4-FFF2-40B4-BE49-F238E27FC236}">
                    <a16:creationId xmlns:a16="http://schemas.microsoft.com/office/drawing/2014/main" id="{FA7494F2-D3D8-45FF-BA06-F471E0D88D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83422" name="Line 261">
              <a:extLst>
                <a:ext uri="{FF2B5EF4-FFF2-40B4-BE49-F238E27FC236}">
                  <a16:creationId xmlns:a16="http://schemas.microsoft.com/office/drawing/2014/main" id="{6C581EC0-2CB0-472E-BED9-2DC265F7FD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3423" name="Line 262">
              <a:extLst>
                <a:ext uri="{FF2B5EF4-FFF2-40B4-BE49-F238E27FC236}">
                  <a16:creationId xmlns:a16="http://schemas.microsoft.com/office/drawing/2014/main" id="{F26ED6DF-838E-463D-AB06-094F8DD052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7"/>
              <a:ext cx="0" cy="106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3307" name="Group 328">
            <a:extLst>
              <a:ext uri="{FF2B5EF4-FFF2-40B4-BE49-F238E27FC236}">
                <a16:creationId xmlns:a16="http://schemas.microsoft.com/office/drawing/2014/main" id="{9186DA60-FFFC-4491-B4D3-CD7555238446}"/>
              </a:ext>
            </a:extLst>
          </p:cNvPr>
          <p:cNvGrpSpPr>
            <a:grpSpLocks/>
          </p:cNvGrpSpPr>
          <p:nvPr/>
        </p:nvGrpSpPr>
        <p:grpSpPr bwMode="auto">
          <a:xfrm>
            <a:off x="2163763" y="2360613"/>
            <a:ext cx="1728787" cy="965200"/>
            <a:chOff x="1363" y="1403"/>
            <a:chExt cx="1089" cy="608"/>
          </a:xfrm>
        </p:grpSpPr>
        <p:sp>
          <p:nvSpPr>
            <p:cNvPr id="183395" name="Text Box 92">
              <a:extLst>
                <a:ext uri="{FF2B5EF4-FFF2-40B4-BE49-F238E27FC236}">
                  <a16:creationId xmlns:a16="http://schemas.microsoft.com/office/drawing/2014/main" id="{E3CE5265-076D-4209-991A-CEC9F9572A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62" y="1403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183396" name="Text Box 108">
              <a:extLst>
                <a:ext uri="{FF2B5EF4-FFF2-40B4-BE49-F238E27FC236}">
                  <a16:creationId xmlns:a16="http://schemas.microsoft.com/office/drawing/2014/main" id="{DCCBEF9C-0313-4F27-8107-91A09D5821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21" y="1406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B</a:t>
              </a:r>
            </a:p>
          </p:txBody>
        </p:sp>
        <p:sp>
          <p:nvSpPr>
            <p:cNvPr id="183397" name="Line 141">
              <a:extLst>
                <a:ext uri="{FF2B5EF4-FFF2-40B4-BE49-F238E27FC236}">
                  <a16:creationId xmlns:a16="http://schemas.microsoft.com/office/drawing/2014/main" id="{7DDD9A52-6FEE-4E7E-B818-0A844D6A5A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03" y="1729"/>
              <a:ext cx="20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3398" name="Text Box 143">
              <a:extLst>
                <a:ext uri="{FF2B5EF4-FFF2-40B4-BE49-F238E27FC236}">
                  <a16:creationId xmlns:a16="http://schemas.microsoft.com/office/drawing/2014/main" id="{4D146043-65E5-47BF-9F44-8A24AD1A8E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86" y="1798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sp>
          <p:nvSpPr>
            <p:cNvPr id="183399" name="Text Box 144">
              <a:extLst>
                <a:ext uri="{FF2B5EF4-FFF2-40B4-BE49-F238E27FC236}">
                  <a16:creationId xmlns:a16="http://schemas.microsoft.com/office/drawing/2014/main" id="{F4B04A12-76A3-4F74-9619-A9D5D24303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5" y="1799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grpSp>
          <p:nvGrpSpPr>
            <p:cNvPr id="183400" name="Group 245">
              <a:extLst>
                <a:ext uri="{FF2B5EF4-FFF2-40B4-BE49-F238E27FC236}">
                  <a16:creationId xmlns:a16="http://schemas.microsoft.com/office/drawing/2014/main" id="{3DD2FCF3-F12C-4DFA-8D17-45DBDFC113B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3" y="1621"/>
              <a:ext cx="437" cy="213"/>
              <a:chOff x="4396" y="1245"/>
              <a:chExt cx="672" cy="248"/>
            </a:xfrm>
          </p:grpSpPr>
          <p:sp>
            <p:nvSpPr>
              <p:cNvPr id="183410" name="Oval 407">
                <a:extLst>
                  <a:ext uri="{FF2B5EF4-FFF2-40B4-BE49-F238E27FC236}">
                    <a16:creationId xmlns:a16="http://schemas.microsoft.com/office/drawing/2014/main" id="{B325CB89-6834-4E24-A0CC-2B438F3CCF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411" name="Rectangle 410">
                <a:extLst>
                  <a:ext uri="{FF2B5EF4-FFF2-40B4-BE49-F238E27FC236}">
                    <a16:creationId xmlns:a16="http://schemas.microsoft.com/office/drawing/2014/main" id="{45F67799-9C3E-4DDF-89E3-1B2E453087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412" name="Oval 411">
                <a:extLst>
                  <a:ext uri="{FF2B5EF4-FFF2-40B4-BE49-F238E27FC236}">
                    <a16:creationId xmlns:a16="http://schemas.microsoft.com/office/drawing/2014/main" id="{60844AA4-DE87-4C90-9C04-AF06155009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3413" name="Group 249">
                <a:extLst>
                  <a:ext uri="{FF2B5EF4-FFF2-40B4-BE49-F238E27FC236}">
                    <a16:creationId xmlns:a16="http://schemas.microsoft.com/office/drawing/2014/main" id="{D6ED47CD-7798-49C1-875E-844C1C58113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3416" name="Freeform 250">
                  <a:extLst>
                    <a:ext uri="{FF2B5EF4-FFF2-40B4-BE49-F238E27FC236}">
                      <a16:creationId xmlns:a16="http://schemas.microsoft.com/office/drawing/2014/main" id="{52EB5EDA-FE40-4FB3-A1B8-13EA44514B7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417" name="Freeform 251">
                  <a:extLst>
                    <a:ext uri="{FF2B5EF4-FFF2-40B4-BE49-F238E27FC236}">
                      <a16:creationId xmlns:a16="http://schemas.microsoft.com/office/drawing/2014/main" id="{CD78AB7A-67B6-4000-A009-396B0D353C3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3414" name="Line 252">
                <a:extLst>
                  <a:ext uri="{FF2B5EF4-FFF2-40B4-BE49-F238E27FC236}">
                    <a16:creationId xmlns:a16="http://schemas.microsoft.com/office/drawing/2014/main" id="{5A8049B4-6790-4D8B-B4D7-3255E94EAF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415" name="Line 253">
                <a:extLst>
                  <a:ext uri="{FF2B5EF4-FFF2-40B4-BE49-F238E27FC236}">
                    <a16:creationId xmlns:a16="http://schemas.microsoft.com/office/drawing/2014/main" id="{449A3A2D-5060-4D57-9D26-5CDDEDE0A6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3401" name="Group 263">
              <a:extLst>
                <a:ext uri="{FF2B5EF4-FFF2-40B4-BE49-F238E27FC236}">
                  <a16:creationId xmlns:a16="http://schemas.microsoft.com/office/drawing/2014/main" id="{7039FF70-9095-4179-A0EB-165401A1C6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15" y="1617"/>
              <a:ext cx="437" cy="213"/>
              <a:chOff x="4396" y="1245"/>
              <a:chExt cx="672" cy="248"/>
            </a:xfrm>
          </p:grpSpPr>
          <p:sp>
            <p:nvSpPr>
              <p:cNvPr id="183402" name="Oval 407">
                <a:extLst>
                  <a:ext uri="{FF2B5EF4-FFF2-40B4-BE49-F238E27FC236}">
                    <a16:creationId xmlns:a16="http://schemas.microsoft.com/office/drawing/2014/main" id="{CEA40EE4-BC47-4C0E-ABF3-F4ABE5CF0B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403" name="Rectangle 410">
                <a:extLst>
                  <a:ext uri="{FF2B5EF4-FFF2-40B4-BE49-F238E27FC236}">
                    <a16:creationId xmlns:a16="http://schemas.microsoft.com/office/drawing/2014/main" id="{7231A3B3-723D-465F-86C8-23DBB6E066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404" name="Oval 411">
                <a:extLst>
                  <a:ext uri="{FF2B5EF4-FFF2-40B4-BE49-F238E27FC236}">
                    <a16:creationId xmlns:a16="http://schemas.microsoft.com/office/drawing/2014/main" id="{05408C2A-D19A-4349-B5C3-3006FAB12D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3405" name="Group 267">
                <a:extLst>
                  <a:ext uri="{FF2B5EF4-FFF2-40B4-BE49-F238E27FC236}">
                    <a16:creationId xmlns:a16="http://schemas.microsoft.com/office/drawing/2014/main" id="{6C909FA0-C714-45F5-B12A-CBE71BCF64D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3408" name="Freeform 268">
                  <a:extLst>
                    <a:ext uri="{FF2B5EF4-FFF2-40B4-BE49-F238E27FC236}">
                      <a16:creationId xmlns:a16="http://schemas.microsoft.com/office/drawing/2014/main" id="{DEA80D8E-D13D-4CCC-BCA5-C2E06F49783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409" name="Freeform 269">
                  <a:extLst>
                    <a:ext uri="{FF2B5EF4-FFF2-40B4-BE49-F238E27FC236}">
                      <a16:creationId xmlns:a16="http://schemas.microsoft.com/office/drawing/2014/main" id="{8EC52592-1F33-4625-BDD1-E98820C02AA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3406" name="Line 270">
                <a:extLst>
                  <a:ext uri="{FF2B5EF4-FFF2-40B4-BE49-F238E27FC236}">
                    <a16:creationId xmlns:a16="http://schemas.microsoft.com/office/drawing/2014/main" id="{66567B5A-4FDF-4E4F-A27F-D359CFC851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407" name="Line 271">
                <a:extLst>
                  <a:ext uri="{FF2B5EF4-FFF2-40B4-BE49-F238E27FC236}">
                    <a16:creationId xmlns:a16="http://schemas.microsoft.com/office/drawing/2014/main" id="{62B10295-B416-40D0-8895-B49B33855F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83308" name="Group 272">
            <a:extLst>
              <a:ext uri="{FF2B5EF4-FFF2-40B4-BE49-F238E27FC236}">
                <a16:creationId xmlns:a16="http://schemas.microsoft.com/office/drawing/2014/main" id="{6E7DB1C1-04F6-4F3E-9C66-3C385D437AA2}"/>
              </a:ext>
            </a:extLst>
          </p:cNvPr>
          <p:cNvGrpSpPr>
            <a:grpSpLocks/>
          </p:cNvGrpSpPr>
          <p:nvPr/>
        </p:nvGrpSpPr>
        <p:grpSpPr bwMode="auto">
          <a:xfrm>
            <a:off x="5195888" y="2706688"/>
            <a:ext cx="693737" cy="338137"/>
            <a:chOff x="4396" y="1245"/>
            <a:chExt cx="672" cy="248"/>
          </a:xfrm>
        </p:grpSpPr>
        <p:sp>
          <p:nvSpPr>
            <p:cNvPr id="183387" name="Oval 407">
              <a:extLst>
                <a:ext uri="{FF2B5EF4-FFF2-40B4-BE49-F238E27FC236}">
                  <a16:creationId xmlns:a16="http://schemas.microsoft.com/office/drawing/2014/main" id="{454A7C74-6729-4F8E-A0D9-A7D3537F7E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3388" name="Rectangle 410">
              <a:extLst>
                <a:ext uri="{FF2B5EF4-FFF2-40B4-BE49-F238E27FC236}">
                  <a16:creationId xmlns:a16="http://schemas.microsoft.com/office/drawing/2014/main" id="{98041833-9387-42D4-BA90-66B4769A6E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3389" name="Oval 411">
              <a:extLst>
                <a:ext uri="{FF2B5EF4-FFF2-40B4-BE49-F238E27FC236}">
                  <a16:creationId xmlns:a16="http://schemas.microsoft.com/office/drawing/2014/main" id="{D40CA418-9D9B-40FD-AAFC-125436C2A1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3390" name="Group 276">
              <a:extLst>
                <a:ext uri="{FF2B5EF4-FFF2-40B4-BE49-F238E27FC236}">
                  <a16:creationId xmlns:a16="http://schemas.microsoft.com/office/drawing/2014/main" id="{21563055-50ED-400B-8A4D-B899A787DBE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83393" name="Freeform 277">
                <a:extLst>
                  <a:ext uri="{FF2B5EF4-FFF2-40B4-BE49-F238E27FC236}">
                    <a16:creationId xmlns:a16="http://schemas.microsoft.com/office/drawing/2014/main" id="{1CE9196C-7BDF-4A01-B2DC-55FE02CB00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394" name="Freeform 278">
                <a:extLst>
                  <a:ext uri="{FF2B5EF4-FFF2-40B4-BE49-F238E27FC236}">
                    <a16:creationId xmlns:a16="http://schemas.microsoft.com/office/drawing/2014/main" id="{4652032D-C2CB-4C0C-A61F-9BF147B2E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83391" name="Line 279">
              <a:extLst>
                <a:ext uri="{FF2B5EF4-FFF2-40B4-BE49-F238E27FC236}">
                  <a16:creationId xmlns:a16="http://schemas.microsoft.com/office/drawing/2014/main" id="{405DA48E-A551-4FDE-8B16-79778CDD9E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3392" name="Line 280">
              <a:extLst>
                <a:ext uri="{FF2B5EF4-FFF2-40B4-BE49-F238E27FC236}">
                  <a16:creationId xmlns:a16="http://schemas.microsoft.com/office/drawing/2014/main" id="{345FBDC9-79EB-4F69-9356-BF3699DB32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7"/>
              <a:ext cx="0" cy="106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3309" name="Group 303">
            <a:extLst>
              <a:ext uri="{FF2B5EF4-FFF2-40B4-BE49-F238E27FC236}">
                <a16:creationId xmlns:a16="http://schemas.microsoft.com/office/drawing/2014/main" id="{3CAF9DD9-BCB8-42DD-9AAD-005DA756FBA8}"/>
              </a:ext>
            </a:extLst>
          </p:cNvPr>
          <p:cNvGrpSpPr>
            <a:grpSpLocks/>
          </p:cNvGrpSpPr>
          <p:nvPr/>
        </p:nvGrpSpPr>
        <p:grpSpPr bwMode="auto">
          <a:xfrm>
            <a:off x="6202363" y="2362200"/>
            <a:ext cx="1668462" cy="958850"/>
            <a:chOff x="3907" y="1404"/>
            <a:chExt cx="1051" cy="604"/>
          </a:xfrm>
        </p:grpSpPr>
        <p:sp>
          <p:nvSpPr>
            <p:cNvPr id="183364" name="Text Box 50">
              <a:extLst>
                <a:ext uri="{FF2B5EF4-FFF2-40B4-BE49-F238E27FC236}">
                  <a16:creationId xmlns:a16="http://schemas.microsoft.com/office/drawing/2014/main" id="{CDB582C4-1460-4CF3-87EA-678F972EA1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2" y="140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</p:txBody>
        </p:sp>
        <p:sp>
          <p:nvSpPr>
            <p:cNvPr id="183365" name="Line 142">
              <a:extLst>
                <a:ext uri="{FF2B5EF4-FFF2-40B4-BE49-F238E27FC236}">
                  <a16:creationId xmlns:a16="http://schemas.microsoft.com/office/drawing/2014/main" id="{A8187471-B853-4DB9-8121-BEFA96DFB3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52" y="1717"/>
              <a:ext cx="20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3366" name="Text Box 145">
              <a:extLst>
                <a:ext uri="{FF2B5EF4-FFF2-40B4-BE49-F238E27FC236}">
                  <a16:creationId xmlns:a16="http://schemas.microsoft.com/office/drawing/2014/main" id="{DBE68357-2153-414B-86C5-E95F1FEE87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51" y="1794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sp>
          <p:nvSpPr>
            <p:cNvPr id="183367" name="Text Box 146">
              <a:extLst>
                <a:ext uri="{FF2B5EF4-FFF2-40B4-BE49-F238E27FC236}">
                  <a16:creationId xmlns:a16="http://schemas.microsoft.com/office/drawing/2014/main" id="{3B6B22D0-2EE4-4082-AB17-C1FDFC81B7F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69" y="1796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grpSp>
          <p:nvGrpSpPr>
            <p:cNvPr id="183368" name="Group 281">
              <a:extLst>
                <a:ext uri="{FF2B5EF4-FFF2-40B4-BE49-F238E27FC236}">
                  <a16:creationId xmlns:a16="http://schemas.microsoft.com/office/drawing/2014/main" id="{9DFD61D4-3EFE-4966-8B96-5F88017AC2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7" y="1621"/>
              <a:ext cx="437" cy="213"/>
              <a:chOff x="4396" y="1245"/>
              <a:chExt cx="672" cy="248"/>
            </a:xfrm>
          </p:grpSpPr>
          <p:sp>
            <p:nvSpPr>
              <p:cNvPr id="183379" name="Oval 407">
                <a:extLst>
                  <a:ext uri="{FF2B5EF4-FFF2-40B4-BE49-F238E27FC236}">
                    <a16:creationId xmlns:a16="http://schemas.microsoft.com/office/drawing/2014/main" id="{04029AB4-3A76-41BD-B581-E0CE214584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380" name="Rectangle 410">
                <a:extLst>
                  <a:ext uri="{FF2B5EF4-FFF2-40B4-BE49-F238E27FC236}">
                    <a16:creationId xmlns:a16="http://schemas.microsoft.com/office/drawing/2014/main" id="{8A6B5252-3EBA-430C-82C4-42B34D8B81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381" name="Oval 411">
                <a:extLst>
                  <a:ext uri="{FF2B5EF4-FFF2-40B4-BE49-F238E27FC236}">
                    <a16:creationId xmlns:a16="http://schemas.microsoft.com/office/drawing/2014/main" id="{1D80EF13-6A77-43CB-B8BD-DCAC51F1A2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3382" name="Group 285">
                <a:extLst>
                  <a:ext uri="{FF2B5EF4-FFF2-40B4-BE49-F238E27FC236}">
                    <a16:creationId xmlns:a16="http://schemas.microsoft.com/office/drawing/2014/main" id="{5B34535E-B8BF-4583-88FD-10D82333A2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3385" name="Freeform 286">
                  <a:extLst>
                    <a:ext uri="{FF2B5EF4-FFF2-40B4-BE49-F238E27FC236}">
                      <a16:creationId xmlns:a16="http://schemas.microsoft.com/office/drawing/2014/main" id="{AA2865E0-F642-4715-81FB-D5181F28E7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386" name="Freeform 287">
                  <a:extLst>
                    <a:ext uri="{FF2B5EF4-FFF2-40B4-BE49-F238E27FC236}">
                      <a16:creationId xmlns:a16="http://schemas.microsoft.com/office/drawing/2014/main" id="{3F7542F8-3A01-41C1-8E89-C66D4F7F2FE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3383" name="Line 288">
                <a:extLst>
                  <a:ext uri="{FF2B5EF4-FFF2-40B4-BE49-F238E27FC236}">
                    <a16:creationId xmlns:a16="http://schemas.microsoft.com/office/drawing/2014/main" id="{BC3E1D72-E08B-42C4-9F1E-D6E9D563DA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384" name="Line 289">
                <a:extLst>
                  <a:ext uri="{FF2B5EF4-FFF2-40B4-BE49-F238E27FC236}">
                    <a16:creationId xmlns:a16="http://schemas.microsoft.com/office/drawing/2014/main" id="{AD8ED88D-5D01-4A5C-8088-B3819CDCA8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3369" name="Group 290">
              <a:extLst>
                <a:ext uri="{FF2B5EF4-FFF2-40B4-BE49-F238E27FC236}">
                  <a16:creationId xmlns:a16="http://schemas.microsoft.com/office/drawing/2014/main" id="{9F7EEE94-5EA0-4C42-AEAA-FE2FDBE79E1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21" y="1619"/>
              <a:ext cx="437" cy="213"/>
              <a:chOff x="4396" y="1245"/>
              <a:chExt cx="672" cy="248"/>
            </a:xfrm>
          </p:grpSpPr>
          <p:sp>
            <p:nvSpPr>
              <p:cNvPr id="183371" name="Oval 407">
                <a:extLst>
                  <a:ext uri="{FF2B5EF4-FFF2-40B4-BE49-F238E27FC236}">
                    <a16:creationId xmlns:a16="http://schemas.microsoft.com/office/drawing/2014/main" id="{4311A52D-3EC0-4075-8A4A-C2C133A264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372" name="Rectangle 410">
                <a:extLst>
                  <a:ext uri="{FF2B5EF4-FFF2-40B4-BE49-F238E27FC236}">
                    <a16:creationId xmlns:a16="http://schemas.microsoft.com/office/drawing/2014/main" id="{57F2DD89-DB5E-4F53-8122-D2AC49693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3373" name="Oval 411">
                <a:extLst>
                  <a:ext uri="{FF2B5EF4-FFF2-40B4-BE49-F238E27FC236}">
                    <a16:creationId xmlns:a16="http://schemas.microsoft.com/office/drawing/2014/main" id="{96C539F7-6EC8-46E7-B79A-922F7FDA95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3374" name="Group 294">
                <a:extLst>
                  <a:ext uri="{FF2B5EF4-FFF2-40B4-BE49-F238E27FC236}">
                    <a16:creationId xmlns:a16="http://schemas.microsoft.com/office/drawing/2014/main" id="{A45137F1-BE1C-4168-A71C-69B3CE12E98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3377" name="Freeform 295">
                  <a:extLst>
                    <a:ext uri="{FF2B5EF4-FFF2-40B4-BE49-F238E27FC236}">
                      <a16:creationId xmlns:a16="http://schemas.microsoft.com/office/drawing/2014/main" id="{CA7FC2F4-6846-4906-BD67-8C24288B3F8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378" name="Freeform 296">
                  <a:extLst>
                    <a:ext uri="{FF2B5EF4-FFF2-40B4-BE49-F238E27FC236}">
                      <a16:creationId xmlns:a16="http://schemas.microsoft.com/office/drawing/2014/main" id="{2849DE16-DE39-4A76-A952-BD48AA56D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3375" name="Line 297">
                <a:extLst>
                  <a:ext uri="{FF2B5EF4-FFF2-40B4-BE49-F238E27FC236}">
                    <a16:creationId xmlns:a16="http://schemas.microsoft.com/office/drawing/2014/main" id="{C123A062-49FD-4006-8A04-0C451D68C0B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376" name="Line 298">
                <a:extLst>
                  <a:ext uri="{FF2B5EF4-FFF2-40B4-BE49-F238E27FC236}">
                    <a16:creationId xmlns:a16="http://schemas.microsoft.com/office/drawing/2014/main" id="{A17D4B79-121B-4375-8DDD-EE5A17F41A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83370" name="Text Box 299">
              <a:extLst>
                <a:ext uri="{FF2B5EF4-FFF2-40B4-BE49-F238E27FC236}">
                  <a16:creationId xmlns:a16="http://schemas.microsoft.com/office/drawing/2014/main" id="{5CE7C0CB-589E-4AEE-B9F2-1B84345435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5" y="1408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F</a:t>
              </a:r>
            </a:p>
          </p:txBody>
        </p:sp>
      </p:grpSp>
      <p:sp>
        <p:nvSpPr>
          <p:cNvPr id="183310" name="Text Box 300">
            <a:extLst>
              <a:ext uri="{FF2B5EF4-FFF2-40B4-BE49-F238E27FC236}">
                <a16:creationId xmlns:a16="http://schemas.microsoft.com/office/drawing/2014/main" id="{819A1FC1-8BF8-4494-938E-70CB7BE024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6263" y="2355850"/>
            <a:ext cx="349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sp>
        <p:nvSpPr>
          <p:cNvPr id="183311" name="Text Box 301">
            <a:extLst>
              <a:ext uri="{FF2B5EF4-FFF2-40B4-BE49-F238E27FC236}">
                <a16:creationId xmlns:a16="http://schemas.microsoft.com/office/drawing/2014/main" id="{4E0C4EB0-5C0E-4DD4-8107-A3A9ABCD3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2575" y="2359025"/>
            <a:ext cx="349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  <p:grpSp>
        <p:nvGrpSpPr>
          <p:cNvPr id="16" name="Group 354">
            <a:extLst>
              <a:ext uri="{FF2B5EF4-FFF2-40B4-BE49-F238E27FC236}">
                <a16:creationId xmlns:a16="http://schemas.microsoft.com/office/drawing/2014/main" id="{70AC7F33-089E-4379-8A17-BBFC8872BBC0}"/>
              </a:ext>
            </a:extLst>
          </p:cNvPr>
          <p:cNvGrpSpPr>
            <a:grpSpLocks/>
          </p:cNvGrpSpPr>
          <p:nvPr/>
        </p:nvGrpSpPr>
        <p:grpSpPr bwMode="auto">
          <a:xfrm>
            <a:off x="458788" y="1216025"/>
            <a:ext cx="7418387" cy="979488"/>
            <a:chOff x="289" y="766"/>
            <a:chExt cx="4673" cy="617"/>
          </a:xfrm>
        </p:grpSpPr>
        <p:sp>
          <p:nvSpPr>
            <p:cNvPr id="183313" name="Rectangle 67">
              <a:extLst>
                <a:ext uri="{FF2B5EF4-FFF2-40B4-BE49-F238E27FC236}">
                  <a16:creationId xmlns:a16="http://schemas.microsoft.com/office/drawing/2014/main" id="{49A3D544-AFE0-4255-B355-EB22B5CA20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4" y="1085"/>
              <a:ext cx="1515" cy="42"/>
            </a:xfrm>
            <a:prstGeom prst="rect">
              <a:avLst/>
            </a:prstGeom>
            <a:solidFill>
              <a:srgbClr val="CC0000"/>
            </a:soli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3314" name="Text Box 75">
              <a:extLst>
                <a:ext uri="{FF2B5EF4-FFF2-40B4-BE49-F238E27FC236}">
                  <a16:creationId xmlns:a16="http://schemas.microsoft.com/office/drawing/2014/main" id="{A1E27547-F448-4A44-A4F4-4799F0DC7DB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" y="979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logical view:</a:t>
              </a:r>
            </a:p>
          </p:txBody>
        </p:sp>
        <p:sp>
          <p:nvSpPr>
            <p:cNvPr id="183315" name="Text Box 244">
              <a:extLst>
                <a:ext uri="{FF2B5EF4-FFF2-40B4-BE49-F238E27FC236}">
                  <a16:creationId xmlns:a16="http://schemas.microsoft.com/office/drawing/2014/main" id="{454C4495-1A43-410E-9BC6-6D3BAB16A3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4" y="766"/>
              <a:ext cx="1461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IPv4 tunnel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connecting IPv6 routers</a:t>
              </a:r>
            </a:p>
          </p:txBody>
        </p:sp>
        <p:grpSp>
          <p:nvGrpSpPr>
            <p:cNvPr id="183316" name="Group 304">
              <a:extLst>
                <a:ext uri="{FF2B5EF4-FFF2-40B4-BE49-F238E27FC236}">
                  <a16:creationId xmlns:a16="http://schemas.microsoft.com/office/drawing/2014/main" id="{28C425C4-6603-40E8-9EED-B315D0EE333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11" y="779"/>
              <a:ext cx="1051" cy="604"/>
              <a:chOff x="3907" y="1404"/>
              <a:chExt cx="1051" cy="604"/>
            </a:xfrm>
          </p:grpSpPr>
          <p:sp>
            <p:nvSpPr>
              <p:cNvPr id="183341" name="Text Box 305">
                <a:extLst>
                  <a:ext uri="{FF2B5EF4-FFF2-40B4-BE49-F238E27FC236}">
                    <a16:creationId xmlns:a16="http://schemas.microsoft.com/office/drawing/2014/main" id="{65171D3D-C980-47CC-8AD4-73B323876E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12" y="1404"/>
                <a:ext cx="21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E</a:t>
                </a:r>
              </a:p>
            </p:txBody>
          </p:sp>
          <p:sp>
            <p:nvSpPr>
              <p:cNvPr id="183342" name="Line 306">
                <a:extLst>
                  <a:ext uri="{FF2B5EF4-FFF2-40B4-BE49-F238E27FC236}">
                    <a16:creationId xmlns:a16="http://schemas.microsoft.com/office/drawing/2014/main" id="{8CF303F0-AEB5-41CF-83A7-419A758CDA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352" y="1717"/>
                <a:ext cx="204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343" name="Text Box 307">
                <a:extLst>
                  <a:ext uri="{FF2B5EF4-FFF2-40B4-BE49-F238E27FC236}">
                    <a16:creationId xmlns:a16="http://schemas.microsoft.com/office/drawing/2014/main" id="{0D89CEC3-D3B1-4CC0-9EF0-5DB04E0FCB5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51" y="1794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sp>
            <p:nvSpPr>
              <p:cNvPr id="183344" name="Text Box 308">
                <a:extLst>
                  <a:ext uri="{FF2B5EF4-FFF2-40B4-BE49-F238E27FC236}">
                    <a16:creationId xmlns:a16="http://schemas.microsoft.com/office/drawing/2014/main" id="{B6E1BC59-EDFD-4242-BC48-FBD58C2553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69" y="1796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grpSp>
            <p:nvGrpSpPr>
              <p:cNvPr id="183345" name="Group 309">
                <a:extLst>
                  <a:ext uri="{FF2B5EF4-FFF2-40B4-BE49-F238E27FC236}">
                    <a16:creationId xmlns:a16="http://schemas.microsoft.com/office/drawing/2014/main" id="{3CFA2BFA-697F-4D17-AAE0-674939990C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07" y="1621"/>
                <a:ext cx="437" cy="213"/>
                <a:chOff x="4396" y="1245"/>
                <a:chExt cx="672" cy="248"/>
              </a:xfrm>
            </p:grpSpPr>
            <p:sp>
              <p:nvSpPr>
                <p:cNvPr id="183356" name="Oval 407">
                  <a:extLst>
                    <a:ext uri="{FF2B5EF4-FFF2-40B4-BE49-F238E27FC236}">
                      <a16:creationId xmlns:a16="http://schemas.microsoft.com/office/drawing/2014/main" id="{85F10A68-1A3D-4D3B-8198-B2408CE0765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57" name="Rectangle 410">
                  <a:extLst>
                    <a:ext uri="{FF2B5EF4-FFF2-40B4-BE49-F238E27FC236}">
                      <a16:creationId xmlns:a16="http://schemas.microsoft.com/office/drawing/2014/main" id="{B952E598-E0F4-45A6-9840-5C764D4665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58" name="Oval 411">
                  <a:extLst>
                    <a:ext uri="{FF2B5EF4-FFF2-40B4-BE49-F238E27FC236}">
                      <a16:creationId xmlns:a16="http://schemas.microsoft.com/office/drawing/2014/main" id="{E8AB7F83-6681-4DE7-A94D-AF839A3995C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3359" name="Group 313">
                  <a:extLst>
                    <a:ext uri="{FF2B5EF4-FFF2-40B4-BE49-F238E27FC236}">
                      <a16:creationId xmlns:a16="http://schemas.microsoft.com/office/drawing/2014/main" id="{B110B57A-E562-4A60-9BD9-59F754FACC7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3362" name="Freeform 314">
                    <a:extLst>
                      <a:ext uri="{FF2B5EF4-FFF2-40B4-BE49-F238E27FC236}">
                        <a16:creationId xmlns:a16="http://schemas.microsoft.com/office/drawing/2014/main" id="{0C37764E-CBB2-4311-A5B7-1B9BB783766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3363" name="Freeform 315">
                    <a:extLst>
                      <a:ext uri="{FF2B5EF4-FFF2-40B4-BE49-F238E27FC236}">
                        <a16:creationId xmlns:a16="http://schemas.microsoft.com/office/drawing/2014/main" id="{721FE3CD-653F-459E-819E-60915FE3855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3360" name="Line 316">
                  <a:extLst>
                    <a:ext uri="{FF2B5EF4-FFF2-40B4-BE49-F238E27FC236}">
                      <a16:creationId xmlns:a16="http://schemas.microsoft.com/office/drawing/2014/main" id="{EE3DD460-69D4-474F-8950-2D08FF10478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361" name="Line 317">
                  <a:extLst>
                    <a:ext uri="{FF2B5EF4-FFF2-40B4-BE49-F238E27FC236}">
                      <a16:creationId xmlns:a16="http://schemas.microsoft.com/office/drawing/2014/main" id="{761FAF82-8AB2-4C9A-B7AE-D9ADCFAE74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3346" name="Group 318">
                <a:extLst>
                  <a:ext uri="{FF2B5EF4-FFF2-40B4-BE49-F238E27FC236}">
                    <a16:creationId xmlns:a16="http://schemas.microsoft.com/office/drawing/2014/main" id="{9461AD71-BD00-4D6A-A05C-3DAB041848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21" y="1619"/>
                <a:ext cx="437" cy="213"/>
                <a:chOff x="4396" y="1245"/>
                <a:chExt cx="672" cy="248"/>
              </a:xfrm>
            </p:grpSpPr>
            <p:sp>
              <p:nvSpPr>
                <p:cNvPr id="183348" name="Oval 407">
                  <a:extLst>
                    <a:ext uri="{FF2B5EF4-FFF2-40B4-BE49-F238E27FC236}">
                      <a16:creationId xmlns:a16="http://schemas.microsoft.com/office/drawing/2014/main" id="{C1AD0125-CF3F-49CB-879E-92A3CD3ED4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49" name="Rectangle 410">
                  <a:extLst>
                    <a:ext uri="{FF2B5EF4-FFF2-40B4-BE49-F238E27FC236}">
                      <a16:creationId xmlns:a16="http://schemas.microsoft.com/office/drawing/2014/main" id="{D0BDAB44-049E-4857-855C-10F6BED64E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50" name="Oval 411">
                  <a:extLst>
                    <a:ext uri="{FF2B5EF4-FFF2-40B4-BE49-F238E27FC236}">
                      <a16:creationId xmlns:a16="http://schemas.microsoft.com/office/drawing/2014/main" id="{B28D631D-067E-40BB-A1C4-ACE1F02F5C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3351" name="Group 322">
                  <a:extLst>
                    <a:ext uri="{FF2B5EF4-FFF2-40B4-BE49-F238E27FC236}">
                      <a16:creationId xmlns:a16="http://schemas.microsoft.com/office/drawing/2014/main" id="{1B1C2529-DC36-4472-A115-5C178481201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3354" name="Freeform 323">
                    <a:extLst>
                      <a:ext uri="{FF2B5EF4-FFF2-40B4-BE49-F238E27FC236}">
                        <a16:creationId xmlns:a16="http://schemas.microsoft.com/office/drawing/2014/main" id="{DF4B8833-851B-4D1F-AEE0-CD07037BDF8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3355" name="Freeform 324">
                    <a:extLst>
                      <a:ext uri="{FF2B5EF4-FFF2-40B4-BE49-F238E27FC236}">
                        <a16:creationId xmlns:a16="http://schemas.microsoft.com/office/drawing/2014/main" id="{50B97D85-90B4-47FD-A880-623D586A36B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3352" name="Line 325">
                  <a:extLst>
                    <a:ext uri="{FF2B5EF4-FFF2-40B4-BE49-F238E27FC236}">
                      <a16:creationId xmlns:a16="http://schemas.microsoft.com/office/drawing/2014/main" id="{EC2981E8-0DF6-4AC6-BFA1-B79585C4B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353" name="Line 326">
                  <a:extLst>
                    <a:ext uri="{FF2B5EF4-FFF2-40B4-BE49-F238E27FC236}">
                      <a16:creationId xmlns:a16="http://schemas.microsoft.com/office/drawing/2014/main" id="{98DFF56E-756F-407D-A09E-1823E2E0BD8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3347" name="Text Box 327">
                <a:extLst>
                  <a:ext uri="{FF2B5EF4-FFF2-40B4-BE49-F238E27FC236}">
                    <a16:creationId xmlns:a16="http://schemas.microsoft.com/office/drawing/2014/main" id="{12192746-9E7A-4C08-A3CC-8181021E54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35" y="1408"/>
                <a:ext cx="2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F</a:t>
                </a:r>
              </a:p>
            </p:txBody>
          </p:sp>
        </p:grpSp>
        <p:grpSp>
          <p:nvGrpSpPr>
            <p:cNvPr id="183317" name="Group 329">
              <a:extLst>
                <a:ext uri="{FF2B5EF4-FFF2-40B4-BE49-F238E27FC236}">
                  <a16:creationId xmlns:a16="http://schemas.microsoft.com/office/drawing/2014/main" id="{8814FF59-FF5A-4AA9-8B4B-74D888BBD25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1" y="771"/>
              <a:ext cx="1089" cy="608"/>
              <a:chOff x="1363" y="1403"/>
              <a:chExt cx="1089" cy="608"/>
            </a:xfrm>
          </p:grpSpPr>
          <p:sp>
            <p:nvSpPr>
              <p:cNvPr id="183318" name="Text Box 330">
                <a:extLst>
                  <a:ext uri="{FF2B5EF4-FFF2-40B4-BE49-F238E27FC236}">
                    <a16:creationId xmlns:a16="http://schemas.microsoft.com/office/drawing/2014/main" id="{7B5ABBAB-D3B5-49D5-8F5B-063DB0E5F0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62" y="1403"/>
                <a:ext cx="21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</a:t>
                </a:r>
              </a:p>
            </p:txBody>
          </p:sp>
          <p:sp>
            <p:nvSpPr>
              <p:cNvPr id="183319" name="Text Box 331">
                <a:extLst>
                  <a:ext uri="{FF2B5EF4-FFF2-40B4-BE49-F238E27FC236}">
                    <a16:creationId xmlns:a16="http://schemas.microsoft.com/office/drawing/2014/main" id="{923C89E0-D3E5-41BE-B090-84391DF527F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21" y="1406"/>
                <a:ext cx="21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B</a:t>
                </a:r>
              </a:p>
            </p:txBody>
          </p:sp>
          <p:sp>
            <p:nvSpPr>
              <p:cNvPr id="183320" name="Line 332">
                <a:extLst>
                  <a:ext uri="{FF2B5EF4-FFF2-40B4-BE49-F238E27FC236}">
                    <a16:creationId xmlns:a16="http://schemas.microsoft.com/office/drawing/2014/main" id="{966A1BE4-AE86-4206-B925-B79DE3E7EF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03" y="1729"/>
                <a:ext cx="204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3321" name="Text Box 333">
                <a:extLst>
                  <a:ext uri="{FF2B5EF4-FFF2-40B4-BE49-F238E27FC236}">
                    <a16:creationId xmlns:a16="http://schemas.microsoft.com/office/drawing/2014/main" id="{6324BA9E-7B0C-4484-AAD8-08350039ED3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86" y="1798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sp>
            <p:nvSpPr>
              <p:cNvPr id="183322" name="Text Box 334">
                <a:extLst>
                  <a:ext uri="{FF2B5EF4-FFF2-40B4-BE49-F238E27FC236}">
                    <a16:creationId xmlns:a16="http://schemas.microsoft.com/office/drawing/2014/main" id="{39F8DB1A-AEA4-4438-8604-3FE0C5FC96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45" y="1799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grpSp>
            <p:nvGrpSpPr>
              <p:cNvPr id="183323" name="Group 335">
                <a:extLst>
                  <a:ext uri="{FF2B5EF4-FFF2-40B4-BE49-F238E27FC236}">
                    <a16:creationId xmlns:a16="http://schemas.microsoft.com/office/drawing/2014/main" id="{C9D75E2B-086F-4D76-813B-6D71013B0D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63" y="1621"/>
                <a:ext cx="437" cy="213"/>
                <a:chOff x="4396" y="1245"/>
                <a:chExt cx="672" cy="248"/>
              </a:xfrm>
            </p:grpSpPr>
            <p:sp>
              <p:nvSpPr>
                <p:cNvPr id="183333" name="Oval 407">
                  <a:extLst>
                    <a:ext uri="{FF2B5EF4-FFF2-40B4-BE49-F238E27FC236}">
                      <a16:creationId xmlns:a16="http://schemas.microsoft.com/office/drawing/2014/main" id="{E0C17570-247E-421E-858B-4008DF27120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34" name="Rectangle 410">
                  <a:extLst>
                    <a:ext uri="{FF2B5EF4-FFF2-40B4-BE49-F238E27FC236}">
                      <a16:creationId xmlns:a16="http://schemas.microsoft.com/office/drawing/2014/main" id="{1CE05E5C-DFBC-4B81-9FB5-7DD8B9D4E08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35" name="Oval 411">
                  <a:extLst>
                    <a:ext uri="{FF2B5EF4-FFF2-40B4-BE49-F238E27FC236}">
                      <a16:creationId xmlns:a16="http://schemas.microsoft.com/office/drawing/2014/main" id="{9BF9BD3D-AB55-4CC1-9520-9FC5FD07A5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3336" name="Group 339">
                  <a:extLst>
                    <a:ext uri="{FF2B5EF4-FFF2-40B4-BE49-F238E27FC236}">
                      <a16:creationId xmlns:a16="http://schemas.microsoft.com/office/drawing/2014/main" id="{3B81B504-0E0F-49BC-B9BC-EB7BEC398EC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3339" name="Freeform 340">
                    <a:extLst>
                      <a:ext uri="{FF2B5EF4-FFF2-40B4-BE49-F238E27FC236}">
                        <a16:creationId xmlns:a16="http://schemas.microsoft.com/office/drawing/2014/main" id="{7335C52F-6956-4116-A763-FE15B13E81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3340" name="Freeform 341">
                    <a:extLst>
                      <a:ext uri="{FF2B5EF4-FFF2-40B4-BE49-F238E27FC236}">
                        <a16:creationId xmlns:a16="http://schemas.microsoft.com/office/drawing/2014/main" id="{F83F48AF-652B-46CC-A10E-A25AB752CF4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3337" name="Line 342">
                  <a:extLst>
                    <a:ext uri="{FF2B5EF4-FFF2-40B4-BE49-F238E27FC236}">
                      <a16:creationId xmlns:a16="http://schemas.microsoft.com/office/drawing/2014/main" id="{7E7DA163-99D8-46A9-9C72-FDDB8FB2AD9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338" name="Line 343">
                  <a:extLst>
                    <a:ext uri="{FF2B5EF4-FFF2-40B4-BE49-F238E27FC236}">
                      <a16:creationId xmlns:a16="http://schemas.microsoft.com/office/drawing/2014/main" id="{49ECC43E-4704-4CF2-BA7A-61E282DA01D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3324" name="Group 344">
                <a:extLst>
                  <a:ext uri="{FF2B5EF4-FFF2-40B4-BE49-F238E27FC236}">
                    <a16:creationId xmlns:a16="http://schemas.microsoft.com/office/drawing/2014/main" id="{5925B0FB-9EA6-4477-9E52-3CE0BE184C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015" y="1617"/>
                <a:ext cx="437" cy="213"/>
                <a:chOff x="4396" y="1245"/>
                <a:chExt cx="672" cy="248"/>
              </a:xfrm>
            </p:grpSpPr>
            <p:sp>
              <p:nvSpPr>
                <p:cNvPr id="183325" name="Oval 407">
                  <a:extLst>
                    <a:ext uri="{FF2B5EF4-FFF2-40B4-BE49-F238E27FC236}">
                      <a16:creationId xmlns:a16="http://schemas.microsoft.com/office/drawing/2014/main" id="{D94371A3-3529-4357-BAE0-1F457C88FB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26" name="Rectangle 410">
                  <a:extLst>
                    <a:ext uri="{FF2B5EF4-FFF2-40B4-BE49-F238E27FC236}">
                      <a16:creationId xmlns:a16="http://schemas.microsoft.com/office/drawing/2014/main" id="{CD602D33-BD96-4667-8076-00EE295D6A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27" name="Oval 411">
                  <a:extLst>
                    <a:ext uri="{FF2B5EF4-FFF2-40B4-BE49-F238E27FC236}">
                      <a16:creationId xmlns:a16="http://schemas.microsoft.com/office/drawing/2014/main" id="{D4CDC4D7-338A-461E-B878-7214A819FC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3328" name="Group 348">
                  <a:extLst>
                    <a:ext uri="{FF2B5EF4-FFF2-40B4-BE49-F238E27FC236}">
                      <a16:creationId xmlns:a16="http://schemas.microsoft.com/office/drawing/2014/main" id="{9A7262DA-CDDB-4EC5-B1BD-282F63ED66B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3331" name="Freeform 349">
                    <a:extLst>
                      <a:ext uri="{FF2B5EF4-FFF2-40B4-BE49-F238E27FC236}">
                        <a16:creationId xmlns:a16="http://schemas.microsoft.com/office/drawing/2014/main" id="{6A09A587-B130-420A-AB8D-0A2591286C9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3332" name="Freeform 350">
                    <a:extLst>
                      <a:ext uri="{FF2B5EF4-FFF2-40B4-BE49-F238E27FC236}">
                        <a16:creationId xmlns:a16="http://schemas.microsoft.com/office/drawing/2014/main" id="{C08ACA13-2A5C-4211-ACAD-A64820880D9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3329" name="Line 351">
                  <a:extLst>
                    <a:ext uri="{FF2B5EF4-FFF2-40B4-BE49-F238E27FC236}">
                      <a16:creationId xmlns:a16="http://schemas.microsoft.com/office/drawing/2014/main" id="{EE6E3CA7-7E4D-4C83-97E2-5AA767E8C1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3330" name="Line 352">
                  <a:extLst>
                    <a:ext uri="{FF2B5EF4-FFF2-40B4-BE49-F238E27FC236}">
                      <a16:creationId xmlns:a16="http://schemas.microsoft.com/office/drawing/2014/main" id="{E85FA10F-70F8-4238-B12D-258BEEA072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Footer Placeholder 4">
            <a:extLst>
              <a:ext uri="{FF2B5EF4-FFF2-40B4-BE49-F238E27FC236}">
                <a16:creationId xmlns:a16="http://schemas.microsoft.com/office/drawing/2014/main" id="{F8C15B3E-12E1-48FD-A3B0-2DD091CC2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Network Layer</a:t>
            </a:r>
          </a:p>
        </p:txBody>
      </p:sp>
      <p:sp>
        <p:nvSpPr>
          <p:cNvPr id="184323" name="Slide Number Placeholder 5">
            <a:extLst>
              <a:ext uri="{FF2B5EF4-FFF2-40B4-BE49-F238E27FC236}">
                <a16:creationId xmlns:a16="http://schemas.microsoft.com/office/drawing/2014/main" id="{0FE2184F-D44D-4122-A6E2-461CFB5EA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t>4-</a:t>
            </a:r>
            <a:fld id="{C71B67A3-73F1-4AE6-914C-EA48E00D5A76}" type="slidenum">
              <a:rPr kumimoji="0" lang="en-US" altLang="zh-TW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ＭＳ Ｐゴシック" panose="020B0600070205080204" pitchFamily="34" charset="-128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altLang="zh-TW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2" name="Group 352">
            <a:extLst>
              <a:ext uri="{FF2B5EF4-FFF2-40B4-BE49-F238E27FC236}">
                <a16:creationId xmlns:a16="http://schemas.microsoft.com/office/drawing/2014/main" id="{842DA6BC-EDC6-4A12-902B-B63DF220CAF7}"/>
              </a:ext>
            </a:extLst>
          </p:cNvPr>
          <p:cNvGrpSpPr>
            <a:grpSpLocks/>
          </p:cNvGrpSpPr>
          <p:nvPr/>
        </p:nvGrpSpPr>
        <p:grpSpPr bwMode="auto">
          <a:xfrm>
            <a:off x="2557463" y="3384550"/>
            <a:ext cx="817562" cy="2981325"/>
            <a:chOff x="1611" y="2132"/>
            <a:chExt cx="515" cy="1878"/>
          </a:xfrm>
        </p:grpSpPr>
        <p:grpSp>
          <p:nvGrpSpPr>
            <p:cNvPr id="184478" name="Group 212">
              <a:extLst>
                <a:ext uri="{FF2B5EF4-FFF2-40B4-BE49-F238E27FC236}">
                  <a16:creationId xmlns:a16="http://schemas.microsoft.com/office/drawing/2014/main" id="{E3AA8ACC-5BD6-4113-AD5D-8D8CA9ADDD0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25" y="2200"/>
              <a:ext cx="471" cy="908"/>
              <a:chOff x="643" y="2144"/>
              <a:chExt cx="471" cy="908"/>
            </a:xfrm>
          </p:grpSpPr>
          <p:sp>
            <p:nvSpPr>
              <p:cNvPr id="184482" name="Rectangle 183">
                <a:extLst>
                  <a:ext uri="{FF2B5EF4-FFF2-40B4-BE49-F238E27FC236}">
                    <a16:creationId xmlns:a16="http://schemas.microsoft.com/office/drawing/2014/main" id="{B1979D44-9750-46E1-BE4B-8E2178938E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2" y="2144"/>
                <a:ext cx="462" cy="908"/>
              </a:xfrm>
              <a:prstGeom prst="rect">
                <a:avLst/>
              </a:prstGeom>
              <a:solidFill>
                <a:srgbClr val="66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83" name="Text Box 184">
                <a:extLst>
                  <a:ext uri="{FF2B5EF4-FFF2-40B4-BE49-F238E27FC236}">
                    <a16:creationId xmlns:a16="http://schemas.microsoft.com/office/drawing/2014/main" id="{8D7E206C-F1B2-4209-9D05-A737B94EE6D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3" y="2169"/>
                <a:ext cx="457" cy="8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flow: X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 A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dest: F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data</a:t>
                </a:r>
              </a:p>
            </p:txBody>
          </p:sp>
        </p:grpSp>
        <p:sp>
          <p:nvSpPr>
            <p:cNvPr id="184479" name="Line 194">
              <a:extLst>
                <a:ext uri="{FF2B5EF4-FFF2-40B4-BE49-F238E27FC236}">
                  <a16:creationId xmlns:a16="http://schemas.microsoft.com/office/drawing/2014/main" id="{956C52EC-9A99-4383-8DF1-AF863482F5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1" y="2132"/>
              <a:ext cx="43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80" name="Text Box 204">
              <a:extLst>
                <a:ext uri="{FF2B5EF4-FFF2-40B4-BE49-F238E27FC236}">
                  <a16:creationId xmlns:a16="http://schemas.microsoft.com/office/drawing/2014/main" id="{5EEE5722-269F-4E7F-B539-7257D6E191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1" y="3690"/>
              <a:ext cx="515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A-to-B: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sp>
          <p:nvSpPr>
            <p:cNvPr id="184481" name="Line 205">
              <a:extLst>
                <a:ext uri="{FF2B5EF4-FFF2-40B4-BE49-F238E27FC236}">
                  <a16:creationId xmlns:a16="http://schemas.microsoft.com/office/drawing/2014/main" id="{C556B2D0-C745-4457-8DB3-AEACF38ED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6" y="3230"/>
              <a:ext cx="0" cy="4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4" name="Group 353">
            <a:extLst>
              <a:ext uri="{FF2B5EF4-FFF2-40B4-BE49-F238E27FC236}">
                <a16:creationId xmlns:a16="http://schemas.microsoft.com/office/drawing/2014/main" id="{691BA967-1C96-446B-B3C7-1F818434AF38}"/>
              </a:ext>
            </a:extLst>
          </p:cNvPr>
          <p:cNvGrpSpPr>
            <a:grpSpLocks/>
          </p:cNvGrpSpPr>
          <p:nvPr/>
        </p:nvGrpSpPr>
        <p:grpSpPr bwMode="auto">
          <a:xfrm>
            <a:off x="3532188" y="3376613"/>
            <a:ext cx="1185862" cy="3319462"/>
            <a:chOff x="2225" y="2127"/>
            <a:chExt cx="747" cy="2091"/>
          </a:xfrm>
        </p:grpSpPr>
        <p:grpSp>
          <p:nvGrpSpPr>
            <p:cNvPr id="184469" name="Group 216">
              <a:extLst>
                <a:ext uri="{FF2B5EF4-FFF2-40B4-BE49-F238E27FC236}">
                  <a16:creationId xmlns:a16="http://schemas.microsoft.com/office/drawing/2014/main" id="{381D0428-2A06-47F3-A0DB-6B75DB11A1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225" y="2194"/>
              <a:ext cx="620" cy="1388"/>
              <a:chOff x="441" y="2082"/>
              <a:chExt cx="620" cy="1388"/>
            </a:xfrm>
          </p:grpSpPr>
          <p:sp>
            <p:nvSpPr>
              <p:cNvPr id="184473" name="Rectangle 189">
                <a:extLst>
                  <a:ext uri="{FF2B5EF4-FFF2-40B4-BE49-F238E27FC236}">
                    <a16:creationId xmlns:a16="http://schemas.microsoft.com/office/drawing/2014/main" id="{91ABB962-F2F5-487F-8722-864208DAE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" y="2088"/>
                <a:ext cx="583" cy="1382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4474" name="Group 190">
                <a:extLst>
                  <a:ext uri="{FF2B5EF4-FFF2-40B4-BE49-F238E27FC236}">
                    <a16:creationId xmlns:a16="http://schemas.microsoft.com/office/drawing/2014/main" id="{2D57E08C-C07E-437E-9469-D3DA47D83C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9" y="2471"/>
                <a:ext cx="489" cy="908"/>
                <a:chOff x="4869" y="143"/>
                <a:chExt cx="489" cy="908"/>
              </a:xfrm>
            </p:grpSpPr>
            <p:sp>
              <p:nvSpPr>
                <p:cNvPr id="184476" name="Rectangle 191">
                  <a:extLst>
                    <a:ext uri="{FF2B5EF4-FFF2-40B4-BE49-F238E27FC236}">
                      <a16:creationId xmlns:a16="http://schemas.microsoft.com/office/drawing/2014/main" id="{C51F9B15-7C7B-4B41-AA46-903F3E9C229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893" y="143"/>
                  <a:ext cx="462" cy="908"/>
                </a:xfrm>
                <a:prstGeom prst="rect">
                  <a:avLst/>
                </a:prstGeom>
                <a:solidFill>
                  <a:srgbClr val="66CC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477" name="Text Box 192">
                  <a:extLst>
                    <a:ext uri="{FF2B5EF4-FFF2-40B4-BE49-F238E27FC236}">
                      <a16:creationId xmlns:a16="http://schemas.microsoft.com/office/drawing/2014/main" id="{C33FA273-BAA2-4433-970E-20D8573E649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869" y="161"/>
                  <a:ext cx="489" cy="8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Flow: X</a:t>
                  </a: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Src: A</a:t>
                  </a: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Dest: F</a:t>
                  </a: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data</a:t>
                  </a:r>
                </a:p>
              </p:txBody>
            </p:sp>
          </p:grpSp>
          <p:sp>
            <p:nvSpPr>
              <p:cNvPr id="184475" name="Text Box 193">
                <a:extLst>
                  <a:ext uri="{FF2B5EF4-FFF2-40B4-BE49-F238E27FC236}">
                    <a16:creationId xmlns:a16="http://schemas.microsoft.com/office/drawing/2014/main" id="{FB36CBA1-B8F3-44E3-AC86-6D298E782F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1" y="2082"/>
                <a:ext cx="564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dest: E</a:t>
                </a:r>
              </a:p>
            </p:txBody>
          </p:sp>
        </p:grpSp>
        <p:sp>
          <p:nvSpPr>
            <p:cNvPr id="184470" name="Line 195">
              <a:extLst>
                <a:ext uri="{FF2B5EF4-FFF2-40B4-BE49-F238E27FC236}">
                  <a16:creationId xmlns:a16="http://schemas.microsoft.com/office/drawing/2014/main" id="{A740BFE4-D316-4414-B8E8-BE25944EFD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45" y="2127"/>
              <a:ext cx="43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71" name="Text Box 208">
              <a:extLst>
                <a:ext uri="{FF2B5EF4-FFF2-40B4-BE49-F238E27FC236}">
                  <a16:creationId xmlns:a16="http://schemas.microsoft.com/office/drawing/2014/main" id="{C95C2202-2D5B-44D6-AA77-60335B98ED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31" y="3767"/>
              <a:ext cx="741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B-to-C: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 inside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IPv4</a:t>
              </a:r>
            </a:p>
          </p:txBody>
        </p:sp>
        <p:sp>
          <p:nvSpPr>
            <p:cNvPr id="184472" name="Line 209">
              <a:extLst>
                <a:ext uri="{FF2B5EF4-FFF2-40B4-BE49-F238E27FC236}">
                  <a16:creationId xmlns:a16="http://schemas.microsoft.com/office/drawing/2014/main" id="{9288CDFD-0153-4729-A173-71D45A7594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8" y="3604"/>
              <a:ext cx="0" cy="11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7" name="Group 355">
            <a:extLst>
              <a:ext uri="{FF2B5EF4-FFF2-40B4-BE49-F238E27FC236}">
                <a16:creationId xmlns:a16="http://schemas.microsoft.com/office/drawing/2014/main" id="{E68E85B1-A08A-460F-93A5-06426DEB08D0}"/>
              </a:ext>
            </a:extLst>
          </p:cNvPr>
          <p:cNvGrpSpPr>
            <a:grpSpLocks/>
          </p:cNvGrpSpPr>
          <p:nvPr/>
        </p:nvGrpSpPr>
        <p:grpSpPr bwMode="auto">
          <a:xfrm>
            <a:off x="6748463" y="3379788"/>
            <a:ext cx="881062" cy="2998787"/>
            <a:chOff x="4251" y="2129"/>
            <a:chExt cx="555" cy="1889"/>
          </a:xfrm>
        </p:grpSpPr>
        <p:sp>
          <p:nvSpPr>
            <p:cNvPr id="184463" name="Line 197">
              <a:extLst>
                <a:ext uri="{FF2B5EF4-FFF2-40B4-BE49-F238E27FC236}">
                  <a16:creationId xmlns:a16="http://schemas.microsoft.com/office/drawing/2014/main" id="{CA5136D7-E277-4586-92CB-8A08B7B02C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92" y="2129"/>
              <a:ext cx="43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64" name="Text Box 206">
              <a:extLst>
                <a:ext uri="{FF2B5EF4-FFF2-40B4-BE49-F238E27FC236}">
                  <a16:creationId xmlns:a16="http://schemas.microsoft.com/office/drawing/2014/main" id="{D5B38B49-F8AA-495B-82E7-C6CB3082A91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98" y="3698"/>
              <a:ext cx="508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E-to-F: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sp>
          <p:nvSpPr>
            <p:cNvPr id="184465" name="Line 207">
              <a:extLst>
                <a:ext uri="{FF2B5EF4-FFF2-40B4-BE49-F238E27FC236}">
                  <a16:creationId xmlns:a16="http://schemas.microsoft.com/office/drawing/2014/main" id="{03E3A32F-C586-4FFE-B1DF-71F04DBBD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40" y="3238"/>
              <a:ext cx="0" cy="4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84466" name="Group 213">
              <a:extLst>
                <a:ext uri="{FF2B5EF4-FFF2-40B4-BE49-F238E27FC236}">
                  <a16:creationId xmlns:a16="http://schemas.microsoft.com/office/drawing/2014/main" id="{2949137F-9CFD-4A1A-9B25-79233118A0F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51" y="2205"/>
              <a:ext cx="471" cy="908"/>
              <a:chOff x="643" y="2144"/>
              <a:chExt cx="471" cy="908"/>
            </a:xfrm>
          </p:grpSpPr>
          <p:sp>
            <p:nvSpPr>
              <p:cNvPr id="184467" name="Rectangle 214">
                <a:extLst>
                  <a:ext uri="{FF2B5EF4-FFF2-40B4-BE49-F238E27FC236}">
                    <a16:creationId xmlns:a16="http://schemas.microsoft.com/office/drawing/2014/main" id="{F1894863-B413-47D8-BD48-F018CE416F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2" y="2144"/>
                <a:ext cx="462" cy="908"/>
              </a:xfrm>
              <a:prstGeom prst="rect">
                <a:avLst/>
              </a:prstGeom>
              <a:solidFill>
                <a:srgbClr val="66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68" name="Text Box 215">
                <a:extLst>
                  <a:ext uri="{FF2B5EF4-FFF2-40B4-BE49-F238E27FC236}">
                    <a16:creationId xmlns:a16="http://schemas.microsoft.com/office/drawing/2014/main" id="{0B00C412-2996-40A5-945C-326EA7EB53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43" y="2169"/>
                <a:ext cx="457" cy="8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flow: X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 A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dest: F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TW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data</a:t>
                </a:r>
              </a:p>
            </p:txBody>
          </p:sp>
        </p:grpSp>
      </p:grpSp>
      <p:grpSp>
        <p:nvGrpSpPr>
          <p:cNvPr id="9" name="Group 354">
            <a:extLst>
              <a:ext uri="{FF2B5EF4-FFF2-40B4-BE49-F238E27FC236}">
                <a16:creationId xmlns:a16="http://schemas.microsoft.com/office/drawing/2014/main" id="{106AF818-C8A8-4982-8FE9-DF5FDEF21061}"/>
              </a:ext>
            </a:extLst>
          </p:cNvPr>
          <p:cNvGrpSpPr>
            <a:grpSpLocks/>
          </p:cNvGrpSpPr>
          <p:nvPr/>
        </p:nvGrpSpPr>
        <p:grpSpPr bwMode="auto">
          <a:xfrm>
            <a:off x="5567363" y="3378200"/>
            <a:ext cx="1176337" cy="3330575"/>
            <a:chOff x="3507" y="2128"/>
            <a:chExt cx="741" cy="2098"/>
          </a:xfrm>
        </p:grpSpPr>
        <p:sp>
          <p:nvSpPr>
            <p:cNvPr id="184454" name="Line 196">
              <a:extLst>
                <a:ext uri="{FF2B5EF4-FFF2-40B4-BE49-F238E27FC236}">
                  <a16:creationId xmlns:a16="http://schemas.microsoft.com/office/drawing/2014/main" id="{5B67ECDC-5E28-4FDA-BCA0-8024CA43C7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27" y="2128"/>
              <a:ext cx="43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55" name="Text Box 210">
              <a:extLst>
                <a:ext uri="{FF2B5EF4-FFF2-40B4-BE49-F238E27FC236}">
                  <a16:creationId xmlns:a16="http://schemas.microsoft.com/office/drawing/2014/main" id="{4D8BEAF1-6CB0-41C5-B4CA-4B7707F980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7" y="3775"/>
              <a:ext cx="741" cy="4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D-to-E: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 inside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IPv4</a:t>
              </a:r>
            </a:p>
          </p:txBody>
        </p:sp>
        <p:sp>
          <p:nvSpPr>
            <p:cNvPr id="184456" name="Line 211">
              <a:extLst>
                <a:ext uri="{FF2B5EF4-FFF2-40B4-BE49-F238E27FC236}">
                  <a16:creationId xmlns:a16="http://schemas.microsoft.com/office/drawing/2014/main" id="{C103D3C3-A312-474C-BC00-6C863BA24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3" y="3640"/>
              <a:ext cx="0" cy="11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grpSp>
          <p:nvGrpSpPr>
            <p:cNvPr id="184457" name="Group 217">
              <a:extLst>
                <a:ext uri="{FF2B5EF4-FFF2-40B4-BE49-F238E27FC236}">
                  <a16:creationId xmlns:a16="http://schemas.microsoft.com/office/drawing/2014/main" id="{0CCFE2C6-3C83-401D-8A26-467135B383D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21" y="2220"/>
              <a:ext cx="620" cy="1388"/>
              <a:chOff x="441" y="2082"/>
              <a:chExt cx="620" cy="1388"/>
            </a:xfrm>
          </p:grpSpPr>
          <p:sp>
            <p:nvSpPr>
              <p:cNvPr id="184458" name="Rectangle 218">
                <a:extLst>
                  <a:ext uri="{FF2B5EF4-FFF2-40B4-BE49-F238E27FC236}">
                    <a16:creationId xmlns:a16="http://schemas.microsoft.com/office/drawing/2014/main" id="{60599C85-55A3-492D-B8E0-3C5E655253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" y="2088"/>
                <a:ext cx="583" cy="1382"/>
              </a:xfrm>
              <a:prstGeom prst="rect">
                <a:avLst/>
              </a:prstGeom>
              <a:solidFill>
                <a:srgbClr val="CC00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grpSp>
            <p:nvGrpSpPr>
              <p:cNvPr id="184459" name="Group 219">
                <a:extLst>
                  <a:ext uri="{FF2B5EF4-FFF2-40B4-BE49-F238E27FC236}">
                    <a16:creationId xmlns:a16="http://schemas.microsoft.com/office/drawing/2014/main" id="{D3758E65-F048-46AB-9D1C-77F217B821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9" y="2471"/>
                <a:ext cx="489" cy="908"/>
                <a:chOff x="4869" y="143"/>
                <a:chExt cx="489" cy="908"/>
              </a:xfrm>
            </p:grpSpPr>
            <p:sp>
              <p:nvSpPr>
                <p:cNvPr id="184461" name="Rectangle 220">
                  <a:extLst>
                    <a:ext uri="{FF2B5EF4-FFF2-40B4-BE49-F238E27FC236}">
                      <a16:creationId xmlns:a16="http://schemas.microsoft.com/office/drawing/2014/main" id="{7F0CB6D8-0B2B-4526-8F99-448D183B11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893" y="143"/>
                  <a:ext cx="462" cy="908"/>
                </a:xfrm>
                <a:prstGeom prst="rect">
                  <a:avLst/>
                </a:prstGeom>
                <a:solidFill>
                  <a:srgbClr val="66CCFF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462" name="Text Box 221">
                  <a:extLst>
                    <a:ext uri="{FF2B5EF4-FFF2-40B4-BE49-F238E27FC236}">
                      <a16:creationId xmlns:a16="http://schemas.microsoft.com/office/drawing/2014/main" id="{53936112-1080-4282-83F1-9DCFD02036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869" y="161"/>
                  <a:ext cx="489" cy="8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Flow: X</a:t>
                  </a: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Src: A</a:t>
                  </a: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Dest: F</a:t>
                  </a: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altLang="zh-TW" sz="1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4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rPr>
                    <a:t>data</a:t>
                  </a:r>
                </a:p>
              </p:txBody>
            </p:sp>
          </p:grpSp>
          <p:sp>
            <p:nvSpPr>
              <p:cNvPr id="184460" name="Text Box 222">
                <a:extLst>
                  <a:ext uri="{FF2B5EF4-FFF2-40B4-BE49-F238E27FC236}">
                    <a16:creationId xmlns:a16="http://schemas.microsoft.com/office/drawing/2014/main" id="{25A8C3B7-20FD-4E1F-A8BC-68AAC41D8D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1" y="2082"/>
                <a:ext cx="564" cy="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src:B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dest: E</a:t>
                </a:r>
              </a:p>
            </p:txBody>
          </p:sp>
        </p:grpSp>
      </p:grpSp>
      <p:sp>
        <p:nvSpPr>
          <p:cNvPr id="184328" name="Text Box 224">
            <a:extLst>
              <a:ext uri="{FF2B5EF4-FFF2-40B4-BE49-F238E27FC236}">
                <a16:creationId xmlns:a16="http://schemas.microsoft.com/office/drawing/2014/main" id="{038A0489-4DE5-4D69-AAC2-3520951D0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563" y="2597150"/>
            <a:ext cx="1593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physical view:</a:t>
            </a:r>
          </a:p>
        </p:txBody>
      </p:sp>
      <p:sp>
        <p:nvSpPr>
          <p:cNvPr id="184329" name="Line 225">
            <a:extLst>
              <a:ext uri="{FF2B5EF4-FFF2-40B4-BE49-F238E27FC236}">
                <a16:creationId xmlns:a16="http://schemas.microsoft.com/office/drawing/2014/main" id="{35CE5A7B-F408-4E35-873E-3E26F3F08A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95725" y="2868613"/>
            <a:ext cx="23256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HK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pSp>
        <p:nvGrpSpPr>
          <p:cNvPr id="184330" name="Group 228">
            <a:extLst>
              <a:ext uri="{FF2B5EF4-FFF2-40B4-BE49-F238E27FC236}">
                <a16:creationId xmlns:a16="http://schemas.microsoft.com/office/drawing/2014/main" id="{F4F8E3C7-5DF8-4497-9B9B-EA4D55699D6D}"/>
              </a:ext>
            </a:extLst>
          </p:cNvPr>
          <p:cNvGrpSpPr>
            <a:grpSpLocks/>
          </p:cNvGrpSpPr>
          <p:nvPr/>
        </p:nvGrpSpPr>
        <p:grpSpPr bwMode="auto">
          <a:xfrm>
            <a:off x="4230688" y="2703513"/>
            <a:ext cx="693737" cy="338137"/>
            <a:chOff x="4396" y="1245"/>
            <a:chExt cx="672" cy="248"/>
          </a:xfrm>
        </p:grpSpPr>
        <p:sp>
          <p:nvSpPr>
            <p:cNvPr id="184446" name="Oval 407">
              <a:extLst>
                <a:ext uri="{FF2B5EF4-FFF2-40B4-BE49-F238E27FC236}">
                  <a16:creationId xmlns:a16="http://schemas.microsoft.com/office/drawing/2014/main" id="{815E64E0-3B65-4A28-BF89-02FB2F145A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447" name="Rectangle 410">
              <a:extLst>
                <a:ext uri="{FF2B5EF4-FFF2-40B4-BE49-F238E27FC236}">
                  <a16:creationId xmlns:a16="http://schemas.microsoft.com/office/drawing/2014/main" id="{F62B684D-7023-4050-A23B-959E1C921A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448" name="Oval 411">
              <a:extLst>
                <a:ext uri="{FF2B5EF4-FFF2-40B4-BE49-F238E27FC236}">
                  <a16:creationId xmlns:a16="http://schemas.microsoft.com/office/drawing/2014/main" id="{8CE89449-2CDA-4987-AA55-8FAF46210E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4449" name="Group 232">
              <a:extLst>
                <a:ext uri="{FF2B5EF4-FFF2-40B4-BE49-F238E27FC236}">
                  <a16:creationId xmlns:a16="http://schemas.microsoft.com/office/drawing/2014/main" id="{1E8B836B-781A-4C80-A938-624507B7BF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84452" name="Freeform 233">
                <a:extLst>
                  <a:ext uri="{FF2B5EF4-FFF2-40B4-BE49-F238E27FC236}">
                    <a16:creationId xmlns:a16="http://schemas.microsoft.com/office/drawing/2014/main" id="{911C42FF-46D2-4264-BE16-38E20478CB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53" name="Freeform 234">
                <a:extLst>
                  <a:ext uri="{FF2B5EF4-FFF2-40B4-BE49-F238E27FC236}">
                    <a16:creationId xmlns:a16="http://schemas.microsoft.com/office/drawing/2014/main" id="{EB073A87-21EB-43B3-BB8E-6C1F77FDC64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84450" name="Line 235">
              <a:extLst>
                <a:ext uri="{FF2B5EF4-FFF2-40B4-BE49-F238E27FC236}">
                  <a16:creationId xmlns:a16="http://schemas.microsoft.com/office/drawing/2014/main" id="{CBB734F4-790A-4C67-AFDA-7E0E602A30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51" name="Line 236">
              <a:extLst>
                <a:ext uri="{FF2B5EF4-FFF2-40B4-BE49-F238E27FC236}">
                  <a16:creationId xmlns:a16="http://schemas.microsoft.com/office/drawing/2014/main" id="{A4E28CBF-3736-4FEF-839B-CEEB27EB98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7"/>
              <a:ext cx="0" cy="106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4331" name="Group 237">
            <a:extLst>
              <a:ext uri="{FF2B5EF4-FFF2-40B4-BE49-F238E27FC236}">
                <a16:creationId xmlns:a16="http://schemas.microsoft.com/office/drawing/2014/main" id="{C2773325-F120-48B3-AA59-0A411DA58774}"/>
              </a:ext>
            </a:extLst>
          </p:cNvPr>
          <p:cNvGrpSpPr>
            <a:grpSpLocks/>
          </p:cNvGrpSpPr>
          <p:nvPr/>
        </p:nvGrpSpPr>
        <p:grpSpPr bwMode="auto">
          <a:xfrm>
            <a:off x="2163763" y="2360613"/>
            <a:ext cx="1728787" cy="965200"/>
            <a:chOff x="1363" y="1403"/>
            <a:chExt cx="1089" cy="608"/>
          </a:xfrm>
        </p:grpSpPr>
        <p:sp>
          <p:nvSpPr>
            <p:cNvPr id="184423" name="Text Box 238">
              <a:extLst>
                <a:ext uri="{FF2B5EF4-FFF2-40B4-BE49-F238E27FC236}">
                  <a16:creationId xmlns:a16="http://schemas.microsoft.com/office/drawing/2014/main" id="{8687A35C-CD2D-4E63-972C-140422B970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62" y="1403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A</a:t>
              </a:r>
            </a:p>
          </p:txBody>
        </p:sp>
        <p:sp>
          <p:nvSpPr>
            <p:cNvPr id="184424" name="Text Box 239">
              <a:extLst>
                <a:ext uri="{FF2B5EF4-FFF2-40B4-BE49-F238E27FC236}">
                  <a16:creationId xmlns:a16="http://schemas.microsoft.com/office/drawing/2014/main" id="{45FE4763-4D08-4A7F-A2C0-2008069A27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21" y="1406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B</a:t>
              </a:r>
            </a:p>
          </p:txBody>
        </p:sp>
        <p:sp>
          <p:nvSpPr>
            <p:cNvPr id="184425" name="Line 240">
              <a:extLst>
                <a:ext uri="{FF2B5EF4-FFF2-40B4-BE49-F238E27FC236}">
                  <a16:creationId xmlns:a16="http://schemas.microsoft.com/office/drawing/2014/main" id="{8CBE3104-9B3F-48AD-9D74-95A8327455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03" y="1729"/>
              <a:ext cx="20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26" name="Text Box 241">
              <a:extLst>
                <a:ext uri="{FF2B5EF4-FFF2-40B4-BE49-F238E27FC236}">
                  <a16:creationId xmlns:a16="http://schemas.microsoft.com/office/drawing/2014/main" id="{E318CE1B-EAC6-46C9-BB92-96310FB316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86" y="1798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sp>
          <p:nvSpPr>
            <p:cNvPr id="184427" name="Text Box 242">
              <a:extLst>
                <a:ext uri="{FF2B5EF4-FFF2-40B4-BE49-F238E27FC236}">
                  <a16:creationId xmlns:a16="http://schemas.microsoft.com/office/drawing/2014/main" id="{CC35B727-5DEE-44AC-9CF7-C49258A3CA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5" y="1799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grpSp>
          <p:nvGrpSpPr>
            <p:cNvPr id="184428" name="Group 243">
              <a:extLst>
                <a:ext uri="{FF2B5EF4-FFF2-40B4-BE49-F238E27FC236}">
                  <a16:creationId xmlns:a16="http://schemas.microsoft.com/office/drawing/2014/main" id="{703666DE-7C73-449D-8D42-21052959355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3" y="1621"/>
              <a:ext cx="437" cy="213"/>
              <a:chOff x="4396" y="1245"/>
              <a:chExt cx="672" cy="248"/>
            </a:xfrm>
          </p:grpSpPr>
          <p:sp>
            <p:nvSpPr>
              <p:cNvPr id="184438" name="Oval 407">
                <a:extLst>
                  <a:ext uri="{FF2B5EF4-FFF2-40B4-BE49-F238E27FC236}">
                    <a16:creationId xmlns:a16="http://schemas.microsoft.com/office/drawing/2014/main" id="{AF351D28-9466-434B-A643-C029B9172F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39" name="Rectangle 410">
                <a:extLst>
                  <a:ext uri="{FF2B5EF4-FFF2-40B4-BE49-F238E27FC236}">
                    <a16:creationId xmlns:a16="http://schemas.microsoft.com/office/drawing/2014/main" id="{25ECC617-147A-43BE-B7C4-7D349B0890A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40" name="Oval 411">
                <a:extLst>
                  <a:ext uri="{FF2B5EF4-FFF2-40B4-BE49-F238E27FC236}">
                    <a16:creationId xmlns:a16="http://schemas.microsoft.com/office/drawing/2014/main" id="{E451A104-71B7-4B39-902B-77D54DDD63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4441" name="Group 247">
                <a:extLst>
                  <a:ext uri="{FF2B5EF4-FFF2-40B4-BE49-F238E27FC236}">
                    <a16:creationId xmlns:a16="http://schemas.microsoft.com/office/drawing/2014/main" id="{522248ED-309E-48F7-9288-F1B25D41207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4444" name="Freeform 248">
                  <a:extLst>
                    <a:ext uri="{FF2B5EF4-FFF2-40B4-BE49-F238E27FC236}">
                      <a16:creationId xmlns:a16="http://schemas.microsoft.com/office/drawing/2014/main" id="{708667CE-F20B-4999-B8F2-F7773CA203D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445" name="Freeform 249">
                  <a:extLst>
                    <a:ext uri="{FF2B5EF4-FFF2-40B4-BE49-F238E27FC236}">
                      <a16:creationId xmlns:a16="http://schemas.microsoft.com/office/drawing/2014/main" id="{38739840-DE24-4AE8-8AA5-26E3D642184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4442" name="Line 250">
                <a:extLst>
                  <a:ext uri="{FF2B5EF4-FFF2-40B4-BE49-F238E27FC236}">
                    <a16:creationId xmlns:a16="http://schemas.microsoft.com/office/drawing/2014/main" id="{053AAF15-9BA0-4CEC-926D-775293D40C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43" name="Line 251">
                <a:extLst>
                  <a:ext uri="{FF2B5EF4-FFF2-40B4-BE49-F238E27FC236}">
                    <a16:creationId xmlns:a16="http://schemas.microsoft.com/office/drawing/2014/main" id="{9678D497-75B3-457D-9023-FC419D7B810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4429" name="Group 252">
              <a:extLst>
                <a:ext uri="{FF2B5EF4-FFF2-40B4-BE49-F238E27FC236}">
                  <a16:creationId xmlns:a16="http://schemas.microsoft.com/office/drawing/2014/main" id="{E27E55F9-A85E-4284-BCF7-B5183620FCA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15" y="1617"/>
              <a:ext cx="437" cy="213"/>
              <a:chOff x="4396" y="1245"/>
              <a:chExt cx="672" cy="248"/>
            </a:xfrm>
          </p:grpSpPr>
          <p:sp>
            <p:nvSpPr>
              <p:cNvPr id="184430" name="Oval 407">
                <a:extLst>
                  <a:ext uri="{FF2B5EF4-FFF2-40B4-BE49-F238E27FC236}">
                    <a16:creationId xmlns:a16="http://schemas.microsoft.com/office/drawing/2014/main" id="{60313980-BEBC-4341-8050-6926390AD0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31" name="Rectangle 410">
                <a:extLst>
                  <a:ext uri="{FF2B5EF4-FFF2-40B4-BE49-F238E27FC236}">
                    <a16:creationId xmlns:a16="http://schemas.microsoft.com/office/drawing/2014/main" id="{53DD165D-C0CE-4515-930F-42289207BC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32" name="Oval 411">
                <a:extLst>
                  <a:ext uri="{FF2B5EF4-FFF2-40B4-BE49-F238E27FC236}">
                    <a16:creationId xmlns:a16="http://schemas.microsoft.com/office/drawing/2014/main" id="{8E5C8674-3F42-4769-A97F-C7895FC29C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4433" name="Group 256">
                <a:extLst>
                  <a:ext uri="{FF2B5EF4-FFF2-40B4-BE49-F238E27FC236}">
                    <a16:creationId xmlns:a16="http://schemas.microsoft.com/office/drawing/2014/main" id="{2C7F56B4-B164-4D5E-88DD-35C7BC0E5AA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4436" name="Freeform 257">
                  <a:extLst>
                    <a:ext uri="{FF2B5EF4-FFF2-40B4-BE49-F238E27FC236}">
                      <a16:creationId xmlns:a16="http://schemas.microsoft.com/office/drawing/2014/main" id="{69D7BE79-DB0A-49FE-BD82-184AF994FE9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437" name="Freeform 258">
                  <a:extLst>
                    <a:ext uri="{FF2B5EF4-FFF2-40B4-BE49-F238E27FC236}">
                      <a16:creationId xmlns:a16="http://schemas.microsoft.com/office/drawing/2014/main" id="{528AE990-7C72-41DD-BD6C-8B406ABE18F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4434" name="Line 259">
                <a:extLst>
                  <a:ext uri="{FF2B5EF4-FFF2-40B4-BE49-F238E27FC236}">
                    <a16:creationId xmlns:a16="http://schemas.microsoft.com/office/drawing/2014/main" id="{B0862186-1915-4EAD-9549-1B7C935CBE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35" name="Line 260">
                <a:extLst>
                  <a:ext uri="{FF2B5EF4-FFF2-40B4-BE49-F238E27FC236}">
                    <a16:creationId xmlns:a16="http://schemas.microsoft.com/office/drawing/2014/main" id="{51A292E1-F25E-4A68-BDB6-4418FF246A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</p:grpSp>
      <p:grpSp>
        <p:nvGrpSpPr>
          <p:cNvPr id="184332" name="Group 261">
            <a:extLst>
              <a:ext uri="{FF2B5EF4-FFF2-40B4-BE49-F238E27FC236}">
                <a16:creationId xmlns:a16="http://schemas.microsoft.com/office/drawing/2014/main" id="{6061C3AA-49DC-41B7-AA02-6F36DC01DD65}"/>
              </a:ext>
            </a:extLst>
          </p:cNvPr>
          <p:cNvGrpSpPr>
            <a:grpSpLocks/>
          </p:cNvGrpSpPr>
          <p:nvPr/>
        </p:nvGrpSpPr>
        <p:grpSpPr bwMode="auto">
          <a:xfrm>
            <a:off x="5195888" y="2706688"/>
            <a:ext cx="693737" cy="338137"/>
            <a:chOff x="4396" y="1245"/>
            <a:chExt cx="672" cy="248"/>
          </a:xfrm>
        </p:grpSpPr>
        <p:sp>
          <p:nvSpPr>
            <p:cNvPr id="184415" name="Oval 407">
              <a:extLst>
                <a:ext uri="{FF2B5EF4-FFF2-40B4-BE49-F238E27FC236}">
                  <a16:creationId xmlns:a16="http://schemas.microsoft.com/office/drawing/2014/main" id="{19AFE6B2-E4DF-4B29-AA7B-BF50CBE770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55"/>
              <a:ext cx="666" cy="138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416" name="Rectangle 410">
              <a:extLst>
                <a:ext uri="{FF2B5EF4-FFF2-40B4-BE49-F238E27FC236}">
                  <a16:creationId xmlns:a16="http://schemas.microsoft.com/office/drawing/2014/main" id="{8A3DBD43-5893-495E-8BDC-EC7824B7C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9" y="1339"/>
              <a:ext cx="669" cy="86"/>
            </a:xfrm>
            <a:prstGeom prst="rect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84417" name="Oval 411">
              <a:extLst>
                <a:ext uri="{FF2B5EF4-FFF2-40B4-BE49-F238E27FC236}">
                  <a16:creationId xmlns:a16="http://schemas.microsoft.com/office/drawing/2014/main" id="{14816A17-DF2F-46DB-AA3E-073C6761A8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6" y="1245"/>
              <a:ext cx="667" cy="162"/>
            </a:xfrm>
            <a:prstGeom prst="ellipse">
              <a:avLst/>
            </a:prstGeom>
            <a:gradFill rotWithShape="1">
              <a:gsLst>
                <a:gs pos="0">
                  <a:srgbClr val="CC0000"/>
                </a:gs>
                <a:gs pos="100000">
                  <a:schemeClr val="bg1"/>
                </a:gs>
              </a:gsLst>
              <a:lin ang="0" scaled="1"/>
            </a:gra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grpSp>
          <p:nvGrpSpPr>
            <p:cNvPr id="184418" name="Group 265">
              <a:extLst>
                <a:ext uri="{FF2B5EF4-FFF2-40B4-BE49-F238E27FC236}">
                  <a16:creationId xmlns:a16="http://schemas.microsoft.com/office/drawing/2014/main" id="{32257476-4CCA-4A8E-9FA2-EF9509E6F7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0" y="1287"/>
              <a:ext cx="377" cy="75"/>
              <a:chOff x="2468" y="1332"/>
              <a:chExt cx="310" cy="60"/>
            </a:xfrm>
          </p:grpSpPr>
          <p:sp>
            <p:nvSpPr>
              <p:cNvPr id="184421" name="Freeform 266">
                <a:extLst>
                  <a:ext uri="{FF2B5EF4-FFF2-40B4-BE49-F238E27FC236}">
                    <a16:creationId xmlns:a16="http://schemas.microsoft.com/office/drawing/2014/main" id="{D114542F-E455-428B-BF23-82FE6A99CA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68" y="1332"/>
                <a:ext cx="310" cy="60"/>
              </a:xfrm>
              <a:custGeom>
                <a:avLst/>
                <a:gdLst>
                  <a:gd name="T0" fmla="*/ 0 w 310"/>
                  <a:gd name="T1" fmla="*/ 60 h 60"/>
                  <a:gd name="T2" fmla="*/ 96 w 310"/>
                  <a:gd name="T3" fmla="*/ 60 h 60"/>
                  <a:gd name="T4" fmla="*/ 192 w 310"/>
                  <a:gd name="T5" fmla="*/ 0 h 60"/>
                  <a:gd name="T6" fmla="*/ 310 w 310"/>
                  <a:gd name="T7" fmla="*/ 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310"/>
                  <a:gd name="T13" fmla="*/ 0 h 60"/>
                  <a:gd name="T14" fmla="*/ 310 w 310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310" h="6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22" name="Freeform 267">
                <a:extLst>
                  <a:ext uri="{FF2B5EF4-FFF2-40B4-BE49-F238E27FC236}">
                    <a16:creationId xmlns:a16="http://schemas.microsoft.com/office/drawing/2014/main" id="{9BF8E2AA-9D06-477D-81FA-F25D257811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2" y="1332"/>
                <a:ext cx="282" cy="60"/>
              </a:xfrm>
              <a:custGeom>
                <a:avLst/>
                <a:gdLst>
                  <a:gd name="T0" fmla="*/ 0 w 282"/>
                  <a:gd name="T1" fmla="*/ 0 h 60"/>
                  <a:gd name="T2" fmla="*/ 96 w 282"/>
                  <a:gd name="T3" fmla="*/ 0 h 60"/>
                  <a:gd name="T4" fmla="*/ 192 w 282"/>
                  <a:gd name="T5" fmla="*/ 60 h 60"/>
                  <a:gd name="T6" fmla="*/ 282 w 282"/>
                  <a:gd name="T7" fmla="*/ 60 h 6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82"/>
                  <a:gd name="T13" fmla="*/ 0 h 60"/>
                  <a:gd name="T14" fmla="*/ 282 w 282"/>
                  <a:gd name="T15" fmla="*/ 60 h 6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82" h="60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gradFill rotWithShape="1">
                <a:gsLst>
                  <a:gs pos="0">
                    <a:srgbClr val="CC0000"/>
                  </a:gs>
                  <a:gs pos="100000">
                    <a:schemeClr val="bg1"/>
                  </a:gs>
                </a:gsLst>
                <a:lin ang="0" scaled="1"/>
              </a:gradFill>
              <a:ln w="19050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84419" name="Line 268">
              <a:extLst>
                <a:ext uri="{FF2B5EF4-FFF2-40B4-BE49-F238E27FC236}">
                  <a16:creationId xmlns:a16="http://schemas.microsoft.com/office/drawing/2014/main" id="{8AB759DA-3926-4661-83D1-A8AFC7DE7A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9" y="1321"/>
              <a:ext cx="0" cy="10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420" name="Line 269">
              <a:extLst>
                <a:ext uri="{FF2B5EF4-FFF2-40B4-BE49-F238E27FC236}">
                  <a16:creationId xmlns:a16="http://schemas.microsoft.com/office/drawing/2014/main" id="{61923091-45DE-4C04-ACC0-182739E9FD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63" y="1327"/>
              <a:ext cx="0" cy="106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</p:grpSp>
      <p:grpSp>
        <p:nvGrpSpPr>
          <p:cNvPr id="184333" name="Group 270">
            <a:extLst>
              <a:ext uri="{FF2B5EF4-FFF2-40B4-BE49-F238E27FC236}">
                <a16:creationId xmlns:a16="http://schemas.microsoft.com/office/drawing/2014/main" id="{DCF86B4E-AED2-4A93-B415-29DCE050EB38}"/>
              </a:ext>
            </a:extLst>
          </p:cNvPr>
          <p:cNvGrpSpPr>
            <a:grpSpLocks/>
          </p:cNvGrpSpPr>
          <p:nvPr/>
        </p:nvGrpSpPr>
        <p:grpSpPr bwMode="auto">
          <a:xfrm>
            <a:off x="6202363" y="2362200"/>
            <a:ext cx="1668462" cy="958850"/>
            <a:chOff x="3907" y="1404"/>
            <a:chExt cx="1051" cy="604"/>
          </a:xfrm>
        </p:grpSpPr>
        <p:sp>
          <p:nvSpPr>
            <p:cNvPr id="184392" name="Text Box 271">
              <a:extLst>
                <a:ext uri="{FF2B5EF4-FFF2-40B4-BE49-F238E27FC236}">
                  <a16:creationId xmlns:a16="http://schemas.microsoft.com/office/drawing/2014/main" id="{DA1FF75A-976F-4E86-80E0-D008A664B3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2" y="140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E</a:t>
              </a:r>
            </a:p>
          </p:txBody>
        </p:sp>
        <p:sp>
          <p:nvSpPr>
            <p:cNvPr id="184393" name="Line 272">
              <a:extLst>
                <a:ext uri="{FF2B5EF4-FFF2-40B4-BE49-F238E27FC236}">
                  <a16:creationId xmlns:a16="http://schemas.microsoft.com/office/drawing/2014/main" id="{F8A0B5BB-CBE6-4663-BC46-C142558230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52" y="1717"/>
              <a:ext cx="20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394" name="Text Box 273">
              <a:extLst>
                <a:ext uri="{FF2B5EF4-FFF2-40B4-BE49-F238E27FC236}">
                  <a16:creationId xmlns:a16="http://schemas.microsoft.com/office/drawing/2014/main" id="{2D8DA9CF-0785-4BD5-B226-0A6BEA0CA1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51" y="1794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sp>
          <p:nvSpPr>
            <p:cNvPr id="184395" name="Text Box 274">
              <a:extLst>
                <a:ext uri="{FF2B5EF4-FFF2-40B4-BE49-F238E27FC236}">
                  <a16:creationId xmlns:a16="http://schemas.microsoft.com/office/drawing/2014/main" id="{BE2A660F-23A2-4015-80E0-6102F652B9C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69" y="1796"/>
              <a:ext cx="3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IPv6</a:t>
              </a:r>
            </a:p>
          </p:txBody>
        </p:sp>
        <p:grpSp>
          <p:nvGrpSpPr>
            <p:cNvPr id="184396" name="Group 275">
              <a:extLst>
                <a:ext uri="{FF2B5EF4-FFF2-40B4-BE49-F238E27FC236}">
                  <a16:creationId xmlns:a16="http://schemas.microsoft.com/office/drawing/2014/main" id="{0230218C-D7A6-4CA0-BF02-27848B74346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07" y="1621"/>
              <a:ext cx="437" cy="213"/>
              <a:chOff x="4396" y="1245"/>
              <a:chExt cx="672" cy="248"/>
            </a:xfrm>
          </p:grpSpPr>
          <p:sp>
            <p:nvSpPr>
              <p:cNvPr id="184407" name="Oval 407">
                <a:extLst>
                  <a:ext uri="{FF2B5EF4-FFF2-40B4-BE49-F238E27FC236}">
                    <a16:creationId xmlns:a16="http://schemas.microsoft.com/office/drawing/2014/main" id="{D09AFE32-D0BA-4368-A846-A19ACD87B7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08" name="Rectangle 410">
                <a:extLst>
                  <a:ext uri="{FF2B5EF4-FFF2-40B4-BE49-F238E27FC236}">
                    <a16:creationId xmlns:a16="http://schemas.microsoft.com/office/drawing/2014/main" id="{EFC47DA4-0E1A-4130-BB02-FF2AD76746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09" name="Oval 411">
                <a:extLst>
                  <a:ext uri="{FF2B5EF4-FFF2-40B4-BE49-F238E27FC236}">
                    <a16:creationId xmlns:a16="http://schemas.microsoft.com/office/drawing/2014/main" id="{D6F1065B-718A-4241-A7A6-07C64756C7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4410" name="Group 279">
                <a:extLst>
                  <a:ext uri="{FF2B5EF4-FFF2-40B4-BE49-F238E27FC236}">
                    <a16:creationId xmlns:a16="http://schemas.microsoft.com/office/drawing/2014/main" id="{197BC0F1-F0BB-4E52-B89A-F897AD0DEC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4413" name="Freeform 280">
                  <a:extLst>
                    <a:ext uri="{FF2B5EF4-FFF2-40B4-BE49-F238E27FC236}">
                      <a16:creationId xmlns:a16="http://schemas.microsoft.com/office/drawing/2014/main" id="{764812D5-EA2A-4C9F-B104-3E8117B27A2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414" name="Freeform 281">
                  <a:extLst>
                    <a:ext uri="{FF2B5EF4-FFF2-40B4-BE49-F238E27FC236}">
                      <a16:creationId xmlns:a16="http://schemas.microsoft.com/office/drawing/2014/main" id="{690FF939-EA17-4BB6-B658-A623DD24165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4411" name="Line 282">
                <a:extLst>
                  <a:ext uri="{FF2B5EF4-FFF2-40B4-BE49-F238E27FC236}">
                    <a16:creationId xmlns:a16="http://schemas.microsoft.com/office/drawing/2014/main" id="{D6078A0C-AB46-4D94-9BD4-F44971E311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12" name="Line 283">
                <a:extLst>
                  <a:ext uri="{FF2B5EF4-FFF2-40B4-BE49-F238E27FC236}">
                    <a16:creationId xmlns:a16="http://schemas.microsoft.com/office/drawing/2014/main" id="{6F96CDC0-EFCA-4921-8472-D1B49C6121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grpSp>
          <p:nvGrpSpPr>
            <p:cNvPr id="184397" name="Group 284">
              <a:extLst>
                <a:ext uri="{FF2B5EF4-FFF2-40B4-BE49-F238E27FC236}">
                  <a16:creationId xmlns:a16="http://schemas.microsoft.com/office/drawing/2014/main" id="{540B8C72-5BCC-4370-8D39-294CFD01E4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21" y="1619"/>
              <a:ext cx="437" cy="213"/>
              <a:chOff x="4396" y="1245"/>
              <a:chExt cx="672" cy="248"/>
            </a:xfrm>
          </p:grpSpPr>
          <p:sp>
            <p:nvSpPr>
              <p:cNvPr id="184399" name="Oval 407">
                <a:extLst>
                  <a:ext uri="{FF2B5EF4-FFF2-40B4-BE49-F238E27FC236}">
                    <a16:creationId xmlns:a16="http://schemas.microsoft.com/office/drawing/2014/main" id="{3F712506-6E46-4492-957A-4C3767829E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55"/>
                <a:ext cx="666" cy="138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00" name="Rectangle 410">
                <a:extLst>
                  <a:ext uri="{FF2B5EF4-FFF2-40B4-BE49-F238E27FC236}">
                    <a16:creationId xmlns:a16="http://schemas.microsoft.com/office/drawing/2014/main" id="{95B05765-B9BC-455A-854C-210E7F40C6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9" y="1339"/>
                <a:ext cx="669" cy="86"/>
              </a:xfrm>
              <a:prstGeom prst="rect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84401" name="Oval 411">
                <a:extLst>
                  <a:ext uri="{FF2B5EF4-FFF2-40B4-BE49-F238E27FC236}">
                    <a16:creationId xmlns:a16="http://schemas.microsoft.com/office/drawing/2014/main" id="{12F66A01-2D87-4E12-987A-768F94ACA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96" y="1245"/>
                <a:ext cx="667" cy="162"/>
              </a:xfrm>
              <a:prstGeom prst="ellipse">
                <a:avLst/>
              </a:prstGeom>
              <a:gradFill rotWithShape="1">
                <a:gsLst>
                  <a:gs pos="0">
                    <a:srgbClr val="CCCCFF"/>
                  </a:gs>
                  <a:gs pos="100000">
                    <a:srgbClr val="FFFFFF"/>
                  </a:gs>
                </a:gsLst>
                <a:lin ang="0" scaled="1"/>
              </a:gradFill>
              <a:ln w="12700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ＭＳ Ｐゴシック" panose="020B0600070205080204" pitchFamily="34" charset="-128"/>
                  <a:cs typeface="Arial" panose="020B0604020202020204" pitchFamily="34" charset="0"/>
                </a:endParaRPr>
              </a:p>
            </p:txBody>
          </p:sp>
          <p:grpSp>
            <p:nvGrpSpPr>
              <p:cNvPr id="184402" name="Group 288">
                <a:extLst>
                  <a:ext uri="{FF2B5EF4-FFF2-40B4-BE49-F238E27FC236}">
                    <a16:creationId xmlns:a16="http://schemas.microsoft.com/office/drawing/2014/main" id="{979D10E0-C0F8-4121-8C18-D28A77E6826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30" y="1287"/>
                <a:ext cx="377" cy="75"/>
                <a:chOff x="2468" y="1332"/>
                <a:chExt cx="310" cy="60"/>
              </a:xfrm>
            </p:grpSpPr>
            <p:sp>
              <p:nvSpPr>
                <p:cNvPr id="184405" name="Freeform 289">
                  <a:extLst>
                    <a:ext uri="{FF2B5EF4-FFF2-40B4-BE49-F238E27FC236}">
                      <a16:creationId xmlns:a16="http://schemas.microsoft.com/office/drawing/2014/main" id="{3E6E3A8A-FD22-487D-8AD1-8C95CAFE2212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68" y="1332"/>
                  <a:ext cx="310" cy="60"/>
                </a:xfrm>
                <a:custGeom>
                  <a:avLst/>
                  <a:gdLst>
                    <a:gd name="T0" fmla="*/ 0 w 310"/>
                    <a:gd name="T1" fmla="*/ 60 h 60"/>
                    <a:gd name="T2" fmla="*/ 96 w 310"/>
                    <a:gd name="T3" fmla="*/ 60 h 60"/>
                    <a:gd name="T4" fmla="*/ 192 w 310"/>
                    <a:gd name="T5" fmla="*/ 0 h 60"/>
                    <a:gd name="T6" fmla="*/ 310 w 310"/>
                    <a:gd name="T7" fmla="*/ 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310"/>
                    <a:gd name="T13" fmla="*/ 0 h 60"/>
                    <a:gd name="T14" fmla="*/ 310 w 310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310" h="60">
                      <a:moveTo>
                        <a:pt x="0" y="60"/>
                      </a:moveTo>
                      <a:lnTo>
                        <a:pt x="96" y="60"/>
                      </a:lnTo>
                      <a:lnTo>
                        <a:pt x="192" y="0"/>
                      </a:lnTo>
                      <a:lnTo>
                        <a:pt x="310" y="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406" name="Freeform 290">
                  <a:extLst>
                    <a:ext uri="{FF2B5EF4-FFF2-40B4-BE49-F238E27FC236}">
                      <a16:creationId xmlns:a16="http://schemas.microsoft.com/office/drawing/2014/main" id="{3E975F9F-A65B-4E98-BD18-5E3F15888B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482" y="1332"/>
                  <a:ext cx="282" cy="60"/>
                </a:xfrm>
                <a:custGeom>
                  <a:avLst/>
                  <a:gdLst>
                    <a:gd name="T0" fmla="*/ 0 w 282"/>
                    <a:gd name="T1" fmla="*/ 0 h 60"/>
                    <a:gd name="T2" fmla="*/ 96 w 282"/>
                    <a:gd name="T3" fmla="*/ 0 h 60"/>
                    <a:gd name="T4" fmla="*/ 192 w 282"/>
                    <a:gd name="T5" fmla="*/ 60 h 60"/>
                    <a:gd name="T6" fmla="*/ 282 w 282"/>
                    <a:gd name="T7" fmla="*/ 60 h 60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282"/>
                    <a:gd name="T13" fmla="*/ 0 h 60"/>
                    <a:gd name="T14" fmla="*/ 282 w 282"/>
                    <a:gd name="T15" fmla="*/ 60 h 60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282" h="60">
                      <a:moveTo>
                        <a:pt x="0" y="0"/>
                      </a:moveTo>
                      <a:lnTo>
                        <a:pt x="96" y="0"/>
                      </a:lnTo>
                      <a:lnTo>
                        <a:pt x="192" y="60"/>
                      </a:lnTo>
                      <a:lnTo>
                        <a:pt x="282" y="60"/>
                      </a:lnTo>
                    </a:path>
                  </a:pathLst>
                </a:custGeom>
                <a:noFill/>
                <a:ln w="19050" cmpd="sng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4403" name="Line 291">
                <a:extLst>
                  <a:ext uri="{FF2B5EF4-FFF2-40B4-BE49-F238E27FC236}">
                    <a16:creationId xmlns:a16="http://schemas.microsoft.com/office/drawing/2014/main" id="{DA584BA2-C619-4768-BF02-96DADAA49F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399" y="1321"/>
                <a:ext cx="0" cy="10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404" name="Line 292">
                <a:extLst>
                  <a:ext uri="{FF2B5EF4-FFF2-40B4-BE49-F238E27FC236}">
                    <a16:creationId xmlns:a16="http://schemas.microsoft.com/office/drawing/2014/main" id="{9BB3C6ED-990F-4ACC-8851-FA4263A002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063" y="1327"/>
                <a:ext cx="0" cy="10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</p:grpSp>
        <p:sp>
          <p:nvSpPr>
            <p:cNvPr id="184398" name="Text Box 293">
              <a:extLst>
                <a:ext uri="{FF2B5EF4-FFF2-40B4-BE49-F238E27FC236}">
                  <a16:creationId xmlns:a16="http://schemas.microsoft.com/office/drawing/2014/main" id="{BF200A20-CF88-4147-8A75-A228EBC3D3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5" y="1408"/>
              <a:ext cx="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F</a:t>
              </a:r>
            </a:p>
          </p:txBody>
        </p:sp>
      </p:grpSp>
      <p:sp>
        <p:nvSpPr>
          <p:cNvPr id="184334" name="Text Box 294">
            <a:extLst>
              <a:ext uri="{FF2B5EF4-FFF2-40B4-BE49-F238E27FC236}">
                <a16:creationId xmlns:a16="http://schemas.microsoft.com/office/drawing/2014/main" id="{5CA40A04-7731-49F7-8D7B-40B66DBE9E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6263" y="2355850"/>
            <a:ext cx="349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C</a:t>
            </a:r>
          </a:p>
        </p:txBody>
      </p:sp>
      <p:sp>
        <p:nvSpPr>
          <p:cNvPr id="184335" name="Text Box 295">
            <a:extLst>
              <a:ext uri="{FF2B5EF4-FFF2-40B4-BE49-F238E27FC236}">
                <a16:creationId xmlns:a16="http://schemas.microsoft.com/office/drawing/2014/main" id="{56FBE301-27CD-4A7B-96AA-086BE4248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2575" y="2359025"/>
            <a:ext cx="349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D</a:t>
            </a:r>
          </a:p>
        </p:txBody>
      </p:sp>
      <p:grpSp>
        <p:nvGrpSpPr>
          <p:cNvPr id="184336" name="Group 296">
            <a:extLst>
              <a:ext uri="{FF2B5EF4-FFF2-40B4-BE49-F238E27FC236}">
                <a16:creationId xmlns:a16="http://schemas.microsoft.com/office/drawing/2014/main" id="{3504B672-5BDB-4A92-9ADF-34F170CA20E8}"/>
              </a:ext>
            </a:extLst>
          </p:cNvPr>
          <p:cNvGrpSpPr>
            <a:grpSpLocks/>
          </p:cNvGrpSpPr>
          <p:nvPr/>
        </p:nvGrpSpPr>
        <p:grpSpPr bwMode="auto">
          <a:xfrm>
            <a:off x="458788" y="1216025"/>
            <a:ext cx="7418387" cy="979488"/>
            <a:chOff x="289" y="766"/>
            <a:chExt cx="4673" cy="617"/>
          </a:xfrm>
        </p:grpSpPr>
        <p:sp>
          <p:nvSpPr>
            <p:cNvPr id="184341" name="Rectangle 297">
              <a:extLst>
                <a:ext uri="{FF2B5EF4-FFF2-40B4-BE49-F238E27FC236}">
                  <a16:creationId xmlns:a16="http://schemas.microsoft.com/office/drawing/2014/main" id="{FFAD96F6-71E2-4E88-B54A-CA45045A2D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24" y="1085"/>
              <a:ext cx="1515" cy="42"/>
            </a:xfrm>
            <a:prstGeom prst="rect">
              <a:avLst/>
            </a:prstGeom>
            <a:solidFill>
              <a:srgbClr val="CC0000"/>
            </a:solidFill>
            <a:ln w="9525">
              <a:solidFill>
                <a:srgbClr val="CC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endParaRPr>
            </a:p>
          </p:txBody>
        </p:sp>
        <p:sp>
          <p:nvSpPr>
            <p:cNvPr id="184342" name="Text Box 298">
              <a:extLst>
                <a:ext uri="{FF2B5EF4-FFF2-40B4-BE49-F238E27FC236}">
                  <a16:creationId xmlns:a16="http://schemas.microsoft.com/office/drawing/2014/main" id="{4B4D1106-F7F4-44DB-B6E9-6356679E8D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9" y="979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logical view:</a:t>
              </a:r>
            </a:p>
          </p:txBody>
        </p:sp>
        <p:sp>
          <p:nvSpPr>
            <p:cNvPr id="184343" name="Text Box 299">
              <a:extLst>
                <a:ext uri="{FF2B5EF4-FFF2-40B4-BE49-F238E27FC236}">
                  <a16:creationId xmlns:a16="http://schemas.microsoft.com/office/drawing/2014/main" id="{145BB6E2-6A92-4CE8-A4E8-00BE04ACC4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94" y="766"/>
              <a:ext cx="1461" cy="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IPv4 tunnel 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rPr>
                <a:t>connecting IPv6 routers</a:t>
              </a:r>
            </a:p>
          </p:txBody>
        </p:sp>
        <p:grpSp>
          <p:nvGrpSpPr>
            <p:cNvPr id="184344" name="Group 300">
              <a:extLst>
                <a:ext uri="{FF2B5EF4-FFF2-40B4-BE49-F238E27FC236}">
                  <a16:creationId xmlns:a16="http://schemas.microsoft.com/office/drawing/2014/main" id="{6CEFEE16-7FD9-4692-803D-5A5DEA6B70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11" y="779"/>
              <a:ext cx="1051" cy="604"/>
              <a:chOff x="3907" y="1404"/>
              <a:chExt cx="1051" cy="604"/>
            </a:xfrm>
          </p:grpSpPr>
          <p:sp>
            <p:nvSpPr>
              <p:cNvPr id="184369" name="Text Box 301">
                <a:extLst>
                  <a:ext uri="{FF2B5EF4-FFF2-40B4-BE49-F238E27FC236}">
                    <a16:creationId xmlns:a16="http://schemas.microsoft.com/office/drawing/2014/main" id="{A8802F45-4BE7-4AA5-BD28-84F27B9CEB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12" y="1404"/>
                <a:ext cx="21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E</a:t>
                </a:r>
              </a:p>
            </p:txBody>
          </p:sp>
          <p:sp>
            <p:nvSpPr>
              <p:cNvPr id="184370" name="Line 302">
                <a:extLst>
                  <a:ext uri="{FF2B5EF4-FFF2-40B4-BE49-F238E27FC236}">
                    <a16:creationId xmlns:a16="http://schemas.microsoft.com/office/drawing/2014/main" id="{A1A71DF0-D362-4CF9-83F2-AFB720CF7D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352" y="1717"/>
                <a:ext cx="204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371" name="Text Box 303">
                <a:extLst>
                  <a:ext uri="{FF2B5EF4-FFF2-40B4-BE49-F238E27FC236}">
                    <a16:creationId xmlns:a16="http://schemas.microsoft.com/office/drawing/2014/main" id="{B21EDB53-BF06-441C-BCD8-D4F394DE5F6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951" y="1794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sp>
            <p:nvSpPr>
              <p:cNvPr id="184372" name="Text Box 304">
                <a:extLst>
                  <a:ext uri="{FF2B5EF4-FFF2-40B4-BE49-F238E27FC236}">
                    <a16:creationId xmlns:a16="http://schemas.microsoft.com/office/drawing/2014/main" id="{D870032A-FDB2-4EE7-9E8E-10FE028DDE0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569" y="1796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grpSp>
            <p:nvGrpSpPr>
              <p:cNvPr id="184373" name="Group 305">
                <a:extLst>
                  <a:ext uri="{FF2B5EF4-FFF2-40B4-BE49-F238E27FC236}">
                    <a16:creationId xmlns:a16="http://schemas.microsoft.com/office/drawing/2014/main" id="{675ADF97-9C6A-464D-876E-3E09B5CD8C1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07" y="1621"/>
                <a:ext cx="437" cy="213"/>
                <a:chOff x="4396" y="1245"/>
                <a:chExt cx="672" cy="248"/>
              </a:xfrm>
            </p:grpSpPr>
            <p:sp>
              <p:nvSpPr>
                <p:cNvPr id="184384" name="Oval 407">
                  <a:extLst>
                    <a:ext uri="{FF2B5EF4-FFF2-40B4-BE49-F238E27FC236}">
                      <a16:creationId xmlns:a16="http://schemas.microsoft.com/office/drawing/2014/main" id="{0DAE2BB8-5F40-43FA-8FDC-B314CE3D68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85" name="Rectangle 410">
                  <a:extLst>
                    <a:ext uri="{FF2B5EF4-FFF2-40B4-BE49-F238E27FC236}">
                      <a16:creationId xmlns:a16="http://schemas.microsoft.com/office/drawing/2014/main" id="{F647C591-F3DC-4118-9D93-C7B0997994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86" name="Oval 411">
                  <a:extLst>
                    <a:ext uri="{FF2B5EF4-FFF2-40B4-BE49-F238E27FC236}">
                      <a16:creationId xmlns:a16="http://schemas.microsoft.com/office/drawing/2014/main" id="{138DFC8F-75DC-43D3-BA05-1B88869DE5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4387" name="Group 309">
                  <a:extLst>
                    <a:ext uri="{FF2B5EF4-FFF2-40B4-BE49-F238E27FC236}">
                      <a16:creationId xmlns:a16="http://schemas.microsoft.com/office/drawing/2014/main" id="{94F5F56E-9D0C-4EBB-A324-9A540A84538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4390" name="Freeform 310">
                    <a:extLst>
                      <a:ext uri="{FF2B5EF4-FFF2-40B4-BE49-F238E27FC236}">
                        <a16:creationId xmlns:a16="http://schemas.microsoft.com/office/drawing/2014/main" id="{7D65E84E-A8A7-44A1-97C2-CFF25A180FB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4391" name="Freeform 311">
                    <a:extLst>
                      <a:ext uri="{FF2B5EF4-FFF2-40B4-BE49-F238E27FC236}">
                        <a16:creationId xmlns:a16="http://schemas.microsoft.com/office/drawing/2014/main" id="{EB2980EE-E2F6-429A-87B9-4DBB616E00A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4388" name="Line 312">
                  <a:extLst>
                    <a:ext uri="{FF2B5EF4-FFF2-40B4-BE49-F238E27FC236}">
                      <a16:creationId xmlns:a16="http://schemas.microsoft.com/office/drawing/2014/main" id="{EED671F4-E2EC-4C26-9E12-2CE46AB972C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389" name="Line 313">
                  <a:extLst>
                    <a:ext uri="{FF2B5EF4-FFF2-40B4-BE49-F238E27FC236}">
                      <a16:creationId xmlns:a16="http://schemas.microsoft.com/office/drawing/2014/main" id="{3200B9BB-9316-4DC5-B397-4F63E31A9E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4374" name="Group 314">
                <a:extLst>
                  <a:ext uri="{FF2B5EF4-FFF2-40B4-BE49-F238E27FC236}">
                    <a16:creationId xmlns:a16="http://schemas.microsoft.com/office/drawing/2014/main" id="{9841C27C-274D-4A85-8BA6-DE5E253B2E8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21" y="1619"/>
                <a:ext cx="437" cy="213"/>
                <a:chOff x="4396" y="1245"/>
                <a:chExt cx="672" cy="248"/>
              </a:xfrm>
            </p:grpSpPr>
            <p:sp>
              <p:nvSpPr>
                <p:cNvPr id="184376" name="Oval 407">
                  <a:extLst>
                    <a:ext uri="{FF2B5EF4-FFF2-40B4-BE49-F238E27FC236}">
                      <a16:creationId xmlns:a16="http://schemas.microsoft.com/office/drawing/2014/main" id="{B9090B70-C233-45D4-8E07-8A6B3A934F6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77" name="Rectangle 410">
                  <a:extLst>
                    <a:ext uri="{FF2B5EF4-FFF2-40B4-BE49-F238E27FC236}">
                      <a16:creationId xmlns:a16="http://schemas.microsoft.com/office/drawing/2014/main" id="{5AF5A993-1D56-4A0F-8D35-909698B824D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78" name="Oval 411">
                  <a:extLst>
                    <a:ext uri="{FF2B5EF4-FFF2-40B4-BE49-F238E27FC236}">
                      <a16:creationId xmlns:a16="http://schemas.microsoft.com/office/drawing/2014/main" id="{5138F9C3-CD46-4FCC-911A-5867D64419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4379" name="Group 318">
                  <a:extLst>
                    <a:ext uri="{FF2B5EF4-FFF2-40B4-BE49-F238E27FC236}">
                      <a16:creationId xmlns:a16="http://schemas.microsoft.com/office/drawing/2014/main" id="{67C9F9C5-2F1B-4C3B-B6E9-2309E078492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4382" name="Freeform 319">
                    <a:extLst>
                      <a:ext uri="{FF2B5EF4-FFF2-40B4-BE49-F238E27FC236}">
                        <a16:creationId xmlns:a16="http://schemas.microsoft.com/office/drawing/2014/main" id="{6BEA5BCF-44B0-4C29-B184-7B73C5BE414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4383" name="Freeform 320">
                    <a:extLst>
                      <a:ext uri="{FF2B5EF4-FFF2-40B4-BE49-F238E27FC236}">
                        <a16:creationId xmlns:a16="http://schemas.microsoft.com/office/drawing/2014/main" id="{C0A5D60F-0F31-4567-80C3-8145A81C5BA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4380" name="Line 321">
                  <a:extLst>
                    <a:ext uri="{FF2B5EF4-FFF2-40B4-BE49-F238E27FC236}">
                      <a16:creationId xmlns:a16="http://schemas.microsoft.com/office/drawing/2014/main" id="{05E03F53-DC42-4009-BF7A-74C99D5A21A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381" name="Line 322">
                  <a:extLst>
                    <a:ext uri="{FF2B5EF4-FFF2-40B4-BE49-F238E27FC236}">
                      <a16:creationId xmlns:a16="http://schemas.microsoft.com/office/drawing/2014/main" id="{B9E79E0F-EC80-4DC4-B85C-660DB7855E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sp>
            <p:nvSpPr>
              <p:cNvPr id="184375" name="Text Box 323">
                <a:extLst>
                  <a:ext uri="{FF2B5EF4-FFF2-40B4-BE49-F238E27FC236}">
                    <a16:creationId xmlns:a16="http://schemas.microsoft.com/office/drawing/2014/main" id="{941511C0-24AA-4A83-A6BF-D2CB7AA416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35" y="1408"/>
                <a:ext cx="2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F</a:t>
                </a:r>
              </a:p>
            </p:txBody>
          </p:sp>
        </p:grpSp>
        <p:grpSp>
          <p:nvGrpSpPr>
            <p:cNvPr id="184345" name="Group 324">
              <a:extLst>
                <a:ext uri="{FF2B5EF4-FFF2-40B4-BE49-F238E27FC236}">
                  <a16:creationId xmlns:a16="http://schemas.microsoft.com/office/drawing/2014/main" id="{635D7934-8556-48FC-804D-028495246A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61" y="771"/>
              <a:ext cx="1089" cy="608"/>
              <a:chOff x="1363" y="1403"/>
              <a:chExt cx="1089" cy="608"/>
            </a:xfrm>
          </p:grpSpPr>
          <p:sp>
            <p:nvSpPr>
              <p:cNvPr id="184346" name="Text Box 325">
                <a:extLst>
                  <a:ext uri="{FF2B5EF4-FFF2-40B4-BE49-F238E27FC236}">
                    <a16:creationId xmlns:a16="http://schemas.microsoft.com/office/drawing/2014/main" id="{17D7F20E-35C1-4684-9EE0-EEBD40D4AC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62" y="1403"/>
                <a:ext cx="21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A</a:t>
                </a:r>
              </a:p>
            </p:txBody>
          </p:sp>
          <p:sp>
            <p:nvSpPr>
              <p:cNvPr id="184347" name="Text Box 326">
                <a:extLst>
                  <a:ext uri="{FF2B5EF4-FFF2-40B4-BE49-F238E27FC236}">
                    <a16:creationId xmlns:a16="http://schemas.microsoft.com/office/drawing/2014/main" id="{2D9998C6-1FC2-4007-B70E-B8B92937B3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121" y="1406"/>
                <a:ext cx="21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B</a:t>
                </a:r>
              </a:p>
            </p:txBody>
          </p:sp>
          <p:sp>
            <p:nvSpPr>
              <p:cNvPr id="184348" name="Line 327">
                <a:extLst>
                  <a:ext uri="{FF2B5EF4-FFF2-40B4-BE49-F238E27FC236}">
                    <a16:creationId xmlns:a16="http://schemas.microsoft.com/office/drawing/2014/main" id="{D87AECAA-06B7-41C8-9299-E4B4627D3C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03" y="1729"/>
                <a:ext cx="204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HK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+mn-cs"/>
                </a:endParaRPr>
              </a:p>
            </p:txBody>
          </p:sp>
          <p:sp>
            <p:nvSpPr>
              <p:cNvPr id="184349" name="Text Box 328">
                <a:extLst>
                  <a:ext uri="{FF2B5EF4-FFF2-40B4-BE49-F238E27FC236}">
                    <a16:creationId xmlns:a16="http://schemas.microsoft.com/office/drawing/2014/main" id="{7D3753A6-5512-45DE-87BA-33DAB30EB57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86" y="1798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sp>
            <p:nvSpPr>
              <p:cNvPr id="184350" name="Text Box 329">
                <a:extLst>
                  <a:ext uri="{FF2B5EF4-FFF2-40B4-BE49-F238E27FC236}">
                    <a16:creationId xmlns:a16="http://schemas.microsoft.com/office/drawing/2014/main" id="{55FEEBCF-2CDC-466A-9A6B-74A01EFFF1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45" y="1799"/>
                <a:ext cx="372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rPr>
                  <a:t>IPv6</a:t>
                </a:r>
              </a:p>
            </p:txBody>
          </p:sp>
          <p:grpSp>
            <p:nvGrpSpPr>
              <p:cNvPr id="184351" name="Group 330">
                <a:extLst>
                  <a:ext uri="{FF2B5EF4-FFF2-40B4-BE49-F238E27FC236}">
                    <a16:creationId xmlns:a16="http://schemas.microsoft.com/office/drawing/2014/main" id="{80D80F75-2C7D-4E23-9ECD-D8DAFBF8358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363" y="1621"/>
                <a:ext cx="437" cy="213"/>
                <a:chOff x="4396" y="1245"/>
                <a:chExt cx="672" cy="248"/>
              </a:xfrm>
            </p:grpSpPr>
            <p:sp>
              <p:nvSpPr>
                <p:cNvPr id="184361" name="Oval 407">
                  <a:extLst>
                    <a:ext uri="{FF2B5EF4-FFF2-40B4-BE49-F238E27FC236}">
                      <a16:creationId xmlns:a16="http://schemas.microsoft.com/office/drawing/2014/main" id="{2E6C3F80-149F-4EE7-9535-A3B6E153AC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62" name="Rectangle 410">
                  <a:extLst>
                    <a:ext uri="{FF2B5EF4-FFF2-40B4-BE49-F238E27FC236}">
                      <a16:creationId xmlns:a16="http://schemas.microsoft.com/office/drawing/2014/main" id="{ECDFE144-1673-437F-B045-5ACD3C38E5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63" name="Oval 411">
                  <a:extLst>
                    <a:ext uri="{FF2B5EF4-FFF2-40B4-BE49-F238E27FC236}">
                      <a16:creationId xmlns:a16="http://schemas.microsoft.com/office/drawing/2014/main" id="{B6B4615A-6755-4853-8165-CC8E62D403B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4364" name="Group 334">
                  <a:extLst>
                    <a:ext uri="{FF2B5EF4-FFF2-40B4-BE49-F238E27FC236}">
                      <a16:creationId xmlns:a16="http://schemas.microsoft.com/office/drawing/2014/main" id="{08E8AC2B-05E8-4194-90A8-019342DB64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4367" name="Freeform 335">
                    <a:extLst>
                      <a:ext uri="{FF2B5EF4-FFF2-40B4-BE49-F238E27FC236}">
                        <a16:creationId xmlns:a16="http://schemas.microsoft.com/office/drawing/2014/main" id="{3F904F4F-615C-41D7-8B47-C1451447A98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4368" name="Freeform 336">
                    <a:extLst>
                      <a:ext uri="{FF2B5EF4-FFF2-40B4-BE49-F238E27FC236}">
                        <a16:creationId xmlns:a16="http://schemas.microsoft.com/office/drawing/2014/main" id="{9591DB66-9E5B-41B3-A635-63258A050D8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4365" name="Line 337">
                  <a:extLst>
                    <a:ext uri="{FF2B5EF4-FFF2-40B4-BE49-F238E27FC236}">
                      <a16:creationId xmlns:a16="http://schemas.microsoft.com/office/drawing/2014/main" id="{4F4C1D05-0B52-4DE7-8C65-B8389E1733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366" name="Line 338">
                  <a:extLst>
                    <a:ext uri="{FF2B5EF4-FFF2-40B4-BE49-F238E27FC236}">
                      <a16:creationId xmlns:a16="http://schemas.microsoft.com/office/drawing/2014/main" id="{70ECFEDC-5E96-4550-9166-A63D43A391F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  <p:grpSp>
            <p:nvGrpSpPr>
              <p:cNvPr id="184352" name="Group 339">
                <a:extLst>
                  <a:ext uri="{FF2B5EF4-FFF2-40B4-BE49-F238E27FC236}">
                    <a16:creationId xmlns:a16="http://schemas.microsoft.com/office/drawing/2014/main" id="{FA3CDD3F-13A1-47FB-A0D3-8F61176D67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015" y="1617"/>
                <a:ext cx="437" cy="213"/>
                <a:chOff x="4396" y="1245"/>
                <a:chExt cx="672" cy="248"/>
              </a:xfrm>
            </p:grpSpPr>
            <p:sp>
              <p:nvSpPr>
                <p:cNvPr id="184353" name="Oval 407">
                  <a:extLst>
                    <a:ext uri="{FF2B5EF4-FFF2-40B4-BE49-F238E27FC236}">
                      <a16:creationId xmlns:a16="http://schemas.microsoft.com/office/drawing/2014/main" id="{3E1FC14B-4D49-4DEC-B3B1-2B3937D28F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55"/>
                  <a:ext cx="666" cy="138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54" name="Rectangle 410">
                  <a:extLst>
                    <a:ext uri="{FF2B5EF4-FFF2-40B4-BE49-F238E27FC236}">
                      <a16:creationId xmlns:a16="http://schemas.microsoft.com/office/drawing/2014/main" id="{AA93A1AA-01E6-4471-83A6-F5C7C9E39C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9" y="1339"/>
                  <a:ext cx="669" cy="86"/>
                </a:xfrm>
                <a:prstGeom prst="rect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55" name="Oval 411">
                  <a:extLst>
                    <a:ext uri="{FF2B5EF4-FFF2-40B4-BE49-F238E27FC236}">
                      <a16:creationId xmlns:a16="http://schemas.microsoft.com/office/drawing/2014/main" id="{7525FD47-6AD7-4C0E-AC70-B3709C611E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396" y="1245"/>
                  <a:ext cx="667" cy="162"/>
                </a:xfrm>
                <a:prstGeom prst="ellipse">
                  <a:avLst/>
                </a:prstGeom>
                <a:gradFill rotWithShape="1">
                  <a:gsLst>
                    <a:gs pos="0">
                      <a:srgbClr val="CCCCFF"/>
                    </a:gs>
                    <a:gs pos="100000">
                      <a:srgbClr val="FFFFFF"/>
                    </a:gs>
                  </a:gsLst>
                  <a:lin ang="0" scaled="1"/>
                </a:gradFill>
                <a:ln w="12700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SzPct val="65000"/>
                    <a:buFont typeface="Wingdings" panose="05000000000000000000" pitchFamily="2" charset="2"/>
                    <a:buChar char="v"/>
                    <a:defRPr sz="28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1pPr>
                  <a:lvl2pPr marL="742950" indent="-285750">
                    <a:lnSpc>
                      <a:spcPct val="85000"/>
                    </a:lnSpc>
                    <a:spcBef>
                      <a:spcPct val="20000"/>
                    </a:spcBef>
                    <a:buClr>
                      <a:srgbClr val="000099"/>
                    </a:buClr>
                    <a:buFont typeface="Wingdings" panose="05000000000000000000" pitchFamily="2" charset="2"/>
                    <a:buChar char="§"/>
                    <a:defRPr sz="2400">
                      <a:solidFill>
                        <a:schemeClr val="tx1"/>
                      </a:solidFill>
                      <a:latin typeface="Gill Sans MT" panose="020B0502020104020203" pitchFamily="34" charset="0"/>
                      <a:ea typeface="ＭＳ Ｐゴシック" panose="020B0600070205080204" pitchFamily="34" charset="-128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anose="030F0702030302020204" pitchFamily="66" charset="0"/>
                      <a:ea typeface="ＭＳ Ｐゴシック" panose="020B0600070205080204" pitchFamily="34" charset="-128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ＭＳ Ｐゴシック" panose="020B0600070205080204" pitchFamily="34" charset="-128"/>
                    </a:defRPr>
                  </a:lvl9pPr>
                </a:lstStyle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TW" altLang="zh-TW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ＭＳ Ｐゴシック" panose="020B0600070205080204" pitchFamily="34" charset="-128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184356" name="Group 343">
                  <a:extLst>
                    <a:ext uri="{FF2B5EF4-FFF2-40B4-BE49-F238E27FC236}">
                      <a16:creationId xmlns:a16="http://schemas.microsoft.com/office/drawing/2014/main" id="{5CB80D8C-8062-4750-90DA-A2262C22A2C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4530" y="1287"/>
                  <a:ext cx="377" cy="75"/>
                  <a:chOff x="2468" y="1332"/>
                  <a:chExt cx="310" cy="60"/>
                </a:xfrm>
              </p:grpSpPr>
              <p:sp>
                <p:nvSpPr>
                  <p:cNvPr id="184359" name="Freeform 344">
                    <a:extLst>
                      <a:ext uri="{FF2B5EF4-FFF2-40B4-BE49-F238E27FC236}">
                        <a16:creationId xmlns:a16="http://schemas.microsoft.com/office/drawing/2014/main" id="{AC37E447-2213-48AB-BF24-20DDA5DF7BF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68" y="1332"/>
                    <a:ext cx="310" cy="60"/>
                  </a:xfrm>
                  <a:custGeom>
                    <a:avLst/>
                    <a:gdLst>
                      <a:gd name="T0" fmla="*/ 0 w 310"/>
                      <a:gd name="T1" fmla="*/ 60 h 60"/>
                      <a:gd name="T2" fmla="*/ 96 w 310"/>
                      <a:gd name="T3" fmla="*/ 60 h 60"/>
                      <a:gd name="T4" fmla="*/ 192 w 310"/>
                      <a:gd name="T5" fmla="*/ 0 h 60"/>
                      <a:gd name="T6" fmla="*/ 310 w 310"/>
                      <a:gd name="T7" fmla="*/ 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310"/>
                      <a:gd name="T13" fmla="*/ 0 h 60"/>
                      <a:gd name="T14" fmla="*/ 310 w 310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310" h="60">
                        <a:moveTo>
                          <a:pt x="0" y="60"/>
                        </a:moveTo>
                        <a:lnTo>
                          <a:pt x="96" y="60"/>
                        </a:lnTo>
                        <a:lnTo>
                          <a:pt x="192" y="0"/>
                        </a:lnTo>
                        <a:lnTo>
                          <a:pt x="310" y="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  <p:sp>
                <p:nvSpPr>
                  <p:cNvPr id="184360" name="Freeform 345">
                    <a:extLst>
                      <a:ext uri="{FF2B5EF4-FFF2-40B4-BE49-F238E27FC236}">
                        <a16:creationId xmlns:a16="http://schemas.microsoft.com/office/drawing/2014/main" id="{8C021A8D-56D3-460A-AA31-335833DCE10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482" y="1332"/>
                    <a:ext cx="282" cy="60"/>
                  </a:xfrm>
                  <a:custGeom>
                    <a:avLst/>
                    <a:gdLst>
                      <a:gd name="T0" fmla="*/ 0 w 282"/>
                      <a:gd name="T1" fmla="*/ 0 h 60"/>
                      <a:gd name="T2" fmla="*/ 96 w 282"/>
                      <a:gd name="T3" fmla="*/ 0 h 60"/>
                      <a:gd name="T4" fmla="*/ 192 w 282"/>
                      <a:gd name="T5" fmla="*/ 60 h 60"/>
                      <a:gd name="T6" fmla="*/ 282 w 282"/>
                      <a:gd name="T7" fmla="*/ 60 h 60"/>
                      <a:gd name="T8" fmla="*/ 0 60000 65536"/>
                      <a:gd name="T9" fmla="*/ 0 60000 65536"/>
                      <a:gd name="T10" fmla="*/ 0 60000 65536"/>
                      <a:gd name="T11" fmla="*/ 0 60000 65536"/>
                      <a:gd name="T12" fmla="*/ 0 w 282"/>
                      <a:gd name="T13" fmla="*/ 0 h 60"/>
                      <a:gd name="T14" fmla="*/ 282 w 282"/>
                      <a:gd name="T15" fmla="*/ 60 h 60"/>
                    </a:gdLst>
                    <a:ahLst/>
                    <a:cxnLst>
                      <a:cxn ang="T8">
                        <a:pos x="T0" y="T1"/>
                      </a:cxn>
                      <a:cxn ang="T9">
                        <a:pos x="T2" y="T3"/>
                      </a:cxn>
                      <a:cxn ang="T10">
                        <a:pos x="T4" y="T5"/>
                      </a:cxn>
                      <a:cxn ang="T11">
                        <a:pos x="T6" y="T7"/>
                      </a:cxn>
                    </a:cxnLst>
                    <a:rect l="T12" t="T13" r="T14" b="T15"/>
                    <a:pathLst>
                      <a:path w="282" h="60">
                        <a:moveTo>
                          <a:pt x="0" y="0"/>
                        </a:moveTo>
                        <a:lnTo>
                          <a:pt x="96" y="0"/>
                        </a:lnTo>
                        <a:lnTo>
                          <a:pt x="192" y="60"/>
                        </a:lnTo>
                        <a:lnTo>
                          <a:pt x="282" y="60"/>
                        </a:lnTo>
                      </a:path>
                    </a:pathLst>
                  </a:custGeom>
                  <a:noFill/>
                  <a:ln w="19050" cmpd="sng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pPr marL="0" marR="0" lvl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zh-HK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rial" panose="020B0604020202020204" pitchFamily="34" charset="0"/>
                      <a:ea typeface="ＭＳ Ｐゴシック" panose="020B0600070205080204" pitchFamily="34" charset="-128"/>
                      <a:cs typeface="+mn-cs"/>
                    </a:endParaRPr>
                  </a:p>
                </p:txBody>
              </p:sp>
            </p:grpSp>
            <p:sp>
              <p:nvSpPr>
                <p:cNvPr id="184357" name="Line 346">
                  <a:extLst>
                    <a:ext uri="{FF2B5EF4-FFF2-40B4-BE49-F238E27FC236}">
                      <a16:creationId xmlns:a16="http://schemas.microsoft.com/office/drawing/2014/main" id="{5F4740BA-B9A8-4353-8553-C23B592F0C4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99" y="1321"/>
                  <a:ext cx="0" cy="109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  <p:sp>
              <p:nvSpPr>
                <p:cNvPr id="184358" name="Line 347">
                  <a:extLst>
                    <a:ext uri="{FF2B5EF4-FFF2-40B4-BE49-F238E27FC236}">
                      <a16:creationId xmlns:a16="http://schemas.microsoft.com/office/drawing/2014/main" id="{0D6BA68E-CDD6-401C-A773-C32A9FD1D20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63" y="1327"/>
                  <a:ext cx="0" cy="106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HK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  <a:cs typeface="+mn-cs"/>
                  </a:endParaRPr>
                </a:p>
              </p:txBody>
            </p:sp>
          </p:grpSp>
        </p:grpSp>
      </p:grpSp>
      <p:pic>
        <p:nvPicPr>
          <p:cNvPr id="184337" name="Picture 348" descr="underline_base">
            <a:extLst>
              <a:ext uri="{FF2B5EF4-FFF2-40B4-BE49-F238E27FC236}">
                <a16:creationId xmlns:a16="http://schemas.microsoft.com/office/drawing/2014/main" id="{8BF82A68-DFE3-4CDD-811C-61292A327C3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63" y="966788"/>
            <a:ext cx="27416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2722" name="Rectangle 349">
            <a:extLst>
              <a:ext uri="{FF2B5EF4-FFF2-40B4-BE49-F238E27FC236}">
                <a16:creationId xmlns:a16="http://schemas.microsoft.com/office/drawing/2014/main" id="{CB2CBD12-6691-406A-809B-C160BA2B55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07975" y="214313"/>
            <a:ext cx="7772400" cy="990600"/>
          </a:xfrm>
        </p:spPr>
        <p:txBody>
          <a:bodyPr/>
          <a:lstStyle/>
          <a:p>
            <a:pPr>
              <a:defRPr/>
            </a:pPr>
            <a:r>
              <a:rPr lang="en-US" dirty="0">
                <a:cs typeface="+mj-cs"/>
              </a:rPr>
              <a:t>Tunneling</a:t>
            </a:r>
          </a:p>
        </p:txBody>
      </p:sp>
      <p:sp>
        <p:nvSpPr>
          <p:cNvPr id="184339" name="Text Box 350">
            <a:extLst>
              <a:ext uri="{FF2B5EF4-FFF2-40B4-BE49-F238E27FC236}">
                <a16:creationId xmlns:a16="http://schemas.microsoft.com/office/drawing/2014/main" id="{FBAAEF9B-DEBC-4228-BE25-81A83947A9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27513" y="2992438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</a:t>
            </a:r>
          </a:p>
        </p:txBody>
      </p:sp>
      <p:sp>
        <p:nvSpPr>
          <p:cNvPr id="184340" name="Text Box 351">
            <a:extLst>
              <a:ext uri="{FF2B5EF4-FFF2-40B4-BE49-F238E27FC236}">
                <a16:creationId xmlns:a16="http://schemas.microsoft.com/office/drawing/2014/main" id="{CF51977A-7CAD-4512-AD12-C8DCD68E97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21288" y="2994025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+mn-cs"/>
              </a:rPr>
              <a:t>IPv4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>
            <a:extLst>
              <a:ext uri="{FF2B5EF4-FFF2-40B4-BE49-F238E27FC236}">
                <a16:creationId xmlns:a16="http://schemas.microsoft.com/office/drawing/2014/main" id="{6CC799AA-2802-4389-89BC-39C0BC6E0B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228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 sz="4400">
                <a:solidFill>
                  <a:srgbClr val="000099"/>
                </a:solidFill>
                <a:latin typeface="Gill Sans MT" panose="020B0502020104020203" pitchFamily="34" charset="0"/>
              </a:rPr>
              <a:t>Chapter 4: </a:t>
            </a:r>
            <a:r>
              <a:rPr lang="en-US" altLang="zh-HK" sz="4400" i="1">
                <a:solidFill>
                  <a:srgbClr val="000099"/>
                </a:solidFill>
                <a:latin typeface="Gill Sans MT" panose="020B0502020104020203" pitchFamily="34" charset="0"/>
              </a:rPr>
              <a:t>done!</a:t>
            </a:r>
          </a:p>
        </p:txBody>
      </p:sp>
      <p:pic>
        <p:nvPicPr>
          <p:cNvPr id="115715" name="Picture 8" descr="underline_base">
            <a:extLst>
              <a:ext uri="{FF2B5EF4-FFF2-40B4-BE49-F238E27FC236}">
                <a16:creationId xmlns:a16="http://schemas.microsoft.com/office/drawing/2014/main" id="{818F8CED-AADC-4C54-9608-EACC4005A912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738" y="1055688"/>
            <a:ext cx="41132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5716" name="Content Placeholder 1">
            <a:extLst>
              <a:ext uri="{FF2B5EF4-FFF2-40B4-BE49-F238E27FC236}">
                <a16:creationId xmlns:a16="http://schemas.microsoft.com/office/drawing/2014/main" id="{FF0BE794-B1EB-48AB-835B-26CFD40A0D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33863" y="3873500"/>
            <a:ext cx="4572000" cy="1798638"/>
          </a:xfrm>
        </p:spPr>
        <p:txBody>
          <a:bodyPr/>
          <a:lstStyle/>
          <a:p>
            <a:pPr marL="0" indent="0">
              <a:buFont typeface="Wingdings" panose="05000000000000000000" pitchFamily="2" charset="2"/>
              <a:buNone/>
            </a:pPr>
            <a:r>
              <a:rPr lang="en-US" altLang="zh-HK" sz="2400" i="1" dirty="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Question: </a:t>
            </a:r>
            <a:r>
              <a:rPr lang="en-US" altLang="zh-HK" sz="24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how do forwarding tables (destination-based forwarding) or flow tables (generalized forwarding) computed?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zh-HK" sz="2400" i="1" dirty="0">
                <a:solidFill>
                  <a:srgbClr val="CC0000"/>
                </a:solidFill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Answer: </a:t>
            </a:r>
            <a:r>
              <a:rPr lang="en-US" altLang="zh-HK" sz="2400" dirty="0">
                <a:ea typeface="ＭＳ Ｐゴシック" panose="020B0600070205080204" pitchFamily="34" charset="-128"/>
                <a:cs typeface="ＭＳ Ｐゴシック" panose="020B0600070205080204" pitchFamily="34" charset="-128"/>
              </a:rPr>
              <a:t>by the control plane (next chapter)</a:t>
            </a:r>
          </a:p>
        </p:txBody>
      </p:sp>
      <p:sp>
        <p:nvSpPr>
          <p:cNvPr id="115717" name="Rectangle 3">
            <a:extLst>
              <a:ext uri="{FF2B5EF4-FFF2-40B4-BE49-F238E27FC236}">
                <a16:creationId xmlns:a16="http://schemas.microsoft.com/office/drawing/2014/main" id="{CBF9A974-E9BE-4C37-B9A7-24F8EC39D2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600200"/>
            <a:ext cx="387985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688975" indent="-231775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zh-HK" sz="2400">
                <a:latin typeface="Gill Sans MT" panose="020B0502020104020203" pitchFamily="34" charset="0"/>
              </a:rPr>
              <a:t>4.1 Overview of Network layer: data plane and control plane</a:t>
            </a:r>
          </a:p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zh-HK" sz="2400">
                <a:latin typeface="Gill Sans MT" panose="020B0502020104020203" pitchFamily="34" charset="0"/>
              </a:rPr>
              <a:t>4.2 What</a:t>
            </a:r>
            <a:r>
              <a:rPr lang="ja-JP" altLang="en-US" sz="2400">
                <a:latin typeface="Gill Sans MT" panose="020B0502020104020203" pitchFamily="34" charset="0"/>
              </a:rPr>
              <a:t>’</a:t>
            </a:r>
            <a:r>
              <a:rPr lang="en-US" altLang="ja-JP" sz="2400">
                <a:latin typeface="Gill Sans MT" panose="020B0502020104020203" pitchFamily="34" charset="0"/>
              </a:rPr>
              <a:t>s inside a router</a:t>
            </a:r>
          </a:p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zh-HK" sz="2400">
                <a:latin typeface="Gill Sans MT" panose="020B0502020104020203" pitchFamily="34" charset="0"/>
              </a:rPr>
              <a:t>4.3 IP: Internet Protocol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datagram format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fragmentation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IPv4 addressing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NAT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IPv6</a:t>
            </a:r>
          </a:p>
        </p:txBody>
      </p:sp>
      <p:sp>
        <p:nvSpPr>
          <p:cNvPr id="115718" name="Rectangle 4">
            <a:extLst>
              <a:ext uri="{FF2B5EF4-FFF2-40B4-BE49-F238E27FC236}">
                <a16:creationId xmlns:a16="http://schemas.microsoft.com/office/drawing/2014/main" id="{FFC90130-EF57-42A2-9237-8918A6AC3A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5800" y="1600200"/>
            <a:ext cx="3810000" cy="2379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688975" indent="-231775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panose="05000000000000000000" pitchFamily="2" charset="2"/>
              <a:buNone/>
            </a:pPr>
            <a:r>
              <a:rPr lang="en-US" altLang="zh-HK" sz="2400">
                <a:latin typeface="Gill Sans MT" panose="020B0502020104020203" pitchFamily="34" charset="0"/>
              </a:rPr>
              <a:t>4.4 Generalized Forward and SDN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match plus action</a:t>
            </a:r>
          </a:p>
          <a:p>
            <a:pPr lvl="1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Arial" panose="020B0604020202020204" pitchFamily="34" charset="0"/>
              <a:buChar char="•"/>
            </a:pPr>
            <a:r>
              <a:rPr lang="en-US" altLang="zh-HK" sz="2400">
                <a:latin typeface="Gill Sans MT" panose="020B0502020104020203" pitchFamily="34" charset="0"/>
              </a:rPr>
              <a:t>OpenFlow example</a:t>
            </a:r>
          </a:p>
        </p:txBody>
      </p:sp>
      <p:sp>
        <p:nvSpPr>
          <p:cNvPr id="115719" name="Slide Number Placeholder 5">
            <a:extLst>
              <a:ext uri="{FF2B5EF4-FFF2-40B4-BE49-F238E27FC236}">
                <a16:creationId xmlns:a16="http://schemas.microsoft.com/office/drawing/2014/main" id="{EA5DEA83-E8AD-4AE0-B6E3-DCAA96C66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56613" y="6475413"/>
            <a:ext cx="561975" cy="2730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zh-HK">
                <a:latin typeface="Tahoma" panose="020B0604030504040204" pitchFamily="34" charset="0"/>
              </a:rPr>
              <a:t>4-</a:t>
            </a:r>
            <a:fld id="{BB78E6D3-9A4E-486D-A0C2-55B46B0A5F63}" type="slidenum">
              <a:rPr lang="en-US" altLang="zh-HK">
                <a:latin typeface="Tahoma" panose="020B0604030504040204" pitchFamily="34" charset="0"/>
              </a:rPr>
              <a:pPr/>
              <a:t>64</a:t>
            </a:fld>
            <a:endParaRPr lang="en-US" altLang="zh-HK">
              <a:latin typeface="Tahoma" panose="020B0604030504040204" pitchFamily="34" charset="0"/>
            </a:endParaRPr>
          </a:p>
        </p:txBody>
      </p:sp>
      <p:sp>
        <p:nvSpPr>
          <p:cNvPr id="115720" name="Footer Placeholder 2">
            <a:extLst>
              <a:ext uri="{FF2B5EF4-FFF2-40B4-BE49-F238E27FC236}">
                <a16:creationId xmlns:a16="http://schemas.microsoft.com/office/drawing/2014/main" id="{DAC9AA49-2375-4875-BCB0-BC6DF94FB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>
          <a:xfrm>
            <a:off x="6375400" y="6475413"/>
            <a:ext cx="2178050" cy="2413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r"/>
            <a:r>
              <a:rPr lang="en-US" altLang="zh-HK" sz="120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Network Layer: Data Plane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3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sz="1400" dirty="0" smtClean="0">
            <a:latin typeface="+mn-lt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Gill Sans MT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none" rtlCol="0">
        <a:spAutoFit/>
      </a:bodyPr>
      <a:lstStyle>
        <a:defPPr>
          <a:defRPr sz="1400" dirty="0" smtClean="0">
            <a:latin typeface="+mn-lt"/>
          </a:defRPr>
        </a:defPPr>
      </a:lstStyle>
    </a:tx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19735</TotalTime>
  <Words>5341</Words>
  <Application>Microsoft Office PowerPoint</Application>
  <PresentationFormat>如螢幕大小 (4:3)</PresentationFormat>
  <Paragraphs>1496</Paragraphs>
  <Slides>64</Slides>
  <Notes>60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5</vt:i4>
      </vt:variant>
      <vt:variant>
        <vt:lpstr>投影片標題</vt:lpstr>
      </vt:variant>
      <vt:variant>
        <vt:i4>64</vt:i4>
      </vt:variant>
    </vt:vector>
  </HeadingPairs>
  <TitlesOfParts>
    <vt:vector size="83" baseType="lpstr">
      <vt:lpstr>ArialMT</vt:lpstr>
      <vt:lpstr>ＭＳ Ｐゴシック</vt:lpstr>
      <vt:lpstr>ＭＳ Ｐゴシック</vt:lpstr>
      <vt:lpstr>ZapfDingbats</vt:lpstr>
      <vt:lpstr>Arial</vt:lpstr>
      <vt:lpstr>Comic Sans MS</vt:lpstr>
      <vt:lpstr>Consolas</vt:lpstr>
      <vt:lpstr>Courier New</vt:lpstr>
      <vt:lpstr>Garamond</vt:lpstr>
      <vt:lpstr>Gill Sans MT</vt:lpstr>
      <vt:lpstr>Tahoma</vt:lpstr>
      <vt:lpstr>Times</vt:lpstr>
      <vt:lpstr>Times New Roman</vt:lpstr>
      <vt:lpstr>Wingdings</vt:lpstr>
      <vt:lpstr>Default Design</vt:lpstr>
      <vt:lpstr>3_Default Design</vt:lpstr>
      <vt:lpstr>1_Default Design</vt:lpstr>
      <vt:lpstr>2_Default Design</vt:lpstr>
      <vt:lpstr>4_Default Design</vt:lpstr>
      <vt:lpstr>PowerPoint 簡報</vt:lpstr>
      <vt:lpstr>PowerPoint 簡報</vt:lpstr>
      <vt:lpstr>Chapter 4: network layer</vt:lpstr>
      <vt:lpstr>Network layer</vt:lpstr>
      <vt:lpstr>Two key network-layer functions</vt:lpstr>
      <vt:lpstr>Network layer: data plane, control plane</vt:lpstr>
      <vt:lpstr>PowerPoint 簡報</vt:lpstr>
      <vt:lpstr>PowerPoint 簡報</vt:lpstr>
      <vt:lpstr>Network service model</vt:lpstr>
      <vt:lpstr>Network layer service models:</vt:lpstr>
      <vt:lpstr>The Internet network layer</vt:lpstr>
      <vt:lpstr>PowerPoint 簡報</vt:lpstr>
      <vt:lpstr>Router architecture overview</vt:lpstr>
      <vt:lpstr>Input port functions</vt:lpstr>
      <vt:lpstr>Datagram forwarding  table</vt:lpstr>
      <vt:lpstr>Longest prefix matching</vt:lpstr>
      <vt:lpstr>Switching fabrics</vt:lpstr>
      <vt:lpstr>Input port queuing</vt:lpstr>
      <vt:lpstr>Output ports</vt:lpstr>
      <vt:lpstr>Output port queueing</vt:lpstr>
      <vt:lpstr>How much buffering?</vt:lpstr>
      <vt:lpstr>PowerPoint 簡報</vt:lpstr>
      <vt:lpstr>IP datagram format</vt:lpstr>
      <vt:lpstr>IP fragmentation, reassembly</vt:lpstr>
      <vt:lpstr>IP fragmentation, reassembly</vt:lpstr>
      <vt:lpstr>IP fragmentation, reassembly (cont’d)</vt:lpstr>
      <vt:lpstr>PowerPoint 簡報</vt:lpstr>
      <vt:lpstr>IPv4 Network Addresses</vt:lpstr>
      <vt:lpstr>Classful IP Address</vt:lpstr>
      <vt:lpstr>Classful IP Address</vt:lpstr>
      <vt:lpstr>Classful Routing</vt:lpstr>
      <vt:lpstr>Classful Routing</vt:lpstr>
      <vt:lpstr>Classless IP Address</vt:lpstr>
      <vt:lpstr>Classless IP Address</vt:lpstr>
      <vt:lpstr>IP addresses: how to get one?</vt:lpstr>
      <vt:lpstr>DHCP: Dynamic Host Configuration Protocol</vt:lpstr>
      <vt:lpstr>DHCP client-server scenario</vt:lpstr>
      <vt:lpstr>DHCP client-server scenario</vt:lpstr>
      <vt:lpstr>DHCP client-server scenario</vt:lpstr>
      <vt:lpstr>DHCP: more than IP addresses</vt:lpstr>
      <vt:lpstr>DHCP: example</vt:lpstr>
      <vt:lpstr>DHCP: example</vt:lpstr>
      <vt:lpstr>DHCP: Wireshark output (home LAN)</vt:lpstr>
      <vt:lpstr>IP addresses: how to get one?</vt:lpstr>
      <vt:lpstr>Hierarchical addressing: route aggregation</vt:lpstr>
      <vt:lpstr>Hierarchical addressing: route aggregation</vt:lpstr>
      <vt:lpstr>Hierarchical addressing: more specific routes</vt:lpstr>
      <vt:lpstr>Longest Prefix Match</vt:lpstr>
      <vt:lpstr>IP addressing: the last word...</vt:lpstr>
      <vt:lpstr>PowerPoint 簡報</vt:lpstr>
      <vt:lpstr>NAT: network address translation</vt:lpstr>
      <vt:lpstr>NAT: network address translation</vt:lpstr>
      <vt:lpstr>NAT: network address translation</vt:lpstr>
      <vt:lpstr>NAT: network address translation</vt:lpstr>
      <vt:lpstr>NAT: network address translation</vt:lpstr>
      <vt:lpstr>PowerPoint 簡報</vt:lpstr>
      <vt:lpstr>IPv6: motivation</vt:lpstr>
      <vt:lpstr>IPv6 Network Addresses</vt:lpstr>
      <vt:lpstr>IPv6 datagram format</vt:lpstr>
      <vt:lpstr>Other changes from IPv4</vt:lpstr>
      <vt:lpstr>Transition from IPv4 to IPv6</vt:lpstr>
      <vt:lpstr>Tunneling</vt:lpstr>
      <vt:lpstr>Tunneling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3rd Edition: Chapter 4</dc:title>
  <dc:creator>Jim Kurose and Keith Ross</dc:creator>
  <cp:lastModifiedBy>Prof. CHEUNG Man Hon Michael</cp:lastModifiedBy>
  <cp:revision>500</cp:revision>
  <dcterms:created xsi:type="dcterms:W3CDTF">1999-10-08T19:08:27Z</dcterms:created>
  <dcterms:modified xsi:type="dcterms:W3CDTF">2025-11-15T09:05:06Z</dcterms:modified>
</cp:coreProperties>
</file>